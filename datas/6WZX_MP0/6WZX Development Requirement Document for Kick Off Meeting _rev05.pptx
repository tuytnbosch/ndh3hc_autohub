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tags/tag12.xml" ContentType="application/vnd.openxmlformats-officedocument.presentationml.tags+xml"/>
  <Override PartName="/ppt/notesSlides/notesSlide19.xml" ContentType="application/vnd.openxmlformats-officedocument.presentationml.notesSlide+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tags/tag19.xml" ContentType="application/vnd.openxmlformats-officedocument.presentationml.tags+xml"/>
  <Override PartName="/ppt/notesSlides/notesSlide22.xml" ContentType="application/vnd.openxmlformats-officedocument.presentationml.notesSlide+xml"/>
  <Override PartName="/ppt/tags/tag20.xml" ContentType="application/vnd.openxmlformats-officedocument.presentationml.tags+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tags/tag21.xml" ContentType="application/vnd.openxmlformats-officedocument.presentationml.tags+xml"/>
  <Override PartName="/ppt/notesSlides/notesSlide25.xml" ContentType="application/vnd.openxmlformats-officedocument.presentationml.notesSlide+xml"/>
  <Override PartName="/ppt/tags/tag22.xml" ContentType="application/vnd.openxmlformats-officedocument.presentationml.tags+xml"/>
  <Override PartName="/ppt/notesSlides/notesSlide26.xml" ContentType="application/vnd.openxmlformats-officedocument.presentationml.notesSlide+xml"/>
  <Override PartName="/ppt/tags/tag23.xml" ContentType="application/vnd.openxmlformats-officedocument.presentationml.tags+xml"/>
  <Override PartName="/ppt/tags/tag24.xml" ContentType="application/vnd.openxmlformats-officedocument.presentationml.tags+xml"/>
  <Override PartName="/ppt/notesSlides/notesSlide27.xml" ContentType="application/vnd.openxmlformats-officedocument.presentationml.notesSlide+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tags/tag36.xml" ContentType="application/vnd.openxmlformats-officedocument.presentationml.tags+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5"/>
  </p:sldMasterIdLst>
  <p:notesMasterIdLst>
    <p:notesMasterId r:id="rId171"/>
  </p:notesMasterIdLst>
  <p:handoutMasterIdLst>
    <p:handoutMasterId r:id="rId172"/>
  </p:handoutMasterIdLst>
  <p:sldIdLst>
    <p:sldId id="725" r:id="rId6"/>
    <p:sldId id="1089" r:id="rId7"/>
    <p:sldId id="1210" r:id="rId8"/>
    <p:sldId id="686" r:id="rId9"/>
    <p:sldId id="687" r:id="rId10"/>
    <p:sldId id="830" r:id="rId11"/>
    <p:sldId id="689" r:id="rId12"/>
    <p:sldId id="832" r:id="rId13"/>
    <p:sldId id="1079" r:id="rId14"/>
    <p:sldId id="1211" r:id="rId15"/>
    <p:sldId id="784" r:id="rId16"/>
    <p:sldId id="876" r:id="rId17"/>
    <p:sldId id="1052" r:id="rId18"/>
    <p:sldId id="1026" r:id="rId19"/>
    <p:sldId id="1053" r:id="rId20"/>
    <p:sldId id="1212" r:id="rId21"/>
    <p:sldId id="852" r:id="rId22"/>
    <p:sldId id="1054" r:id="rId23"/>
    <p:sldId id="1029" r:id="rId24"/>
    <p:sldId id="862" r:id="rId25"/>
    <p:sldId id="1078" r:id="rId26"/>
    <p:sldId id="785" r:id="rId27"/>
    <p:sldId id="1030" r:id="rId28"/>
    <p:sldId id="1213" r:id="rId29"/>
    <p:sldId id="786" r:id="rId30"/>
    <p:sldId id="1031" r:id="rId31"/>
    <p:sldId id="724" r:id="rId32"/>
    <p:sldId id="944" r:id="rId33"/>
    <p:sldId id="938" r:id="rId34"/>
    <p:sldId id="1214" r:id="rId35"/>
    <p:sldId id="1338" r:id="rId36"/>
    <p:sldId id="1334" r:id="rId37"/>
    <p:sldId id="1335" r:id="rId38"/>
    <p:sldId id="1337" r:id="rId39"/>
    <p:sldId id="872" r:id="rId40"/>
    <p:sldId id="1229" r:id="rId41"/>
    <p:sldId id="1305" r:id="rId42"/>
    <p:sldId id="1306" r:id="rId43"/>
    <p:sldId id="1307" r:id="rId44"/>
    <p:sldId id="1308" r:id="rId45"/>
    <p:sldId id="1252" r:id="rId46"/>
    <p:sldId id="1226" r:id="rId47"/>
    <p:sldId id="1064" r:id="rId48"/>
    <p:sldId id="1080" r:id="rId49"/>
    <p:sldId id="993" r:id="rId50"/>
    <p:sldId id="997" r:id="rId51"/>
    <p:sldId id="1310" r:id="rId52"/>
    <p:sldId id="1231" r:id="rId53"/>
    <p:sldId id="1232" r:id="rId54"/>
    <p:sldId id="1311" r:id="rId55"/>
    <p:sldId id="1312" r:id="rId56"/>
    <p:sldId id="1215" r:id="rId57"/>
    <p:sldId id="1235" r:id="rId58"/>
    <p:sldId id="1313" r:id="rId59"/>
    <p:sldId id="1314" r:id="rId60"/>
    <p:sldId id="1165" r:id="rId61"/>
    <p:sldId id="1072" r:id="rId62"/>
    <p:sldId id="1216" r:id="rId63"/>
    <p:sldId id="812" r:id="rId64"/>
    <p:sldId id="1315" r:id="rId65"/>
    <p:sldId id="1316" r:id="rId66"/>
    <p:sldId id="1317" r:id="rId67"/>
    <p:sldId id="1324" r:id="rId68"/>
    <p:sldId id="1227" r:id="rId69"/>
    <p:sldId id="1228" r:id="rId70"/>
    <p:sldId id="1217" r:id="rId71"/>
    <p:sldId id="1320" r:id="rId72"/>
    <p:sldId id="1325" r:id="rId73"/>
    <p:sldId id="1326" r:id="rId74"/>
    <p:sldId id="1327" r:id="rId75"/>
    <p:sldId id="1319" r:id="rId76"/>
    <p:sldId id="1218" r:id="rId77"/>
    <p:sldId id="1057" r:id="rId78"/>
    <p:sldId id="967" r:id="rId79"/>
    <p:sldId id="945" r:id="rId80"/>
    <p:sldId id="1248" r:id="rId81"/>
    <p:sldId id="1236" r:id="rId82"/>
    <p:sldId id="1067" r:id="rId83"/>
    <p:sldId id="961" r:id="rId84"/>
    <p:sldId id="962" r:id="rId85"/>
    <p:sldId id="958" r:id="rId86"/>
    <p:sldId id="1120" r:id="rId87"/>
    <p:sldId id="1121" r:id="rId88"/>
    <p:sldId id="969" r:id="rId89"/>
    <p:sldId id="1119" r:id="rId90"/>
    <p:sldId id="1011" r:id="rId91"/>
    <p:sldId id="1090" r:id="rId92"/>
    <p:sldId id="1209" r:id="rId93"/>
    <p:sldId id="1207" r:id="rId94"/>
    <p:sldId id="1219" r:id="rId95"/>
    <p:sldId id="768" r:id="rId96"/>
    <p:sldId id="1048" r:id="rId97"/>
    <p:sldId id="905" r:id="rId98"/>
    <p:sldId id="1049" r:id="rId99"/>
    <p:sldId id="901" r:id="rId100"/>
    <p:sldId id="1042" r:id="rId101"/>
    <p:sldId id="1050" r:id="rId102"/>
    <p:sldId id="950" r:id="rId103"/>
    <p:sldId id="904" r:id="rId104"/>
    <p:sldId id="1046" r:id="rId105"/>
    <p:sldId id="1044" r:id="rId106"/>
    <p:sldId id="1047" r:id="rId107"/>
    <p:sldId id="1045" r:id="rId108"/>
    <p:sldId id="1303" r:id="rId109"/>
    <p:sldId id="1302" r:id="rId110"/>
    <p:sldId id="1205" r:id="rId111"/>
    <p:sldId id="908" r:id="rId112"/>
    <p:sldId id="1332" r:id="rId113"/>
    <p:sldId id="1333" r:id="rId114"/>
    <p:sldId id="912" r:id="rId115"/>
    <p:sldId id="1091" r:id="rId116"/>
    <p:sldId id="1328" r:id="rId117"/>
    <p:sldId id="936" r:id="rId118"/>
    <p:sldId id="937" r:id="rId119"/>
    <p:sldId id="858" r:id="rId120"/>
    <p:sldId id="1038" r:id="rId121"/>
    <p:sldId id="906" r:id="rId122"/>
    <p:sldId id="1329" r:id="rId123"/>
    <p:sldId id="1330" r:id="rId124"/>
    <p:sldId id="1040" r:id="rId125"/>
    <p:sldId id="1220" r:id="rId126"/>
    <p:sldId id="770" r:id="rId127"/>
    <p:sldId id="1051" r:id="rId128"/>
    <p:sldId id="772" r:id="rId129"/>
    <p:sldId id="915" r:id="rId130"/>
    <p:sldId id="773" r:id="rId131"/>
    <p:sldId id="774" r:id="rId132"/>
    <p:sldId id="1221" r:id="rId133"/>
    <p:sldId id="1084" r:id="rId134"/>
    <p:sldId id="1085" r:id="rId135"/>
    <p:sldId id="1237" r:id="rId136"/>
    <p:sldId id="1113" r:id="rId137"/>
    <p:sldId id="1088" r:id="rId138"/>
    <p:sldId id="1222" r:id="rId139"/>
    <p:sldId id="863" r:id="rId140"/>
    <p:sldId id="1251" r:id="rId141"/>
    <p:sldId id="1258" r:id="rId142"/>
    <p:sldId id="1025" r:id="rId143"/>
    <p:sldId id="779" r:id="rId144"/>
    <p:sldId id="1223" r:id="rId145"/>
    <p:sldId id="796" r:id="rId146"/>
    <p:sldId id="1033" r:id="rId147"/>
    <p:sldId id="797" r:id="rId148"/>
    <p:sldId id="798" r:id="rId149"/>
    <p:sldId id="1118" r:id="rId150"/>
    <p:sldId id="1114" r:id="rId151"/>
    <p:sldId id="800" r:id="rId152"/>
    <p:sldId id="918" r:id="rId153"/>
    <p:sldId id="973" r:id="rId154"/>
    <p:sldId id="974" r:id="rId155"/>
    <p:sldId id="975" r:id="rId156"/>
    <p:sldId id="922" r:id="rId157"/>
    <p:sldId id="923" r:id="rId158"/>
    <p:sldId id="934" r:id="rId159"/>
    <p:sldId id="801" r:id="rId160"/>
    <p:sldId id="1208" r:id="rId161"/>
    <p:sldId id="1224" r:id="rId162"/>
    <p:sldId id="1339" r:id="rId163"/>
    <p:sldId id="1233" r:id="rId164"/>
    <p:sldId id="1234" r:id="rId165"/>
    <p:sldId id="1225" r:id="rId166"/>
    <p:sldId id="1322" r:id="rId167"/>
    <p:sldId id="1323" r:id="rId168"/>
    <p:sldId id="807" r:id="rId169"/>
    <p:sldId id="805" r:id="rId170"/>
  </p:sldIdLst>
  <p:sldSz cx="9144000" cy="6858000" type="screen4x3"/>
  <p:notesSz cx="6805613" cy="9939338"/>
  <p:defaultTextStyle>
    <a:defPPr>
      <a:defRPr lang="en-US"/>
    </a:defPPr>
    <a:lvl1pPr algn="ctr" rtl="0" fontAlgn="base">
      <a:spcBef>
        <a:spcPct val="0"/>
      </a:spcBef>
      <a:spcAft>
        <a:spcPct val="0"/>
      </a:spcAft>
      <a:defRPr kumimoji="1" sz="2400" kern="1200">
        <a:solidFill>
          <a:schemeClr val="tx1"/>
        </a:solidFill>
        <a:latin typeface="Times New Roman" pitchFamily="18" charset="0"/>
        <a:ea typeface="ＭＳ Ｐゴシック" charset="-128"/>
        <a:cs typeface="+mn-cs"/>
      </a:defRPr>
    </a:lvl1pPr>
    <a:lvl2pPr marL="457200" algn="ctr" rtl="0" fontAlgn="base">
      <a:spcBef>
        <a:spcPct val="0"/>
      </a:spcBef>
      <a:spcAft>
        <a:spcPct val="0"/>
      </a:spcAft>
      <a:defRPr kumimoji="1" sz="2400" kern="1200">
        <a:solidFill>
          <a:schemeClr val="tx1"/>
        </a:solidFill>
        <a:latin typeface="Times New Roman" pitchFamily="18" charset="0"/>
        <a:ea typeface="ＭＳ Ｐゴシック" charset="-128"/>
        <a:cs typeface="+mn-cs"/>
      </a:defRPr>
    </a:lvl2pPr>
    <a:lvl3pPr marL="914400" algn="ctr" rtl="0" fontAlgn="base">
      <a:spcBef>
        <a:spcPct val="0"/>
      </a:spcBef>
      <a:spcAft>
        <a:spcPct val="0"/>
      </a:spcAft>
      <a:defRPr kumimoji="1" sz="2400" kern="1200">
        <a:solidFill>
          <a:schemeClr val="tx1"/>
        </a:solidFill>
        <a:latin typeface="Times New Roman" pitchFamily="18" charset="0"/>
        <a:ea typeface="ＭＳ Ｐゴシック" charset="-128"/>
        <a:cs typeface="+mn-cs"/>
      </a:defRPr>
    </a:lvl3pPr>
    <a:lvl4pPr marL="1371600" algn="ctr" rtl="0" fontAlgn="base">
      <a:spcBef>
        <a:spcPct val="0"/>
      </a:spcBef>
      <a:spcAft>
        <a:spcPct val="0"/>
      </a:spcAft>
      <a:defRPr kumimoji="1" sz="2400" kern="1200">
        <a:solidFill>
          <a:schemeClr val="tx1"/>
        </a:solidFill>
        <a:latin typeface="Times New Roman" pitchFamily="18" charset="0"/>
        <a:ea typeface="ＭＳ Ｐゴシック" charset="-128"/>
        <a:cs typeface="+mn-cs"/>
      </a:defRPr>
    </a:lvl4pPr>
    <a:lvl5pPr marL="1828800" algn="ctr" rtl="0" fontAlgn="base">
      <a:spcBef>
        <a:spcPct val="0"/>
      </a:spcBef>
      <a:spcAft>
        <a:spcPct val="0"/>
      </a:spcAft>
      <a:defRPr kumimoji="1" sz="2400" kern="1200">
        <a:solidFill>
          <a:schemeClr val="tx1"/>
        </a:solidFill>
        <a:latin typeface="Times New Roman" pitchFamily="18" charset="0"/>
        <a:ea typeface="ＭＳ Ｐゴシック" charset="-128"/>
        <a:cs typeface="+mn-cs"/>
      </a:defRPr>
    </a:lvl5pPr>
    <a:lvl6pPr marL="2286000" algn="l" defTabSz="914400" rtl="0" eaLnBrk="1" latinLnBrk="0" hangingPunct="1">
      <a:defRPr kumimoji="1" sz="2400" kern="1200">
        <a:solidFill>
          <a:schemeClr val="tx1"/>
        </a:solidFill>
        <a:latin typeface="Times New Roman" pitchFamily="18" charset="0"/>
        <a:ea typeface="ＭＳ Ｐゴシック" charset="-128"/>
        <a:cs typeface="+mn-cs"/>
      </a:defRPr>
    </a:lvl6pPr>
    <a:lvl7pPr marL="2743200" algn="l" defTabSz="914400" rtl="0" eaLnBrk="1" latinLnBrk="0" hangingPunct="1">
      <a:defRPr kumimoji="1" sz="2400" kern="1200">
        <a:solidFill>
          <a:schemeClr val="tx1"/>
        </a:solidFill>
        <a:latin typeface="Times New Roman" pitchFamily="18" charset="0"/>
        <a:ea typeface="ＭＳ Ｐゴシック" charset="-128"/>
        <a:cs typeface="+mn-cs"/>
      </a:defRPr>
    </a:lvl7pPr>
    <a:lvl8pPr marL="3200400" algn="l" defTabSz="914400" rtl="0" eaLnBrk="1" latinLnBrk="0" hangingPunct="1">
      <a:defRPr kumimoji="1" sz="2400" kern="1200">
        <a:solidFill>
          <a:schemeClr val="tx1"/>
        </a:solidFill>
        <a:latin typeface="Times New Roman" pitchFamily="18" charset="0"/>
        <a:ea typeface="ＭＳ Ｐゴシック" charset="-128"/>
        <a:cs typeface="+mn-cs"/>
      </a:defRPr>
    </a:lvl8pPr>
    <a:lvl9pPr marL="3657600" algn="l" defTabSz="914400" rtl="0" eaLnBrk="1" latinLnBrk="0" hangingPunct="1">
      <a:defRPr kumimoji="1" sz="2400" kern="1200">
        <a:solidFill>
          <a:schemeClr val="tx1"/>
        </a:solidFill>
        <a:latin typeface="Times New Roman" pitchFamily="18" charset="0"/>
        <a:ea typeface="ＭＳ Ｐゴシック" charset="-128"/>
        <a:cs typeface="+mn-cs"/>
      </a:defRPr>
    </a:lvl9pPr>
  </p:defaultTextStyle>
  <p:extLst>
    <p:ext uri="{521415D9-36F7-43E2-AB2F-B90AF26B5E84}">
      <p14:sectionLst xmlns:p14="http://schemas.microsoft.com/office/powerpoint/2010/main">
        <p14:section name="カバーページ、目次" id="{232969E0-AFCE-49F0-8956-F72B5FC89893}">
          <p14:sldIdLst>
            <p14:sldId id="725"/>
            <p14:sldId id="1089"/>
          </p14:sldIdLst>
        </p14:section>
        <p14:section name="委託骨子と責任区 支払い基準" id="{49961BC2-3931-4DE3-9756-8334DEA2460C}">
          <p14:sldIdLst>
            <p14:sldId id="1210"/>
            <p14:sldId id="686"/>
            <p14:sldId id="687"/>
            <p14:sldId id="830"/>
            <p14:sldId id="689"/>
            <p14:sldId id="832"/>
            <p14:sldId id="1079"/>
          </p14:sldIdLst>
        </p14:section>
        <p14:section name="6. Precondition" id="{3F8C147B-0E39-4615-8F75-2F03BEF243F0}">
          <p14:sldIdLst>
            <p14:sldId id="1211"/>
            <p14:sldId id="784"/>
            <p14:sldId id="876"/>
            <p14:sldId id="1052"/>
            <p14:sldId id="1026"/>
            <p14:sldId id="1053"/>
          </p14:sldIdLst>
        </p14:section>
        <p14:section name="7. 各種判断" id="{51DCA309-4671-4587-A85B-C60DDEDE1526}">
          <p14:sldIdLst>
            <p14:sldId id="1212"/>
            <p14:sldId id="852"/>
            <p14:sldId id="1054"/>
            <p14:sldId id="1029"/>
            <p14:sldId id="862"/>
            <p14:sldId id="1078"/>
            <p14:sldId id="785"/>
            <p14:sldId id="1030"/>
          </p14:sldIdLst>
        </p14:section>
        <p14:section name="8. Project Management" id="{61FD1E55-CD10-4798-8167-1926464AAE94}">
          <p14:sldIdLst>
            <p14:sldId id="1213"/>
            <p14:sldId id="786"/>
            <p14:sldId id="1031"/>
            <p14:sldId id="724"/>
            <p14:sldId id="944"/>
            <p14:sldId id="938"/>
          </p14:sldIdLst>
        </p14:section>
        <p14:section name="9. 開発概要、ENG適用技術、基本諸元/法規Target" id="{3C8596B8-0019-4CDC-A9AE-7C486C0A6FCB}">
          <p14:sldIdLst>
            <p14:sldId id="1214"/>
            <p14:sldId id="1338"/>
            <p14:sldId id="1334"/>
            <p14:sldId id="1335"/>
            <p14:sldId id="1337"/>
            <p14:sldId id="872"/>
            <p14:sldId id="1229"/>
            <p14:sldId id="1305"/>
            <p14:sldId id="1306"/>
            <p14:sldId id="1307"/>
            <p14:sldId id="1308"/>
            <p14:sldId id="1252"/>
          </p14:sldIdLst>
        </p14:section>
        <p14:section name="10. Regulation" id="{8DF15AB9-08B9-466E-B774-A3C22C328DA1}">
          <p14:sldIdLst>
            <p14:sldId id="1226"/>
            <p14:sldId id="1064"/>
            <p14:sldId id="1080"/>
            <p14:sldId id="993"/>
            <p14:sldId id="997"/>
            <p14:sldId id="1310"/>
            <p14:sldId id="1231"/>
            <p14:sldId id="1232"/>
            <p14:sldId id="1311"/>
            <p14:sldId id="1312"/>
          </p14:sldIdLst>
        </p14:section>
        <p14:section name="ENG構成、供給部品取決め、品質目標" id="{8C263116-4B58-40BD-BB22-7EE7B5DF4697}">
          <p14:sldIdLst>
            <p14:sldId id="1215"/>
            <p14:sldId id="1235"/>
            <p14:sldId id="1313"/>
            <p14:sldId id="1314"/>
            <p14:sldId id="1165"/>
            <p14:sldId id="1072"/>
          </p14:sldIdLst>
        </p14:section>
        <p14:section name="13. Engine Specification" id="{28CFE006-B11E-4C30-B5A2-5F76956B5C24}">
          <p14:sldIdLst>
            <p14:sldId id="1216"/>
            <p14:sldId id="812"/>
            <p14:sldId id="1315"/>
            <p14:sldId id="1316"/>
            <p14:sldId id="1317"/>
            <p14:sldId id="1324"/>
            <p14:sldId id="1227"/>
            <p14:sldId id="1228"/>
          </p14:sldIdLst>
        </p14:section>
        <p14:section name="14.Vehicle function relating ECU" id="{B2893439-64CB-4091-8712-A228788E8EAC}">
          <p14:sldIdLst>
            <p14:sldId id="1217"/>
            <p14:sldId id="1320"/>
            <p14:sldId id="1325"/>
            <p14:sldId id="1326"/>
            <p14:sldId id="1327"/>
            <p14:sldId id="1319"/>
          </p14:sldIdLst>
        </p14:section>
        <p14:section name="15.EMS信頼性要求" id="{A7EB3760-98EF-45C4-AADA-E5B1C13F8DF2}">
          <p14:sldIdLst>
            <p14:sldId id="1218"/>
            <p14:sldId id="1057"/>
          </p14:sldIdLst>
        </p14:section>
        <p14:section name="16.EMS 要求資料一覧 (添付資料)" id="{C7907B8E-CA17-411B-BBDD-E05084DAA421}">
          <p14:sldIdLst>
            <p14:sldId id="967"/>
            <p14:sldId id="945"/>
            <p14:sldId id="1248"/>
            <p14:sldId id="1236"/>
            <p14:sldId id="1067"/>
            <p14:sldId id="961"/>
            <p14:sldId id="962"/>
            <p14:sldId id="958"/>
            <p14:sldId id="1120"/>
            <p14:sldId id="1121"/>
            <p14:sldId id="969"/>
            <p14:sldId id="1119"/>
            <p14:sldId id="1011"/>
            <p14:sldId id="1090"/>
            <p14:sldId id="1209"/>
            <p14:sldId id="1207"/>
          </p14:sldIdLst>
        </p14:section>
        <p14:section name="17.成果物の検証について" id="{909EAD3D-23C3-4E71-9146-BC8DDDE927DA}">
          <p14:sldIdLst>
            <p14:sldId id="1219"/>
            <p14:sldId id="768"/>
            <p14:sldId id="1048"/>
            <p14:sldId id="905"/>
            <p14:sldId id="1049"/>
            <p14:sldId id="901"/>
            <p14:sldId id="1042"/>
            <p14:sldId id="1050"/>
            <p14:sldId id="950"/>
            <p14:sldId id="904"/>
            <p14:sldId id="1046"/>
            <p14:sldId id="1044"/>
            <p14:sldId id="1047"/>
            <p14:sldId id="1045"/>
            <p14:sldId id="1303"/>
            <p14:sldId id="1302"/>
            <p14:sldId id="1205"/>
            <p14:sldId id="908"/>
            <p14:sldId id="1332"/>
            <p14:sldId id="1333"/>
            <p14:sldId id="912"/>
            <p14:sldId id="1091"/>
            <p14:sldId id="1328"/>
            <p14:sldId id="936"/>
            <p14:sldId id="937"/>
            <p14:sldId id="858"/>
            <p14:sldId id="1038"/>
            <p14:sldId id="906"/>
            <p14:sldId id="1329"/>
            <p14:sldId id="1330"/>
            <p14:sldId id="1040"/>
          </p14:sldIdLst>
        </p14:section>
        <p14:section name="18.EMS Sheet" id="{6290819C-50F5-4B90-BC74-057D6D3E117F}">
          <p14:sldIdLst>
            <p14:sldId id="1220"/>
            <p14:sldId id="770"/>
            <p14:sldId id="1051"/>
            <p14:sldId id="772"/>
            <p14:sldId id="915"/>
            <p14:sldId id="773"/>
            <p14:sldId id="774"/>
          </p14:sldIdLst>
        </p14:section>
        <p14:section name="19.Expert MTG" id="{F2A63D8B-8BFE-4230-8507-32EE5FAEEEC9}">
          <p14:sldIdLst>
            <p14:sldId id="1221"/>
            <p14:sldId id="1084"/>
            <p14:sldId id="1085"/>
            <p14:sldId id="1237"/>
            <p14:sldId id="1113"/>
            <p14:sldId id="1088"/>
          </p14:sldIdLst>
        </p14:section>
        <p14:section name="20.Necessary support" id="{CF1DD0F6-8DE6-41A9-AF68-6D3F0959EAA4}">
          <p14:sldIdLst>
            <p14:sldId id="1222"/>
            <p14:sldId id="863"/>
            <p14:sldId id="1251"/>
            <p14:sldId id="1258"/>
            <p14:sldId id="1025"/>
            <p14:sldId id="779"/>
          </p14:sldIdLst>
        </p14:section>
        <p14:section name="21.その他ルール (費用・テスト車管理・輸出入)" id="{3004EDAF-2CA3-4699-BEE3-EFD0DC7E2236}">
          <p14:sldIdLst>
            <p14:sldId id="1223"/>
            <p14:sldId id="796"/>
            <p14:sldId id="1033"/>
            <p14:sldId id="797"/>
            <p14:sldId id="798"/>
            <p14:sldId id="1118"/>
            <p14:sldId id="1114"/>
            <p14:sldId id="800"/>
            <p14:sldId id="918"/>
            <p14:sldId id="973"/>
            <p14:sldId id="974"/>
            <p14:sldId id="975"/>
            <p14:sldId id="922"/>
            <p14:sldId id="923"/>
            <p14:sldId id="934"/>
            <p14:sldId id="801"/>
            <p14:sldId id="1208"/>
          </p14:sldIdLst>
        </p14:section>
        <p14:section name="22.日程" id="{8D091461-E999-489D-B2F8-86193D749489}">
          <p14:sldIdLst>
            <p14:sldId id="1224"/>
            <p14:sldId id="1339"/>
            <p14:sldId id="1233"/>
            <p14:sldId id="1234"/>
          </p14:sldIdLst>
        </p14:section>
        <p14:section name="23. 体制表、責任者" id="{B29D5C11-D6E3-4BA2-B9EF-10E7544F0D14}">
          <p14:sldIdLst>
            <p14:sldId id="1225"/>
            <p14:sldId id="1322"/>
            <p14:sldId id="1323"/>
            <p14:sldId id="807"/>
          </p14:sldIdLst>
        </p14:section>
        <p14:section name="End" id="{E2A800C2-C488-45B5-B865-4BE43CB9721C}">
          <p14:sldIdLst>
            <p14:sldId id="805"/>
          </p14:sldIdLst>
        </p14:section>
        <p14:section name="参考資料（非表示）" id="{A8C664AE-FB97-4051-9CE5-EED1790B4D4B}">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iroki Ushizaki (牛崎 弘樹)" initials="HU(弘" lastIdx="1" clrIdx="0">
    <p:extLst>
      <p:ext uri="{19B8F6BF-5375-455C-9EA6-DF929625EA0E}">
        <p15:presenceInfo xmlns:p15="http://schemas.microsoft.com/office/powerpoint/2012/main" userId="S-1-5-21-4040241172-485849192-1190176573-9789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99"/>
    <a:srgbClr val="FFCC99"/>
    <a:srgbClr val="CCECFF"/>
    <a:srgbClr val="0000FF"/>
    <a:srgbClr val="FF99FF"/>
    <a:srgbClr val="FF00FF"/>
    <a:srgbClr val="00FF00"/>
    <a:srgbClr val="FF0000"/>
    <a:srgbClr val="FFFFCC"/>
    <a:srgbClr val="7F7F7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FBE2608-D7CF-42C2-A7A4-DD30F738A052}" v="1" dt="2026-09-24T02:49:27.189"/>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73A0DAA-6AF3-43AB-8588-CEC1D06C72B9}" styleName="スタイル (中間)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中間スタイル 2 - アクセント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809" autoAdjust="0"/>
    <p:restoredTop sz="96727" autoAdjust="0"/>
  </p:normalViewPr>
  <p:slideViewPr>
    <p:cSldViewPr snapToGrid="0">
      <p:cViewPr varScale="1">
        <p:scale>
          <a:sx n="122" d="100"/>
          <a:sy n="122" d="100"/>
        </p:scale>
        <p:origin x="432" y="114"/>
      </p:cViewPr>
      <p:guideLst>
        <p:guide orient="horz" pos="2160"/>
        <p:guide pos="2880"/>
      </p:guideLst>
    </p:cSldViewPr>
  </p:slideViewPr>
  <p:notesTextViewPr>
    <p:cViewPr>
      <p:scale>
        <a:sx n="1" d="1"/>
        <a:sy n="1" d="1"/>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2.xml"/><Relationship Id="rId21" Type="http://schemas.openxmlformats.org/officeDocument/2006/relationships/slide" Target="slides/slide16.xml"/><Relationship Id="rId42" Type="http://schemas.openxmlformats.org/officeDocument/2006/relationships/slide" Target="slides/slide37.xml"/><Relationship Id="rId63" Type="http://schemas.openxmlformats.org/officeDocument/2006/relationships/slide" Target="slides/slide58.xml"/><Relationship Id="rId84" Type="http://schemas.openxmlformats.org/officeDocument/2006/relationships/slide" Target="slides/slide79.xml"/><Relationship Id="rId138" Type="http://schemas.openxmlformats.org/officeDocument/2006/relationships/slide" Target="slides/slide133.xml"/><Relationship Id="rId159" Type="http://schemas.openxmlformats.org/officeDocument/2006/relationships/slide" Target="slides/slide154.xml"/><Relationship Id="rId170" Type="http://schemas.openxmlformats.org/officeDocument/2006/relationships/slide" Target="slides/slide165.xml"/><Relationship Id="rId107" Type="http://schemas.openxmlformats.org/officeDocument/2006/relationships/slide" Target="slides/slide102.xml"/><Relationship Id="rId11" Type="http://schemas.openxmlformats.org/officeDocument/2006/relationships/slide" Target="slides/slide6.xml"/><Relationship Id="rId32" Type="http://schemas.openxmlformats.org/officeDocument/2006/relationships/slide" Target="slides/slide27.xml"/><Relationship Id="rId53" Type="http://schemas.openxmlformats.org/officeDocument/2006/relationships/slide" Target="slides/slide48.xml"/><Relationship Id="rId74" Type="http://schemas.openxmlformats.org/officeDocument/2006/relationships/slide" Target="slides/slide69.xml"/><Relationship Id="rId128" Type="http://schemas.openxmlformats.org/officeDocument/2006/relationships/slide" Target="slides/slide123.xml"/><Relationship Id="rId149" Type="http://schemas.openxmlformats.org/officeDocument/2006/relationships/slide" Target="slides/slide144.xml"/><Relationship Id="rId5" Type="http://schemas.openxmlformats.org/officeDocument/2006/relationships/slideMaster" Target="slideMasters/slideMaster1.xml"/><Relationship Id="rId95" Type="http://schemas.openxmlformats.org/officeDocument/2006/relationships/slide" Target="slides/slide90.xml"/><Relationship Id="rId160" Type="http://schemas.openxmlformats.org/officeDocument/2006/relationships/slide" Target="slides/slide155.xml"/><Relationship Id="rId22" Type="http://schemas.openxmlformats.org/officeDocument/2006/relationships/slide" Target="slides/slide17.xml"/><Relationship Id="rId43" Type="http://schemas.openxmlformats.org/officeDocument/2006/relationships/slide" Target="slides/slide38.xml"/><Relationship Id="rId64" Type="http://schemas.openxmlformats.org/officeDocument/2006/relationships/slide" Target="slides/slide59.xml"/><Relationship Id="rId118" Type="http://schemas.openxmlformats.org/officeDocument/2006/relationships/slide" Target="slides/slide113.xml"/><Relationship Id="rId139" Type="http://schemas.openxmlformats.org/officeDocument/2006/relationships/slide" Target="slides/slide134.xml"/><Relationship Id="rId85" Type="http://schemas.openxmlformats.org/officeDocument/2006/relationships/slide" Target="slides/slide80.xml"/><Relationship Id="rId150" Type="http://schemas.openxmlformats.org/officeDocument/2006/relationships/slide" Target="slides/slide145.xml"/><Relationship Id="rId171" Type="http://schemas.openxmlformats.org/officeDocument/2006/relationships/notesMaster" Target="notesMasters/notesMaster1.xml"/><Relationship Id="rId12" Type="http://schemas.openxmlformats.org/officeDocument/2006/relationships/slide" Target="slides/slide7.xml"/><Relationship Id="rId33" Type="http://schemas.openxmlformats.org/officeDocument/2006/relationships/slide" Target="slides/slide28.xml"/><Relationship Id="rId108" Type="http://schemas.openxmlformats.org/officeDocument/2006/relationships/slide" Target="slides/slide103.xml"/><Relationship Id="rId129" Type="http://schemas.openxmlformats.org/officeDocument/2006/relationships/slide" Target="slides/slide124.xml"/><Relationship Id="rId54" Type="http://schemas.openxmlformats.org/officeDocument/2006/relationships/slide" Target="slides/slide49.xml"/><Relationship Id="rId75" Type="http://schemas.openxmlformats.org/officeDocument/2006/relationships/slide" Target="slides/slide70.xml"/><Relationship Id="rId96" Type="http://schemas.openxmlformats.org/officeDocument/2006/relationships/slide" Target="slides/slide91.xml"/><Relationship Id="rId140" Type="http://schemas.openxmlformats.org/officeDocument/2006/relationships/slide" Target="slides/slide135.xml"/><Relationship Id="rId161" Type="http://schemas.openxmlformats.org/officeDocument/2006/relationships/slide" Target="slides/slide156.xml"/><Relationship Id="rId6" Type="http://schemas.openxmlformats.org/officeDocument/2006/relationships/slide" Target="slides/slide1.xml"/><Relationship Id="rId23" Type="http://schemas.openxmlformats.org/officeDocument/2006/relationships/slide" Target="slides/slide18.xml"/><Relationship Id="rId28" Type="http://schemas.openxmlformats.org/officeDocument/2006/relationships/slide" Target="slides/slide23.xml"/><Relationship Id="rId49" Type="http://schemas.openxmlformats.org/officeDocument/2006/relationships/slide" Target="slides/slide44.xml"/><Relationship Id="rId114" Type="http://schemas.openxmlformats.org/officeDocument/2006/relationships/slide" Target="slides/slide109.xml"/><Relationship Id="rId119" Type="http://schemas.openxmlformats.org/officeDocument/2006/relationships/slide" Target="slides/slide114.xml"/><Relationship Id="rId44" Type="http://schemas.openxmlformats.org/officeDocument/2006/relationships/slide" Target="slides/slide39.xml"/><Relationship Id="rId60" Type="http://schemas.openxmlformats.org/officeDocument/2006/relationships/slide" Target="slides/slide55.xml"/><Relationship Id="rId65" Type="http://schemas.openxmlformats.org/officeDocument/2006/relationships/slide" Target="slides/slide60.xml"/><Relationship Id="rId81" Type="http://schemas.openxmlformats.org/officeDocument/2006/relationships/slide" Target="slides/slide76.xml"/><Relationship Id="rId86" Type="http://schemas.openxmlformats.org/officeDocument/2006/relationships/slide" Target="slides/slide81.xml"/><Relationship Id="rId130" Type="http://schemas.openxmlformats.org/officeDocument/2006/relationships/slide" Target="slides/slide125.xml"/><Relationship Id="rId135" Type="http://schemas.openxmlformats.org/officeDocument/2006/relationships/slide" Target="slides/slide130.xml"/><Relationship Id="rId151" Type="http://schemas.openxmlformats.org/officeDocument/2006/relationships/slide" Target="slides/slide146.xml"/><Relationship Id="rId156" Type="http://schemas.openxmlformats.org/officeDocument/2006/relationships/slide" Target="slides/slide151.xml"/><Relationship Id="rId177" Type="http://schemas.openxmlformats.org/officeDocument/2006/relationships/tableStyles" Target="tableStyles.xml"/><Relationship Id="rId172" Type="http://schemas.openxmlformats.org/officeDocument/2006/relationships/handoutMaster" Target="handoutMasters/handoutMaster1.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109" Type="http://schemas.openxmlformats.org/officeDocument/2006/relationships/slide" Target="slides/slide10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slide" Target="slides/slide71.xml"/><Relationship Id="rId97" Type="http://schemas.openxmlformats.org/officeDocument/2006/relationships/slide" Target="slides/slide92.xml"/><Relationship Id="rId104" Type="http://schemas.openxmlformats.org/officeDocument/2006/relationships/slide" Target="slides/slide99.xml"/><Relationship Id="rId120" Type="http://schemas.openxmlformats.org/officeDocument/2006/relationships/slide" Target="slides/slide115.xml"/><Relationship Id="rId125" Type="http://schemas.openxmlformats.org/officeDocument/2006/relationships/slide" Target="slides/slide120.xml"/><Relationship Id="rId141" Type="http://schemas.openxmlformats.org/officeDocument/2006/relationships/slide" Target="slides/slide136.xml"/><Relationship Id="rId146" Type="http://schemas.openxmlformats.org/officeDocument/2006/relationships/slide" Target="slides/slide141.xml"/><Relationship Id="rId167" Type="http://schemas.openxmlformats.org/officeDocument/2006/relationships/slide" Target="slides/slide162.xml"/><Relationship Id="rId7" Type="http://schemas.openxmlformats.org/officeDocument/2006/relationships/slide" Target="slides/slide2.xml"/><Relationship Id="rId71" Type="http://schemas.openxmlformats.org/officeDocument/2006/relationships/slide" Target="slides/slide66.xml"/><Relationship Id="rId92" Type="http://schemas.openxmlformats.org/officeDocument/2006/relationships/slide" Target="slides/slide87.xml"/><Relationship Id="rId162" Type="http://schemas.openxmlformats.org/officeDocument/2006/relationships/slide" Target="slides/slide157.xml"/><Relationship Id="rId2" Type="http://schemas.openxmlformats.org/officeDocument/2006/relationships/customXml" Target="../customXml/item2.xml"/><Relationship Id="rId29" Type="http://schemas.openxmlformats.org/officeDocument/2006/relationships/slide" Target="slides/slide24.xml"/><Relationship Id="rId24" Type="http://schemas.openxmlformats.org/officeDocument/2006/relationships/slide" Target="slides/slide19.xml"/><Relationship Id="rId40" Type="http://schemas.openxmlformats.org/officeDocument/2006/relationships/slide" Target="slides/slide35.xml"/><Relationship Id="rId45" Type="http://schemas.openxmlformats.org/officeDocument/2006/relationships/slide" Target="slides/slide40.xml"/><Relationship Id="rId66" Type="http://schemas.openxmlformats.org/officeDocument/2006/relationships/slide" Target="slides/slide61.xml"/><Relationship Id="rId87" Type="http://schemas.openxmlformats.org/officeDocument/2006/relationships/slide" Target="slides/slide82.xml"/><Relationship Id="rId110" Type="http://schemas.openxmlformats.org/officeDocument/2006/relationships/slide" Target="slides/slide105.xml"/><Relationship Id="rId115" Type="http://schemas.openxmlformats.org/officeDocument/2006/relationships/slide" Target="slides/slide110.xml"/><Relationship Id="rId131" Type="http://schemas.openxmlformats.org/officeDocument/2006/relationships/slide" Target="slides/slide126.xml"/><Relationship Id="rId136" Type="http://schemas.openxmlformats.org/officeDocument/2006/relationships/slide" Target="slides/slide131.xml"/><Relationship Id="rId157" Type="http://schemas.openxmlformats.org/officeDocument/2006/relationships/slide" Target="slides/slide152.xml"/><Relationship Id="rId178" Type="http://schemas.microsoft.com/office/2016/11/relationships/changesInfo" Target="changesInfos/changesInfo1.xml"/><Relationship Id="rId61" Type="http://schemas.openxmlformats.org/officeDocument/2006/relationships/slide" Target="slides/slide56.xml"/><Relationship Id="rId82" Type="http://schemas.openxmlformats.org/officeDocument/2006/relationships/slide" Target="slides/slide77.xml"/><Relationship Id="rId152" Type="http://schemas.openxmlformats.org/officeDocument/2006/relationships/slide" Target="slides/slide147.xml"/><Relationship Id="rId173" Type="http://schemas.openxmlformats.org/officeDocument/2006/relationships/commentAuthors" Target="commentAuthors.xml"/><Relationship Id="rId19" Type="http://schemas.openxmlformats.org/officeDocument/2006/relationships/slide" Target="slides/slide14.xml"/><Relationship Id="rId14" Type="http://schemas.openxmlformats.org/officeDocument/2006/relationships/slide" Target="slides/slide9.xml"/><Relationship Id="rId30" Type="http://schemas.openxmlformats.org/officeDocument/2006/relationships/slide" Target="slides/slide25.xml"/><Relationship Id="rId35" Type="http://schemas.openxmlformats.org/officeDocument/2006/relationships/slide" Target="slides/slide30.xml"/><Relationship Id="rId56" Type="http://schemas.openxmlformats.org/officeDocument/2006/relationships/slide" Target="slides/slide51.xml"/><Relationship Id="rId77" Type="http://schemas.openxmlformats.org/officeDocument/2006/relationships/slide" Target="slides/slide72.xml"/><Relationship Id="rId100" Type="http://schemas.openxmlformats.org/officeDocument/2006/relationships/slide" Target="slides/slide95.xml"/><Relationship Id="rId105" Type="http://schemas.openxmlformats.org/officeDocument/2006/relationships/slide" Target="slides/slide100.xml"/><Relationship Id="rId126" Type="http://schemas.openxmlformats.org/officeDocument/2006/relationships/slide" Target="slides/slide121.xml"/><Relationship Id="rId147" Type="http://schemas.openxmlformats.org/officeDocument/2006/relationships/slide" Target="slides/slide142.xml"/><Relationship Id="rId168" Type="http://schemas.openxmlformats.org/officeDocument/2006/relationships/slide" Target="slides/slide163.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93" Type="http://schemas.openxmlformats.org/officeDocument/2006/relationships/slide" Target="slides/slide88.xml"/><Relationship Id="rId98" Type="http://schemas.openxmlformats.org/officeDocument/2006/relationships/slide" Target="slides/slide93.xml"/><Relationship Id="rId121" Type="http://schemas.openxmlformats.org/officeDocument/2006/relationships/slide" Target="slides/slide116.xml"/><Relationship Id="rId142" Type="http://schemas.openxmlformats.org/officeDocument/2006/relationships/slide" Target="slides/slide137.xml"/><Relationship Id="rId163" Type="http://schemas.openxmlformats.org/officeDocument/2006/relationships/slide" Target="slides/slide158.xml"/><Relationship Id="rId3" Type="http://schemas.openxmlformats.org/officeDocument/2006/relationships/customXml" Target="../customXml/item3.xml"/><Relationship Id="rId25" Type="http://schemas.openxmlformats.org/officeDocument/2006/relationships/slide" Target="slides/slide20.xml"/><Relationship Id="rId46" Type="http://schemas.openxmlformats.org/officeDocument/2006/relationships/slide" Target="slides/slide41.xml"/><Relationship Id="rId67" Type="http://schemas.openxmlformats.org/officeDocument/2006/relationships/slide" Target="slides/slide62.xml"/><Relationship Id="rId116" Type="http://schemas.openxmlformats.org/officeDocument/2006/relationships/slide" Target="slides/slide111.xml"/><Relationship Id="rId137" Type="http://schemas.openxmlformats.org/officeDocument/2006/relationships/slide" Target="slides/slide132.xml"/><Relationship Id="rId158" Type="http://schemas.openxmlformats.org/officeDocument/2006/relationships/slide" Target="slides/slide153.xml"/><Relationship Id="rId20" Type="http://schemas.openxmlformats.org/officeDocument/2006/relationships/slide" Target="slides/slide15.xml"/><Relationship Id="rId41" Type="http://schemas.openxmlformats.org/officeDocument/2006/relationships/slide" Target="slides/slide36.xml"/><Relationship Id="rId62" Type="http://schemas.openxmlformats.org/officeDocument/2006/relationships/slide" Target="slides/slide57.xml"/><Relationship Id="rId83" Type="http://schemas.openxmlformats.org/officeDocument/2006/relationships/slide" Target="slides/slide78.xml"/><Relationship Id="rId88" Type="http://schemas.openxmlformats.org/officeDocument/2006/relationships/slide" Target="slides/slide83.xml"/><Relationship Id="rId111" Type="http://schemas.openxmlformats.org/officeDocument/2006/relationships/slide" Target="slides/slide106.xml"/><Relationship Id="rId132" Type="http://schemas.openxmlformats.org/officeDocument/2006/relationships/slide" Target="slides/slide127.xml"/><Relationship Id="rId153" Type="http://schemas.openxmlformats.org/officeDocument/2006/relationships/slide" Target="slides/slide148.xml"/><Relationship Id="rId174" Type="http://schemas.openxmlformats.org/officeDocument/2006/relationships/presProps" Target="presProps.xml"/><Relationship Id="rId179" Type="http://schemas.microsoft.com/office/2015/10/relationships/revisionInfo" Target="revisionInfo.xml"/><Relationship Id="rId15" Type="http://schemas.openxmlformats.org/officeDocument/2006/relationships/slide" Target="slides/slide10.xml"/><Relationship Id="rId36" Type="http://schemas.openxmlformats.org/officeDocument/2006/relationships/slide" Target="slides/slide31.xml"/><Relationship Id="rId57" Type="http://schemas.openxmlformats.org/officeDocument/2006/relationships/slide" Target="slides/slide52.xml"/><Relationship Id="rId106" Type="http://schemas.openxmlformats.org/officeDocument/2006/relationships/slide" Target="slides/slide101.xml"/><Relationship Id="rId127" Type="http://schemas.openxmlformats.org/officeDocument/2006/relationships/slide" Target="slides/slide122.xml"/><Relationship Id="rId10" Type="http://schemas.openxmlformats.org/officeDocument/2006/relationships/slide" Target="slides/slide5.xml"/><Relationship Id="rId31" Type="http://schemas.openxmlformats.org/officeDocument/2006/relationships/slide" Target="slides/slide26.xml"/><Relationship Id="rId52" Type="http://schemas.openxmlformats.org/officeDocument/2006/relationships/slide" Target="slides/slide47.xml"/><Relationship Id="rId73" Type="http://schemas.openxmlformats.org/officeDocument/2006/relationships/slide" Target="slides/slide68.xml"/><Relationship Id="rId78" Type="http://schemas.openxmlformats.org/officeDocument/2006/relationships/slide" Target="slides/slide73.xml"/><Relationship Id="rId94" Type="http://schemas.openxmlformats.org/officeDocument/2006/relationships/slide" Target="slides/slide89.xml"/><Relationship Id="rId99" Type="http://schemas.openxmlformats.org/officeDocument/2006/relationships/slide" Target="slides/slide94.xml"/><Relationship Id="rId101" Type="http://schemas.openxmlformats.org/officeDocument/2006/relationships/slide" Target="slides/slide96.xml"/><Relationship Id="rId122" Type="http://schemas.openxmlformats.org/officeDocument/2006/relationships/slide" Target="slides/slide117.xml"/><Relationship Id="rId143" Type="http://schemas.openxmlformats.org/officeDocument/2006/relationships/slide" Target="slides/slide138.xml"/><Relationship Id="rId148" Type="http://schemas.openxmlformats.org/officeDocument/2006/relationships/slide" Target="slides/slide143.xml"/><Relationship Id="rId164" Type="http://schemas.openxmlformats.org/officeDocument/2006/relationships/slide" Target="slides/slide159.xml"/><Relationship Id="rId169" Type="http://schemas.openxmlformats.org/officeDocument/2006/relationships/slide" Target="slides/slide164.xml"/><Relationship Id="rId4" Type="http://schemas.openxmlformats.org/officeDocument/2006/relationships/customXml" Target="../customXml/item4.xml"/><Relationship Id="rId9" Type="http://schemas.openxmlformats.org/officeDocument/2006/relationships/slide" Target="slides/slide4.xml"/><Relationship Id="rId26" Type="http://schemas.openxmlformats.org/officeDocument/2006/relationships/slide" Target="slides/slide21.xml"/><Relationship Id="rId47" Type="http://schemas.openxmlformats.org/officeDocument/2006/relationships/slide" Target="slides/slide42.xml"/><Relationship Id="rId68" Type="http://schemas.openxmlformats.org/officeDocument/2006/relationships/slide" Target="slides/slide63.xml"/><Relationship Id="rId89" Type="http://schemas.openxmlformats.org/officeDocument/2006/relationships/slide" Target="slides/slide84.xml"/><Relationship Id="rId112" Type="http://schemas.openxmlformats.org/officeDocument/2006/relationships/slide" Target="slides/slide107.xml"/><Relationship Id="rId133" Type="http://schemas.openxmlformats.org/officeDocument/2006/relationships/slide" Target="slides/slide128.xml"/><Relationship Id="rId154" Type="http://schemas.openxmlformats.org/officeDocument/2006/relationships/slide" Target="slides/slide149.xml"/><Relationship Id="rId175" Type="http://schemas.openxmlformats.org/officeDocument/2006/relationships/viewProps" Target="viewProps.xml"/><Relationship Id="rId16" Type="http://schemas.openxmlformats.org/officeDocument/2006/relationships/slide" Target="slides/slide11.xml"/><Relationship Id="rId37" Type="http://schemas.openxmlformats.org/officeDocument/2006/relationships/slide" Target="slides/slide32.xml"/><Relationship Id="rId58" Type="http://schemas.openxmlformats.org/officeDocument/2006/relationships/slide" Target="slides/slide53.xml"/><Relationship Id="rId79" Type="http://schemas.openxmlformats.org/officeDocument/2006/relationships/slide" Target="slides/slide74.xml"/><Relationship Id="rId102" Type="http://schemas.openxmlformats.org/officeDocument/2006/relationships/slide" Target="slides/slide97.xml"/><Relationship Id="rId123" Type="http://schemas.openxmlformats.org/officeDocument/2006/relationships/slide" Target="slides/slide118.xml"/><Relationship Id="rId144" Type="http://schemas.openxmlformats.org/officeDocument/2006/relationships/slide" Target="slides/slide139.xml"/><Relationship Id="rId90" Type="http://schemas.openxmlformats.org/officeDocument/2006/relationships/slide" Target="slides/slide85.xml"/><Relationship Id="rId165" Type="http://schemas.openxmlformats.org/officeDocument/2006/relationships/slide" Target="slides/slide160.xml"/><Relationship Id="rId27" Type="http://schemas.openxmlformats.org/officeDocument/2006/relationships/slide" Target="slides/slide22.xml"/><Relationship Id="rId48" Type="http://schemas.openxmlformats.org/officeDocument/2006/relationships/slide" Target="slides/slide43.xml"/><Relationship Id="rId69" Type="http://schemas.openxmlformats.org/officeDocument/2006/relationships/slide" Target="slides/slide64.xml"/><Relationship Id="rId113" Type="http://schemas.openxmlformats.org/officeDocument/2006/relationships/slide" Target="slides/slide108.xml"/><Relationship Id="rId134" Type="http://schemas.openxmlformats.org/officeDocument/2006/relationships/slide" Target="slides/slide129.xml"/><Relationship Id="rId80" Type="http://schemas.openxmlformats.org/officeDocument/2006/relationships/slide" Target="slides/slide75.xml"/><Relationship Id="rId155" Type="http://schemas.openxmlformats.org/officeDocument/2006/relationships/slide" Target="slides/slide150.xml"/><Relationship Id="rId176" Type="http://schemas.openxmlformats.org/officeDocument/2006/relationships/theme" Target="theme/theme1.xml"/><Relationship Id="rId17" Type="http://schemas.openxmlformats.org/officeDocument/2006/relationships/slide" Target="slides/slide12.xml"/><Relationship Id="rId38" Type="http://schemas.openxmlformats.org/officeDocument/2006/relationships/slide" Target="slides/slide33.xml"/><Relationship Id="rId59" Type="http://schemas.openxmlformats.org/officeDocument/2006/relationships/slide" Target="slides/slide54.xml"/><Relationship Id="rId103" Type="http://schemas.openxmlformats.org/officeDocument/2006/relationships/slide" Target="slides/slide98.xml"/><Relationship Id="rId124" Type="http://schemas.openxmlformats.org/officeDocument/2006/relationships/slide" Target="slides/slide119.xml"/><Relationship Id="rId70" Type="http://schemas.openxmlformats.org/officeDocument/2006/relationships/slide" Target="slides/slide65.xml"/><Relationship Id="rId91" Type="http://schemas.openxmlformats.org/officeDocument/2006/relationships/slide" Target="slides/slide86.xml"/><Relationship Id="rId145" Type="http://schemas.openxmlformats.org/officeDocument/2006/relationships/slide" Target="slides/slide140.xml"/><Relationship Id="rId166" Type="http://schemas.openxmlformats.org/officeDocument/2006/relationships/slide" Target="slides/slide161.xml"/><Relationship Id="rId1" Type="http://schemas.openxmlformats.org/officeDocument/2006/relationships/customXml" Target="../customXml/item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go Huu Dat (MS/EJV5-PS)" userId="9f63b3f6-3138-4bef-abc4-50cd69a10826" providerId="ADAL" clId="{257776CE-B1CC-44FC-ADCA-A5808DAE39BF}"/>
    <pc:docChg chg="modSld">
      <pc:chgData name="Ngo Huu Dat (MS/EJV5-PS)" userId="9f63b3f6-3138-4bef-abc4-50cd69a10826" providerId="ADAL" clId="{257776CE-B1CC-44FC-ADCA-A5808DAE39BF}" dt="2026-09-24T02:49:27.189" v="0" actId="14100"/>
      <pc:docMkLst>
        <pc:docMk/>
      </pc:docMkLst>
      <pc:sldChg chg="modSp">
        <pc:chgData name="Ngo Huu Dat (MS/EJV5-PS)" userId="9f63b3f6-3138-4bef-abc4-50cd69a10826" providerId="ADAL" clId="{257776CE-B1CC-44FC-ADCA-A5808DAE39BF}" dt="2026-09-24T02:49:27.189" v="0" actId="14100"/>
        <pc:sldMkLst>
          <pc:docMk/>
          <pc:sldMk cId="2731517723" sldId="1338"/>
        </pc:sldMkLst>
        <pc:spChg chg="mod">
          <ac:chgData name="Ngo Huu Dat (MS/EJV5-PS)" userId="9f63b3f6-3138-4bef-abc4-50cd69a10826" providerId="ADAL" clId="{257776CE-B1CC-44FC-ADCA-A5808DAE39BF}" dt="2026-09-24T02:49:27.189" v="0" actId="14100"/>
          <ac:spMkLst>
            <pc:docMk/>
            <pc:sldMk cId="2731517723" sldId="1338"/>
            <ac:spMk id="135" creationId="{3F290E65-0022-3FD9-CF10-5DC7B99A2C03}"/>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1906" name="Rectangle 2"/>
          <p:cNvSpPr>
            <a:spLocks noGrp="1" noChangeArrowheads="1"/>
          </p:cNvSpPr>
          <p:nvPr>
            <p:ph type="hdr" sz="quarter"/>
          </p:nvPr>
        </p:nvSpPr>
        <p:spPr bwMode="auto">
          <a:xfrm>
            <a:off x="3" y="0"/>
            <a:ext cx="2949575"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defRPr sz="1200">
                <a:ea typeface="ＭＳ Ｐゴシック" pitchFamily="50" charset="-128"/>
              </a:defRPr>
            </a:lvl1pPr>
          </a:lstStyle>
          <a:p>
            <a:pPr>
              <a:defRPr/>
            </a:pPr>
            <a:endParaRPr lang="en-US" altLang="ja-JP">
              <a:latin typeface="Meiryo UI" panose="020B0604030504040204" pitchFamily="50" charset="-128"/>
              <a:ea typeface="Meiryo UI" panose="020B0604030504040204" pitchFamily="50" charset="-128"/>
            </a:endParaRPr>
          </a:p>
        </p:txBody>
      </p:sp>
      <p:sp>
        <p:nvSpPr>
          <p:cNvPr id="251907" name="Rectangle 3"/>
          <p:cNvSpPr>
            <a:spLocks noGrp="1" noChangeArrowheads="1"/>
          </p:cNvSpPr>
          <p:nvPr>
            <p:ph type="dt" sz="quarter" idx="1"/>
          </p:nvPr>
        </p:nvSpPr>
        <p:spPr bwMode="auto">
          <a:xfrm>
            <a:off x="3854453" y="0"/>
            <a:ext cx="2949575"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ea typeface="ＭＳ Ｐゴシック" pitchFamily="50" charset="-128"/>
              </a:defRPr>
            </a:lvl1pPr>
          </a:lstStyle>
          <a:p>
            <a:pPr>
              <a:defRPr/>
            </a:pPr>
            <a:endParaRPr lang="en-US" altLang="ja-JP">
              <a:latin typeface="Meiryo UI" panose="020B0604030504040204" pitchFamily="50" charset="-128"/>
              <a:ea typeface="Meiryo UI" panose="020B0604030504040204" pitchFamily="50" charset="-128"/>
            </a:endParaRPr>
          </a:p>
        </p:txBody>
      </p:sp>
      <p:sp>
        <p:nvSpPr>
          <p:cNvPr id="251908" name="Rectangle 4"/>
          <p:cNvSpPr>
            <a:spLocks noGrp="1" noChangeArrowheads="1"/>
          </p:cNvSpPr>
          <p:nvPr>
            <p:ph type="ftr" sz="quarter" idx="2"/>
          </p:nvPr>
        </p:nvSpPr>
        <p:spPr bwMode="auto">
          <a:xfrm>
            <a:off x="3" y="9440869"/>
            <a:ext cx="2949575" cy="496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a:defRPr sz="1200">
                <a:ea typeface="ＭＳ Ｐゴシック" pitchFamily="50" charset="-128"/>
              </a:defRPr>
            </a:lvl1pPr>
          </a:lstStyle>
          <a:p>
            <a:pPr>
              <a:defRPr/>
            </a:pPr>
            <a:endParaRPr lang="en-US" altLang="ja-JP">
              <a:latin typeface="Meiryo UI" panose="020B0604030504040204" pitchFamily="50" charset="-128"/>
              <a:ea typeface="Meiryo UI" panose="020B0604030504040204" pitchFamily="50" charset="-128"/>
            </a:endParaRPr>
          </a:p>
        </p:txBody>
      </p:sp>
      <p:sp>
        <p:nvSpPr>
          <p:cNvPr id="251909" name="Rectangle 5"/>
          <p:cNvSpPr>
            <a:spLocks noGrp="1" noChangeArrowheads="1"/>
          </p:cNvSpPr>
          <p:nvPr>
            <p:ph type="sldNum" sz="quarter" idx="3"/>
          </p:nvPr>
        </p:nvSpPr>
        <p:spPr bwMode="auto">
          <a:xfrm>
            <a:off x="3854453" y="9440869"/>
            <a:ext cx="2949575" cy="496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ea typeface="ＭＳ Ｐゴシック" pitchFamily="50" charset="-128"/>
              </a:defRPr>
            </a:lvl1pPr>
          </a:lstStyle>
          <a:p>
            <a:pPr>
              <a:defRPr/>
            </a:pPr>
            <a:fld id="{1DB921B8-FD19-437D-ACC8-EB605D5A43C2}" type="slidenum">
              <a:rPr lang="ja-JP" altLang="en-US">
                <a:latin typeface="Meiryo UI" panose="020B0604030504040204" pitchFamily="50" charset="-128"/>
                <a:ea typeface="Meiryo UI" panose="020B0604030504040204" pitchFamily="50" charset="-128"/>
              </a:rPr>
              <a:pPr>
                <a:defRPr/>
              </a:pPr>
              <a:t>‹#›</a:t>
            </a:fld>
            <a:endParaRPr lang="en-US" altLang="ja-JP">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128564590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5778" name="Rectangle 2"/>
          <p:cNvSpPr>
            <a:spLocks noGrp="1" noChangeArrowheads="1"/>
          </p:cNvSpPr>
          <p:nvPr>
            <p:ph type="hdr" sz="quarter"/>
          </p:nvPr>
        </p:nvSpPr>
        <p:spPr bwMode="auto">
          <a:xfrm>
            <a:off x="3" y="0"/>
            <a:ext cx="2949575"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defRPr sz="1200">
                <a:latin typeface="Meiryo UI" panose="020B0604030504040204" pitchFamily="50" charset="-128"/>
                <a:ea typeface="Meiryo UI" panose="020B0604030504040204" pitchFamily="50" charset="-128"/>
              </a:defRPr>
            </a:lvl1pPr>
          </a:lstStyle>
          <a:p>
            <a:pPr>
              <a:defRPr/>
            </a:pPr>
            <a:endParaRPr lang="en-US" altLang="ja-JP"/>
          </a:p>
        </p:txBody>
      </p:sp>
      <p:sp>
        <p:nvSpPr>
          <p:cNvPr id="75779" name="Rectangle 3"/>
          <p:cNvSpPr>
            <a:spLocks noGrp="1" noChangeArrowheads="1"/>
          </p:cNvSpPr>
          <p:nvPr>
            <p:ph type="dt" idx="1"/>
          </p:nvPr>
        </p:nvSpPr>
        <p:spPr bwMode="auto">
          <a:xfrm>
            <a:off x="3854453" y="0"/>
            <a:ext cx="2949575"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atin typeface="Meiryo UI" panose="020B0604030504040204" pitchFamily="50" charset="-128"/>
                <a:ea typeface="Meiryo UI" panose="020B0604030504040204" pitchFamily="50" charset="-128"/>
              </a:defRPr>
            </a:lvl1pPr>
          </a:lstStyle>
          <a:p>
            <a:pPr>
              <a:defRPr/>
            </a:pPr>
            <a:endParaRPr lang="en-US" altLang="ja-JP"/>
          </a:p>
        </p:txBody>
      </p:sp>
      <p:sp>
        <p:nvSpPr>
          <p:cNvPr id="51204" name="Rectangle 4"/>
          <p:cNvSpPr>
            <a:spLocks noGrp="1" noRot="1" noChangeAspect="1" noChangeArrowheads="1" noTextEdit="1"/>
          </p:cNvSpPr>
          <p:nvPr>
            <p:ph type="sldImg" idx="2"/>
          </p:nvPr>
        </p:nvSpPr>
        <p:spPr bwMode="auto">
          <a:xfrm>
            <a:off x="920750" y="746125"/>
            <a:ext cx="4965700" cy="3725863"/>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75781" name="Rectangle 5"/>
          <p:cNvSpPr>
            <a:spLocks noGrp="1" noChangeArrowheads="1"/>
          </p:cNvSpPr>
          <p:nvPr>
            <p:ph type="body" sz="quarter" idx="3"/>
          </p:nvPr>
        </p:nvSpPr>
        <p:spPr bwMode="auto">
          <a:xfrm>
            <a:off x="681041" y="4721225"/>
            <a:ext cx="5443537" cy="4471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ja-JP" altLang="en-US" noProof="0"/>
              <a:t>マスタ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a:p>
            <a:pPr lvl="4"/>
            <a:r>
              <a:rPr lang="ja-JP" altLang="en-US" noProof="0"/>
              <a:t>第 </a:t>
            </a:r>
            <a:r>
              <a:rPr lang="en-US" altLang="ja-JP" noProof="0"/>
              <a:t>5 </a:t>
            </a:r>
            <a:r>
              <a:rPr lang="ja-JP" altLang="en-US" noProof="0"/>
              <a:t>レベル</a:t>
            </a:r>
          </a:p>
        </p:txBody>
      </p:sp>
      <p:sp>
        <p:nvSpPr>
          <p:cNvPr id="75782" name="Rectangle 6"/>
          <p:cNvSpPr>
            <a:spLocks noGrp="1" noChangeArrowheads="1"/>
          </p:cNvSpPr>
          <p:nvPr>
            <p:ph type="ftr" sz="quarter" idx="4"/>
          </p:nvPr>
        </p:nvSpPr>
        <p:spPr bwMode="auto">
          <a:xfrm>
            <a:off x="3" y="9440869"/>
            <a:ext cx="2949575" cy="496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a:defRPr sz="1200">
                <a:latin typeface="Meiryo UI" panose="020B0604030504040204" pitchFamily="50" charset="-128"/>
                <a:ea typeface="Meiryo UI" panose="020B0604030504040204" pitchFamily="50" charset="-128"/>
              </a:defRPr>
            </a:lvl1pPr>
          </a:lstStyle>
          <a:p>
            <a:pPr>
              <a:defRPr/>
            </a:pPr>
            <a:endParaRPr lang="en-US" altLang="ja-JP"/>
          </a:p>
        </p:txBody>
      </p:sp>
      <p:sp>
        <p:nvSpPr>
          <p:cNvPr id="75783" name="Rectangle 7"/>
          <p:cNvSpPr>
            <a:spLocks noGrp="1" noChangeArrowheads="1"/>
          </p:cNvSpPr>
          <p:nvPr>
            <p:ph type="sldNum" sz="quarter" idx="5"/>
          </p:nvPr>
        </p:nvSpPr>
        <p:spPr bwMode="auto">
          <a:xfrm>
            <a:off x="3854453" y="9440869"/>
            <a:ext cx="2949575" cy="496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atin typeface="Meiryo UI" panose="020B0604030504040204" pitchFamily="50" charset="-128"/>
                <a:ea typeface="Meiryo UI" panose="020B0604030504040204" pitchFamily="50" charset="-128"/>
              </a:defRPr>
            </a:lvl1pPr>
          </a:lstStyle>
          <a:p>
            <a:pPr>
              <a:defRPr/>
            </a:pPr>
            <a:fld id="{5B311999-6BF1-448E-BBE9-754C4E914C38}" type="slidenum">
              <a:rPr lang="ja-JP" altLang="en-US" smtClean="0"/>
              <a:pPr>
                <a:defRPr/>
              </a:pPr>
              <a:t>‹#›</a:t>
            </a:fld>
            <a:endParaRPr lang="en-US" altLang="ja-JP"/>
          </a:p>
        </p:txBody>
      </p:sp>
    </p:spTree>
    <p:extLst>
      <p:ext uri="{BB962C8B-B14F-4D97-AF65-F5344CB8AC3E}">
        <p14:creationId xmlns:p14="http://schemas.microsoft.com/office/powerpoint/2010/main" val="155040659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Meiryo UI" panose="020B0604030504040204" pitchFamily="50" charset="-128"/>
        <a:ea typeface="ＭＳ Ｐ明朝" pitchFamily="18" charset="-128"/>
        <a:cs typeface="+mn-cs"/>
      </a:defRPr>
    </a:lvl1pPr>
    <a:lvl2pPr marL="457200" algn="l" rtl="0" eaLnBrk="0" fontAlgn="base" hangingPunct="0">
      <a:spcBef>
        <a:spcPct val="30000"/>
      </a:spcBef>
      <a:spcAft>
        <a:spcPct val="0"/>
      </a:spcAft>
      <a:defRPr kumimoji="1" sz="1200" kern="1200">
        <a:solidFill>
          <a:schemeClr val="tx1"/>
        </a:solidFill>
        <a:latin typeface="Meiryo UI" panose="020B0604030504040204" pitchFamily="50" charset="-128"/>
        <a:ea typeface="ＭＳ Ｐ明朝" pitchFamily="18" charset="-128"/>
        <a:cs typeface="+mn-cs"/>
      </a:defRPr>
    </a:lvl2pPr>
    <a:lvl3pPr marL="914400" algn="l" rtl="0" eaLnBrk="0" fontAlgn="base" hangingPunct="0">
      <a:spcBef>
        <a:spcPct val="30000"/>
      </a:spcBef>
      <a:spcAft>
        <a:spcPct val="0"/>
      </a:spcAft>
      <a:defRPr kumimoji="1" sz="1200" kern="1200">
        <a:solidFill>
          <a:schemeClr val="tx1"/>
        </a:solidFill>
        <a:latin typeface="Meiryo UI" panose="020B0604030504040204" pitchFamily="50" charset="-128"/>
        <a:ea typeface="ＭＳ Ｐ明朝" pitchFamily="18" charset="-128"/>
        <a:cs typeface="+mn-cs"/>
      </a:defRPr>
    </a:lvl3pPr>
    <a:lvl4pPr marL="1371600" algn="l" rtl="0" eaLnBrk="0" fontAlgn="base" hangingPunct="0">
      <a:spcBef>
        <a:spcPct val="30000"/>
      </a:spcBef>
      <a:spcAft>
        <a:spcPct val="0"/>
      </a:spcAft>
      <a:defRPr kumimoji="1" sz="1200" kern="1200">
        <a:solidFill>
          <a:schemeClr val="tx1"/>
        </a:solidFill>
        <a:latin typeface="Meiryo UI" panose="020B0604030504040204" pitchFamily="50" charset="-128"/>
        <a:ea typeface="ＭＳ Ｐ明朝" pitchFamily="18" charset="-128"/>
        <a:cs typeface="+mn-cs"/>
      </a:defRPr>
    </a:lvl4pPr>
    <a:lvl5pPr marL="1828800" algn="l" rtl="0" eaLnBrk="0" fontAlgn="base" hangingPunct="0">
      <a:spcBef>
        <a:spcPct val="30000"/>
      </a:spcBef>
      <a:spcAft>
        <a:spcPct val="0"/>
      </a:spcAft>
      <a:defRPr kumimoji="1" sz="1200" kern="1200">
        <a:solidFill>
          <a:schemeClr val="tx1"/>
        </a:solidFill>
        <a:latin typeface="Meiryo UI" panose="020B0604030504040204" pitchFamily="50" charset="-128"/>
        <a:ea typeface="ＭＳ Ｐ明朝" pitchFamily="18" charset="-128"/>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920750" y="746125"/>
            <a:ext cx="4965700" cy="3725863"/>
          </a:xfrm>
        </p:spPr>
      </p:sp>
      <p:sp>
        <p:nvSpPr>
          <p:cNvPr id="3" name="ノート プレースホルダー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kumimoji="1" lang="ja-JP" altLang="en-US" b="1">
                <a:solidFill>
                  <a:srgbClr val="FF0000"/>
                </a:solidFill>
              </a:rPr>
              <a:t>双方の役割について、合意目的、生産</a:t>
            </a:r>
            <a:r>
              <a:rPr kumimoji="1" lang="en-US" altLang="ja-JP" b="1">
                <a:solidFill>
                  <a:srgbClr val="FF0000"/>
                </a:solidFill>
              </a:rPr>
              <a:t>Location,</a:t>
            </a:r>
            <a:r>
              <a:rPr kumimoji="1" lang="en-US" altLang="ja-JP" b="1" baseline="0">
                <a:solidFill>
                  <a:srgbClr val="FF0000"/>
                </a:solidFill>
              </a:rPr>
              <a:t> </a:t>
            </a:r>
            <a:r>
              <a:rPr kumimoji="1" lang="ja-JP" altLang="en-US" b="1" baseline="0">
                <a:solidFill>
                  <a:srgbClr val="FF0000"/>
                </a:solidFill>
              </a:rPr>
              <a:t>供給先明細定義</a:t>
            </a:r>
            <a:endParaRPr kumimoji="1" lang="ja-JP" altLang="en-US" b="1">
              <a:solidFill>
                <a:srgbClr val="FF0000"/>
              </a:solidFill>
            </a:endParaRPr>
          </a:p>
        </p:txBody>
      </p:sp>
      <p:sp>
        <p:nvSpPr>
          <p:cNvPr id="4" name="スライド番号プレースホルダー 3"/>
          <p:cNvSpPr>
            <a:spLocks noGrp="1"/>
          </p:cNvSpPr>
          <p:nvPr>
            <p:ph type="sldNum" sz="quarter" idx="10"/>
          </p:nvPr>
        </p:nvSpPr>
        <p:spPr/>
        <p:txBody>
          <a:bodyPr/>
          <a:lstStyle/>
          <a:p>
            <a:pPr>
              <a:defRPr/>
            </a:pPr>
            <a:fld id="{5B311999-6BF1-448E-BBE9-754C4E914C38}" type="slidenum">
              <a:rPr lang="ja-JP" altLang="en-US" smtClean="0"/>
              <a:pPr>
                <a:defRPr/>
              </a:pPr>
              <a:t>7</a:t>
            </a:fld>
            <a:endParaRPr lang="en-US" altLang="ja-JP"/>
          </a:p>
        </p:txBody>
      </p:sp>
    </p:spTree>
    <p:extLst>
      <p:ext uri="{BB962C8B-B14F-4D97-AF65-F5344CB8AC3E}">
        <p14:creationId xmlns:p14="http://schemas.microsoft.com/office/powerpoint/2010/main" val="28217136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p:spPr>
        <p:txBody>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fld id="{5DC565AE-3F3D-4444-A367-3F6ECB30C50E}" type="slidenum">
              <a:rPr lang="ja-JP" altLang="en-US" sz="1200" smtClean="0">
                <a:solidFill>
                  <a:prstClr val="black"/>
                </a:solidFill>
                <a:latin typeface="Meiryo UI" panose="020B0604030504040204" pitchFamily="50" charset="-128"/>
                <a:ea typeface="Meiryo UI" panose="020B0604030504040204" pitchFamily="50" charset="-128"/>
              </a:rPr>
              <a:pPr eaLnBrk="1" hangingPunct="1"/>
              <a:t>8</a:t>
            </a:fld>
            <a:endParaRPr lang="en-US" altLang="ja-JP" sz="1200">
              <a:solidFill>
                <a:prstClr val="black"/>
              </a:solidFill>
              <a:latin typeface="Meiryo UI" panose="020B0604030504040204" pitchFamily="50" charset="-128"/>
              <a:ea typeface="Meiryo UI" panose="020B0604030504040204" pitchFamily="50" charset="-128"/>
            </a:endParaRPr>
          </a:p>
        </p:txBody>
      </p:sp>
      <p:sp>
        <p:nvSpPr>
          <p:cNvPr id="53251" name="Rectangle 2"/>
          <p:cNvSpPr>
            <a:spLocks noGrp="1" noRot="1" noChangeAspect="1" noChangeArrowheads="1" noTextEdit="1"/>
          </p:cNvSpPr>
          <p:nvPr>
            <p:ph type="sldImg"/>
          </p:nvPr>
        </p:nvSpPr>
        <p:spPr>
          <a:xfrm>
            <a:off x="952500" y="781050"/>
            <a:ext cx="4891088" cy="3668713"/>
          </a:xfrm>
          <a:ln/>
        </p:spPr>
      </p:sp>
      <p:sp>
        <p:nvSpPr>
          <p:cNvPr id="53252" name="Rectangle 3"/>
          <p:cNvSpPr>
            <a:spLocks noGrp="1" noChangeArrowheads="1"/>
          </p:cNvSpPr>
          <p:nvPr>
            <p:ph type="body" idx="1"/>
          </p:nvPr>
        </p:nvSpPr>
        <p:spPr>
          <a:xfrm>
            <a:off x="916867" y="4760649"/>
            <a:ext cx="4960851" cy="4449097"/>
          </a:xfrm>
          <a:noFill/>
        </p:spPr>
        <p:txBody>
          <a:bodyPr/>
          <a:lstStyle/>
          <a:p>
            <a:pPr eaLnBrk="1" hangingPunct="1"/>
            <a:r>
              <a:rPr lang="ja-JP" altLang="en-US">
                <a:ea typeface="ＭＳ Ｐ明朝" charset="-128"/>
              </a:rPr>
              <a:t>機能買い部品プロ（福尾プロジェクト）で規定しつつある、ＲＡＳＩＣ判断基準を反映</a:t>
            </a:r>
          </a:p>
        </p:txBody>
      </p:sp>
    </p:spTree>
    <p:extLst>
      <p:ext uri="{BB962C8B-B14F-4D97-AF65-F5344CB8AC3E}">
        <p14:creationId xmlns:p14="http://schemas.microsoft.com/office/powerpoint/2010/main" val="17560339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p:spPr>
        <p:txBody>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fld id="{5DC565AE-3F3D-4444-A367-3F6ECB30C50E}" type="slidenum">
              <a:rPr lang="ja-JP" altLang="en-US" sz="1200" smtClean="0">
                <a:solidFill>
                  <a:prstClr val="black"/>
                </a:solidFill>
                <a:latin typeface="Meiryo UI" panose="020B0604030504040204" pitchFamily="50" charset="-128"/>
                <a:ea typeface="Meiryo UI" panose="020B0604030504040204" pitchFamily="50" charset="-128"/>
              </a:rPr>
              <a:pPr eaLnBrk="1" hangingPunct="1"/>
              <a:t>9</a:t>
            </a:fld>
            <a:endParaRPr lang="en-US" altLang="ja-JP" sz="1200">
              <a:solidFill>
                <a:prstClr val="black"/>
              </a:solidFill>
              <a:latin typeface="Meiryo UI" panose="020B0604030504040204" pitchFamily="50" charset="-128"/>
              <a:ea typeface="Meiryo UI" panose="020B0604030504040204" pitchFamily="50" charset="-128"/>
            </a:endParaRPr>
          </a:p>
        </p:txBody>
      </p:sp>
      <p:sp>
        <p:nvSpPr>
          <p:cNvPr id="53251" name="Rectangle 2"/>
          <p:cNvSpPr>
            <a:spLocks noGrp="1" noRot="1" noChangeAspect="1" noChangeArrowheads="1" noTextEdit="1"/>
          </p:cNvSpPr>
          <p:nvPr>
            <p:ph type="sldImg"/>
          </p:nvPr>
        </p:nvSpPr>
        <p:spPr>
          <a:xfrm>
            <a:off x="952500" y="781050"/>
            <a:ext cx="4891088" cy="3668713"/>
          </a:xfrm>
          <a:ln/>
        </p:spPr>
      </p:sp>
      <p:sp>
        <p:nvSpPr>
          <p:cNvPr id="53252" name="Rectangle 3"/>
          <p:cNvSpPr>
            <a:spLocks noGrp="1" noChangeArrowheads="1"/>
          </p:cNvSpPr>
          <p:nvPr>
            <p:ph type="body" idx="1"/>
          </p:nvPr>
        </p:nvSpPr>
        <p:spPr>
          <a:xfrm>
            <a:off x="916867" y="4760649"/>
            <a:ext cx="4960851" cy="4449097"/>
          </a:xfrm>
          <a:noFill/>
        </p:spPr>
        <p:txBody>
          <a:bodyPr/>
          <a:lstStyle/>
          <a:p>
            <a:pPr eaLnBrk="1" hangingPunct="1"/>
            <a:r>
              <a:rPr lang="ja-JP" altLang="en-US">
                <a:ea typeface="ＭＳ Ｐ明朝" charset="-128"/>
              </a:rPr>
              <a:t>機能買い部品プロ（福尾プロジェクト）で規定しつつある、ＲＡＳＩＣ判断基準を反映</a:t>
            </a:r>
          </a:p>
        </p:txBody>
      </p:sp>
    </p:spTree>
    <p:extLst>
      <p:ext uri="{BB962C8B-B14F-4D97-AF65-F5344CB8AC3E}">
        <p14:creationId xmlns:p14="http://schemas.microsoft.com/office/powerpoint/2010/main" val="33792021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920750" y="746125"/>
            <a:ext cx="4965700" cy="3725863"/>
          </a:xfrm>
        </p:spPr>
      </p:sp>
      <p:sp>
        <p:nvSpPr>
          <p:cNvPr id="3" name="ノート プレースホルダー 2"/>
          <p:cNvSpPr>
            <a:spLocks noGrp="1"/>
          </p:cNvSpPr>
          <p:nvPr>
            <p:ph type="body" idx="1"/>
          </p:nvPr>
        </p:nvSpPr>
        <p:spPr/>
        <p:txBody>
          <a:bodyPr/>
          <a:lstStyle/>
          <a:p>
            <a:r>
              <a:rPr kumimoji="1" lang="ja-JP" altLang="en-US" b="1">
                <a:solidFill>
                  <a:srgbClr val="FF0000"/>
                </a:solidFill>
              </a:rPr>
              <a:t>判断時期：欧米ﾒｰｶｰのﾀｰｹﾞｯﾄがＳＯＰ立上りに対して</a:t>
            </a:r>
            <a:r>
              <a:rPr lang="ja-JP" altLang="en-US" b="1">
                <a:solidFill>
                  <a:srgbClr val="FF0000"/>
                </a:solidFill>
              </a:rPr>
              <a:t>Ｈｏｎｄａは、Ｄ１ﾀｲﾐﾝｸﾞで開発終了を明記（誤解防止）</a:t>
            </a:r>
            <a:endParaRPr kumimoji="1" lang="ja-JP" altLang="en-US" b="1">
              <a:solidFill>
                <a:srgbClr val="FF0000"/>
              </a:solidFill>
            </a:endParaRPr>
          </a:p>
        </p:txBody>
      </p:sp>
      <p:sp>
        <p:nvSpPr>
          <p:cNvPr id="4" name="スライド番号プレースホルダー 3"/>
          <p:cNvSpPr>
            <a:spLocks noGrp="1"/>
          </p:cNvSpPr>
          <p:nvPr>
            <p:ph type="sldNum" sz="quarter" idx="10"/>
          </p:nvPr>
        </p:nvSpPr>
        <p:spPr/>
        <p:txBody>
          <a:bodyPr/>
          <a:lstStyle/>
          <a:p>
            <a:pPr>
              <a:defRPr/>
            </a:pPr>
            <a:fld id="{5B311999-6BF1-448E-BBE9-754C4E914C38}" type="slidenum">
              <a:rPr lang="ja-JP" altLang="en-US" smtClean="0"/>
              <a:pPr>
                <a:defRPr/>
              </a:pPr>
              <a:t>17</a:t>
            </a:fld>
            <a:endParaRPr lang="en-US" altLang="ja-JP"/>
          </a:p>
        </p:txBody>
      </p:sp>
    </p:spTree>
    <p:extLst>
      <p:ext uri="{BB962C8B-B14F-4D97-AF65-F5344CB8AC3E}">
        <p14:creationId xmlns:p14="http://schemas.microsoft.com/office/powerpoint/2010/main" val="21406600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920750" y="746125"/>
            <a:ext cx="4965700" cy="3725863"/>
          </a:xfrm>
        </p:spPr>
      </p:sp>
      <p:sp>
        <p:nvSpPr>
          <p:cNvPr id="3" name="ノート プレースホルダー 2"/>
          <p:cNvSpPr>
            <a:spLocks noGrp="1"/>
          </p:cNvSpPr>
          <p:nvPr>
            <p:ph type="body" idx="1"/>
          </p:nvPr>
        </p:nvSpPr>
        <p:spPr/>
        <p:txBody>
          <a:bodyPr/>
          <a:lstStyle/>
          <a:p>
            <a:r>
              <a:rPr kumimoji="1" lang="ja-JP" altLang="en-US" b="1">
                <a:solidFill>
                  <a:srgbClr val="FF0000"/>
                </a:solidFill>
              </a:rPr>
              <a:t>判断時期：欧米ﾒｰｶｰのﾀｰｹﾞｯﾄがＳＯＰ立上りに対して</a:t>
            </a:r>
            <a:r>
              <a:rPr lang="ja-JP" altLang="en-US" b="1">
                <a:solidFill>
                  <a:srgbClr val="FF0000"/>
                </a:solidFill>
              </a:rPr>
              <a:t>Ｈｏｎｄａは、Ｄ１ﾀｲﾐﾝｸﾞで開発終了を明記（誤解防止）</a:t>
            </a:r>
            <a:endParaRPr kumimoji="1" lang="ja-JP" altLang="en-US" b="1">
              <a:solidFill>
                <a:srgbClr val="FF0000"/>
              </a:solidFill>
            </a:endParaRPr>
          </a:p>
        </p:txBody>
      </p:sp>
      <p:sp>
        <p:nvSpPr>
          <p:cNvPr id="4" name="スライド番号プレースホルダー 3"/>
          <p:cNvSpPr>
            <a:spLocks noGrp="1"/>
          </p:cNvSpPr>
          <p:nvPr>
            <p:ph type="sldNum" sz="quarter" idx="10"/>
          </p:nvPr>
        </p:nvSpPr>
        <p:spPr/>
        <p:txBody>
          <a:bodyPr/>
          <a:lstStyle/>
          <a:p>
            <a:pPr>
              <a:defRPr/>
            </a:pPr>
            <a:fld id="{5B311999-6BF1-448E-BBE9-754C4E914C38}" type="slidenum">
              <a:rPr lang="ja-JP" altLang="en-US" smtClean="0"/>
              <a:pPr>
                <a:defRPr/>
              </a:pPr>
              <a:t>18</a:t>
            </a:fld>
            <a:endParaRPr lang="en-US" altLang="ja-JP"/>
          </a:p>
        </p:txBody>
      </p:sp>
    </p:spTree>
    <p:extLst>
      <p:ext uri="{BB962C8B-B14F-4D97-AF65-F5344CB8AC3E}">
        <p14:creationId xmlns:p14="http://schemas.microsoft.com/office/powerpoint/2010/main" val="388313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920750" y="746125"/>
            <a:ext cx="4965700" cy="3725863"/>
          </a:xfrm>
        </p:spPr>
      </p:sp>
      <p:sp>
        <p:nvSpPr>
          <p:cNvPr id="3" name="ノート プレースホルダー 2"/>
          <p:cNvSpPr>
            <a:spLocks noGrp="1"/>
          </p:cNvSpPr>
          <p:nvPr>
            <p:ph type="body" idx="1"/>
          </p:nvPr>
        </p:nvSpPr>
        <p:spPr/>
        <p:txBody>
          <a:bodyPr/>
          <a:lstStyle/>
          <a:p>
            <a:r>
              <a:rPr kumimoji="1" lang="ja-JP" altLang="en-US" b="1" dirty="0">
                <a:solidFill>
                  <a:srgbClr val="FF0000"/>
                </a:solidFill>
              </a:rPr>
              <a:t>判断時期：欧米ﾒｰｶｰのﾀｰｹﾞｯﾄがＳＯＰ立上りに対して</a:t>
            </a:r>
            <a:r>
              <a:rPr lang="ja-JP" altLang="en-US" b="1" dirty="0">
                <a:solidFill>
                  <a:srgbClr val="FF0000"/>
                </a:solidFill>
              </a:rPr>
              <a:t>Ｈｏｎｄａは、Ｄ１ﾀｲﾐﾝｸﾞで開発終了を明記（誤解防止）</a:t>
            </a:r>
            <a:endParaRPr kumimoji="1" lang="ja-JP" altLang="en-US" b="1" dirty="0">
              <a:solidFill>
                <a:srgbClr val="FF0000"/>
              </a:solidFill>
            </a:endParaRPr>
          </a:p>
        </p:txBody>
      </p:sp>
      <p:sp>
        <p:nvSpPr>
          <p:cNvPr id="4" name="スライド番号プレースホルダー 3"/>
          <p:cNvSpPr>
            <a:spLocks noGrp="1"/>
          </p:cNvSpPr>
          <p:nvPr>
            <p:ph type="sldNum" sz="quarter" idx="10"/>
          </p:nvPr>
        </p:nvSpPr>
        <p:spPr/>
        <p:txBody>
          <a:bodyPr/>
          <a:lstStyle/>
          <a:p>
            <a:pPr>
              <a:defRPr/>
            </a:pPr>
            <a:fld id="{5B311999-6BF1-448E-BBE9-754C4E914C38}" type="slidenum">
              <a:rPr lang="ja-JP" altLang="en-US" smtClean="0"/>
              <a:pPr>
                <a:defRPr/>
              </a:pPr>
              <a:t>19</a:t>
            </a:fld>
            <a:endParaRPr lang="en-US" altLang="ja-JP"/>
          </a:p>
        </p:txBody>
      </p:sp>
    </p:spTree>
    <p:extLst>
      <p:ext uri="{BB962C8B-B14F-4D97-AF65-F5344CB8AC3E}">
        <p14:creationId xmlns:p14="http://schemas.microsoft.com/office/powerpoint/2010/main" val="22386227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5B311999-6BF1-448E-BBE9-754C4E914C38}" type="slidenum">
              <a:rPr lang="ja-JP" altLang="en-US" smtClean="0"/>
              <a:pPr>
                <a:defRPr/>
              </a:pPr>
              <a:t>34</a:t>
            </a:fld>
            <a:endParaRPr lang="en-US" altLang="ja-JP"/>
          </a:p>
        </p:txBody>
      </p:sp>
    </p:spTree>
    <p:extLst>
      <p:ext uri="{BB962C8B-B14F-4D97-AF65-F5344CB8AC3E}">
        <p14:creationId xmlns:p14="http://schemas.microsoft.com/office/powerpoint/2010/main" val="19615121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920750" y="746125"/>
            <a:ext cx="4967288" cy="3725863"/>
          </a:xfrm>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E16040E2-D642-42FE-AE27-CD4E21A12220}" type="slidenum">
              <a:rPr lang="ja-JP" altLang="en-US" smtClean="0">
                <a:solidFill>
                  <a:prstClr val="black"/>
                </a:solidFill>
              </a:rPr>
              <a:pPr/>
              <a:t>35</a:t>
            </a:fld>
            <a:endParaRPr lang="ja-JP" altLang="en-US" dirty="0">
              <a:solidFill>
                <a:prstClr val="black"/>
              </a:solidFill>
            </a:endParaRPr>
          </a:p>
        </p:txBody>
      </p:sp>
    </p:spTree>
    <p:extLst>
      <p:ext uri="{BB962C8B-B14F-4D97-AF65-F5344CB8AC3E}">
        <p14:creationId xmlns:p14="http://schemas.microsoft.com/office/powerpoint/2010/main" val="21990482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920750" y="746125"/>
            <a:ext cx="4965700" cy="3725863"/>
          </a:xfrm>
        </p:spPr>
      </p:sp>
      <p:sp>
        <p:nvSpPr>
          <p:cNvPr id="3" name="ノート プレースホルダー 2"/>
          <p:cNvSpPr>
            <a:spLocks noGrp="1"/>
          </p:cNvSpPr>
          <p:nvPr>
            <p:ph type="body" idx="1"/>
          </p:nvPr>
        </p:nvSpPr>
        <p:spPr/>
        <p:txBody>
          <a:bodyPr/>
          <a:lstStyle/>
          <a:p>
            <a:r>
              <a:rPr kumimoji="1" lang="ja-JP" altLang="en-US" dirty="0"/>
              <a:t>ＥＮＧの諸元表、</a:t>
            </a:r>
            <a:r>
              <a:rPr kumimoji="1" lang="en-US" altLang="ja-JP" dirty="0"/>
              <a:t>ENG</a:t>
            </a:r>
            <a:r>
              <a:rPr kumimoji="1" lang="ja-JP" altLang="en-US" dirty="0"/>
              <a:t>バリエーション</a:t>
            </a:r>
          </a:p>
        </p:txBody>
      </p:sp>
      <p:sp>
        <p:nvSpPr>
          <p:cNvPr id="4" name="スライド番号プレースホルダー 3"/>
          <p:cNvSpPr>
            <a:spLocks noGrp="1"/>
          </p:cNvSpPr>
          <p:nvPr>
            <p:ph type="sldNum" sz="quarter" idx="10"/>
          </p:nvPr>
        </p:nvSpPr>
        <p:spPr/>
        <p:txBody>
          <a:bodyPr/>
          <a:lstStyle/>
          <a:p>
            <a:pPr>
              <a:defRPr/>
            </a:pPr>
            <a:fld id="{5B311999-6BF1-448E-BBE9-754C4E914C38}" type="slidenum">
              <a:rPr lang="ja-JP" altLang="en-US" smtClean="0">
                <a:solidFill>
                  <a:prstClr val="black"/>
                </a:solidFill>
              </a:rPr>
              <a:pPr>
                <a:defRPr/>
              </a:pPr>
              <a:t>37</a:t>
            </a:fld>
            <a:endParaRPr lang="en-US" altLang="ja-JP" dirty="0">
              <a:solidFill>
                <a:prstClr val="black"/>
              </a:solidFill>
            </a:endParaRPr>
          </a:p>
        </p:txBody>
      </p:sp>
    </p:spTree>
    <p:extLst>
      <p:ext uri="{BB962C8B-B14F-4D97-AF65-F5344CB8AC3E}">
        <p14:creationId xmlns:p14="http://schemas.microsoft.com/office/powerpoint/2010/main" val="6840374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920750" y="746125"/>
            <a:ext cx="4965700" cy="3725863"/>
          </a:xfrm>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E16040E2-D642-42FE-AE27-CD4E21A12220}" type="slidenum">
              <a:rPr lang="ja-JP" altLang="en-US" smtClean="0">
                <a:solidFill>
                  <a:prstClr val="black"/>
                </a:solidFill>
              </a:rPr>
              <a:pPr/>
              <a:t>39</a:t>
            </a:fld>
            <a:endParaRPr lang="ja-JP" altLang="en-US" dirty="0">
              <a:solidFill>
                <a:prstClr val="black"/>
              </a:solidFill>
            </a:endParaRPr>
          </a:p>
        </p:txBody>
      </p:sp>
    </p:spTree>
    <p:extLst>
      <p:ext uri="{BB962C8B-B14F-4D97-AF65-F5344CB8AC3E}">
        <p14:creationId xmlns:p14="http://schemas.microsoft.com/office/powerpoint/2010/main" val="754004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920750" y="746125"/>
            <a:ext cx="4965700" cy="3725863"/>
          </a:xfrm>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E16040E2-D642-42FE-AE27-CD4E21A12220}" type="slidenum">
              <a:rPr lang="ja-JP" altLang="en-US" smtClean="0">
                <a:solidFill>
                  <a:prstClr val="black"/>
                </a:solidFill>
              </a:rPr>
              <a:pPr/>
              <a:t>43</a:t>
            </a:fld>
            <a:endParaRPr lang="ja-JP" altLang="en-US" dirty="0">
              <a:solidFill>
                <a:prstClr val="black"/>
              </a:solidFill>
            </a:endParaRPr>
          </a:p>
        </p:txBody>
      </p:sp>
    </p:spTree>
    <p:extLst>
      <p:ext uri="{BB962C8B-B14F-4D97-AF65-F5344CB8AC3E}">
        <p14:creationId xmlns:p14="http://schemas.microsoft.com/office/powerpoint/2010/main" val="7272200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920750" y="746125"/>
            <a:ext cx="4967288" cy="3725863"/>
          </a:xfrm>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E16040E2-D642-42FE-AE27-CD4E21A12220}" type="slidenum">
              <a:rPr lang="ja-JP" altLang="en-US" smtClean="0">
                <a:solidFill>
                  <a:prstClr val="black"/>
                </a:solidFill>
              </a:rPr>
              <a:pPr/>
              <a:t>44</a:t>
            </a:fld>
            <a:endParaRPr lang="ja-JP" altLang="en-US" dirty="0">
              <a:solidFill>
                <a:prstClr val="black"/>
              </a:solidFill>
            </a:endParaRPr>
          </a:p>
        </p:txBody>
      </p:sp>
    </p:spTree>
    <p:extLst>
      <p:ext uri="{BB962C8B-B14F-4D97-AF65-F5344CB8AC3E}">
        <p14:creationId xmlns:p14="http://schemas.microsoft.com/office/powerpoint/2010/main" val="78476237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919163" y="746125"/>
            <a:ext cx="4967287" cy="3725863"/>
          </a:xfrm>
        </p:spPr>
      </p:sp>
      <p:sp>
        <p:nvSpPr>
          <p:cNvPr id="3" name="ノート プレースホルダー 2"/>
          <p:cNvSpPr>
            <a:spLocks noGrp="1"/>
          </p:cNvSpPr>
          <p:nvPr>
            <p:ph type="body" idx="1"/>
          </p:nvPr>
        </p:nvSpPr>
        <p:spPr/>
        <p:txBody>
          <a:bodyPr/>
          <a:lstStyle/>
          <a:p>
            <a:r>
              <a:rPr kumimoji="1" lang="ja-JP" altLang="en-US" dirty="0"/>
              <a:t>ＥＮＧの諸元表、</a:t>
            </a:r>
            <a:r>
              <a:rPr kumimoji="1" lang="en-US" altLang="ja-JP" dirty="0"/>
              <a:t>ENG</a:t>
            </a:r>
            <a:r>
              <a:rPr kumimoji="1" lang="ja-JP" altLang="en-US" dirty="0"/>
              <a:t>バリエーション</a:t>
            </a:r>
          </a:p>
        </p:txBody>
      </p:sp>
      <p:sp>
        <p:nvSpPr>
          <p:cNvPr id="4" name="スライド番号プレースホルダー 3"/>
          <p:cNvSpPr>
            <a:spLocks noGrp="1"/>
          </p:cNvSpPr>
          <p:nvPr>
            <p:ph type="sldNum" sz="quarter" idx="10"/>
          </p:nvPr>
        </p:nvSpPr>
        <p:spPr/>
        <p:txBody>
          <a:bodyPr/>
          <a:lstStyle/>
          <a:p>
            <a:pPr>
              <a:defRPr/>
            </a:pPr>
            <a:fld id="{5B311999-6BF1-448E-BBE9-754C4E914C38}" type="slidenum">
              <a:rPr lang="ja-JP" altLang="en-US" smtClean="0"/>
              <a:pPr>
                <a:defRPr/>
              </a:pPr>
              <a:t>45</a:t>
            </a:fld>
            <a:endParaRPr lang="en-US" altLang="ja-JP" dirty="0"/>
          </a:p>
        </p:txBody>
      </p:sp>
    </p:spTree>
    <p:extLst>
      <p:ext uri="{BB962C8B-B14F-4D97-AF65-F5344CB8AC3E}">
        <p14:creationId xmlns:p14="http://schemas.microsoft.com/office/powerpoint/2010/main" val="9441488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919163" y="746125"/>
            <a:ext cx="4967287" cy="3725863"/>
          </a:xfrm>
        </p:spPr>
      </p:sp>
      <p:sp>
        <p:nvSpPr>
          <p:cNvPr id="3" name="ノート プレースホルダー 2"/>
          <p:cNvSpPr>
            <a:spLocks noGrp="1"/>
          </p:cNvSpPr>
          <p:nvPr>
            <p:ph type="body" idx="1"/>
          </p:nvPr>
        </p:nvSpPr>
        <p:spPr/>
        <p:txBody>
          <a:bodyPr/>
          <a:lstStyle/>
          <a:p>
            <a:r>
              <a:rPr kumimoji="1" lang="ja-JP" altLang="en-US" dirty="0"/>
              <a:t>ＥＮＧの諸元表、</a:t>
            </a:r>
            <a:r>
              <a:rPr kumimoji="1" lang="en-US" altLang="ja-JP" dirty="0"/>
              <a:t>ENG</a:t>
            </a:r>
            <a:r>
              <a:rPr kumimoji="1" lang="ja-JP" altLang="en-US" dirty="0"/>
              <a:t>バリエーション</a:t>
            </a:r>
          </a:p>
        </p:txBody>
      </p:sp>
      <p:sp>
        <p:nvSpPr>
          <p:cNvPr id="4" name="スライド番号プレースホルダー 3"/>
          <p:cNvSpPr>
            <a:spLocks noGrp="1"/>
          </p:cNvSpPr>
          <p:nvPr>
            <p:ph type="sldNum" sz="quarter" idx="10"/>
          </p:nvPr>
        </p:nvSpPr>
        <p:spPr/>
        <p:txBody>
          <a:bodyPr/>
          <a:lstStyle/>
          <a:p>
            <a:pPr>
              <a:defRPr/>
            </a:pPr>
            <a:fld id="{5B311999-6BF1-448E-BBE9-754C4E914C38}" type="slidenum">
              <a:rPr lang="ja-JP" altLang="en-US" smtClean="0"/>
              <a:pPr>
                <a:defRPr/>
              </a:pPr>
              <a:t>46</a:t>
            </a:fld>
            <a:endParaRPr lang="en-US" altLang="ja-JP" dirty="0"/>
          </a:p>
        </p:txBody>
      </p:sp>
    </p:spTree>
    <p:extLst>
      <p:ext uri="{BB962C8B-B14F-4D97-AF65-F5344CB8AC3E}">
        <p14:creationId xmlns:p14="http://schemas.microsoft.com/office/powerpoint/2010/main" val="215902028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919163" y="746125"/>
            <a:ext cx="4967287" cy="3725863"/>
          </a:xfrm>
        </p:spPr>
      </p:sp>
      <p:sp>
        <p:nvSpPr>
          <p:cNvPr id="3" name="ノート プレースホルダー 2"/>
          <p:cNvSpPr>
            <a:spLocks noGrp="1"/>
          </p:cNvSpPr>
          <p:nvPr>
            <p:ph type="body" idx="1"/>
          </p:nvPr>
        </p:nvSpPr>
        <p:spPr/>
        <p:txBody>
          <a:bodyPr/>
          <a:lstStyle/>
          <a:p>
            <a:r>
              <a:rPr kumimoji="1" lang="ja-JP" altLang="en-US" dirty="0"/>
              <a:t>Ｓｙｓｔｅｍ構成を提示（含む、他社センサー）</a:t>
            </a:r>
          </a:p>
        </p:txBody>
      </p:sp>
      <p:sp>
        <p:nvSpPr>
          <p:cNvPr id="4" name="スライド番号プレースホルダー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5B311999-6BF1-448E-BBE9-754C4E914C38}" type="slidenum">
              <a:rPr kumimoji="1" lang="ja-JP" altLang="en-US" sz="1200" b="0" i="0" u="none" strike="noStrike" kern="1200" cap="none" spc="0" normalizeH="0" baseline="0" noProof="0" smtClean="0">
                <a:ln>
                  <a:noFill/>
                </a:ln>
                <a:solidFill>
                  <a:srgbClr val="000000"/>
                </a:solidFill>
                <a:effectLst/>
                <a:uLnTx/>
                <a:uFillTx/>
                <a:latin typeface="Meiryo UI" panose="020B0604030504040204" pitchFamily="50" charset="-128"/>
                <a:ea typeface="Meiryo UI" panose="020B0604030504040204" pitchFamily="50"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53</a:t>
            </a:fld>
            <a:endParaRPr kumimoji="1" lang="en-US" altLang="ja-JP"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p:txBody>
      </p:sp>
    </p:spTree>
    <p:extLst>
      <p:ext uri="{BB962C8B-B14F-4D97-AF65-F5344CB8AC3E}">
        <p14:creationId xmlns:p14="http://schemas.microsoft.com/office/powerpoint/2010/main" val="216171840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919163" y="746125"/>
            <a:ext cx="4967287" cy="3725863"/>
          </a:xfrm>
        </p:spPr>
      </p:sp>
      <p:sp>
        <p:nvSpPr>
          <p:cNvPr id="3" name="ノート プレースホルダー 2"/>
          <p:cNvSpPr>
            <a:spLocks noGrp="1"/>
          </p:cNvSpPr>
          <p:nvPr>
            <p:ph type="body" idx="1"/>
          </p:nvPr>
        </p:nvSpPr>
        <p:spPr/>
        <p:txBody>
          <a:bodyPr/>
          <a:lstStyle/>
          <a:p>
            <a:r>
              <a:rPr kumimoji="1" lang="ja-JP" altLang="en-US" dirty="0"/>
              <a:t>Ｓｙｓｔｅｍ構成を提示（含む、他社センサー）</a:t>
            </a:r>
          </a:p>
        </p:txBody>
      </p:sp>
      <p:sp>
        <p:nvSpPr>
          <p:cNvPr id="4" name="スライド番号プレースホルダー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5B311999-6BF1-448E-BBE9-754C4E914C38}" type="slidenum">
              <a:rPr kumimoji="1" lang="ja-JP" altLang="en-US" sz="1200" b="0" i="0" u="none" strike="noStrike" kern="1200" cap="none" spc="0" normalizeH="0" baseline="0" noProof="0" smtClean="0">
                <a:ln>
                  <a:noFill/>
                </a:ln>
                <a:solidFill>
                  <a:srgbClr val="000000"/>
                </a:solidFill>
                <a:effectLst/>
                <a:uLnTx/>
                <a:uFillTx/>
                <a:latin typeface="Meiryo UI" panose="020B0604030504040204" pitchFamily="50" charset="-128"/>
                <a:ea typeface="Meiryo UI" panose="020B0604030504040204" pitchFamily="50"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54</a:t>
            </a:fld>
            <a:endParaRPr kumimoji="1" lang="en-US" altLang="ja-JP"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p:txBody>
      </p:sp>
    </p:spTree>
    <p:extLst>
      <p:ext uri="{BB962C8B-B14F-4D97-AF65-F5344CB8AC3E}">
        <p14:creationId xmlns:p14="http://schemas.microsoft.com/office/powerpoint/2010/main" val="40874696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919163" y="746125"/>
            <a:ext cx="4967287" cy="3725863"/>
          </a:xfrm>
        </p:spPr>
      </p:sp>
      <p:sp>
        <p:nvSpPr>
          <p:cNvPr id="3" name="ノート プレースホルダー 2"/>
          <p:cNvSpPr>
            <a:spLocks noGrp="1"/>
          </p:cNvSpPr>
          <p:nvPr>
            <p:ph type="body" idx="1"/>
          </p:nvPr>
        </p:nvSpPr>
        <p:spPr/>
        <p:txBody>
          <a:bodyPr/>
          <a:lstStyle/>
          <a:p>
            <a:r>
              <a:rPr kumimoji="1" lang="ja-JP" altLang="en-US" dirty="0"/>
              <a:t>Ｓｙｓｔｅｍ構成を提示（含む、他社センサー）</a:t>
            </a:r>
          </a:p>
        </p:txBody>
      </p:sp>
      <p:sp>
        <p:nvSpPr>
          <p:cNvPr id="4" name="スライド番号プレースホルダー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5B311999-6BF1-448E-BBE9-754C4E914C38}" type="slidenum">
              <a:rPr kumimoji="1" lang="ja-JP" altLang="en-US" sz="1200" b="0" i="0" u="none" strike="noStrike" kern="1200" cap="none" spc="0" normalizeH="0" baseline="0" noProof="0" smtClean="0">
                <a:ln>
                  <a:noFill/>
                </a:ln>
                <a:solidFill>
                  <a:srgbClr val="000000"/>
                </a:solidFill>
                <a:effectLst/>
                <a:uLnTx/>
                <a:uFillTx/>
                <a:latin typeface="Meiryo UI" panose="020B0604030504040204" pitchFamily="50" charset="-128"/>
                <a:ea typeface="Meiryo UI" panose="020B0604030504040204" pitchFamily="50"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55</a:t>
            </a:fld>
            <a:endParaRPr kumimoji="1" lang="en-US" altLang="ja-JP"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p:txBody>
      </p:sp>
    </p:spTree>
    <p:extLst>
      <p:ext uri="{BB962C8B-B14F-4D97-AF65-F5344CB8AC3E}">
        <p14:creationId xmlns:p14="http://schemas.microsoft.com/office/powerpoint/2010/main" val="400492997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919163" y="746125"/>
            <a:ext cx="4967287" cy="3725863"/>
          </a:xfrm>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621A474A-9130-4B69-ABB0-4AFD0D62C7D0}" type="slidenum">
              <a:rPr kumimoji="1" lang="ja-JP" altLang="en-US" sz="1200" b="0" i="0" u="none" strike="noStrike" kern="1200" cap="none" spc="0" normalizeH="0" baseline="0" noProof="0" smtClean="0">
                <a:ln>
                  <a:noFill/>
                </a:ln>
                <a:solidFill>
                  <a:prstClr val="black"/>
                </a:solidFill>
                <a:effectLst/>
                <a:uLnTx/>
                <a:uFillTx/>
                <a:latin typeface="Meiryo UI" panose="020B0604030504040204" pitchFamily="50" charset="-128"/>
                <a:ea typeface="Meiryo UI" panose="020B0604030504040204" pitchFamily="50"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56</a:t>
            </a:fld>
            <a:endParaRPr kumimoji="1" lang="ja-JP" altLang="en-US" sz="12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p:txBody>
      </p:sp>
    </p:spTree>
    <p:extLst>
      <p:ext uri="{BB962C8B-B14F-4D97-AF65-F5344CB8AC3E}">
        <p14:creationId xmlns:p14="http://schemas.microsoft.com/office/powerpoint/2010/main" val="67841371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920750" y="746125"/>
            <a:ext cx="4965700" cy="3725863"/>
          </a:xfrm>
        </p:spPr>
      </p:sp>
      <p:sp>
        <p:nvSpPr>
          <p:cNvPr id="3" name="ノート プレースホルダー 2"/>
          <p:cNvSpPr>
            <a:spLocks noGrp="1"/>
          </p:cNvSpPr>
          <p:nvPr>
            <p:ph type="body" idx="1"/>
          </p:nvPr>
        </p:nvSpPr>
        <p:spPr/>
        <p:txBody>
          <a:bodyPr/>
          <a:lstStyle/>
          <a:p>
            <a:r>
              <a:rPr kumimoji="1" lang="ja-JP" altLang="en-US"/>
              <a:t>ＥＮＧの諸元表、</a:t>
            </a:r>
            <a:r>
              <a:rPr kumimoji="1" lang="en-US" altLang="ja-JP"/>
              <a:t>ENG</a:t>
            </a:r>
            <a:r>
              <a:rPr kumimoji="1" lang="ja-JP" altLang="en-US"/>
              <a:t>バリエーション</a:t>
            </a:r>
          </a:p>
        </p:txBody>
      </p:sp>
      <p:sp>
        <p:nvSpPr>
          <p:cNvPr id="4" name="スライド番号プレースホルダー 3"/>
          <p:cNvSpPr>
            <a:spLocks noGrp="1"/>
          </p:cNvSpPr>
          <p:nvPr>
            <p:ph type="sldNum" sz="quarter" idx="10"/>
          </p:nvPr>
        </p:nvSpPr>
        <p:spPr/>
        <p:txBody>
          <a:bodyPr/>
          <a:lstStyle/>
          <a:p>
            <a:pPr>
              <a:defRPr/>
            </a:pPr>
            <a:fld id="{5B311999-6BF1-448E-BBE9-754C4E914C38}" type="slidenum">
              <a:rPr lang="ja-JP" altLang="en-US" smtClean="0">
                <a:solidFill>
                  <a:prstClr val="black"/>
                </a:solidFill>
              </a:rPr>
              <a:pPr>
                <a:defRPr/>
              </a:pPr>
              <a:t>59</a:t>
            </a:fld>
            <a:endParaRPr lang="en-US" altLang="ja-JP">
              <a:solidFill>
                <a:prstClr val="black"/>
              </a:solidFill>
            </a:endParaRPr>
          </a:p>
        </p:txBody>
      </p:sp>
    </p:spTree>
    <p:extLst>
      <p:ext uri="{BB962C8B-B14F-4D97-AF65-F5344CB8AC3E}">
        <p14:creationId xmlns:p14="http://schemas.microsoft.com/office/powerpoint/2010/main" val="25080145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920750" y="746125"/>
            <a:ext cx="4967288" cy="3725863"/>
          </a:xfrm>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E16040E2-D642-42FE-AE27-CD4E21A12220}" type="slidenum">
              <a:rPr lang="ja-JP" altLang="en-US" smtClean="0">
                <a:solidFill>
                  <a:prstClr val="black"/>
                </a:solidFill>
              </a:rPr>
              <a:pPr/>
              <a:t>84</a:t>
            </a:fld>
            <a:endParaRPr lang="ja-JP" altLang="en-US">
              <a:solidFill>
                <a:prstClr val="black"/>
              </a:solidFill>
            </a:endParaRPr>
          </a:p>
        </p:txBody>
      </p:sp>
    </p:spTree>
    <p:extLst>
      <p:ext uri="{BB962C8B-B14F-4D97-AF65-F5344CB8AC3E}">
        <p14:creationId xmlns:p14="http://schemas.microsoft.com/office/powerpoint/2010/main" val="341843582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920750" y="746125"/>
            <a:ext cx="4967288" cy="3725863"/>
          </a:xfrm>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E16040E2-D642-42FE-AE27-CD4E21A12220}" type="slidenum">
              <a:rPr lang="ja-JP" altLang="en-US" smtClean="0">
                <a:solidFill>
                  <a:prstClr val="black"/>
                </a:solidFill>
              </a:rPr>
              <a:pPr/>
              <a:t>86</a:t>
            </a:fld>
            <a:endParaRPr lang="ja-JP" altLang="en-US">
              <a:solidFill>
                <a:prstClr val="black"/>
              </a:solidFill>
            </a:endParaRPr>
          </a:p>
        </p:txBody>
      </p:sp>
    </p:spTree>
    <p:extLst>
      <p:ext uri="{BB962C8B-B14F-4D97-AF65-F5344CB8AC3E}">
        <p14:creationId xmlns:p14="http://schemas.microsoft.com/office/powerpoint/2010/main" val="141347018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920750" y="746125"/>
            <a:ext cx="4967288" cy="3725863"/>
          </a:xfrm>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E16040E2-D642-42FE-AE27-CD4E21A12220}" type="slidenum">
              <a:rPr lang="ja-JP" altLang="en-US" smtClean="0">
                <a:solidFill>
                  <a:prstClr val="black"/>
                </a:solidFill>
              </a:rPr>
              <a:pPr/>
              <a:t>88</a:t>
            </a:fld>
            <a:endParaRPr lang="ja-JP" altLang="en-US">
              <a:solidFill>
                <a:prstClr val="black"/>
              </a:solidFill>
            </a:endParaRPr>
          </a:p>
        </p:txBody>
      </p:sp>
    </p:spTree>
    <p:extLst>
      <p:ext uri="{BB962C8B-B14F-4D97-AF65-F5344CB8AC3E}">
        <p14:creationId xmlns:p14="http://schemas.microsoft.com/office/powerpoint/2010/main" val="184455134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920750" y="746125"/>
            <a:ext cx="4967288" cy="3725863"/>
          </a:xfrm>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E16040E2-D642-42FE-AE27-CD4E21A12220}" type="slidenum">
              <a:rPr lang="ja-JP" altLang="en-US" smtClean="0">
                <a:solidFill>
                  <a:prstClr val="black"/>
                </a:solidFill>
              </a:rPr>
              <a:pPr/>
              <a:t>89</a:t>
            </a:fld>
            <a:endParaRPr lang="ja-JP" altLang="en-US">
              <a:solidFill>
                <a:prstClr val="black"/>
              </a:solidFill>
            </a:endParaRPr>
          </a:p>
        </p:txBody>
      </p:sp>
    </p:spTree>
    <p:extLst>
      <p:ext uri="{BB962C8B-B14F-4D97-AF65-F5344CB8AC3E}">
        <p14:creationId xmlns:p14="http://schemas.microsoft.com/office/powerpoint/2010/main" val="347370093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920750" y="746125"/>
            <a:ext cx="4967288" cy="3725863"/>
          </a:xfrm>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E16040E2-D642-42FE-AE27-CD4E21A12220}" type="slidenum">
              <a:rPr lang="ja-JP" altLang="en-US" smtClean="0">
                <a:solidFill>
                  <a:prstClr val="black"/>
                </a:solidFill>
              </a:rPr>
              <a:pPr/>
              <a:t>95</a:t>
            </a:fld>
            <a:endParaRPr lang="ja-JP" altLang="en-US">
              <a:solidFill>
                <a:prstClr val="black"/>
              </a:solidFill>
            </a:endParaRPr>
          </a:p>
        </p:txBody>
      </p:sp>
    </p:spTree>
    <p:extLst>
      <p:ext uri="{BB962C8B-B14F-4D97-AF65-F5344CB8AC3E}">
        <p14:creationId xmlns:p14="http://schemas.microsoft.com/office/powerpoint/2010/main" val="68291354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920750" y="746125"/>
            <a:ext cx="4967288" cy="3725863"/>
          </a:xfrm>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E16040E2-D642-42FE-AE27-CD4E21A12220}" type="slidenum">
              <a:rPr lang="ja-JP" altLang="en-US" smtClean="0">
                <a:solidFill>
                  <a:prstClr val="black"/>
                </a:solidFill>
              </a:rPr>
              <a:pPr/>
              <a:t>98</a:t>
            </a:fld>
            <a:endParaRPr lang="ja-JP" altLang="en-US">
              <a:solidFill>
                <a:prstClr val="black"/>
              </a:solidFill>
            </a:endParaRPr>
          </a:p>
        </p:txBody>
      </p:sp>
    </p:spTree>
    <p:extLst>
      <p:ext uri="{BB962C8B-B14F-4D97-AF65-F5344CB8AC3E}">
        <p14:creationId xmlns:p14="http://schemas.microsoft.com/office/powerpoint/2010/main" val="143776691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920750" y="746125"/>
            <a:ext cx="4967288" cy="3725863"/>
          </a:xfrm>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E16040E2-D642-42FE-AE27-CD4E21A12220}" type="slidenum">
              <a:rPr kumimoji="1" lang="ja-JP" altLang="en-US" sz="1200" b="0" i="0" u="none" strike="noStrike" kern="1200" cap="none" spc="0" normalizeH="0" baseline="0" noProof="0" smtClean="0">
                <a:ln>
                  <a:noFill/>
                </a:ln>
                <a:solidFill>
                  <a:prstClr val="black"/>
                </a:solidFill>
                <a:effectLst/>
                <a:uLnTx/>
                <a:uFillTx/>
                <a:latin typeface="Meiryo UI" panose="020B0604030504040204" pitchFamily="50" charset="-128"/>
                <a:ea typeface="Meiryo UI" panose="020B0604030504040204" pitchFamily="50"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106</a:t>
            </a:fld>
            <a:endParaRPr kumimoji="1" lang="ja-JP" altLang="en-US" sz="12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endParaRPr>
          </a:p>
        </p:txBody>
      </p:sp>
    </p:spTree>
    <p:extLst>
      <p:ext uri="{BB962C8B-B14F-4D97-AF65-F5344CB8AC3E}">
        <p14:creationId xmlns:p14="http://schemas.microsoft.com/office/powerpoint/2010/main" val="211147046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920750" y="746125"/>
            <a:ext cx="4967288" cy="3725863"/>
          </a:xfrm>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E16040E2-D642-42FE-AE27-CD4E21A12220}" type="slidenum">
              <a:rPr kumimoji="1" lang="ja-JP" altLang="en-US" sz="1200" b="0" i="0" u="none" strike="noStrike" kern="1200" cap="none" spc="0" normalizeH="0" baseline="0" noProof="0" smtClean="0">
                <a:ln>
                  <a:noFill/>
                </a:ln>
                <a:solidFill>
                  <a:prstClr val="black"/>
                </a:solidFill>
                <a:effectLst/>
                <a:uLnTx/>
                <a:uFillTx/>
                <a:cs typeface="+mn-cs"/>
              </a:rPr>
              <a:pPr marL="0" marR="0" lvl="0" indent="0" algn="r" defTabSz="914400" rtl="0" eaLnBrk="1" fontAlgn="base" latinLnBrk="0" hangingPunct="1">
                <a:lnSpc>
                  <a:spcPct val="100000"/>
                </a:lnSpc>
                <a:spcBef>
                  <a:spcPct val="0"/>
                </a:spcBef>
                <a:spcAft>
                  <a:spcPct val="0"/>
                </a:spcAft>
                <a:buClrTx/>
                <a:buSzTx/>
                <a:buFontTx/>
                <a:buNone/>
                <a:tabLst/>
                <a:defRPr/>
              </a:pPr>
              <a:t>107</a:t>
            </a:fld>
            <a:endParaRPr kumimoji="1" lang="ja-JP" altLang="en-US" sz="1200" b="0" i="0" u="none" strike="noStrike" kern="1200" cap="none" spc="0" normalizeH="0" baseline="0" noProof="0">
              <a:ln>
                <a:noFill/>
              </a:ln>
              <a:solidFill>
                <a:prstClr val="black"/>
              </a:solidFill>
              <a:effectLst/>
              <a:uLnTx/>
              <a:uFillTx/>
              <a:cs typeface="+mn-cs"/>
            </a:endParaRPr>
          </a:p>
        </p:txBody>
      </p:sp>
    </p:spTree>
    <p:extLst>
      <p:ext uri="{BB962C8B-B14F-4D97-AF65-F5344CB8AC3E}">
        <p14:creationId xmlns:p14="http://schemas.microsoft.com/office/powerpoint/2010/main" val="143534655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920750" y="746125"/>
            <a:ext cx="4967288" cy="3725863"/>
          </a:xfrm>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E16040E2-D642-42FE-AE27-CD4E21A12220}" type="slidenum">
              <a:rPr lang="ja-JP" altLang="en-US" smtClean="0">
                <a:solidFill>
                  <a:prstClr val="black"/>
                </a:solidFill>
              </a:rPr>
              <a:pPr/>
              <a:t>117</a:t>
            </a:fld>
            <a:endParaRPr lang="ja-JP" altLang="en-US">
              <a:solidFill>
                <a:prstClr val="black"/>
              </a:solidFill>
            </a:endParaRPr>
          </a:p>
        </p:txBody>
      </p:sp>
    </p:spTree>
    <p:extLst>
      <p:ext uri="{BB962C8B-B14F-4D97-AF65-F5344CB8AC3E}">
        <p14:creationId xmlns:p14="http://schemas.microsoft.com/office/powerpoint/2010/main" val="215342552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920750" y="746125"/>
            <a:ext cx="4967288" cy="3725863"/>
          </a:xfrm>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E16040E2-D642-42FE-AE27-CD4E21A12220}" type="slidenum">
              <a:rPr lang="ja-JP" altLang="en-US" smtClean="0">
                <a:solidFill>
                  <a:prstClr val="black"/>
                </a:solidFill>
              </a:rPr>
              <a:pPr/>
              <a:t>118</a:t>
            </a:fld>
            <a:endParaRPr lang="ja-JP" altLang="en-US">
              <a:solidFill>
                <a:prstClr val="black"/>
              </a:solidFill>
            </a:endParaRPr>
          </a:p>
        </p:txBody>
      </p:sp>
    </p:spTree>
    <p:extLst>
      <p:ext uri="{BB962C8B-B14F-4D97-AF65-F5344CB8AC3E}">
        <p14:creationId xmlns:p14="http://schemas.microsoft.com/office/powerpoint/2010/main" val="116025183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920750" y="746125"/>
            <a:ext cx="4967288" cy="3725863"/>
          </a:xfrm>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E16040E2-D642-42FE-AE27-CD4E21A12220}" type="slidenum">
              <a:rPr lang="ja-JP" altLang="en-US" smtClean="0">
                <a:solidFill>
                  <a:prstClr val="black"/>
                </a:solidFill>
              </a:rPr>
              <a:pPr/>
              <a:t>119</a:t>
            </a:fld>
            <a:endParaRPr lang="ja-JP" altLang="en-US">
              <a:solidFill>
                <a:prstClr val="black"/>
              </a:solidFill>
            </a:endParaRPr>
          </a:p>
        </p:txBody>
      </p:sp>
    </p:spTree>
    <p:extLst>
      <p:ext uri="{BB962C8B-B14F-4D97-AF65-F5344CB8AC3E}">
        <p14:creationId xmlns:p14="http://schemas.microsoft.com/office/powerpoint/2010/main" val="341978235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920750" y="746125"/>
            <a:ext cx="4967288" cy="3725863"/>
          </a:xfrm>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E16040E2-D642-42FE-AE27-CD4E21A12220}" type="slidenum">
              <a:rPr lang="ja-JP" altLang="en-US" smtClean="0">
                <a:solidFill>
                  <a:prstClr val="black"/>
                </a:solidFill>
              </a:rPr>
              <a:pPr/>
              <a:t>120</a:t>
            </a:fld>
            <a:endParaRPr lang="ja-JP" altLang="en-US">
              <a:solidFill>
                <a:prstClr val="black"/>
              </a:solidFill>
            </a:endParaRPr>
          </a:p>
        </p:txBody>
      </p:sp>
    </p:spTree>
    <p:extLst>
      <p:ext uri="{BB962C8B-B14F-4D97-AF65-F5344CB8AC3E}">
        <p14:creationId xmlns:p14="http://schemas.microsoft.com/office/powerpoint/2010/main" val="323841614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920750" y="746125"/>
            <a:ext cx="4967288" cy="3725863"/>
          </a:xfrm>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E16040E2-D642-42FE-AE27-CD4E21A12220}" type="slidenum">
              <a:rPr kumimoji="1" lang="ja-JP" altLang="en-US" sz="1200" b="0" i="0" u="none" strike="noStrike" kern="1200" cap="none" spc="0" normalizeH="0" baseline="0" noProof="0" smtClean="0">
                <a:ln>
                  <a:noFill/>
                </a:ln>
                <a:solidFill>
                  <a:prstClr val="black"/>
                </a:solidFill>
                <a:effectLst/>
                <a:uLnTx/>
                <a:uFillTx/>
                <a:cs typeface="+mn-cs"/>
              </a:rPr>
              <a:pPr marL="0" marR="0" lvl="0" indent="0" algn="r" defTabSz="914400" rtl="0" eaLnBrk="1" fontAlgn="base" latinLnBrk="0" hangingPunct="1">
                <a:lnSpc>
                  <a:spcPct val="100000"/>
                </a:lnSpc>
                <a:spcBef>
                  <a:spcPct val="0"/>
                </a:spcBef>
                <a:spcAft>
                  <a:spcPct val="0"/>
                </a:spcAft>
                <a:buClrTx/>
                <a:buSzTx/>
                <a:buFontTx/>
                <a:buNone/>
                <a:tabLst/>
                <a:defRPr/>
              </a:pPr>
              <a:t>129</a:t>
            </a:fld>
            <a:endParaRPr kumimoji="1" lang="ja-JP" altLang="en-US" sz="1200" b="0" i="0" u="none" strike="noStrike" kern="1200" cap="none" spc="0" normalizeH="0" baseline="0" noProof="0">
              <a:ln>
                <a:noFill/>
              </a:ln>
              <a:solidFill>
                <a:prstClr val="black"/>
              </a:solidFill>
              <a:effectLst/>
              <a:uLnTx/>
              <a:uFillTx/>
              <a:cs typeface="+mn-cs"/>
            </a:endParaRPr>
          </a:p>
        </p:txBody>
      </p:sp>
    </p:spTree>
    <p:extLst>
      <p:ext uri="{BB962C8B-B14F-4D97-AF65-F5344CB8AC3E}">
        <p14:creationId xmlns:p14="http://schemas.microsoft.com/office/powerpoint/2010/main" val="369101343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920750" y="746125"/>
            <a:ext cx="4967288" cy="3725863"/>
          </a:xfrm>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E16040E2-D642-42FE-AE27-CD4E21A12220}" type="slidenum">
              <a:rPr kumimoji="1" lang="ja-JP" altLang="en-US" sz="1200" b="0" i="0" u="none" strike="noStrike" kern="1200" cap="none" spc="0" normalizeH="0" baseline="0" noProof="0" smtClean="0">
                <a:ln>
                  <a:noFill/>
                </a:ln>
                <a:solidFill>
                  <a:prstClr val="black"/>
                </a:solidFill>
                <a:effectLst/>
                <a:uLnTx/>
                <a:uFillTx/>
                <a:cs typeface="+mn-cs"/>
              </a:rPr>
              <a:pPr marL="0" marR="0" lvl="0" indent="0" algn="r" defTabSz="914400" rtl="0" eaLnBrk="1" fontAlgn="base" latinLnBrk="0" hangingPunct="1">
                <a:lnSpc>
                  <a:spcPct val="100000"/>
                </a:lnSpc>
                <a:spcBef>
                  <a:spcPct val="0"/>
                </a:spcBef>
                <a:spcAft>
                  <a:spcPct val="0"/>
                </a:spcAft>
                <a:buClrTx/>
                <a:buSzTx/>
                <a:buFontTx/>
                <a:buNone/>
                <a:tabLst/>
                <a:defRPr/>
              </a:pPr>
              <a:t>130</a:t>
            </a:fld>
            <a:endParaRPr kumimoji="1" lang="ja-JP" altLang="en-US" sz="1200" b="0" i="0" u="none" strike="noStrike" kern="1200" cap="none" spc="0" normalizeH="0" baseline="0" noProof="0">
              <a:ln>
                <a:noFill/>
              </a:ln>
              <a:solidFill>
                <a:prstClr val="black"/>
              </a:solidFill>
              <a:effectLst/>
              <a:uLnTx/>
              <a:uFillTx/>
              <a:cs typeface="+mn-cs"/>
            </a:endParaRPr>
          </a:p>
        </p:txBody>
      </p:sp>
    </p:spTree>
    <p:extLst>
      <p:ext uri="{BB962C8B-B14F-4D97-AF65-F5344CB8AC3E}">
        <p14:creationId xmlns:p14="http://schemas.microsoft.com/office/powerpoint/2010/main" val="69490293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920750" y="746125"/>
            <a:ext cx="4967288" cy="3725863"/>
          </a:xfrm>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E16040E2-D642-42FE-AE27-CD4E21A12220}" type="slidenum">
              <a:rPr kumimoji="1" lang="ja-JP" altLang="en-US" sz="1200" b="0" i="0" u="none" strike="noStrike" kern="1200" cap="none" spc="0" normalizeH="0" baseline="0" noProof="0" smtClean="0">
                <a:ln>
                  <a:noFill/>
                </a:ln>
                <a:solidFill>
                  <a:prstClr val="black"/>
                </a:solidFill>
                <a:effectLst/>
                <a:uLnTx/>
                <a:uFillTx/>
                <a:cs typeface="+mn-cs"/>
              </a:rPr>
              <a:pPr marL="0" marR="0" lvl="0" indent="0" algn="r" defTabSz="914400" rtl="0" eaLnBrk="1" fontAlgn="base" latinLnBrk="0" hangingPunct="1">
                <a:lnSpc>
                  <a:spcPct val="100000"/>
                </a:lnSpc>
                <a:spcBef>
                  <a:spcPct val="0"/>
                </a:spcBef>
                <a:spcAft>
                  <a:spcPct val="0"/>
                </a:spcAft>
                <a:buClrTx/>
                <a:buSzTx/>
                <a:buFontTx/>
                <a:buNone/>
                <a:tabLst/>
                <a:defRPr/>
              </a:pPr>
              <a:t>131</a:t>
            </a:fld>
            <a:endParaRPr kumimoji="1" lang="ja-JP" altLang="en-US" sz="1200" b="0" i="0" u="none" strike="noStrike" kern="1200" cap="none" spc="0" normalizeH="0" baseline="0" noProof="0">
              <a:ln>
                <a:noFill/>
              </a:ln>
              <a:solidFill>
                <a:prstClr val="black"/>
              </a:solidFill>
              <a:effectLst/>
              <a:uLnTx/>
              <a:uFillTx/>
              <a:cs typeface="+mn-cs"/>
            </a:endParaRPr>
          </a:p>
        </p:txBody>
      </p:sp>
    </p:spTree>
    <p:extLst>
      <p:ext uri="{BB962C8B-B14F-4D97-AF65-F5344CB8AC3E}">
        <p14:creationId xmlns:p14="http://schemas.microsoft.com/office/powerpoint/2010/main" val="50109342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920750" y="746125"/>
            <a:ext cx="4967288" cy="3725863"/>
          </a:xfrm>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E16040E2-D642-42FE-AE27-CD4E21A12220}" type="slidenum">
              <a:rPr kumimoji="1" lang="ja-JP" altLang="en-US" sz="1200" b="0" i="0" u="none" strike="noStrike" kern="1200" cap="none" spc="0" normalizeH="0" baseline="0" noProof="0" smtClean="0">
                <a:ln>
                  <a:noFill/>
                </a:ln>
                <a:solidFill>
                  <a:prstClr val="black"/>
                </a:solidFill>
                <a:effectLst/>
                <a:uLnTx/>
                <a:uFillTx/>
                <a:cs typeface="+mn-cs"/>
              </a:rPr>
              <a:pPr marL="0" marR="0" lvl="0" indent="0" algn="r" defTabSz="914400" rtl="0" eaLnBrk="1" fontAlgn="base" latinLnBrk="0" hangingPunct="1">
                <a:lnSpc>
                  <a:spcPct val="100000"/>
                </a:lnSpc>
                <a:spcBef>
                  <a:spcPct val="0"/>
                </a:spcBef>
                <a:spcAft>
                  <a:spcPct val="0"/>
                </a:spcAft>
                <a:buClrTx/>
                <a:buSzTx/>
                <a:buFontTx/>
                <a:buNone/>
                <a:tabLst/>
                <a:defRPr/>
              </a:pPr>
              <a:t>132</a:t>
            </a:fld>
            <a:endParaRPr kumimoji="1" lang="ja-JP" altLang="en-US" sz="1200" b="0" i="0" u="none" strike="noStrike" kern="1200" cap="none" spc="0" normalizeH="0" baseline="0" noProof="0">
              <a:ln>
                <a:noFill/>
              </a:ln>
              <a:solidFill>
                <a:prstClr val="black"/>
              </a:solidFill>
              <a:effectLst/>
              <a:uLnTx/>
              <a:uFillTx/>
              <a:cs typeface="+mn-cs"/>
            </a:endParaRPr>
          </a:p>
        </p:txBody>
      </p:sp>
    </p:spTree>
    <p:extLst>
      <p:ext uri="{BB962C8B-B14F-4D97-AF65-F5344CB8AC3E}">
        <p14:creationId xmlns:p14="http://schemas.microsoft.com/office/powerpoint/2010/main" val="147693565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920750" y="746125"/>
            <a:ext cx="4967288" cy="3725863"/>
          </a:xfrm>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E16040E2-D642-42FE-AE27-CD4E21A12220}" type="slidenum">
              <a:rPr kumimoji="1" lang="ja-JP" altLang="en-US" sz="1200" b="0" i="0" u="none" strike="noStrike" kern="1200" cap="none" spc="0" normalizeH="0" baseline="0" noProof="0" smtClean="0">
                <a:ln>
                  <a:noFill/>
                </a:ln>
                <a:solidFill>
                  <a:prstClr val="black"/>
                </a:solidFill>
                <a:effectLst/>
                <a:uLnTx/>
                <a:uFillTx/>
                <a:cs typeface="+mn-cs"/>
              </a:rPr>
              <a:pPr marL="0" marR="0" lvl="0" indent="0" algn="r" defTabSz="914400" rtl="0" eaLnBrk="1" fontAlgn="base" latinLnBrk="0" hangingPunct="1">
                <a:lnSpc>
                  <a:spcPct val="100000"/>
                </a:lnSpc>
                <a:spcBef>
                  <a:spcPct val="0"/>
                </a:spcBef>
                <a:spcAft>
                  <a:spcPct val="0"/>
                </a:spcAft>
                <a:buClrTx/>
                <a:buSzTx/>
                <a:buFontTx/>
                <a:buNone/>
                <a:tabLst/>
                <a:defRPr/>
              </a:pPr>
              <a:t>133</a:t>
            </a:fld>
            <a:endParaRPr kumimoji="1" lang="ja-JP" altLang="en-US" sz="1200" b="0" i="0" u="none" strike="noStrike" kern="1200" cap="none" spc="0" normalizeH="0" baseline="0" noProof="0">
              <a:ln>
                <a:noFill/>
              </a:ln>
              <a:solidFill>
                <a:prstClr val="black"/>
              </a:solidFill>
              <a:effectLst/>
              <a:uLnTx/>
              <a:uFillTx/>
              <a:cs typeface="+mn-cs"/>
            </a:endParaRPr>
          </a:p>
        </p:txBody>
      </p:sp>
    </p:spTree>
    <p:extLst>
      <p:ext uri="{BB962C8B-B14F-4D97-AF65-F5344CB8AC3E}">
        <p14:creationId xmlns:p14="http://schemas.microsoft.com/office/powerpoint/2010/main" val="385048420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920750" y="746125"/>
            <a:ext cx="4967288" cy="3725863"/>
          </a:xfrm>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E16040E2-D642-42FE-AE27-CD4E21A12220}" type="slidenum">
              <a:rPr lang="ja-JP" altLang="en-US" smtClean="0">
                <a:solidFill>
                  <a:prstClr val="black"/>
                </a:solidFill>
              </a:rPr>
              <a:pPr/>
              <a:t>148</a:t>
            </a:fld>
            <a:endParaRPr lang="ja-JP" altLang="en-US">
              <a:solidFill>
                <a:prstClr val="black"/>
              </a:solidFill>
            </a:endParaRPr>
          </a:p>
        </p:txBody>
      </p:sp>
    </p:spTree>
    <p:extLst>
      <p:ext uri="{BB962C8B-B14F-4D97-AF65-F5344CB8AC3E}">
        <p14:creationId xmlns:p14="http://schemas.microsoft.com/office/powerpoint/2010/main" val="214188784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920750" y="746125"/>
            <a:ext cx="4967288" cy="3725863"/>
          </a:xfrm>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E16040E2-D642-42FE-AE27-CD4E21A12220}" type="slidenum">
              <a:rPr lang="ja-JP" altLang="en-US" smtClean="0">
                <a:solidFill>
                  <a:prstClr val="black"/>
                </a:solidFill>
              </a:rPr>
              <a:pPr/>
              <a:t>149</a:t>
            </a:fld>
            <a:endParaRPr lang="ja-JP" altLang="en-US">
              <a:solidFill>
                <a:prstClr val="black"/>
              </a:solidFill>
            </a:endParaRPr>
          </a:p>
        </p:txBody>
      </p:sp>
    </p:spTree>
    <p:extLst>
      <p:ext uri="{BB962C8B-B14F-4D97-AF65-F5344CB8AC3E}">
        <p14:creationId xmlns:p14="http://schemas.microsoft.com/office/powerpoint/2010/main" val="183235455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920750" y="746125"/>
            <a:ext cx="4967288" cy="3725863"/>
          </a:xfrm>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E16040E2-D642-42FE-AE27-CD4E21A12220}" type="slidenum">
              <a:rPr lang="ja-JP" altLang="en-US" smtClean="0">
                <a:solidFill>
                  <a:prstClr val="black"/>
                </a:solidFill>
              </a:rPr>
              <a:pPr/>
              <a:t>150</a:t>
            </a:fld>
            <a:endParaRPr lang="ja-JP" altLang="en-US">
              <a:solidFill>
                <a:prstClr val="black"/>
              </a:solidFill>
            </a:endParaRPr>
          </a:p>
        </p:txBody>
      </p:sp>
    </p:spTree>
    <p:extLst>
      <p:ext uri="{BB962C8B-B14F-4D97-AF65-F5344CB8AC3E}">
        <p14:creationId xmlns:p14="http://schemas.microsoft.com/office/powerpoint/2010/main" val="248255714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920750" y="746125"/>
            <a:ext cx="4967288" cy="3725863"/>
          </a:xfrm>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E16040E2-D642-42FE-AE27-CD4E21A12220}" type="slidenum">
              <a:rPr lang="ja-JP" altLang="en-US" smtClean="0">
                <a:solidFill>
                  <a:prstClr val="black"/>
                </a:solidFill>
              </a:rPr>
              <a:pPr/>
              <a:t>151</a:t>
            </a:fld>
            <a:endParaRPr lang="ja-JP" altLang="en-US">
              <a:solidFill>
                <a:prstClr val="black"/>
              </a:solidFill>
            </a:endParaRPr>
          </a:p>
        </p:txBody>
      </p:sp>
    </p:spTree>
    <p:extLst>
      <p:ext uri="{BB962C8B-B14F-4D97-AF65-F5344CB8AC3E}">
        <p14:creationId xmlns:p14="http://schemas.microsoft.com/office/powerpoint/2010/main" val="214587021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920750" y="746125"/>
            <a:ext cx="4967288" cy="3725863"/>
          </a:xfrm>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E16040E2-D642-42FE-AE27-CD4E21A12220}" type="slidenum">
              <a:rPr lang="ja-JP" altLang="en-US" smtClean="0">
                <a:solidFill>
                  <a:prstClr val="black"/>
                </a:solidFill>
              </a:rPr>
              <a:pPr/>
              <a:t>152</a:t>
            </a:fld>
            <a:endParaRPr lang="ja-JP" altLang="en-US">
              <a:solidFill>
                <a:prstClr val="black"/>
              </a:solidFill>
            </a:endParaRPr>
          </a:p>
        </p:txBody>
      </p:sp>
    </p:spTree>
    <p:extLst>
      <p:ext uri="{BB962C8B-B14F-4D97-AF65-F5344CB8AC3E}">
        <p14:creationId xmlns:p14="http://schemas.microsoft.com/office/powerpoint/2010/main" val="321719157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920750" y="746125"/>
            <a:ext cx="4967288" cy="3725863"/>
          </a:xfrm>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E16040E2-D642-42FE-AE27-CD4E21A12220}" type="slidenum">
              <a:rPr lang="ja-JP" altLang="en-US" smtClean="0">
                <a:solidFill>
                  <a:prstClr val="black"/>
                </a:solidFill>
              </a:rPr>
              <a:pPr/>
              <a:t>153</a:t>
            </a:fld>
            <a:endParaRPr lang="ja-JP" altLang="en-US">
              <a:solidFill>
                <a:prstClr val="black"/>
              </a:solidFill>
            </a:endParaRPr>
          </a:p>
        </p:txBody>
      </p:sp>
    </p:spTree>
    <p:extLst>
      <p:ext uri="{BB962C8B-B14F-4D97-AF65-F5344CB8AC3E}">
        <p14:creationId xmlns:p14="http://schemas.microsoft.com/office/powerpoint/2010/main" val="55587819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920750" y="746125"/>
            <a:ext cx="4967288" cy="3725863"/>
          </a:xfrm>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E16040E2-D642-42FE-AE27-CD4E21A12220}" type="slidenum">
              <a:rPr lang="ja-JP" altLang="en-US" smtClean="0">
                <a:solidFill>
                  <a:prstClr val="black"/>
                </a:solidFill>
              </a:rPr>
              <a:pPr/>
              <a:t>154</a:t>
            </a:fld>
            <a:endParaRPr lang="ja-JP" altLang="en-US">
              <a:solidFill>
                <a:prstClr val="black"/>
              </a:solidFill>
            </a:endParaRPr>
          </a:p>
        </p:txBody>
      </p:sp>
    </p:spTree>
    <p:extLst>
      <p:ext uri="{BB962C8B-B14F-4D97-AF65-F5344CB8AC3E}">
        <p14:creationId xmlns:p14="http://schemas.microsoft.com/office/powerpoint/2010/main" val="334521968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pPr>
              <a:defRPr/>
            </a:pPr>
            <a:fld id="{5B311999-6BF1-448E-BBE9-754C4E914C38}" type="slidenum">
              <a:rPr lang="ja-JP" altLang="en-US" smtClean="0">
                <a:solidFill>
                  <a:prstClr val="black"/>
                </a:solidFill>
              </a:rPr>
              <a:pPr>
                <a:defRPr/>
              </a:pPr>
              <a:t>163</a:t>
            </a:fld>
            <a:endParaRPr lang="en-US" altLang="ja-JP" dirty="0">
              <a:solidFill>
                <a:prstClr val="black"/>
              </a:solidFill>
            </a:endParaRPr>
          </a:p>
        </p:txBody>
      </p:sp>
    </p:spTree>
    <p:extLst>
      <p:ext uri="{BB962C8B-B14F-4D97-AF65-F5344CB8AC3E}">
        <p14:creationId xmlns:p14="http://schemas.microsoft.com/office/powerpoint/2010/main" val="204272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ja-JP"/>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ja-JP"/>
          </a:p>
        </p:txBody>
      </p:sp>
      <p:sp>
        <p:nvSpPr>
          <p:cNvPr id="4" name="Rectangle 6"/>
          <p:cNvSpPr>
            <a:spLocks noGrp="1" noChangeArrowheads="1"/>
          </p:cNvSpPr>
          <p:nvPr>
            <p:ph type="sldNum" sz="quarter" idx="12"/>
          </p:nvPr>
        </p:nvSpPr>
        <p:spPr>
          <a:ln/>
        </p:spPr>
        <p:txBody>
          <a:bodyPr/>
          <a:lstStyle>
            <a:lvl1pPr>
              <a:defRPr/>
            </a:lvl1pPr>
          </a:lstStyle>
          <a:p>
            <a:pPr>
              <a:defRPr/>
            </a:pPr>
            <a:fld id="{C3E800CD-1702-488C-B0A9-321A02008C85}" type="slidenum">
              <a:rPr lang="ja-JP" altLang="en-US"/>
              <a:pPr>
                <a:defRPr/>
              </a:pPr>
              <a:t>‹#›</a:t>
            </a:fld>
            <a:endParaRPr lang="en-US" altLang="ja-JP"/>
          </a:p>
        </p:txBody>
      </p:sp>
    </p:spTree>
    <p:extLst>
      <p:ext uri="{BB962C8B-B14F-4D97-AF65-F5344CB8AC3E}">
        <p14:creationId xmlns:p14="http://schemas.microsoft.com/office/powerpoint/2010/main" val="981068143"/>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8" name="Rectangle 4"/>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defRPr kumimoji="0" sz="1400">
                <a:latin typeface="Meiryo UI" panose="020B0604030504040204" pitchFamily="50" charset="-128"/>
                <a:ea typeface="Meiryo UI" panose="020B0604030504040204" pitchFamily="50" charset="-128"/>
              </a:defRPr>
            </a:lvl1pPr>
          </a:lstStyle>
          <a:p>
            <a:pPr>
              <a:defRPr/>
            </a:pPr>
            <a:endParaRPr lang="en-US" altLang="ja-JP"/>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kumimoji="0" sz="1400">
                <a:latin typeface="Meiryo UI" panose="020B0604030504040204" pitchFamily="50" charset="-128"/>
                <a:ea typeface="Meiryo UI" panose="020B0604030504040204" pitchFamily="50" charset="-128"/>
              </a:defRPr>
            </a:lvl1pPr>
          </a:lstStyle>
          <a:p>
            <a:pPr>
              <a:defRPr/>
            </a:pPr>
            <a:endParaRPr lang="en-US" altLang="ja-JP"/>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kumimoji="0" sz="1400">
                <a:latin typeface="Meiryo UI" panose="020B0604030504040204" pitchFamily="50" charset="-128"/>
                <a:ea typeface="Meiryo UI" panose="020B0604030504040204" pitchFamily="50" charset="-128"/>
              </a:defRPr>
            </a:lvl1pPr>
          </a:lstStyle>
          <a:p>
            <a:pPr>
              <a:defRPr/>
            </a:pPr>
            <a:fld id="{96C3C690-9247-4C59-B279-694A153934CB}" type="slidenum">
              <a:rPr lang="ja-JP" altLang="en-US" smtClean="0"/>
              <a:pPr>
                <a:defRPr/>
              </a:pPr>
              <a:t>‹#›</a:t>
            </a:fld>
            <a:endParaRPr lang="en-US" altLang="ja-JP"/>
          </a:p>
        </p:txBody>
      </p:sp>
      <p:sp>
        <p:nvSpPr>
          <p:cNvPr id="2" name="正方形/長方形 8"/>
          <p:cNvSpPr>
            <a:spLocks noChangeArrowheads="1"/>
          </p:cNvSpPr>
          <p:nvPr userDrawn="1"/>
        </p:nvSpPr>
        <p:spPr bwMode="auto">
          <a:xfrm>
            <a:off x="7938" y="2"/>
            <a:ext cx="9144000" cy="549275"/>
          </a:xfrm>
          <a:prstGeom prst="rect">
            <a:avLst/>
          </a:prstGeom>
          <a:solidFill>
            <a:srgbClr val="558ED5"/>
          </a:solidFill>
          <a:ln w="25400" algn="ctr">
            <a:solidFill>
              <a:srgbClr val="385D8A"/>
            </a:solidFill>
            <a:miter lim="800000"/>
            <a:headEnd/>
            <a:tailEnd/>
          </a:ln>
        </p:spPr>
        <p:txBody>
          <a:bodyPr anchor="ctr"/>
          <a:lstStyle/>
          <a:p>
            <a:endParaRPr lang="ja-JP" altLang="en-US" sz="1800">
              <a:solidFill>
                <a:srgbClr val="FFFFFF"/>
              </a:solidFill>
              <a:latin typeface="Meiryo UI" panose="020B0604030504040204" pitchFamily="50" charset="-128"/>
              <a:ea typeface="Meiryo UI" panose="020B0604030504040204" pitchFamily="50" charset="-128"/>
            </a:endParaRPr>
          </a:p>
        </p:txBody>
      </p:sp>
      <p:sp>
        <p:nvSpPr>
          <p:cNvPr id="3" name="正方形/長方形 9"/>
          <p:cNvSpPr>
            <a:spLocks noChangeArrowheads="1"/>
          </p:cNvSpPr>
          <p:nvPr userDrawn="1"/>
        </p:nvSpPr>
        <p:spPr bwMode="auto">
          <a:xfrm>
            <a:off x="5" y="2"/>
            <a:ext cx="1476375" cy="549275"/>
          </a:xfrm>
          <a:prstGeom prst="rect">
            <a:avLst/>
          </a:prstGeom>
          <a:noFill/>
          <a:ln w="25400" algn="ctr">
            <a:solidFill>
              <a:srgbClr val="1F497D"/>
            </a:solidFill>
            <a:miter lim="800000"/>
            <a:headEnd/>
            <a:tailEnd/>
          </a:ln>
          <a:extLst>
            <a:ext uri="{909E8E84-426E-40DD-AFC4-6F175D3DCCD1}">
              <a14:hiddenFill xmlns:a14="http://schemas.microsoft.com/office/drawing/2010/main">
                <a:solidFill>
                  <a:srgbClr val="FFFFFF"/>
                </a:solidFill>
              </a14:hiddenFill>
            </a:ext>
          </a:extLst>
        </p:spPr>
        <p:txBody>
          <a:bodyPr anchor="ctr"/>
          <a:lstStyle/>
          <a:p>
            <a:r>
              <a:rPr lang="en-US" altLang="ja-JP" sz="1400" baseline="0" dirty="0">
                <a:solidFill>
                  <a:schemeClr val="bg1"/>
                </a:solidFill>
                <a:latin typeface="Meiryo UI" panose="020B0604030504040204" pitchFamily="50" charset="-128"/>
                <a:ea typeface="Meiryo UI" panose="020B0604030504040204" pitchFamily="50" charset="-128"/>
              </a:rPr>
              <a:t>Bosch</a:t>
            </a:r>
            <a:r>
              <a:rPr lang="en-US" altLang="ja-JP" sz="1400" dirty="0">
                <a:solidFill>
                  <a:schemeClr val="bg1"/>
                </a:solidFill>
                <a:latin typeface="Meiryo UI" panose="020B0604030504040204" pitchFamily="50" charset="-128"/>
                <a:ea typeface="Meiryo UI" panose="020B0604030504040204" pitchFamily="50" charset="-128"/>
              </a:rPr>
              <a:t>-</a:t>
            </a:r>
            <a:r>
              <a:rPr lang="en-US" altLang="ja-JP" sz="1400" dirty="0">
                <a:solidFill>
                  <a:srgbClr val="FFFFFF"/>
                </a:solidFill>
                <a:latin typeface="Meiryo UI" panose="020B0604030504040204" pitchFamily="50" charset="-128"/>
                <a:ea typeface="Meiryo UI" panose="020B0604030504040204" pitchFamily="50" charset="-128"/>
              </a:rPr>
              <a:t>Honda</a:t>
            </a:r>
          </a:p>
          <a:p>
            <a:r>
              <a:rPr lang="en-US" altLang="ja-JP" sz="1200" dirty="0">
                <a:solidFill>
                  <a:srgbClr val="FFFFFF"/>
                </a:solidFill>
                <a:latin typeface="Meiryo UI" panose="020B0604030504040204" pitchFamily="50" charset="-128"/>
                <a:ea typeface="Meiryo UI" panose="020B0604030504040204" pitchFamily="50" charset="-128"/>
              </a:rPr>
              <a:t>Kick-Off</a:t>
            </a:r>
            <a:r>
              <a:rPr lang="ja-JP" altLang="en-US" sz="1200" dirty="0">
                <a:solidFill>
                  <a:srgbClr val="FFFFFF"/>
                </a:solidFill>
                <a:latin typeface="Meiryo UI" panose="020B0604030504040204" pitchFamily="50" charset="-128"/>
                <a:ea typeface="Meiryo UI" panose="020B0604030504040204" pitchFamily="50" charset="-128"/>
              </a:rPr>
              <a:t> </a:t>
            </a:r>
            <a:r>
              <a:rPr lang="en-US" altLang="ja-JP" sz="1200" dirty="0">
                <a:solidFill>
                  <a:srgbClr val="FFFFFF"/>
                </a:solidFill>
                <a:latin typeface="Meiryo UI" panose="020B0604030504040204" pitchFamily="50" charset="-128"/>
                <a:ea typeface="Meiryo UI" panose="020B0604030504040204" pitchFamily="50" charset="-128"/>
              </a:rPr>
              <a:t>MTG</a:t>
            </a:r>
            <a:endParaRPr lang="ja-JP" altLang="en-US" sz="1200" dirty="0">
              <a:solidFill>
                <a:srgbClr val="FFFFFF"/>
              </a:solidFill>
              <a:latin typeface="Meiryo UI" panose="020B0604030504040204" pitchFamily="50" charset="-128"/>
              <a:ea typeface="Meiryo UI" panose="020B0604030504040204" pitchFamily="50" charset="-128"/>
            </a:endParaRPr>
          </a:p>
        </p:txBody>
      </p:sp>
      <p:sp>
        <p:nvSpPr>
          <p:cNvPr id="11" name="スライド番号プレースホルダー 3"/>
          <p:cNvSpPr txBox="1">
            <a:spLocks/>
          </p:cNvSpPr>
          <p:nvPr userDrawn="1"/>
        </p:nvSpPr>
        <p:spPr>
          <a:xfrm>
            <a:off x="7830355" y="17329"/>
            <a:ext cx="1314045" cy="365125"/>
          </a:xfrm>
          <a:prstGeom prst="rect">
            <a:avLst/>
          </a:prstGeom>
        </p:spPr>
        <p:txBody>
          <a:bodyPr anchor="ctr"/>
          <a:lstStyle>
            <a:defPPr>
              <a:defRPr lang="ja-JP"/>
            </a:defPPr>
            <a:lvl1pPr marL="0" algn="r" defTabSz="914400" rtl="0" eaLnBrk="1" latinLnBrk="0" hangingPunct="1">
              <a:defRPr kumimoji="1" sz="1200" kern="1200">
                <a:solidFill>
                  <a:schemeClr val="bg1"/>
                </a:solidFill>
                <a:latin typeface="+mj-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defRPr/>
            </a:pPr>
            <a:r>
              <a:rPr lang="en-US" altLang="ja-JP" dirty="0">
                <a:solidFill>
                  <a:schemeClr val="tx1"/>
                </a:solidFill>
                <a:latin typeface="Meiryo UI" panose="020B0604030504040204" pitchFamily="50" charset="-128"/>
                <a:cs typeface="Arial" pitchFamily="34" charset="0"/>
              </a:rPr>
              <a:t>Page</a:t>
            </a:r>
            <a:r>
              <a:rPr lang="ja-JP" altLang="en-US" baseline="0" dirty="0">
                <a:solidFill>
                  <a:schemeClr val="tx1"/>
                </a:solidFill>
                <a:latin typeface="Meiryo UI" panose="020B0604030504040204" pitchFamily="50" charset="-128"/>
                <a:cs typeface="Arial" pitchFamily="34" charset="0"/>
              </a:rPr>
              <a:t> </a:t>
            </a:r>
            <a:fld id="{1CCC0F2D-5288-4ECD-806D-6373144AD959}" type="slidenum">
              <a:rPr lang="ja-JP" altLang="en-US" smtClean="0">
                <a:solidFill>
                  <a:schemeClr val="tx1"/>
                </a:solidFill>
                <a:latin typeface="Meiryo UI" panose="020B0604030504040204" pitchFamily="50" charset="-128"/>
                <a:cs typeface="Arial" pitchFamily="34" charset="0"/>
              </a:rPr>
              <a:pPr>
                <a:defRPr/>
              </a:pPr>
              <a:t>‹#›</a:t>
            </a:fld>
            <a:r>
              <a:rPr lang="en-US" altLang="ja-JP" dirty="0">
                <a:solidFill>
                  <a:schemeClr val="tx1"/>
                </a:solidFill>
                <a:latin typeface="Meiryo UI" panose="020B0604030504040204" pitchFamily="50" charset="-128"/>
                <a:cs typeface="Arial" pitchFamily="34" charset="0"/>
              </a:rPr>
              <a:t>/162</a:t>
            </a:r>
            <a:endParaRPr lang="ja-JP" altLang="en-US" dirty="0">
              <a:solidFill>
                <a:schemeClr val="tx1"/>
              </a:solidFill>
              <a:latin typeface="Meiryo UI" panose="020B0604030504040204" pitchFamily="50" charset="-128"/>
              <a:cs typeface="Arial" pitchFamily="34" charset="0"/>
            </a:endParaRPr>
          </a:p>
        </p:txBody>
      </p:sp>
      <p:sp>
        <p:nvSpPr>
          <p:cNvPr id="8" name="正方形/長方形 9"/>
          <p:cNvSpPr>
            <a:spLocks noChangeArrowheads="1"/>
          </p:cNvSpPr>
          <p:nvPr userDrawn="1"/>
        </p:nvSpPr>
        <p:spPr bwMode="auto">
          <a:xfrm>
            <a:off x="7927641" y="274639"/>
            <a:ext cx="1216359" cy="307777"/>
          </a:xfrm>
          <a:prstGeom prst="rect">
            <a:avLst/>
          </a:prstGeom>
          <a:noFill/>
          <a:ln w="25400" algn="ctr">
            <a:no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r>
              <a:rPr lang="en-US" altLang="ja-JP" sz="1400">
                <a:solidFill>
                  <a:srgbClr val="FF0000"/>
                </a:solidFill>
                <a:latin typeface="Meiryo UI" panose="020B0604030504040204" pitchFamily="50" charset="-128"/>
                <a:ea typeface="Meiryo UI" panose="020B0604030504040204" pitchFamily="50" charset="-128"/>
              </a:rPr>
              <a:t>Confidential</a:t>
            </a:r>
            <a:endParaRPr lang="ja-JP" altLang="en-US" sz="1200">
              <a:solidFill>
                <a:srgbClr val="FF0000"/>
              </a:solidFill>
              <a:latin typeface="Meiryo UI" panose="020B0604030504040204" pitchFamily="50" charset="-128"/>
              <a:ea typeface="Meiryo UI" panose="020B0604030504040204" pitchFamily="50" charset="-128"/>
            </a:endParaRPr>
          </a:p>
        </p:txBody>
      </p:sp>
    </p:spTree>
  </p:cSld>
  <p:clrMap bg1="lt1" tx1="dk1" bg2="lt2" tx2="dk2" accent1="accent1" accent2="accent2" accent3="accent3" accent4="accent4" accent5="accent5" accent6="accent6" hlink="hlink" folHlink="folHlink"/>
  <p:sldLayoutIdLst>
    <p:sldLayoutId id="2147484800" r:id="rId1"/>
  </p:sldLayoutIdLst>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itchFamily="18" charset="0"/>
          <a:ea typeface="ＭＳ Ｐゴシック" pitchFamily="50" charset="-128"/>
        </a:defRPr>
      </a:lvl2pPr>
      <a:lvl3pPr algn="ctr" rtl="0" eaLnBrk="0" fontAlgn="base" hangingPunct="0">
        <a:spcBef>
          <a:spcPct val="0"/>
        </a:spcBef>
        <a:spcAft>
          <a:spcPct val="0"/>
        </a:spcAft>
        <a:defRPr kumimoji="1" sz="4400">
          <a:solidFill>
            <a:schemeClr val="tx2"/>
          </a:solidFill>
          <a:latin typeface="Times New Roman" pitchFamily="18" charset="0"/>
          <a:ea typeface="ＭＳ Ｐゴシック" pitchFamily="50" charset="-128"/>
        </a:defRPr>
      </a:lvl3pPr>
      <a:lvl4pPr algn="ctr" rtl="0" eaLnBrk="0" fontAlgn="base" hangingPunct="0">
        <a:spcBef>
          <a:spcPct val="0"/>
        </a:spcBef>
        <a:spcAft>
          <a:spcPct val="0"/>
        </a:spcAft>
        <a:defRPr kumimoji="1" sz="4400">
          <a:solidFill>
            <a:schemeClr val="tx2"/>
          </a:solidFill>
          <a:latin typeface="Times New Roman" pitchFamily="18" charset="0"/>
          <a:ea typeface="ＭＳ Ｐゴシック" pitchFamily="50" charset="-128"/>
        </a:defRPr>
      </a:lvl4pPr>
      <a:lvl5pPr algn="ctr" rtl="0" eaLnBrk="0" fontAlgn="base" hangingPunct="0">
        <a:spcBef>
          <a:spcPct val="0"/>
        </a:spcBef>
        <a:spcAft>
          <a:spcPct val="0"/>
        </a:spcAft>
        <a:defRPr kumimoji="1" sz="4400">
          <a:solidFill>
            <a:schemeClr val="tx2"/>
          </a:solidFill>
          <a:latin typeface="Times New Roman" pitchFamily="18" charset="0"/>
          <a:ea typeface="ＭＳ Ｐゴシック" pitchFamily="50" charset="-128"/>
        </a:defRPr>
      </a:lvl5pPr>
      <a:lvl6pPr marL="457200" algn="ctr" rtl="0" fontAlgn="base">
        <a:spcBef>
          <a:spcPct val="0"/>
        </a:spcBef>
        <a:spcAft>
          <a:spcPct val="0"/>
        </a:spcAft>
        <a:defRPr kumimoji="1" sz="4400">
          <a:solidFill>
            <a:schemeClr val="tx2"/>
          </a:solidFill>
          <a:latin typeface="Times New Roman" pitchFamily="18" charset="0"/>
          <a:ea typeface="ＭＳ Ｐゴシック" pitchFamily="50" charset="-128"/>
        </a:defRPr>
      </a:lvl6pPr>
      <a:lvl7pPr marL="914400" algn="ctr" rtl="0" fontAlgn="base">
        <a:spcBef>
          <a:spcPct val="0"/>
        </a:spcBef>
        <a:spcAft>
          <a:spcPct val="0"/>
        </a:spcAft>
        <a:defRPr kumimoji="1" sz="4400">
          <a:solidFill>
            <a:schemeClr val="tx2"/>
          </a:solidFill>
          <a:latin typeface="Times New Roman" pitchFamily="18" charset="0"/>
          <a:ea typeface="ＭＳ Ｐゴシック" pitchFamily="50" charset="-128"/>
        </a:defRPr>
      </a:lvl7pPr>
      <a:lvl8pPr marL="1371600" algn="ctr" rtl="0" fontAlgn="base">
        <a:spcBef>
          <a:spcPct val="0"/>
        </a:spcBef>
        <a:spcAft>
          <a:spcPct val="0"/>
        </a:spcAft>
        <a:defRPr kumimoji="1" sz="4400">
          <a:solidFill>
            <a:schemeClr val="tx2"/>
          </a:solidFill>
          <a:latin typeface="Times New Roman" pitchFamily="18" charset="0"/>
          <a:ea typeface="ＭＳ Ｐゴシック" pitchFamily="50" charset="-128"/>
        </a:defRPr>
      </a:lvl8pPr>
      <a:lvl9pPr marL="1828800" algn="ctr" rtl="0" fontAlgn="base">
        <a:spcBef>
          <a:spcPct val="0"/>
        </a:spcBef>
        <a:spcAft>
          <a:spcPct val="0"/>
        </a:spcAft>
        <a:defRPr kumimoji="1" sz="4400">
          <a:solidFill>
            <a:schemeClr val="tx2"/>
          </a:solidFill>
          <a:latin typeface="Times New Roman" pitchFamily="18" charset="0"/>
          <a:ea typeface="ＭＳ Ｐゴシック" pitchFamily="50" charset="-128"/>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xml"/><Relationship Id="rId1" Type="http://schemas.openxmlformats.org/officeDocument/2006/relationships/tags" Target="../tags/tag1.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4.xml"/><Relationship Id="rId1" Type="http://schemas.openxmlformats.org/officeDocument/2006/relationships/tags" Target="../tags/tag3.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6.xml"/><Relationship Id="rId1" Type="http://schemas.openxmlformats.org/officeDocument/2006/relationships/tags" Target="../tags/tag5.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8.xml"/><Relationship Id="rId1" Type="http://schemas.openxmlformats.org/officeDocument/2006/relationships/tags" Target="../tags/tag7.xml"/></Relationships>
</file>

<file path=ppt/slides/_rels/slide29.xml.rels><?xml version="1.0" encoding="UTF-8" standalone="yes"?>
<Relationships xmlns="http://schemas.openxmlformats.org/package/2006/relationships"><Relationship Id="rId3" Type="http://schemas.openxmlformats.org/officeDocument/2006/relationships/tags" Target="../tags/tag11.xml"/><Relationship Id="rId2" Type="http://schemas.openxmlformats.org/officeDocument/2006/relationships/tags" Target="../tags/tag10.xml"/><Relationship Id="rId1" Type="http://schemas.openxmlformats.org/officeDocument/2006/relationships/tags" Target="../tags/tag9.xml"/><Relationship Id="rId4"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5.emf"/></Relationships>
</file>

<file path=ppt/slides/_rels/slide3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8" Type="http://schemas.openxmlformats.org/officeDocument/2006/relationships/image" Target="../media/image20.png"/><Relationship Id="rId13" Type="http://schemas.openxmlformats.org/officeDocument/2006/relationships/image" Target="../media/image25.png"/><Relationship Id="rId18" Type="http://schemas.openxmlformats.org/officeDocument/2006/relationships/image" Target="../media/image30.png"/><Relationship Id="rId3" Type="http://schemas.openxmlformats.org/officeDocument/2006/relationships/image" Target="../media/image15.png"/><Relationship Id="rId21" Type="http://schemas.openxmlformats.org/officeDocument/2006/relationships/image" Target="../media/image33.png"/><Relationship Id="rId7" Type="http://schemas.openxmlformats.org/officeDocument/2006/relationships/image" Target="../media/image19.png"/><Relationship Id="rId12" Type="http://schemas.openxmlformats.org/officeDocument/2006/relationships/image" Target="../media/image24.png"/><Relationship Id="rId17" Type="http://schemas.openxmlformats.org/officeDocument/2006/relationships/image" Target="../media/image29.png"/><Relationship Id="rId2" Type="http://schemas.openxmlformats.org/officeDocument/2006/relationships/notesSlide" Target="../notesSlides/notesSlide15.xml"/><Relationship Id="rId16" Type="http://schemas.openxmlformats.org/officeDocument/2006/relationships/image" Target="../media/image28.png"/><Relationship Id="rId20" Type="http://schemas.openxmlformats.org/officeDocument/2006/relationships/image" Target="../media/image32.png"/><Relationship Id="rId1" Type="http://schemas.openxmlformats.org/officeDocument/2006/relationships/slideLayout" Target="../slideLayouts/slideLayout1.xml"/><Relationship Id="rId6" Type="http://schemas.openxmlformats.org/officeDocument/2006/relationships/image" Target="../media/image18.png"/><Relationship Id="rId11" Type="http://schemas.openxmlformats.org/officeDocument/2006/relationships/image" Target="../media/image23.png"/><Relationship Id="rId5" Type="http://schemas.openxmlformats.org/officeDocument/2006/relationships/image" Target="../media/image17.png"/><Relationship Id="rId15" Type="http://schemas.openxmlformats.org/officeDocument/2006/relationships/image" Target="../media/image27.png"/><Relationship Id="rId10" Type="http://schemas.openxmlformats.org/officeDocument/2006/relationships/image" Target="../media/image22.png"/><Relationship Id="rId19" Type="http://schemas.openxmlformats.org/officeDocument/2006/relationships/image" Target="../media/image31.png"/><Relationship Id="rId4" Type="http://schemas.openxmlformats.org/officeDocument/2006/relationships/image" Target="../media/image16.png"/><Relationship Id="rId9" Type="http://schemas.openxmlformats.org/officeDocument/2006/relationships/image" Target="../media/image21.png"/><Relationship Id="rId14" Type="http://schemas.openxmlformats.org/officeDocument/2006/relationships/image" Target="../media/image26.png"/></Relationships>
</file>

<file path=ppt/slides/_rels/slide5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35.png"/></Relationships>
</file>

<file path=ppt/slides/_rels/slide5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35.png"/></Relationships>
</file>

<file path=ppt/slides/_rels/slide56.xml.rels><?xml version="1.0" encoding="UTF-8" standalone="yes"?>
<Relationships xmlns="http://schemas.openxmlformats.org/package/2006/relationships"><Relationship Id="rId8" Type="http://schemas.openxmlformats.org/officeDocument/2006/relationships/image" Target="../media/image42.png"/><Relationship Id="rId13" Type="http://schemas.openxmlformats.org/officeDocument/2006/relationships/image" Target="../media/image46.png"/><Relationship Id="rId3" Type="http://schemas.openxmlformats.org/officeDocument/2006/relationships/image" Target="../media/image37.jpeg"/><Relationship Id="rId7" Type="http://schemas.openxmlformats.org/officeDocument/2006/relationships/image" Target="../media/image41.png"/><Relationship Id="rId12" Type="http://schemas.openxmlformats.org/officeDocument/2006/relationships/image" Target="../media/image45.png"/><Relationship Id="rId17" Type="http://schemas.openxmlformats.org/officeDocument/2006/relationships/image" Target="../media/image49.png"/><Relationship Id="rId2" Type="http://schemas.openxmlformats.org/officeDocument/2006/relationships/notesSlide" Target="../notesSlides/notesSlide18.xml"/><Relationship Id="rId16" Type="http://schemas.openxmlformats.org/officeDocument/2006/relationships/image" Target="../media/image33.png"/><Relationship Id="rId1" Type="http://schemas.openxmlformats.org/officeDocument/2006/relationships/slideLayout" Target="../slideLayouts/slideLayout1.xml"/><Relationship Id="rId6" Type="http://schemas.openxmlformats.org/officeDocument/2006/relationships/image" Target="../media/image40.png"/><Relationship Id="rId11" Type="http://schemas.openxmlformats.org/officeDocument/2006/relationships/image" Target="../media/image44.png"/><Relationship Id="rId5" Type="http://schemas.openxmlformats.org/officeDocument/2006/relationships/image" Target="../media/image39.png"/><Relationship Id="rId15" Type="http://schemas.openxmlformats.org/officeDocument/2006/relationships/image" Target="../media/image48.emf"/><Relationship Id="rId10" Type="http://schemas.openxmlformats.org/officeDocument/2006/relationships/image" Target="../media/image43.png"/><Relationship Id="rId4" Type="http://schemas.openxmlformats.org/officeDocument/2006/relationships/image" Target="../media/image38.png"/><Relationship Id="rId9" Type="http://schemas.microsoft.com/office/2007/relationships/hdphoto" Target="../media/hdphoto1.wdp"/><Relationship Id="rId14" Type="http://schemas.openxmlformats.org/officeDocument/2006/relationships/image" Target="../media/image47.wmf"/></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xml"/><Relationship Id="rId1" Type="http://schemas.openxmlformats.org/officeDocument/2006/relationships/tags" Target="../tags/tag12.xml"/><Relationship Id="rId5" Type="http://schemas.openxmlformats.org/officeDocument/2006/relationships/image" Target="../media/image51.png"/><Relationship Id="rId4" Type="http://schemas.openxmlformats.org/officeDocument/2006/relationships/image" Target="../media/image50.png"/></Relationships>
</file>

<file path=ppt/slides/_rels/slide60.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3.xml"/></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8" Type="http://schemas.openxmlformats.org/officeDocument/2006/relationships/image" Target="../media/image61.jpeg"/><Relationship Id="rId3" Type="http://schemas.openxmlformats.org/officeDocument/2006/relationships/tags" Target="../tags/tag17.xml"/><Relationship Id="rId7" Type="http://schemas.openxmlformats.org/officeDocument/2006/relationships/image" Target="../media/image60.jpeg"/><Relationship Id="rId2" Type="http://schemas.openxmlformats.org/officeDocument/2006/relationships/tags" Target="../tags/tag16.xml"/><Relationship Id="rId1" Type="http://schemas.openxmlformats.org/officeDocument/2006/relationships/tags" Target="../tags/tag15.xml"/><Relationship Id="rId6" Type="http://schemas.openxmlformats.org/officeDocument/2006/relationships/image" Target="../media/image59.png"/><Relationship Id="rId5" Type="http://schemas.openxmlformats.org/officeDocument/2006/relationships/image" Target="../media/image58.emf"/><Relationship Id="rId4" Type="http://schemas.openxmlformats.org/officeDocument/2006/relationships/slideLayout" Target="../slideLayouts/slideLayout1.xml"/><Relationship Id="rId9" Type="http://schemas.openxmlformats.org/officeDocument/2006/relationships/image" Target="../media/image62.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8.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xml"/><Relationship Id="rId1" Type="http://schemas.openxmlformats.org/officeDocument/2006/relationships/tags" Target="../tags/tag19.xml"/></Relationships>
</file>

<file path=ppt/slides/_rels/slide89.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xml"/><Relationship Id="rId1" Type="http://schemas.openxmlformats.org/officeDocument/2006/relationships/tags" Target="../tags/tag20.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xml"/><Relationship Id="rId1" Type="http://schemas.openxmlformats.org/officeDocument/2006/relationships/tags" Target="../tags/tag21.xml"/></Relationships>
</file>

<file path=ppt/slides/_rels/slide9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4.xml"/><Relationship Id="rId1" Type="http://schemas.openxmlformats.org/officeDocument/2006/relationships/tags" Target="../tags/tag23.xml"/><Relationship Id="rId4" Type="http://schemas.openxmlformats.org/officeDocument/2006/relationships/notesSlide" Target="../notesSlides/notesSlide2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6.xml"/><Relationship Id="rId1" Type="http://schemas.openxmlformats.org/officeDocument/2006/relationships/tags" Target="../tags/tag25.xml"/></Relationships>
</file>

<file path=ppt/slides/_rels/slide111.xml.rels><?xml version="1.0" encoding="UTF-8" standalone="yes"?>
<Relationships xmlns="http://schemas.openxmlformats.org/package/2006/relationships"><Relationship Id="rId3" Type="http://schemas.openxmlformats.org/officeDocument/2006/relationships/tags" Target="../tags/tag29.xml"/><Relationship Id="rId2" Type="http://schemas.openxmlformats.org/officeDocument/2006/relationships/tags" Target="../tags/tag28.xml"/><Relationship Id="rId1" Type="http://schemas.openxmlformats.org/officeDocument/2006/relationships/tags" Target="../tags/tag27.xml"/><Relationship Id="rId4"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30.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31.xml"/></Relationships>
</file>

<file path=ppt/slides/_rels/slide116.xml.rels><?xml version="1.0" encoding="UTF-8" standalone="yes"?>
<Relationships xmlns="http://schemas.openxmlformats.org/package/2006/relationships"><Relationship Id="rId3" Type="http://schemas.openxmlformats.org/officeDocument/2006/relationships/tags" Target="../tags/tag34.xml"/><Relationship Id="rId2" Type="http://schemas.openxmlformats.org/officeDocument/2006/relationships/tags" Target="../tags/tag33.xml"/><Relationship Id="rId1" Type="http://schemas.openxmlformats.org/officeDocument/2006/relationships/tags" Target="../tags/tag32.xml"/><Relationship Id="rId4"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xml"/><Relationship Id="rId1" Type="http://schemas.openxmlformats.org/officeDocument/2006/relationships/tags" Target="../tags/tag35.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4.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1.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6.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emf"/><Relationship Id="rId1" Type="http://schemas.openxmlformats.org/officeDocument/2006/relationships/slideLayout" Target="../slideLayouts/slideLayout1.xml"/></Relationships>
</file>

<file path=ppt/slides/_rels/slide127.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1.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5.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1.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150.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154.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1.xml"/><Relationship Id="rId1" Type="http://schemas.openxmlformats.org/officeDocument/2006/relationships/tags" Target="../tags/tag36.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8.xml.rels><?xml version="1.0" encoding="UTF-8" standalone="yes"?>
<Relationships xmlns="http://schemas.openxmlformats.org/package/2006/relationships"><Relationship Id="rId3" Type="http://schemas.openxmlformats.org/officeDocument/2006/relationships/image" Target="../media/image68.wmf"/><Relationship Id="rId2" Type="http://schemas.openxmlformats.org/officeDocument/2006/relationships/oleObject" Target="../embeddings/oleObject2.bin"/><Relationship Id="rId1" Type="http://schemas.openxmlformats.org/officeDocument/2006/relationships/slideLayout" Target="../slideLayouts/slideLayout1.xml"/></Relationships>
</file>

<file path=ppt/slides/_rels/slide159.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1.xml"/></Relationships>
</file>

<file path=ppt/slides/_rels/slide160.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1.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2.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1.xml"/></Relationships>
</file>

<file path=ppt/slides/_rels/slide163.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164.xml.rels><?xml version="1.0" encoding="UTF-8" standalone="yes"?>
<Relationships xmlns="http://schemas.openxmlformats.org/package/2006/relationships"><Relationship Id="rId26" Type="http://schemas.openxmlformats.org/officeDocument/2006/relationships/tags" Target="../tags/tag62.xml"/><Relationship Id="rId21" Type="http://schemas.openxmlformats.org/officeDocument/2006/relationships/tags" Target="../tags/tag57.xml"/><Relationship Id="rId34" Type="http://schemas.openxmlformats.org/officeDocument/2006/relationships/tags" Target="../tags/tag70.xml"/><Relationship Id="rId42" Type="http://schemas.openxmlformats.org/officeDocument/2006/relationships/tags" Target="../tags/tag78.xml"/><Relationship Id="rId47" Type="http://schemas.openxmlformats.org/officeDocument/2006/relationships/tags" Target="../tags/tag83.xml"/><Relationship Id="rId50" Type="http://schemas.openxmlformats.org/officeDocument/2006/relationships/tags" Target="../tags/tag86.xml"/><Relationship Id="rId55" Type="http://schemas.openxmlformats.org/officeDocument/2006/relationships/tags" Target="../tags/tag91.xml"/><Relationship Id="rId63" Type="http://schemas.openxmlformats.org/officeDocument/2006/relationships/image" Target="../media/image75.jpeg"/><Relationship Id="rId7" Type="http://schemas.openxmlformats.org/officeDocument/2006/relationships/tags" Target="../tags/tag43.xml"/><Relationship Id="rId2" Type="http://schemas.openxmlformats.org/officeDocument/2006/relationships/tags" Target="../tags/tag38.xml"/><Relationship Id="rId16" Type="http://schemas.openxmlformats.org/officeDocument/2006/relationships/tags" Target="../tags/tag52.xml"/><Relationship Id="rId29" Type="http://schemas.openxmlformats.org/officeDocument/2006/relationships/tags" Target="../tags/tag65.xml"/><Relationship Id="rId11" Type="http://schemas.openxmlformats.org/officeDocument/2006/relationships/tags" Target="../tags/tag47.xml"/><Relationship Id="rId24" Type="http://schemas.openxmlformats.org/officeDocument/2006/relationships/tags" Target="../tags/tag60.xml"/><Relationship Id="rId32" Type="http://schemas.openxmlformats.org/officeDocument/2006/relationships/tags" Target="../tags/tag68.xml"/><Relationship Id="rId37" Type="http://schemas.openxmlformats.org/officeDocument/2006/relationships/tags" Target="../tags/tag73.xml"/><Relationship Id="rId40" Type="http://schemas.openxmlformats.org/officeDocument/2006/relationships/tags" Target="../tags/tag76.xml"/><Relationship Id="rId45" Type="http://schemas.openxmlformats.org/officeDocument/2006/relationships/tags" Target="../tags/tag81.xml"/><Relationship Id="rId53" Type="http://schemas.openxmlformats.org/officeDocument/2006/relationships/tags" Target="../tags/tag89.xml"/><Relationship Id="rId58" Type="http://schemas.openxmlformats.org/officeDocument/2006/relationships/tags" Target="../tags/tag94.xml"/><Relationship Id="rId66" Type="http://schemas.openxmlformats.org/officeDocument/2006/relationships/image" Target="../media/image78.jpeg"/><Relationship Id="rId5" Type="http://schemas.openxmlformats.org/officeDocument/2006/relationships/tags" Target="../tags/tag41.xml"/><Relationship Id="rId61" Type="http://schemas.openxmlformats.org/officeDocument/2006/relationships/image" Target="../media/image73.png"/><Relationship Id="rId19" Type="http://schemas.openxmlformats.org/officeDocument/2006/relationships/tags" Target="../tags/tag55.xml"/><Relationship Id="rId14" Type="http://schemas.openxmlformats.org/officeDocument/2006/relationships/tags" Target="../tags/tag50.xml"/><Relationship Id="rId22" Type="http://schemas.openxmlformats.org/officeDocument/2006/relationships/tags" Target="../tags/tag58.xml"/><Relationship Id="rId27" Type="http://schemas.openxmlformats.org/officeDocument/2006/relationships/tags" Target="../tags/tag63.xml"/><Relationship Id="rId30" Type="http://schemas.openxmlformats.org/officeDocument/2006/relationships/tags" Target="../tags/tag66.xml"/><Relationship Id="rId35" Type="http://schemas.openxmlformats.org/officeDocument/2006/relationships/tags" Target="../tags/tag71.xml"/><Relationship Id="rId43" Type="http://schemas.openxmlformats.org/officeDocument/2006/relationships/tags" Target="../tags/tag79.xml"/><Relationship Id="rId48" Type="http://schemas.openxmlformats.org/officeDocument/2006/relationships/tags" Target="../tags/tag84.xml"/><Relationship Id="rId56" Type="http://schemas.openxmlformats.org/officeDocument/2006/relationships/tags" Target="../tags/tag92.xml"/><Relationship Id="rId64" Type="http://schemas.openxmlformats.org/officeDocument/2006/relationships/image" Target="../media/image76.jpeg"/><Relationship Id="rId8" Type="http://schemas.openxmlformats.org/officeDocument/2006/relationships/tags" Target="../tags/tag44.xml"/><Relationship Id="rId51" Type="http://schemas.openxmlformats.org/officeDocument/2006/relationships/tags" Target="../tags/tag87.xml"/><Relationship Id="rId3" Type="http://schemas.openxmlformats.org/officeDocument/2006/relationships/tags" Target="../tags/tag39.xml"/><Relationship Id="rId12" Type="http://schemas.openxmlformats.org/officeDocument/2006/relationships/tags" Target="../tags/tag48.xml"/><Relationship Id="rId17" Type="http://schemas.openxmlformats.org/officeDocument/2006/relationships/tags" Target="../tags/tag53.xml"/><Relationship Id="rId25" Type="http://schemas.openxmlformats.org/officeDocument/2006/relationships/tags" Target="../tags/tag61.xml"/><Relationship Id="rId33" Type="http://schemas.openxmlformats.org/officeDocument/2006/relationships/tags" Target="../tags/tag69.xml"/><Relationship Id="rId38" Type="http://schemas.openxmlformats.org/officeDocument/2006/relationships/tags" Target="../tags/tag74.xml"/><Relationship Id="rId46" Type="http://schemas.openxmlformats.org/officeDocument/2006/relationships/tags" Target="../tags/tag82.xml"/><Relationship Id="rId59" Type="http://schemas.openxmlformats.org/officeDocument/2006/relationships/slideLayout" Target="../slideLayouts/slideLayout1.xml"/><Relationship Id="rId20" Type="http://schemas.openxmlformats.org/officeDocument/2006/relationships/tags" Target="../tags/tag56.xml"/><Relationship Id="rId41" Type="http://schemas.openxmlformats.org/officeDocument/2006/relationships/tags" Target="../tags/tag77.xml"/><Relationship Id="rId54" Type="http://schemas.openxmlformats.org/officeDocument/2006/relationships/tags" Target="../tags/tag90.xml"/><Relationship Id="rId62" Type="http://schemas.openxmlformats.org/officeDocument/2006/relationships/image" Target="../media/image74.jpeg"/><Relationship Id="rId1" Type="http://schemas.openxmlformats.org/officeDocument/2006/relationships/tags" Target="../tags/tag37.xml"/><Relationship Id="rId6" Type="http://schemas.openxmlformats.org/officeDocument/2006/relationships/tags" Target="../tags/tag42.xml"/><Relationship Id="rId15" Type="http://schemas.openxmlformats.org/officeDocument/2006/relationships/tags" Target="../tags/tag51.xml"/><Relationship Id="rId23" Type="http://schemas.openxmlformats.org/officeDocument/2006/relationships/tags" Target="../tags/tag59.xml"/><Relationship Id="rId28" Type="http://schemas.openxmlformats.org/officeDocument/2006/relationships/tags" Target="../tags/tag64.xml"/><Relationship Id="rId36" Type="http://schemas.openxmlformats.org/officeDocument/2006/relationships/tags" Target="../tags/tag72.xml"/><Relationship Id="rId49" Type="http://schemas.openxmlformats.org/officeDocument/2006/relationships/tags" Target="../tags/tag85.xml"/><Relationship Id="rId57" Type="http://schemas.openxmlformats.org/officeDocument/2006/relationships/tags" Target="../tags/tag93.xml"/><Relationship Id="rId10" Type="http://schemas.openxmlformats.org/officeDocument/2006/relationships/tags" Target="../tags/tag46.xml"/><Relationship Id="rId31" Type="http://schemas.openxmlformats.org/officeDocument/2006/relationships/tags" Target="../tags/tag67.xml"/><Relationship Id="rId44" Type="http://schemas.openxmlformats.org/officeDocument/2006/relationships/tags" Target="../tags/tag80.xml"/><Relationship Id="rId52" Type="http://schemas.openxmlformats.org/officeDocument/2006/relationships/tags" Target="../tags/tag88.xml"/><Relationship Id="rId60" Type="http://schemas.openxmlformats.org/officeDocument/2006/relationships/image" Target="../media/image72.png"/><Relationship Id="rId65" Type="http://schemas.openxmlformats.org/officeDocument/2006/relationships/image" Target="../media/image77.jpeg"/><Relationship Id="rId4" Type="http://schemas.openxmlformats.org/officeDocument/2006/relationships/tags" Target="../tags/tag40.xml"/><Relationship Id="rId9" Type="http://schemas.openxmlformats.org/officeDocument/2006/relationships/tags" Target="../tags/tag45.xml"/><Relationship Id="rId13" Type="http://schemas.openxmlformats.org/officeDocument/2006/relationships/tags" Target="../tags/tag49.xml"/><Relationship Id="rId18" Type="http://schemas.openxmlformats.org/officeDocument/2006/relationships/tags" Target="../tags/tag54.xml"/><Relationship Id="rId39" Type="http://schemas.openxmlformats.org/officeDocument/2006/relationships/tags" Target="../tags/tag75.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ext Box 3"/>
          <p:cNvSpPr txBox="1">
            <a:spLocks noChangeArrowheads="1"/>
          </p:cNvSpPr>
          <p:nvPr/>
        </p:nvSpPr>
        <p:spPr bwMode="auto">
          <a:xfrm>
            <a:off x="0" y="2276874"/>
            <a:ext cx="9144000"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nSpc>
                <a:spcPct val="150000"/>
              </a:lnSpc>
            </a:pPr>
            <a:r>
              <a:rPr kumimoji="0" lang="en-US" altLang="ja-JP" sz="2800" dirty="0">
                <a:latin typeface="Meiryo UI" pitchFamily="50" charset="-128"/>
                <a:ea typeface="Meiryo UI" pitchFamily="50" charset="-128"/>
                <a:cs typeface="Meiryo UI" pitchFamily="50" charset="-128"/>
              </a:rPr>
              <a:t>6WZX</a:t>
            </a:r>
          </a:p>
          <a:p>
            <a:pPr>
              <a:lnSpc>
                <a:spcPct val="150000"/>
              </a:lnSpc>
            </a:pPr>
            <a:r>
              <a:rPr kumimoji="0" lang="en-US" altLang="ja-JP" sz="3200" b="1" dirty="0">
                <a:latin typeface="Meiryo UI" pitchFamily="50" charset="-128"/>
                <a:ea typeface="Meiryo UI" pitchFamily="50" charset="-128"/>
                <a:cs typeface="Meiryo UI" pitchFamily="50" charset="-128"/>
              </a:rPr>
              <a:t>Development Requirement Document</a:t>
            </a:r>
          </a:p>
          <a:p>
            <a:pPr>
              <a:lnSpc>
                <a:spcPct val="150000"/>
              </a:lnSpc>
            </a:pPr>
            <a:r>
              <a:rPr kumimoji="0" lang="en-US" altLang="ja-JP" dirty="0">
                <a:latin typeface="Meiryo UI" pitchFamily="50" charset="-128"/>
                <a:ea typeface="Meiryo UI" pitchFamily="50" charset="-128"/>
                <a:cs typeface="Meiryo UI" pitchFamily="50" charset="-128"/>
              </a:rPr>
              <a:t>for Outsourcing Kick Off Meeting</a:t>
            </a:r>
          </a:p>
        </p:txBody>
      </p:sp>
      <p:graphicFrame>
        <p:nvGraphicFramePr>
          <p:cNvPr id="6" name="Group 147"/>
          <p:cNvGraphicFramePr>
            <a:graphicFrameLocks noGrp="1"/>
          </p:cNvGraphicFramePr>
          <p:nvPr>
            <p:extLst>
              <p:ext uri="{D42A27DB-BD31-4B8C-83A1-F6EECF244321}">
                <p14:modId xmlns:p14="http://schemas.microsoft.com/office/powerpoint/2010/main" val="1086768911"/>
              </p:ext>
            </p:extLst>
          </p:nvPr>
        </p:nvGraphicFramePr>
        <p:xfrm>
          <a:off x="4754310" y="980852"/>
          <a:ext cx="4248473" cy="656736"/>
        </p:xfrm>
        <a:graphic>
          <a:graphicData uri="http://schemas.openxmlformats.org/drawingml/2006/table">
            <a:tbl>
              <a:tblPr/>
              <a:tblGrid>
                <a:gridCol w="1584176">
                  <a:extLst>
                    <a:ext uri="{9D8B030D-6E8A-4147-A177-3AD203B41FA5}">
                      <a16:colId xmlns:a16="http://schemas.microsoft.com/office/drawing/2014/main" val="20000"/>
                    </a:ext>
                  </a:extLst>
                </a:gridCol>
                <a:gridCol w="1454368">
                  <a:extLst>
                    <a:ext uri="{9D8B030D-6E8A-4147-A177-3AD203B41FA5}">
                      <a16:colId xmlns:a16="http://schemas.microsoft.com/office/drawing/2014/main" val="20001"/>
                    </a:ext>
                  </a:extLst>
                </a:gridCol>
                <a:gridCol w="1209929">
                  <a:extLst>
                    <a:ext uri="{9D8B030D-6E8A-4147-A177-3AD203B41FA5}">
                      <a16:colId xmlns:a16="http://schemas.microsoft.com/office/drawing/2014/main" val="20002"/>
                    </a:ext>
                  </a:extLst>
                </a:gridCol>
              </a:tblGrid>
              <a:tr h="144887">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ja-JP" altLang="en-US" sz="12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endParaRPr>
                    </a:p>
                  </a:txBody>
                  <a:tcPr marL="90000" marR="90000" marT="18016" marB="180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2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Honda</a:t>
                      </a:r>
                    </a:p>
                  </a:txBody>
                  <a:tcPr marL="90000" marR="90000" marT="18016" marB="180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2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rPr>
                        <a:t>Bosch</a:t>
                      </a:r>
                    </a:p>
                  </a:txBody>
                  <a:tcPr marL="90000" marR="90000" marT="18016" marB="180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44887">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2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Agreement day</a:t>
                      </a:r>
                      <a:endParaRPr kumimoji="1" lang="ja-JP" altLang="en-US" sz="12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endParaRPr>
                    </a:p>
                  </a:txBody>
                  <a:tcPr marL="90000" marR="90000" marT="18016" marB="180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en-US" altLang="ja-JP" sz="12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endParaRPr>
                    </a:p>
                  </a:txBody>
                  <a:tcPr marL="90000" marR="90000" marT="18016" marB="180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en-US" altLang="ja-JP" sz="12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endParaRPr>
                    </a:p>
                  </a:txBody>
                  <a:tcPr marL="90000" marR="90000" marT="18016" marB="180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44887">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2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Name of Approval</a:t>
                      </a:r>
                      <a:endParaRPr kumimoji="1" lang="ja-JP" altLang="en-US" sz="12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endParaRPr>
                    </a:p>
                  </a:txBody>
                  <a:tcPr marL="90000" marR="90000" marT="18016" marB="180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en-US" altLang="ja-JP" sz="12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endParaRPr>
                    </a:p>
                  </a:txBody>
                  <a:tcPr marL="90000" marR="90000" marT="18016" marB="180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en-US" altLang="ja-JP" sz="12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endParaRPr>
                    </a:p>
                  </a:txBody>
                  <a:tcPr marL="90000" marR="90000" marT="18016" marB="180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8" name="Text Box 4"/>
          <p:cNvSpPr txBox="1">
            <a:spLocks noChangeArrowheads="1"/>
          </p:cNvSpPr>
          <p:nvPr/>
        </p:nvSpPr>
        <p:spPr bwMode="auto">
          <a:xfrm>
            <a:off x="6557555" y="569888"/>
            <a:ext cx="254425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r" eaLnBrk="1" hangingPunct="1">
              <a:spcBef>
                <a:spcPct val="50000"/>
              </a:spcBef>
            </a:pPr>
            <a:r>
              <a:rPr lang="en-US" altLang="ja-JP" sz="2000">
                <a:latin typeface="Meiryo UI" panose="020B0604030504040204" pitchFamily="50" charset="-128"/>
                <a:ea typeface="Meiryo UI" panose="020B0604030504040204" pitchFamily="50" charset="-128"/>
                <a:cs typeface="Arial" pitchFamily="34" charset="0"/>
              </a:rPr>
              <a:t>20XX.XX.XX</a:t>
            </a:r>
          </a:p>
        </p:txBody>
      </p:sp>
      <p:graphicFrame>
        <p:nvGraphicFramePr>
          <p:cNvPr id="7" name="Group 147"/>
          <p:cNvGraphicFramePr>
            <a:graphicFrameLocks noGrp="1"/>
          </p:cNvGraphicFramePr>
          <p:nvPr>
            <p:extLst>
              <p:ext uri="{D42A27DB-BD31-4B8C-83A1-F6EECF244321}">
                <p14:modId xmlns:p14="http://schemas.microsoft.com/office/powerpoint/2010/main" val="2258498880"/>
              </p:ext>
            </p:extLst>
          </p:nvPr>
        </p:nvGraphicFramePr>
        <p:xfrm>
          <a:off x="2455333" y="5439389"/>
          <a:ext cx="6647858" cy="1319024"/>
        </p:xfrm>
        <a:graphic>
          <a:graphicData uri="http://schemas.openxmlformats.org/drawingml/2006/table">
            <a:tbl>
              <a:tblPr/>
              <a:tblGrid>
                <a:gridCol w="388601">
                  <a:extLst>
                    <a:ext uri="{9D8B030D-6E8A-4147-A177-3AD203B41FA5}">
                      <a16:colId xmlns:a16="http://schemas.microsoft.com/office/drawing/2014/main" val="20000"/>
                    </a:ext>
                  </a:extLst>
                </a:gridCol>
                <a:gridCol w="3633155">
                  <a:extLst>
                    <a:ext uri="{9D8B030D-6E8A-4147-A177-3AD203B41FA5}">
                      <a16:colId xmlns:a16="http://schemas.microsoft.com/office/drawing/2014/main" val="20001"/>
                    </a:ext>
                  </a:extLst>
                </a:gridCol>
                <a:gridCol w="1165590">
                  <a:extLst>
                    <a:ext uri="{9D8B030D-6E8A-4147-A177-3AD203B41FA5}">
                      <a16:colId xmlns:a16="http://schemas.microsoft.com/office/drawing/2014/main" val="20002"/>
                    </a:ext>
                  </a:extLst>
                </a:gridCol>
                <a:gridCol w="1460512">
                  <a:extLst>
                    <a:ext uri="{9D8B030D-6E8A-4147-A177-3AD203B41FA5}">
                      <a16:colId xmlns:a16="http://schemas.microsoft.com/office/drawing/2014/main" val="20003"/>
                    </a:ext>
                  </a:extLst>
                </a:gridCol>
              </a:tblGrid>
              <a:tr h="144887">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rPr>
                        <a:t>05</a:t>
                      </a:r>
                    </a:p>
                  </a:txBody>
                  <a:tcPr marL="90000" marR="90000" marT="18016" marB="18016"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ja-JP" sz="1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rPr>
                        <a:t>Front grill &amp; EPB add and development schedule update</a:t>
                      </a:r>
                      <a:endParaRPr kumimoji="1" lang="ja-JP" altLang="en-US" sz="1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endParaRPr>
                    </a:p>
                  </a:txBody>
                  <a:tcPr marL="90000" marR="90000" marT="18016" marB="180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1" lang="en-US" altLang="ja-JP" sz="1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rPr>
                        <a:t>‘25 20 Oct</a:t>
                      </a:r>
                    </a:p>
                  </a:txBody>
                  <a:tcPr marL="90000" marR="90000" marT="18016" marB="180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1" lang="en-US" altLang="ja-JP" sz="1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rPr>
                        <a:t>HRAP Um</a:t>
                      </a:r>
                    </a:p>
                  </a:txBody>
                  <a:tcPr marL="90000" marR="90000" marT="18016" marB="180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363304857"/>
                  </a:ext>
                </a:extLst>
              </a:tr>
              <a:tr h="144887">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rPr>
                        <a:t>04</a:t>
                      </a:r>
                    </a:p>
                  </a:txBody>
                  <a:tcPr marL="90000" marR="90000" marT="18016" marB="18016"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ja-JP" sz="1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rPr>
                        <a:t>Revise HCHO 8 -&gt; 10 &amp; 2A table value</a:t>
                      </a:r>
                      <a:endParaRPr kumimoji="1" lang="ja-JP" altLang="en-US" sz="1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endParaRPr>
                    </a:p>
                  </a:txBody>
                  <a:tcPr marL="90000" marR="90000" marT="18016" marB="180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1" lang="en-US" altLang="ja-JP" sz="1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rPr>
                        <a:t>‘25 2 May</a:t>
                      </a:r>
                    </a:p>
                  </a:txBody>
                  <a:tcPr marL="90000" marR="90000" marT="18016" marB="180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rPr>
                        <a:t>HRAP Um</a:t>
                      </a:r>
                    </a:p>
                  </a:txBody>
                  <a:tcPr marL="90000" marR="90000" marT="18016" marB="180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44887">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rPr>
                        <a:t>03</a:t>
                      </a:r>
                    </a:p>
                  </a:txBody>
                  <a:tcPr marL="90000" marR="90000" marT="18016" marB="18016"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1" lang="en-US" altLang="ja-JP" sz="1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rPr>
                        <a:t>Revise EM standard &amp; MIR factor 2B -&gt; 2A</a:t>
                      </a:r>
                    </a:p>
                  </a:txBody>
                  <a:tcPr marL="90000" marR="90000" marT="18016" marB="180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1" lang="en-US" altLang="ja-JP" sz="1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rPr>
                        <a:t>‘25 11 Apr</a:t>
                      </a:r>
                    </a:p>
                  </a:txBody>
                  <a:tcPr marL="90000" marR="90000" marT="18016" marB="180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1" lang="en-US" altLang="ja-JP" sz="1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rPr>
                        <a:t>HRAP Um</a:t>
                      </a:r>
                    </a:p>
                  </a:txBody>
                  <a:tcPr marL="90000" marR="90000" marT="18016" marB="180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44887">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rPr>
                        <a:t>02</a:t>
                      </a:r>
                    </a:p>
                  </a:txBody>
                  <a:tcPr marL="90000" marR="90000" marT="18016" marB="18016"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1" lang="en-US" altLang="ja-JP" sz="1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rPr>
                        <a:t>Revise Model code &amp; 0x Dan0 Test car number</a:t>
                      </a:r>
                    </a:p>
                  </a:txBody>
                  <a:tcPr marL="90000" marR="90000" marT="18016" marB="180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rPr>
                        <a:t>‘25 25 Mar</a:t>
                      </a:r>
                    </a:p>
                  </a:txBody>
                  <a:tcPr marL="90000" marR="90000" marT="18016" marB="180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1" lang="en-US" altLang="ja-JP" sz="1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rPr>
                        <a:t>HRAP Okubo</a:t>
                      </a:r>
                    </a:p>
                  </a:txBody>
                  <a:tcPr marL="90000" marR="90000" marT="18016" marB="180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44887">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rPr>
                        <a:t>01</a:t>
                      </a:r>
                    </a:p>
                  </a:txBody>
                  <a:tcPr marL="90000" marR="90000" marT="18016" marB="18016"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ja-JP" sz="1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rPr>
                        <a:t>Revise MIR Factor 2A -&gt; 2B   P.42</a:t>
                      </a:r>
                    </a:p>
                  </a:txBody>
                  <a:tcPr marL="90000" marR="90000" marT="18016" marB="180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rPr>
                        <a:t>‘25 14 Feb</a:t>
                      </a:r>
                    </a:p>
                  </a:txBody>
                  <a:tcPr marL="90000" marR="90000" marT="18016" marB="180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1" lang="en-US" altLang="ja-JP" sz="1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rPr>
                        <a:t>HRAP Okubo</a:t>
                      </a:r>
                    </a:p>
                  </a:txBody>
                  <a:tcPr marL="90000" marR="90000" marT="18016" marB="180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44887">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00</a:t>
                      </a:r>
                    </a:p>
                  </a:txBody>
                  <a:tcPr marL="90000" marR="90000" marT="18016" marB="18016"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ja-JP" sz="1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rPr>
                        <a:t>Pre Kick off</a:t>
                      </a:r>
                    </a:p>
                  </a:txBody>
                  <a:tcPr marL="90000" marR="90000" marT="18016" marB="180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rPr>
                        <a:t>‘25 6 Feb</a:t>
                      </a:r>
                    </a:p>
                  </a:txBody>
                  <a:tcPr marL="90000" marR="90000" marT="18016" marB="180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rPr>
                        <a:t>HRAP Okubo</a:t>
                      </a:r>
                    </a:p>
                  </a:txBody>
                  <a:tcPr marL="90000" marR="90000" marT="18016" marB="180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44887">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No.</a:t>
                      </a:r>
                    </a:p>
                  </a:txBody>
                  <a:tcPr marL="90000" marR="90000" marT="18016" marB="18016"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ja-JP" sz="1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rPr>
                        <a:t>REVISION RECORD</a:t>
                      </a:r>
                    </a:p>
                  </a:txBody>
                  <a:tcPr marL="36000" marR="3600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rPr>
                        <a:t>DATE</a:t>
                      </a:r>
                    </a:p>
                  </a:txBody>
                  <a:tcPr marL="36000" marR="3600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rPr>
                        <a:t>Organizer</a:t>
                      </a:r>
                    </a:p>
                  </a:txBody>
                  <a:tcPr marL="36000" marR="3600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4697346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ext Box 2"/>
          <p:cNvSpPr txBox="1">
            <a:spLocks noChangeArrowheads="1"/>
          </p:cNvSpPr>
          <p:nvPr/>
        </p:nvSpPr>
        <p:spPr bwMode="auto">
          <a:xfrm>
            <a:off x="5017111" y="571728"/>
            <a:ext cx="4126889" cy="61247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キックオフミーティングの目的</a:t>
            </a:r>
            <a:endPar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委託開発適用範囲</a:t>
            </a:r>
            <a:endPar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委託元と</a:t>
            </a:r>
            <a:r>
              <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Bosch</a:t>
            </a:r>
            <a:endParaRPr kumimoji="1" lang="ja-JP" altLang="en-US"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基本コンセプト</a:t>
            </a:r>
            <a:r>
              <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a:t>
            </a:r>
            <a:r>
              <a:rPr kumimoji="1" lang="ja-JP" altLang="en-US"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成果物</a:t>
            </a:r>
            <a:endPar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委託業務役割責任 （</a:t>
            </a:r>
            <a:r>
              <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RASIC</a:t>
            </a:r>
            <a:r>
              <a:rPr kumimoji="1" lang="ja-JP" altLang="en-US"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要約）</a:t>
            </a: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前提条件</a:t>
            </a:r>
            <a:endPar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判断（評価判断、委託完了判断・対価の判断）</a:t>
            </a:r>
            <a:r>
              <a:rPr lang="ja-JP" altLang="en-US" sz="1400" dirty="0">
                <a:latin typeface="Meiryo UI" panose="020B0604030504040204" pitchFamily="50" charset="-128"/>
                <a:ea typeface="Meiryo UI" panose="020B0604030504040204" pitchFamily="50" charset="-128"/>
                <a:cs typeface="Arial" pitchFamily="34" charset="0"/>
              </a:rPr>
              <a:t>およびタイミング</a:t>
            </a:r>
            <a:br>
              <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br>
            <a:r>
              <a:rPr kumimoji="1" lang="ja-JP" altLang="en-US"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支払い基準</a:t>
            </a:r>
            <a:r>
              <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a:t>
            </a:r>
            <a:r>
              <a:rPr kumimoji="1" lang="ja-JP" altLang="en-US"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開発費定義　　　　　　　　　　　　　　　　　　　　　　　　　　　　　　　　　　　　　　　　　　　　　　</a:t>
            </a:r>
            <a:endPar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endPar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プロジェクトマネージメント</a:t>
            </a:r>
            <a:endPar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ENG</a:t>
            </a:r>
            <a:r>
              <a:rPr kumimoji="1" lang="ja-JP" altLang="en-US"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概要・基本諸元説明</a:t>
            </a:r>
            <a:endPar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適用法規概要</a:t>
            </a:r>
            <a:endPar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Engine</a:t>
            </a:r>
            <a:r>
              <a:rPr kumimoji="1" lang="ja-JP" altLang="en-US"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Management</a:t>
            </a:r>
            <a:r>
              <a:rPr kumimoji="1" lang="ja-JP" altLang="en-US"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System</a:t>
            </a:r>
            <a:r>
              <a:rPr kumimoji="1" lang="ja-JP" altLang="en-US"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 概要</a:t>
            </a:r>
            <a:endPar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構成部品（</a:t>
            </a:r>
            <a:r>
              <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Bosch</a:t>
            </a:r>
            <a:r>
              <a:rPr kumimoji="1" lang="ja-JP" altLang="en-US"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部品）</a:t>
            </a:r>
            <a:endPar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endParaRPr>
          </a:p>
          <a:p>
            <a:pPr marL="342900" indent="-342900" algn="l" eaLnBrk="1" hangingPunct="1">
              <a:spcBef>
                <a:spcPts val="0"/>
              </a:spcBef>
              <a:buFont typeface="+mj-lt"/>
              <a:buAutoNum type="arabicPeriod"/>
              <a:defRPr/>
            </a:pPr>
            <a:r>
              <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ENG</a:t>
            </a:r>
            <a:r>
              <a:rPr kumimoji="1" lang="ja-JP" altLang="en-US"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仕様差</a:t>
            </a:r>
            <a:br>
              <a:rPr lang="en-US" altLang="ja-JP" sz="1400" dirty="0">
                <a:latin typeface="Meiryo UI" panose="020B0604030504040204" pitchFamily="50" charset="-128"/>
                <a:ea typeface="Meiryo UI" panose="020B0604030504040204" pitchFamily="50" charset="-128"/>
                <a:cs typeface="Arial" pitchFamily="34" charset="0"/>
              </a:rPr>
            </a:br>
            <a:r>
              <a:rPr lang="ja-JP" altLang="en-US" sz="1400" dirty="0">
                <a:latin typeface="Meiryo UI" panose="020B0604030504040204" pitchFamily="50" charset="-128"/>
                <a:ea typeface="Meiryo UI" panose="020B0604030504040204" pitchFamily="50" charset="-128"/>
                <a:cs typeface="Arial" pitchFamily="34" charset="0"/>
              </a:rPr>
              <a:t>・プロジェクト情報</a:t>
            </a:r>
            <a:r>
              <a:rPr lang="en-US" altLang="ja-JP" sz="1400" dirty="0">
                <a:latin typeface="Meiryo UI" panose="020B0604030504040204" pitchFamily="50" charset="-128"/>
                <a:ea typeface="Meiryo UI" panose="020B0604030504040204" pitchFamily="50" charset="-128"/>
                <a:cs typeface="Arial" pitchFamily="34" charset="0"/>
              </a:rPr>
              <a:t>/</a:t>
            </a:r>
            <a:r>
              <a:rPr lang="ja-JP" altLang="en-US" sz="1400" dirty="0">
                <a:latin typeface="Meiryo UI" panose="020B0604030504040204" pitchFamily="50" charset="-128"/>
                <a:ea typeface="Meiryo UI" panose="020B0604030504040204" pitchFamily="50" charset="-128"/>
                <a:cs typeface="Arial" pitchFamily="34" charset="0"/>
              </a:rPr>
              <a:t>関連部品</a:t>
            </a:r>
            <a:r>
              <a:rPr lang="en-US" altLang="ja-JP" sz="1400" dirty="0">
                <a:latin typeface="Meiryo UI" panose="020B0604030504040204" pitchFamily="50" charset="-128"/>
                <a:ea typeface="Meiryo UI" panose="020B0604030504040204" pitchFamily="50" charset="-128"/>
                <a:cs typeface="Arial" pitchFamily="34" charset="0"/>
              </a:rPr>
              <a:t>Spec</a:t>
            </a:r>
            <a:r>
              <a:rPr lang="ja-JP" altLang="en-US" sz="1400" dirty="0">
                <a:latin typeface="Meiryo UI" panose="020B0604030504040204" pitchFamily="50" charset="-128"/>
                <a:ea typeface="Meiryo UI" panose="020B0604030504040204" pitchFamily="50" charset="-128"/>
                <a:cs typeface="Arial" pitchFamily="34" charset="0"/>
              </a:rPr>
              <a:t>説明</a:t>
            </a:r>
            <a:endPar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車載機能・装備説明</a:t>
            </a:r>
            <a:endPar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信頼性保証要件</a:t>
            </a:r>
            <a:endPar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要求＆ＣＲ</a:t>
            </a:r>
            <a:endPar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成果物検証・品質検証</a:t>
            </a:r>
            <a:endPar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lang="en-US" altLang="ja-JP" sz="1400" dirty="0">
                <a:latin typeface="Meiryo UI" panose="020B0604030504040204" pitchFamily="50" charset="-128"/>
                <a:ea typeface="Meiryo UI" panose="020B0604030504040204" pitchFamily="50" charset="-128"/>
                <a:cs typeface="Arial" pitchFamily="34" charset="0"/>
              </a:rPr>
              <a:t>EMS</a:t>
            </a:r>
            <a:r>
              <a:rPr lang="ja-JP" altLang="en-US" sz="1400" dirty="0">
                <a:latin typeface="Meiryo UI" panose="020B0604030504040204" pitchFamily="50" charset="-128"/>
                <a:ea typeface="Meiryo UI" panose="020B0604030504040204" pitchFamily="50" charset="-128"/>
                <a:cs typeface="Arial" pitchFamily="34" charset="0"/>
              </a:rPr>
              <a:t>シート</a:t>
            </a:r>
            <a:endParaRPr lang="en-US" altLang="ja-JP" sz="1400" noProof="0" dirty="0">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lang="ja-JP" altLang="en-US" sz="1400" noProof="0" dirty="0">
                <a:latin typeface="Meiryo UI" panose="020B0604030504040204" pitchFamily="50" charset="-128"/>
                <a:ea typeface="Meiryo UI" panose="020B0604030504040204" pitchFamily="50" charset="-128"/>
                <a:cs typeface="Arial" pitchFamily="34" charset="0"/>
              </a:rPr>
              <a:t>エキスパート</a:t>
            </a:r>
            <a:r>
              <a:rPr lang="en-US" altLang="ja-JP" sz="1400" noProof="0" dirty="0">
                <a:latin typeface="Meiryo UI" panose="020B0604030504040204" pitchFamily="50" charset="-128"/>
                <a:ea typeface="Meiryo UI" panose="020B0604030504040204" pitchFamily="50" charset="-128"/>
                <a:cs typeface="Arial" pitchFamily="34" charset="0"/>
              </a:rPr>
              <a:t>MTG</a:t>
            </a:r>
            <a:r>
              <a:rPr lang="ja-JP" altLang="en-US" sz="1400" noProof="0" dirty="0">
                <a:latin typeface="Meiryo UI" panose="020B0604030504040204" pitchFamily="50" charset="-128"/>
                <a:ea typeface="Meiryo UI" panose="020B0604030504040204" pitchFamily="50" charset="-128"/>
                <a:cs typeface="Arial" pitchFamily="34" charset="0"/>
              </a:rPr>
              <a:t>について</a:t>
            </a:r>
            <a:endPar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サポート業務</a:t>
            </a: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その他の開発ガイドライン</a:t>
            </a:r>
            <a:endPar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開発日程</a:t>
            </a:r>
            <a:endPar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開発体制表</a:t>
            </a:r>
            <a:endPar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endParaRPr>
          </a:p>
        </p:txBody>
      </p:sp>
      <p:sp>
        <p:nvSpPr>
          <p:cNvPr id="6" name="Text Box 2"/>
          <p:cNvSpPr txBox="1">
            <a:spLocks noChangeArrowheads="1"/>
          </p:cNvSpPr>
          <p:nvPr/>
        </p:nvSpPr>
        <p:spPr bwMode="auto">
          <a:xfrm>
            <a:off x="133262" y="44450"/>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20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Contents</a:t>
            </a:r>
            <a:r>
              <a:rPr kumimoji="1" lang="ja-JP" altLang="en-US" sz="20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　（目次）</a:t>
            </a:r>
            <a:endParaRPr kumimoji="1" lang="en-US" altLang="ja-JP" sz="1100" b="0" i="0" u="none" strike="noStrike" kern="1200" cap="none" spc="0" normalizeH="0" baseline="0" noProof="0">
              <a:ln>
                <a:noFill/>
              </a:ln>
              <a:solidFill>
                <a:srgbClr val="FFFFFF"/>
              </a:solidFill>
              <a:effectLst/>
              <a:uLnTx/>
              <a:uFillTx/>
              <a:latin typeface="HGPｺﾞｼｯｸE" pitchFamily="50" charset="-128"/>
              <a:ea typeface="HGPｺﾞｼｯｸE" pitchFamily="50" charset="-128"/>
              <a:cs typeface="Arial" pitchFamily="34" charset="0"/>
            </a:endParaRPr>
          </a:p>
        </p:txBody>
      </p:sp>
      <p:sp>
        <p:nvSpPr>
          <p:cNvPr id="7" name="Text Box 2"/>
          <p:cNvSpPr txBox="1">
            <a:spLocks noChangeArrowheads="1"/>
          </p:cNvSpPr>
          <p:nvPr/>
        </p:nvSpPr>
        <p:spPr bwMode="auto">
          <a:xfrm>
            <a:off x="106623" y="571728"/>
            <a:ext cx="4910488" cy="5909310"/>
          </a:xfrm>
          <a:prstGeom prst="rect">
            <a:avLst/>
          </a:prstGeom>
          <a:noFill/>
          <a:ln>
            <a:noFill/>
          </a:ln>
          <a:effec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Purpose of</a:t>
            </a:r>
            <a:r>
              <a:rPr kumimoji="1" lang="ja-JP" altLang="en-US"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K</a:t>
            </a:r>
            <a:r>
              <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ick-off Meeting</a:t>
            </a:r>
            <a:endParaRPr kumimoji="1" lang="ja-JP" altLang="en-US"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Scope of Development Work</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err="1">
                <a:ln>
                  <a:noFill/>
                </a:ln>
                <a:effectLst/>
                <a:uLnTx/>
                <a:uFillTx/>
                <a:latin typeface="Meiryo UI" panose="020B0604030504040204" pitchFamily="50" charset="-128"/>
                <a:ea typeface="Meiryo UI" panose="020B0604030504040204" pitchFamily="50" charset="-128"/>
                <a:cs typeface="Arial" pitchFamily="34" charset="0"/>
              </a:rPr>
              <a:t>Entrustor</a:t>
            </a:r>
            <a:r>
              <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 and </a:t>
            </a:r>
            <a:r>
              <a:rPr kumimoji="1" lang="en-US" altLang="ja-JP" sz="1400" b="0" i="0" u="none" strike="noStrike" kern="1200" cap="none" spc="0" normalizeH="0" baseline="0" noProof="0" dirty="0" err="1">
                <a:ln>
                  <a:noFill/>
                </a:ln>
                <a:effectLst/>
                <a:uLnTx/>
                <a:uFillTx/>
                <a:latin typeface="Meiryo UI" panose="020B0604030504040204" pitchFamily="50" charset="-128"/>
                <a:ea typeface="Meiryo UI" panose="020B0604030504040204" pitchFamily="50" charset="-128"/>
                <a:cs typeface="Arial" pitchFamily="34" charset="0"/>
              </a:rPr>
              <a:t>Entrustee</a:t>
            </a:r>
            <a:endParaRPr kumimoji="1" lang="ja-JP" altLang="en-US"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Basic Concept / Deliverables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Role</a:t>
            </a:r>
            <a:r>
              <a:rPr kumimoji="1" lang="ja-JP" altLang="en-US"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&amp;</a:t>
            </a:r>
            <a:r>
              <a:rPr kumimoji="1" lang="ja-JP" altLang="en-US"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Responsibility (Samples of RASIC)</a:t>
            </a:r>
            <a:endParaRPr kumimoji="1" lang="ja-JP" altLang="en-US"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Preconditions</a:t>
            </a:r>
          </a:p>
          <a:p>
            <a:pPr marL="450850" marR="0" lvl="0" indent="-45085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Judgments (on Evaluation, Completion of Development Work Entrusted by Honda and  Payment Amount) and Timings</a:t>
            </a:r>
            <a:br>
              <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br>
            <a:r>
              <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Payment Criteria / Definition of Development Fee </a:t>
            </a:r>
          </a:p>
          <a:p>
            <a:pPr marL="450850" marR="0" lvl="0" indent="-45085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Project Management </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Engine Overview</a:t>
            </a:r>
            <a:r>
              <a:rPr kumimoji="1" lang="ja-JP" altLang="en-US"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and</a:t>
            </a:r>
            <a:r>
              <a:rPr kumimoji="1" lang="ja-JP" altLang="en-US"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Basic Specification </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Applicable Regulations Overview</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Engine</a:t>
            </a:r>
            <a:r>
              <a:rPr kumimoji="1" lang="ja-JP" altLang="en-US"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Management</a:t>
            </a:r>
            <a:r>
              <a:rPr kumimoji="1" lang="ja-JP" altLang="en-US"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System Overview</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EMS Components</a:t>
            </a:r>
            <a:r>
              <a:rPr kumimoji="1" lang="ja-JP" altLang="en-US"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(Bosch components)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Engine S</a:t>
            </a:r>
            <a:r>
              <a:rPr lang="en-US" altLang="ja-JP" sz="1400" dirty="0">
                <a:latin typeface="Meiryo UI" panose="020B0604030504040204" pitchFamily="50" charset="-128"/>
                <a:ea typeface="Meiryo UI" panose="020B0604030504040204" pitchFamily="50" charset="-128"/>
                <a:cs typeface="Arial" pitchFamily="34" charset="0"/>
              </a:rPr>
              <a:t>pec Comparison from Base Model</a:t>
            </a:r>
            <a:br>
              <a:rPr lang="en-US" altLang="ja-JP" sz="1400" dirty="0">
                <a:latin typeface="Meiryo UI" panose="020B0604030504040204" pitchFamily="50" charset="-128"/>
                <a:ea typeface="Meiryo UI" panose="020B0604030504040204" pitchFamily="50" charset="-128"/>
                <a:cs typeface="Arial" pitchFamily="34" charset="0"/>
              </a:rPr>
            </a:br>
            <a:r>
              <a:rPr lang="en-US" altLang="ja-JP" sz="1400" dirty="0">
                <a:latin typeface="Meiryo UI" panose="020B0604030504040204" pitchFamily="50" charset="-128"/>
                <a:ea typeface="Meiryo UI" panose="020B0604030504040204" pitchFamily="50" charset="-128"/>
                <a:cs typeface="Arial" pitchFamily="34" charset="0"/>
              </a:rPr>
              <a:t>Project information / Non-Bosch</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Components</a:t>
            </a:r>
            <a:endPar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In-Vehicle</a:t>
            </a:r>
            <a:r>
              <a:rPr kumimoji="1" lang="ja-JP" altLang="en-US"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Functions</a:t>
            </a:r>
            <a:r>
              <a:rPr kumimoji="1" lang="ja-JP" altLang="en-US"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Relating</a:t>
            </a:r>
            <a:r>
              <a:rPr kumimoji="1" lang="ja-JP" altLang="en-US"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ECU </a:t>
            </a:r>
            <a:r>
              <a:rPr lang="en-US" altLang="ja-JP" sz="1400" dirty="0">
                <a:latin typeface="Meiryo UI" panose="020B0604030504040204" pitchFamily="50" charset="-128"/>
                <a:ea typeface="Meiryo UI" panose="020B0604030504040204" pitchFamily="50" charset="-128"/>
                <a:cs typeface="Arial" pitchFamily="34" charset="0"/>
              </a:rPr>
              <a:t>and</a:t>
            </a:r>
            <a:r>
              <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 Features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Reliability</a:t>
            </a:r>
            <a:r>
              <a:rPr kumimoji="1" lang="ja-JP" altLang="en-US"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Assurance</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EMS Requirement and CR </a:t>
            </a:r>
            <a:endParaRPr kumimoji="1" lang="ja-JP" altLang="en-US" sz="1400" b="0" i="0" u="none" strike="dbl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anose="020B0604020202020204" pitchFamily="34" charset="0"/>
              </a:rPr>
              <a:t>EMS Report Maturity and Quality Verification</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lang="en-US" altLang="ja-JP" sz="1400" dirty="0">
                <a:latin typeface="Meiryo UI" panose="020B0604030504040204" pitchFamily="50" charset="-128"/>
                <a:ea typeface="Meiryo UI" panose="020B0604030504040204" pitchFamily="50" charset="-128"/>
                <a:cs typeface="Arial" panose="020B0604020202020204" pitchFamily="34" charset="0"/>
              </a:rPr>
              <a:t>EMS Sheet</a:t>
            </a:r>
            <a:endPar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anose="020B0604020202020204"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lang="en-US" altLang="ja-JP" sz="1400" dirty="0">
                <a:latin typeface="Meiryo UI" panose="020B0604030504040204" pitchFamily="50" charset="-128"/>
                <a:ea typeface="Meiryo UI" panose="020B0604030504040204" pitchFamily="50" charset="-128"/>
                <a:cs typeface="Arial" panose="020B0604020202020204" pitchFamily="34" charset="0"/>
              </a:rPr>
              <a:t>Expert Meeting</a:t>
            </a:r>
            <a:endPar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anose="020B0604020202020204"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anose="020B0604020202020204" pitchFamily="34" charset="0"/>
              </a:rPr>
              <a:t>Necessary</a:t>
            </a:r>
            <a:r>
              <a:rPr kumimoji="1" lang="ja-JP" altLang="en-US"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Support</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Miscellaneous Guidelines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Development Schedule</a:t>
            </a:r>
            <a:endParaRPr kumimoji="1" lang="ja-JP" altLang="en-US"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Development Organization Chart</a:t>
            </a:r>
          </a:p>
        </p:txBody>
      </p:sp>
    </p:spTree>
    <p:extLst>
      <p:ext uri="{BB962C8B-B14F-4D97-AF65-F5344CB8AC3E}">
        <p14:creationId xmlns:p14="http://schemas.microsoft.com/office/powerpoint/2010/main" val="26748863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ext Box 2"/>
          <p:cNvSpPr txBox="1">
            <a:spLocks noChangeArrowheads="1"/>
          </p:cNvSpPr>
          <p:nvPr/>
        </p:nvSpPr>
        <p:spPr bwMode="auto">
          <a:xfrm>
            <a:off x="5017111" y="571728"/>
            <a:ext cx="4126889" cy="61247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キックオフミーティングの目的</a:t>
            </a:r>
            <a:endParaRPr kumimoji="1" lang="en-US" altLang="ja-JP" sz="14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委託開発適用範囲</a:t>
            </a:r>
            <a:endParaRPr kumimoji="1" lang="en-US" altLang="ja-JP" sz="14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委託元と</a:t>
            </a:r>
            <a:r>
              <a:rPr kumimoji="1" lang="en-US" altLang="ja-JP" sz="14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Bosch</a:t>
            </a:r>
            <a:endParaRPr kumimoji="1" lang="ja-JP" altLang="en-US" sz="14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基本コンセプト</a:t>
            </a:r>
            <a:r>
              <a:rPr kumimoji="1" lang="en-US" altLang="ja-JP" sz="14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a:t>
            </a:r>
            <a:r>
              <a:rPr kumimoji="1" lang="ja-JP" altLang="en-US" sz="14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成果物</a:t>
            </a:r>
            <a:endParaRPr kumimoji="1" lang="en-US" altLang="ja-JP" sz="14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委託業務役割責任 （</a:t>
            </a:r>
            <a:r>
              <a:rPr kumimoji="1" lang="en-US" altLang="ja-JP" sz="14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RASIC</a:t>
            </a:r>
            <a:r>
              <a:rPr kumimoji="1" lang="ja-JP" altLang="en-US" sz="14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要約）</a:t>
            </a: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前提条件</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判断（評価判断、委託完了判断・対価の判断）</a:t>
            </a:r>
            <a:r>
              <a:rPr lang="ja-JP" altLang="en-US" sz="1400" dirty="0">
                <a:solidFill>
                  <a:schemeClr val="bg1">
                    <a:lumMod val="65000"/>
                  </a:schemeClr>
                </a:solidFill>
                <a:latin typeface="Meiryo UI" panose="020B0604030504040204" pitchFamily="50" charset="-128"/>
                <a:ea typeface="Meiryo UI" panose="020B0604030504040204" pitchFamily="50" charset="-128"/>
                <a:cs typeface="Arial" pitchFamily="34" charset="0"/>
              </a:rPr>
              <a:t>およびタイミング</a:t>
            </a:r>
            <a:b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b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支払い基準</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開発費定義　　　　　　　　　　　　　　　　　　　　　　　　　　　　　　　　　　　　　　　　　　　　　　</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プロジェクトマネージメント</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概要・基本諸元説明</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適用法規概要</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Engine</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Management</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System</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概要</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構成部品（</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Bosch</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部品）</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indent="-342900" algn="l" eaLnBrk="1" hangingPunct="1">
              <a:spcBef>
                <a:spcPts val="0"/>
              </a:spcBef>
              <a:buFont typeface="+mj-lt"/>
              <a:buAutoNum type="arabicPeriod"/>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仕様差</a:t>
            </a:r>
            <a:br>
              <a:rPr lang="en-US" altLang="ja-JP" sz="1400" dirty="0">
                <a:solidFill>
                  <a:schemeClr val="bg1">
                    <a:lumMod val="65000"/>
                  </a:schemeClr>
                </a:solidFill>
                <a:latin typeface="Meiryo UI" panose="020B0604030504040204" pitchFamily="50" charset="-128"/>
                <a:ea typeface="Meiryo UI" panose="020B0604030504040204" pitchFamily="50" charset="-128"/>
                <a:cs typeface="Arial" pitchFamily="34" charset="0"/>
              </a:rPr>
            </a:br>
            <a:r>
              <a:rPr lang="ja-JP" altLang="en-US" sz="1400" dirty="0">
                <a:solidFill>
                  <a:schemeClr val="bg1">
                    <a:lumMod val="65000"/>
                  </a:schemeClr>
                </a:solidFill>
                <a:latin typeface="Meiryo UI" panose="020B0604030504040204" pitchFamily="50" charset="-128"/>
                <a:ea typeface="Meiryo UI" panose="020B0604030504040204" pitchFamily="50" charset="-128"/>
                <a:cs typeface="Arial" pitchFamily="34" charset="0"/>
              </a:rPr>
              <a:t>・プロジェクト情報</a:t>
            </a:r>
            <a:r>
              <a:rPr lang="en-US" altLang="ja-JP" sz="1400" dirty="0">
                <a:solidFill>
                  <a:schemeClr val="bg1">
                    <a:lumMod val="65000"/>
                  </a:schemeClr>
                </a:solidFill>
                <a:latin typeface="Meiryo UI" panose="020B0604030504040204" pitchFamily="50" charset="-128"/>
                <a:ea typeface="Meiryo UI" panose="020B0604030504040204" pitchFamily="50" charset="-128"/>
                <a:cs typeface="Arial" pitchFamily="34" charset="0"/>
              </a:rPr>
              <a:t>/</a:t>
            </a:r>
            <a:r>
              <a:rPr lang="ja-JP" altLang="en-US" sz="1400" dirty="0">
                <a:solidFill>
                  <a:schemeClr val="bg1">
                    <a:lumMod val="65000"/>
                  </a:schemeClr>
                </a:solidFill>
                <a:latin typeface="Meiryo UI" panose="020B0604030504040204" pitchFamily="50" charset="-128"/>
                <a:ea typeface="Meiryo UI" panose="020B0604030504040204" pitchFamily="50" charset="-128"/>
                <a:cs typeface="Arial" pitchFamily="34" charset="0"/>
              </a:rPr>
              <a:t>関連部品</a:t>
            </a:r>
            <a:r>
              <a:rPr lang="en-US" altLang="ja-JP" sz="1400" dirty="0">
                <a:solidFill>
                  <a:schemeClr val="bg1">
                    <a:lumMod val="65000"/>
                  </a:schemeClr>
                </a:solidFill>
                <a:latin typeface="Meiryo UI" panose="020B0604030504040204" pitchFamily="50" charset="-128"/>
                <a:ea typeface="Meiryo UI" panose="020B0604030504040204" pitchFamily="50" charset="-128"/>
                <a:cs typeface="Arial" pitchFamily="34" charset="0"/>
              </a:rPr>
              <a:t>Spec</a:t>
            </a:r>
            <a:r>
              <a:rPr lang="ja-JP" altLang="en-US" sz="1400" dirty="0">
                <a:solidFill>
                  <a:schemeClr val="bg1">
                    <a:lumMod val="65000"/>
                  </a:schemeClr>
                </a:solidFill>
                <a:latin typeface="Meiryo UI" panose="020B0604030504040204" pitchFamily="50" charset="-128"/>
                <a:ea typeface="Meiryo UI" panose="020B0604030504040204" pitchFamily="50" charset="-128"/>
                <a:cs typeface="Arial" pitchFamily="34" charset="0"/>
              </a:rPr>
              <a:t>説明</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車載機能・装備説明</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信頼性保証要件</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要求＆ＣＲ</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成果物検証・品質検証</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lang="en-US" altLang="ja-JP" sz="1400" dirty="0">
                <a:solidFill>
                  <a:schemeClr val="bg1">
                    <a:lumMod val="65000"/>
                  </a:schemeClr>
                </a:solidFill>
                <a:latin typeface="Meiryo UI" panose="020B0604030504040204" pitchFamily="50" charset="-128"/>
                <a:ea typeface="Meiryo UI" panose="020B0604030504040204" pitchFamily="50" charset="-128"/>
                <a:cs typeface="Arial" pitchFamily="34" charset="0"/>
              </a:rPr>
              <a:t>EMS</a:t>
            </a:r>
            <a:r>
              <a:rPr lang="ja-JP" altLang="en-US" sz="1400" dirty="0">
                <a:solidFill>
                  <a:schemeClr val="bg1">
                    <a:lumMod val="65000"/>
                  </a:schemeClr>
                </a:solidFill>
                <a:latin typeface="Meiryo UI" panose="020B0604030504040204" pitchFamily="50" charset="-128"/>
                <a:ea typeface="Meiryo UI" panose="020B0604030504040204" pitchFamily="50" charset="-128"/>
                <a:cs typeface="Arial" pitchFamily="34" charset="0"/>
              </a:rPr>
              <a:t>シート</a:t>
            </a:r>
            <a:endParaRPr lang="en-US" altLang="ja-JP" sz="1400" noProof="0" dirty="0">
              <a:solidFill>
                <a:schemeClr val="bg1">
                  <a:lumMod val="65000"/>
                </a:schemeClr>
              </a:solidFill>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lang="ja-JP" altLang="en-US" sz="1400" noProof="0" dirty="0">
                <a:solidFill>
                  <a:schemeClr val="bg1">
                    <a:lumMod val="65000"/>
                  </a:schemeClr>
                </a:solidFill>
                <a:latin typeface="Meiryo UI" panose="020B0604030504040204" pitchFamily="50" charset="-128"/>
                <a:ea typeface="Meiryo UI" panose="020B0604030504040204" pitchFamily="50" charset="-128"/>
                <a:cs typeface="Arial" pitchFamily="34" charset="0"/>
              </a:rPr>
              <a:t>エキスパート</a:t>
            </a:r>
            <a:r>
              <a:rPr lang="en-US" altLang="ja-JP" sz="1400" noProof="0" dirty="0">
                <a:solidFill>
                  <a:schemeClr val="bg1">
                    <a:lumMod val="65000"/>
                  </a:schemeClr>
                </a:solidFill>
                <a:latin typeface="Meiryo UI" panose="020B0604030504040204" pitchFamily="50" charset="-128"/>
                <a:ea typeface="Meiryo UI" panose="020B0604030504040204" pitchFamily="50" charset="-128"/>
                <a:cs typeface="Arial" pitchFamily="34" charset="0"/>
              </a:rPr>
              <a:t>MTG</a:t>
            </a:r>
            <a:r>
              <a:rPr lang="ja-JP" altLang="en-US" sz="1400" noProof="0" dirty="0">
                <a:solidFill>
                  <a:schemeClr val="bg1">
                    <a:lumMod val="65000"/>
                  </a:schemeClr>
                </a:solidFill>
                <a:latin typeface="Meiryo UI" panose="020B0604030504040204" pitchFamily="50" charset="-128"/>
                <a:ea typeface="Meiryo UI" panose="020B0604030504040204" pitchFamily="50" charset="-128"/>
                <a:cs typeface="Arial" pitchFamily="34" charset="0"/>
              </a:rPr>
              <a:t>について</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サポート業務</a:t>
            </a: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その他の開発ガイドライン</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開発日程</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開発体制表</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p:txBody>
      </p:sp>
      <p:sp>
        <p:nvSpPr>
          <p:cNvPr id="6" name="Text Box 2"/>
          <p:cNvSpPr txBox="1">
            <a:spLocks noChangeArrowheads="1"/>
          </p:cNvSpPr>
          <p:nvPr/>
        </p:nvSpPr>
        <p:spPr bwMode="auto">
          <a:xfrm>
            <a:off x="133262" y="44450"/>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20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Contents</a:t>
            </a:r>
            <a:r>
              <a:rPr kumimoji="1" lang="ja-JP" altLang="en-US" sz="20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　（目次）</a:t>
            </a:r>
            <a:endParaRPr kumimoji="1" lang="en-US" altLang="ja-JP" sz="1100" b="0" i="0" u="none" strike="noStrike" kern="1200" cap="none" spc="0" normalizeH="0" baseline="0" noProof="0">
              <a:ln>
                <a:noFill/>
              </a:ln>
              <a:solidFill>
                <a:srgbClr val="FFFFFF"/>
              </a:solidFill>
              <a:effectLst/>
              <a:uLnTx/>
              <a:uFillTx/>
              <a:latin typeface="HGPｺﾞｼｯｸE" pitchFamily="50" charset="-128"/>
              <a:ea typeface="HGPｺﾞｼｯｸE" pitchFamily="50" charset="-128"/>
              <a:cs typeface="Arial" pitchFamily="34" charset="0"/>
            </a:endParaRPr>
          </a:p>
        </p:txBody>
      </p:sp>
      <p:sp>
        <p:nvSpPr>
          <p:cNvPr id="7" name="Text Box 2"/>
          <p:cNvSpPr txBox="1">
            <a:spLocks noChangeArrowheads="1"/>
          </p:cNvSpPr>
          <p:nvPr/>
        </p:nvSpPr>
        <p:spPr bwMode="auto">
          <a:xfrm>
            <a:off x="106623" y="571728"/>
            <a:ext cx="4910488" cy="5909310"/>
          </a:xfrm>
          <a:prstGeom prst="rect">
            <a:avLst/>
          </a:prstGeom>
          <a:noFill/>
          <a:ln>
            <a:noFill/>
          </a:ln>
          <a:effec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Purpose of</a:t>
            </a:r>
            <a:r>
              <a:rPr kumimoji="1" lang="ja-JP" altLang="en-US" sz="14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 </a:t>
            </a:r>
            <a:r>
              <a:rPr lang="en-US" altLang="ja-JP" sz="1400" b="1" dirty="0">
                <a:solidFill>
                  <a:srgbClr val="000000"/>
                </a:solidFill>
                <a:latin typeface="Meiryo UI" panose="020B0604030504040204" pitchFamily="50" charset="-128"/>
                <a:ea typeface="Meiryo UI" panose="020B0604030504040204" pitchFamily="50" charset="-128"/>
                <a:cs typeface="Arial" pitchFamily="34" charset="0"/>
              </a:rPr>
              <a:t>K</a:t>
            </a:r>
            <a:r>
              <a:rPr kumimoji="1" lang="en-US" altLang="ja-JP" sz="14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ick-off Meeting</a:t>
            </a:r>
            <a:endParaRPr kumimoji="1" lang="ja-JP" altLang="en-US" sz="14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Scope of Development Work</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1" i="0" u="none" strike="noStrike" kern="1200" cap="none" spc="0" normalizeH="0" baseline="0" noProof="0" dirty="0" err="1">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Entrustor</a:t>
            </a:r>
            <a:r>
              <a:rPr kumimoji="1" lang="en-US" altLang="ja-JP" sz="14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 and </a:t>
            </a:r>
            <a:r>
              <a:rPr kumimoji="1" lang="en-US" altLang="ja-JP" sz="1400" b="1" i="0" u="none" strike="noStrike" kern="1200" cap="none" spc="0" normalizeH="0" baseline="0" noProof="0" dirty="0" err="1">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Entrustee</a:t>
            </a:r>
            <a:endParaRPr kumimoji="1" lang="ja-JP" altLang="en-US" sz="14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Basic Concept / Deliverables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Role</a:t>
            </a:r>
            <a:r>
              <a:rPr kumimoji="1" lang="ja-JP" altLang="en-US" sz="14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&amp;</a:t>
            </a:r>
            <a:r>
              <a:rPr kumimoji="1" lang="ja-JP" altLang="en-US" sz="14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Responsibility (Samples of RASIC)</a:t>
            </a:r>
            <a:endParaRPr kumimoji="1" lang="ja-JP" altLang="en-US" sz="14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Preconditions</a:t>
            </a:r>
          </a:p>
          <a:p>
            <a:pPr marL="450850" marR="0" lvl="0" indent="-45085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Judgments (on Evaluation, Completion of Development Work Entrusted by Honda and  Payment Amount) and Timings</a:t>
            </a:r>
            <a:b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b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Payment Criteria / Definition of Development Fee </a:t>
            </a:r>
          </a:p>
          <a:p>
            <a:pPr marL="450850" marR="0" lvl="0" indent="-45085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Project Management </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Engine Overview</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and</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Basic Specification </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Applicable Regulations Overview</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Engine</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Management</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System Overview</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 Components</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(Bosch components)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Engine S</a:t>
            </a:r>
            <a:r>
              <a:rPr lang="en-US" altLang="ja-JP" sz="1400" dirty="0">
                <a:solidFill>
                  <a:schemeClr val="bg1">
                    <a:lumMod val="65000"/>
                  </a:schemeClr>
                </a:solidFill>
                <a:latin typeface="Meiryo UI" panose="020B0604030504040204" pitchFamily="50" charset="-128"/>
                <a:ea typeface="Meiryo UI" panose="020B0604030504040204" pitchFamily="50" charset="-128"/>
                <a:cs typeface="Arial" pitchFamily="34" charset="0"/>
              </a:rPr>
              <a:t>pec Comparison from Base Model</a:t>
            </a:r>
            <a:br>
              <a:rPr lang="en-US" altLang="ja-JP" sz="1400" dirty="0">
                <a:solidFill>
                  <a:schemeClr val="bg1">
                    <a:lumMod val="65000"/>
                  </a:schemeClr>
                </a:solidFill>
                <a:latin typeface="Meiryo UI" panose="020B0604030504040204" pitchFamily="50" charset="-128"/>
                <a:ea typeface="Meiryo UI" panose="020B0604030504040204" pitchFamily="50" charset="-128"/>
                <a:cs typeface="Arial" pitchFamily="34" charset="0"/>
              </a:rPr>
            </a:br>
            <a:r>
              <a:rPr lang="en-US" altLang="ja-JP" sz="1400" dirty="0">
                <a:solidFill>
                  <a:schemeClr val="bg1">
                    <a:lumMod val="65000"/>
                  </a:schemeClr>
                </a:solidFill>
                <a:latin typeface="Meiryo UI" panose="020B0604030504040204" pitchFamily="50" charset="-128"/>
                <a:ea typeface="Meiryo UI" panose="020B0604030504040204" pitchFamily="50" charset="-128"/>
                <a:cs typeface="Arial" pitchFamily="34" charset="0"/>
              </a:rPr>
              <a:t>Project information / Non-Bosch</a:t>
            </a:r>
            <a:r>
              <a:rPr lang="ja-JP" altLang="en-US" sz="1400" dirty="0">
                <a:solidFill>
                  <a:schemeClr val="bg1">
                    <a:lumMod val="65000"/>
                  </a:schemeClr>
                </a:solidFill>
                <a:latin typeface="Meiryo UI" panose="020B0604030504040204" pitchFamily="50" charset="-128"/>
                <a:ea typeface="Meiryo UI" panose="020B0604030504040204" pitchFamily="50" charset="-128"/>
                <a:cs typeface="Arial" pitchFamily="34" charset="0"/>
              </a:rPr>
              <a:t> </a:t>
            </a:r>
            <a:r>
              <a:rPr lang="en-US" altLang="ja-JP" sz="1400" dirty="0">
                <a:solidFill>
                  <a:schemeClr val="bg1">
                    <a:lumMod val="65000"/>
                  </a:schemeClr>
                </a:solidFill>
                <a:latin typeface="Meiryo UI" panose="020B0604030504040204" pitchFamily="50" charset="-128"/>
                <a:ea typeface="Meiryo UI" panose="020B0604030504040204" pitchFamily="50" charset="-128"/>
                <a:cs typeface="Arial" pitchFamily="34" charset="0"/>
              </a:rPr>
              <a:t>Components</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In-Vehicle</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Functions</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Relating</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ECU </a:t>
            </a:r>
            <a:r>
              <a:rPr lang="en-US" altLang="ja-JP" sz="1400" dirty="0">
                <a:solidFill>
                  <a:schemeClr val="bg1">
                    <a:lumMod val="65000"/>
                  </a:schemeClr>
                </a:solidFill>
                <a:latin typeface="Meiryo UI" panose="020B0604030504040204" pitchFamily="50" charset="-128"/>
                <a:ea typeface="Meiryo UI" panose="020B0604030504040204" pitchFamily="50" charset="-128"/>
                <a:cs typeface="Arial" pitchFamily="34" charset="0"/>
              </a:rPr>
              <a:t>and</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Features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Reliability</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Assurance</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 Requirement and CR </a:t>
            </a:r>
            <a:endParaRPr kumimoji="1" lang="ja-JP" altLang="en-US" sz="1400" b="0" i="0" u="none" strike="dbl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anose="020B0604020202020204" pitchFamily="34" charset="0"/>
              </a:rPr>
              <a:t>EMS Report Maturity and Quality Verification</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lang="en-US" altLang="ja-JP" sz="1400" dirty="0">
                <a:solidFill>
                  <a:schemeClr val="bg1">
                    <a:lumMod val="65000"/>
                  </a:schemeClr>
                </a:solidFill>
                <a:latin typeface="Meiryo UI" panose="020B0604030504040204" pitchFamily="50" charset="-128"/>
                <a:ea typeface="Meiryo UI" panose="020B0604030504040204" pitchFamily="50" charset="-128"/>
                <a:cs typeface="Arial" panose="020B0604020202020204" pitchFamily="34" charset="0"/>
              </a:rPr>
              <a:t>EMS Sheet</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anose="020B0604020202020204"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lang="en-US" altLang="ja-JP" sz="1400" dirty="0">
                <a:solidFill>
                  <a:schemeClr val="bg1">
                    <a:lumMod val="65000"/>
                  </a:schemeClr>
                </a:solidFill>
                <a:latin typeface="Meiryo UI" panose="020B0604030504040204" pitchFamily="50" charset="-128"/>
                <a:ea typeface="Meiryo UI" panose="020B0604030504040204" pitchFamily="50" charset="-128"/>
                <a:cs typeface="Arial" panose="020B0604020202020204" pitchFamily="34" charset="0"/>
              </a:rPr>
              <a:t>Expert Meeting</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anose="020B0604020202020204"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anose="020B0604020202020204" pitchFamily="34" charset="0"/>
              </a:rPr>
              <a:t>Necessary</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Support</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Miscellaneous Guidelines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Development Schedule</a:t>
            </a:r>
            <a:endPar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Development Organization Chart</a:t>
            </a:r>
          </a:p>
        </p:txBody>
      </p:sp>
    </p:spTree>
    <p:extLst>
      <p:ext uri="{BB962C8B-B14F-4D97-AF65-F5344CB8AC3E}">
        <p14:creationId xmlns:p14="http://schemas.microsoft.com/office/powerpoint/2010/main" val="16678005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Text Box 2"/>
          <p:cNvSpPr txBox="1">
            <a:spLocks noChangeArrowheads="1"/>
          </p:cNvSpPr>
          <p:nvPr/>
        </p:nvSpPr>
        <p:spPr bwMode="auto">
          <a:xfrm>
            <a:off x="107504" y="2683244"/>
            <a:ext cx="6234399" cy="1460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l" eaLnBrk="1" hangingPunct="1">
              <a:lnSpc>
                <a:spcPct val="120000"/>
              </a:lnSpc>
              <a:spcBef>
                <a:spcPts val="300"/>
              </a:spcBef>
            </a:pPr>
            <a:r>
              <a:rPr lang="ja-JP" altLang="en-US" sz="1600" b="1" u="sng">
                <a:latin typeface="Meiryo UI" panose="020B0604030504040204" pitchFamily="50" charset="-128"/>
                <a:ea typeface="Meiryo UI" panose="020B0604030504040204" pitchFamily="50" charset="-128"/>
              </a:rPr>
              <a:t>キックオフミーティングの目的</a:t>
            </a:r>
          </a:p>
          <a:p>
            <a:pPr algn="l" eaLnBrk="1" hangingPunct="1">
              <a:lnSpc>
                <a:spcPct val="120000"/>
              </a:lnSpc>
              <a:spcBef>
                <a:spcPts val="300"/>
              </a:spcBef>
            </a:pPr>
            <a:r>
              <a:rPr lang="ja-JP" altLang="en-US" sz="1200">
                <a:latin typeface="Meiryo UI" panose="020B0604030504040204" pitchFamily="50" charset="-128"/>
                <a:ea typeface="Meiryo UI" panose="020B0604030504040204" pitchFamily="50" charset="-128"/>
              </a:rPr>
              <a:t>	</a:t>
            </a:r>
            <a:r>
              <a:rPr lang="en-US" altLang="ja-JP" sz="1400">
                <a:latin typeface="Meiryo UI" panose="020B0604030504040204" pitchFamily="50" charset="-128"/>
                <a:ea typeface="Meiryo UI" panose="020B0604030504040204" pitchFamily="50" charset="-128"/>
              </a:rPr>
              <a:t>1)</a:t>
            </a:r>
            <a:r>
              <a:rPr lang="ja-JP" altLang="en-US" sz="1400">
                <a:latin typeface="Meiryo UI" panose="020B0604030504040204" pitchFamily="50" charset="-128"/>
                <a:ea typeface="Meiryo UI" panose="020B0604030504040204" pitchFamily="50" charset="-128"/>
              </a:rPr>
              <a:t>  開発をスタートするための前提条件を合意する。</a:t>
            </a:r>
            <a:br>
              <a:rPr lang="en-US" altLang="ja-JP" sz="1400">
                <a:latin typeface="Meiryo UI" panose="020B0604030504040204" pitchFamily="50" charset="-128"/>
                <a:ea typeface="Meiryo UI" panose="020B0604030504040204" pitchFamily="50" charset="-128"/>
              </a:rPr>
            </a:br>
            <a:r>
              <a:rPr lang="en-US" altLang="ja-JP" sz="1400">
                <a:latin typeface="Meiryo UI" panose="020B0604030504040204" pitchFamily="50" charset="-128"/>
                <a:ea typeface="Meiryo UI" panose="020B0604030504040204" pitchFamily="50" charset="-128"/>
              </a:rPr>
              <a:t>2)</a:t>
            </a:r>
            <a:r>
              <a:rPr lang="ja-JP" altLang="en-US" sz="1400">
                <a:latin typeface="Meiryo UI" panose="020B0604030504040204" pitchFamily="50" charset="-128"/>
                <a:ea typeface="Meiryo UI" panose="020B0604030504040204" pitchFamily="50" charset="-128"/>
              </a:rPr>
              <a:t>  開発の進め方について合意する</a:t>
            </a:r>
            <a:br>
              <a:rPr lang="en-US" altLang="ja-JP" sz="1400">
                <a:latin typeface="Meiryo UI" panose="020B0604030504040204" pitchFamily="50" charset="-128"/>
                <a:ea typeface="Meiryo UI" panose="020B0604030504040204" pitchFamily="50" charset="-128"/>
              </a:rPr>
            </a:br>
            <a:r>
              <a:rPr lang="en-US" altLang="ja-JP" sz="1400">
                <a:latin typeface="Meiryo UI" panose="020B0604030504040204" pitchFamily="50" charset="-128"/>
                <a:ea typeface="Meiryo UI" panose="020B0604030504040204" pitchFamily="50" charset="-128"/>
              </a:rPr>
              <a:t>3)</a:t>
            </a:r>
            <a:r>
              <a:rPr lang="ja-JP" altLang="en-US" sz="1400">
                <a:latin typeface="Meiryo UI" panose="020B0604030504040204" pitchFamily="50" charset="-128"/>
                <a:ea typeface="Meiryo UI" panose="020B0604030504040204" pitchFamily="50" charset="-128"/>
              </a:rPr>
              <a:t>  展開項目、役割分担、開発日程について合意する。</a:t>
            </a:r>
            <a:br>
              <a:rPr lang="en-US" altLang="ja-JP" sz="1400">
                <a:latin typeface="Meiryo UI" panose="020B0604030504040204" pitchFamily="50" charset="-128"/>
                <a:ea typeface="Meiryo UI" panose="020B0604030504040204" pitchFamily="50" charset="-128"/>
              </a:rPr>
            </a:br>
            <a:r>
              <a:rPr lang="en-US" altLang="ja-JP" sz="1400">
                <a:latin typeface="Meiryo UI" panose="020B0604030504040204" pitchFamily="50" charset="-128"/>
                <a:ea typeface="Meiryo UI" panose="020B0604030504040204" pitchFamily="50" charset="-128"/>
              </a:rPr>
              <a:t>4)  </a:t>
            </a:r>
            <a:r>
              <a:rPr lang="ja-JP" altLang="en-US" sz="1400">
                <a:latin typeface="Meiryo UI" panose="020B0604030504040204" pitchFamily="50" charset="-128"/>
                <a:ea typeface="Meiryo UI" panose="020B0604030504040204" pitchFamily="50" charset="-128"/>
              </a:rPr>
              <a:t>委託開発の具体的成果物を規定し、契約書添付資料として合意する</a:t>
            </a:r>
            <a:r>
              <a:rPr lang="en-US" altLang="ja-JP" sz="1400">
                <a:latin typeface="Meiryo UI" panose="020B0604030504040204" pitchFamily="50" charset="-128"/>
                <a:ea typeface="Meiryo UI" panose="020B0604030504040204" pitchFamily="50" charset="-128"/>
              </a:rPr>
              <a:t>     </a:t>
            </a:r>
          </a:p>
        </p:txBody>
      </p:sp>
      <p:sp>
        <p:nvSpPr>
          <p:cNvPr id="20487" name="Text Box 2"/>
          <p:cNvSpPr txBox="1">
            <a:spLocks noChangeArrowheads="1"/>
          </p:cNvSpPr>
          <p:nvPr/>
        </p:nvSpPr>
        <p:spPr bwMode="auto">
          <a:xfrm>
            <a:off x="107504" y="620690"/>
            <a:ext cx="8739789" cy="2399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l" eaLnBrk="1" hangingPunct="1">
              <a:lnSpc>
                <a:spcPct val="120000"/>
              </a:lnSpc>
              <a:spcBef>
                <a:spcPts val="300"/>
              </a:spcBef>
            </a:pPr>
            <a:r>
              <a:rPr lang="en-US" altLang="ja-JP" sz="1600" b="1" u="sng">
                <a:latin typeface="Meiryo UI" panose="020B0604030504040204" pitchFamily="50" charset="-128"/>
                <a:ea typeface="Meiryo UI" panose="020B0604030504040204" pitchFamily="50" charset="-128"/>
                <a:cs typeface="Arial" pitchFamily="34" charset="0"/>
              </a:rPr>
              <a:t>Purpose of Kick-off Meeting</a:t>
            </a:r>
            <a:endParaRPr lang="ja-JP" altLang="en-US" sz="1600" b="1" u="sng">
              <a:latin typeface="Meiryo UI" panose="020B0604030504040204" pitchFamily="50" charset="-128"/>
              <a:ea typeface="Meiryo UI" panose="020B0604030504040204" pitchFamily="50" charset="-128"/>
              <a:cs typeface="Arial" pitchFamily="34" charset="0"/>
            </a:endParaRPr>
          </a:p>
          <a:p>
            <a:pPr algn="l" eaLnBrk="1" hangingPunct="1">
              <a:lnSpc>
                <a:spcPct val="120000"/>
              </a:lnSpc>
              <a:spcBef>
                <a:spcPts val="300"/>
              </a:spcBef>
            </a:pP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1)</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To agree on the precondition</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to start the development</a:t>
            </a:r>
            <a:endParaRPr lang="ja-JP" altLang="en-US" sz="1400">
              <a:latin typeface="Meiryo UI" panose="020B0604030504040204" pitchFamily="50" charset="-128"/>
              <a:ea typeface="Meiryo UI" panose="020B0604030504040204" pitchFamily="50" charset="-128"/>
              <a:cs typeface="Arial" pitchFamily="34" charset="0"/>
            </a:endParaRPr>
          </a:p>
          <a:p>
            <a:pPr algn="l" eaLnBrk="1" hangingPunct="1">
              <a:lnSpc>
                <a:spcPct val="120000"/>
              </a:lnSpc>
              <a:spcBef>
                <a:spcPts val="300"/>
              </a:spcBef>
            </a:pP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2)</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To agree on</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how to proceed the development</a:t>
            </a:r>
            <a:endParaRPr lang="ja-JP" altLang="en-US" sz="1400">
              <a:latin typeface="Meiryo UI" panose="020B0604030504040204" pitchFamily="50" charset="-128"/>
              <a:ea typeface="Meiryo UI" panose="020B0604030504040204" pitchFamily="50" charset="-128"/>
              <a:cs typeface="Arial" pitchFamily="34" charset="0"/>
            </a:endParaRPr>
          </a:p>
          <a:p>
            <a:pPr algn="l" eaLnBrk="1" hangingPunct="1">
              <a:lnSpc>
                <a:spcPct val="120000"/>
              </a:lnSpc>
              <a:spcBef>
                <a:spcPts val="300"/>
              </a:spcBef>
            </a:pP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3)</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To agree on roll-out items, role &amp; responsibility and development</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schedule</a:t>
            </a:r>
          </a:p>
          <a:p>
            <a:pPr algn="l" eaLnBrk="1" hangingPunct="1">
              <a:lnSpc>
                <a:spcPct val="120000"/>
              </a:lnSpc>
              <a:spcBef>
                <a:spcPts val="300"/>
              </a:spcBef>
            </a:pPr>
            <a:r>
              <a:rPr lang="en-US" altLang="ja-JP" sz="1400">
                <a:latin typeface="Meiryo UI" panose="020B0604030504040204" pitchFamily="50" charset="-128"/>
                <a:ea typeface="Meiryo UI" panose="020B0604030504040204" pitchFamily="50" charset="-128"/>
                <a:cs typeface="Arial" pitchFamily="34" charset="0"/>
              </a:rPr>
              <a:t>	4)  To agree on attachment of the document to the contract, which provides </a:t>
            </a:r>
            <a:br>
              <a:rPr lang="en-US" altLang="ja-JP" sz="1400">
                <a:latin typeface="Meiryo UI" panose="020B0604030504040204" pitchFamily="50" charset="-128"/>
                <a:ea typeface="Meiryo UI" panose="020B0604030504040204" pitchFamily="50" charset="-128"/>
                <a:cs typeface="Arial" pitchFamily="34" charset="0"/>
              </a:rPr>
            </a:br>
            <a:r>
              <a:rPr lang="en-US" altLang="ja-JP" sz="1400">
                <a:latin typeface="Meiryo UI" panose="020B0604030504040204" pitchFamily="50" charset="-128"/>
                <a:ea typeface="Meiryo UI" panose="020B0604030504040204" pitchFamily="50" charset="-128"/>
                <a:cs typeface="Arial" pitchFamily="34" charset="0"/>
              </a:rPr>
              <a:t>     detailed deliverables for the Development Work (hereinafter defined) entrusted by Honda </a:t>
            </a:r>
          </a:p>
          <a:p>
            <a:pPr algn="l" eaLnBrk="1" hangingPunct="1">
              <a:lnSpc>
                <a:spcPct val="120000"/>
              </a:lnSpc>
              <a:spcBef>
                <a:spcPts val="300"/>
              </a:spcBef>
            </a:pPr>
            <a:r>
              <a:rPr lang="en-US" altLang="ja-JP" sz="1400">
                <a:latin typeface="Meiryo UI" panose="020B0604030504040204" pitchFamily="50" charset="-128"/>
                <a:ea typeface="Meiryo UI" panose="020B0604030504040204" pitchFamily="50" charset="-128"/>
                <a:cs typeface="Arial" pitchFamily="34" charset="0"/>
              </a:rPr>
              <a:t>             and rendered by the Entrustee. </a:t>
            </a:r>
          </a:p>
          <a:p>
            <a:pPr algn="l" eaLnBrk="1" hangingPunct="1">
              <a:lnSpc>
                <a:spcPct val="120000"/>
              </a:lnSpc>
              <a:spcBef>
                <a:spcPts val="300"/>
              </a:spcBef>
            </a:pPr>
            <a:r>
              <a:rPr lang="en-US" altLang="ja-JP" sz="1400">
                <a:latin typeface="Meiryo UI" panose="020B0604030504040204" pitchFamily="50" charset="-128"/>
                <a:ea typeface="Meiryo UI" panose="020B0604030504040204" pitchFamily="50" charset="-128"/>
                <a:cs typeface="Arial" pitchFamily="34" charset="0"/>
              </a:rPr>
              <a:t>                   </a:t>
            </a:r>
          </a:p>
        </p:txBody>
      </p:sp>
      <p:sp>
        <p:nvSpPr>
          <p:cNvPr id="9" name="Text Box 2"/>
          <p:cNvSpPr txBox="1">
            <a:spLocks noChangeArrowheads="1"/>
          </p:cNvSpPr>
          <p:nvPr/>
        </p:nvSpPr>
        <p:spPr bwMode="auto">
          <a:xfrm>
            <a:off x="133262" y="44451"/>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2000">
                <a:solidFill>
                  <a:srgbClr val="FFFFFF"/>
                </a:solidFill>
                <a:latin typeface="Meiryo UI" panose="020B0604030504040204" pitchFamily="50" charset="-128"/>
                <a:ea typeface="Meiryo UI" panose="020B0604030504040204" pitchFamily="50" charset="-128"/>
                <a:cs typeface="Arial" pitchFamily="34" charset="0"/>
              </a:rPr>
              <a:t>1. Purpose</a:t>
            </a:r>
            <a:r>
              <a:rPr lang="ja-JP" altLang="en-US" sz="2000">
                <a:solidFill>
                  <a:srgbClr val="FFFFFF"/>
                </a:solidFill>
                <a:latin typeface="Meiryo UI" panose="020B0604030504040204" pitchFamily="50" charset="-128"/>
                <a:ea typeface="Meiryo UI" panose="020B0604030504040204" pitchFamily="50" charset="-128"/>
                <a:cs typeface="Arial" pitchFamily="34" charset="0"/>
              </a:rPr>
              <a:t> </a:t>
            </a:r>
            <a:r>
              <a:rPr lang="en-US" altLang="ja-JP" sz="2000">
                <a:solidFill>
                  <a:srgbClr val="FFFFFF"/>
                </a:solidFill>
                <a:latin typeface="Meiryo UI" panose="020B0604030504040204" pitchFamily="50" charset="-128"/>
                <a:ea typeface="Meiryo UI" panose="020B0604030504040204" pitchFamily="50" charset="-128"/>
                <a:cs typeface="Arial" pitchFamily="34" charset="0"/>
              </a:rPr>
              <a:t>of</a:t>
            </a:r>
            <a:r>
              <a:rPr lang="ja-JP" altLang="en-US" sz="2000">
                <a:solidFill>
                  <a:srgbClr val="FFFFFF"/>
                </a:solidFill>
                <a:latin typeface="Meiryo UI" panose="020B0604030504040204" pitchFamily="50" charset="-128"/>
                <a:ea typeface="Meiryo UI" panose="020B0604030504040204" pitchFamily="50" charset="-128"/>
                <a:cs typeface="Arial" pitchFamily="34" charset="0"/>
              </a:rPr>
              <a:t> </a:t>
            </a:r>
            <a:r>
              <a:rPr lang="en-US" altLang="ja-JP" sz="2000">
                <a:solidFill>
                  <a:srgbClr val="FFFFFF"/>
                </a:solidFill>
                <a:latin typeface="Meiryo UI" panose="020B0604030504040204" pitchFamily="50" charset="-128"/>
                <a:ea typeface="Meiryo UI" panose="020B0604030504040204" pitchFamily="50" charset="-128"/>
                <a:cs typeface="Arial" pitchFamily="34" charset="0"/>
              </a:rPr>
              <a:t>Kick-off</a:t>
            </a:r>
            <a:r>
              <a:rPr lang="ja-JP" altLang="en-US" sz="2000">
                <a:solidFill>
                  <a:srgbClr val="FFFFFF"/>
                </a:solidFill>
                <a:latin typeface="Meiryo UI" panose="020B0604030504040204" pitchFamily="50" charset="-128"/>
                <a:ea typeface="Meiryo UI" panose="020B0604030504040204" pitchFamily="50" charset="-128"/>
                <a:cs typeface="Arial" pitchFamily="34" charset="0"/>
              </a:rPr>
              <a:t> </a:t>
            </a:r>
            <a:r>
              <a:rPr lang="en-US" altLang="ja-JP" sz="2000">
                <a:solidFill>
                  <a:srgbClr val="FFFFFF"/>
                </a:solidFill>
                <a:latin typeface="Meiryo UI" panose="020B0604030504040204" pitchFamily="50" charset="-128"/>
                <a:ea typeface="Meiryo UI" panose="020B0604030504040204" pitchFamily="50" charset="-128"/>
                <a:cs typeface="Arial" pitchFamily="34" charset="0"/>
              </a:rPr>
              <a:t>Meeting</a:t>
            </a:r>
            <a:endParaRPr lang="en-US" altLang="ja-JP" sz="1100">
              <a:solidFill>
                <a:srgbClr val="FFFFFF"/>
              </a:solidFill>
              <a:latin typeface="HGPｺﾞｼｯｸE" pitchFamily="50" charset="-128"/>
              <a:ea typeface="HGPｺﾞｼｯｸE" pitchFamily="50" charset="-128"/>
              <a:cs typeface="Arial" pitchFamily="34" charset="0"/>
            </a:endParaRPr>
          </a:p>
        </p:txBody>
      </p:sp>
      <p:sp>
        <p:nvSpPr>
          <p:cNvPr id="5" name="Text Box 46"/>
          <p:cNvSpPr txBox="1">
            <a:spLocks noChangeArrowheads="1"/>
          </p:cNvSpPr>
          <p:nvPr/>
        </p:nvSpPr>
        <p:spPr bwMode="auto">
          <a:xfrm>
            <a:off x="133630" y="4148827"/>
            <a:ext cx="8713663" cy="25160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l" eaLnBrk="1" hangingPunct="1">
              <a:spcBef>
                <a:spcPts val="300"/>
              </a:spcBef>
            </a:pPr>
            <a:r>
              <a:rPr lang="en-US" altLang="ja-JP" sz="1400">
                <a:solidFill>
                  <a:srgbClr val="000000"/>
                </a:solidFill>
                <a:latin typeface="Meiryo UI" panose="020B0604030504040204" pitchFamily="50" charset="-128"/>
                <a:ea typeface="Meiryo UI" panose="020B0604030504040204" pitchFamily="50" charset="-128"/>
                <a:cs typeface="Arial" pitchFamily="34" charset="0"/>
              </a:rPr>
              <a:t>This document is a meeting minutes of Kick-off meeting and a development guide for </a:t>
            </a:r>
            <a:br>
              <a:rPr lang="en-US" altLang="ja-JP" sz="1400">
                <a:solidFill>
                  <a:srgbClr val="000000"/>
                </a:solidFill>
                <a:latin typeface="Meiryo UI" panose="020B0604030504040204" pitchFamily="50" charset="-128"/>
                <a:ea typeface="Meiryo UI" panose="020B0604030504040204" pitchFamily="50" charset="-128"/>
                <a:cs typeface="Arial" pitchFamily="34" charset="0"/>
              </a:rPr>
            </a:br>
            <a:r>
              <a:rPr lang="en-US" altLang="ja-JP" sz="1400">
                <a:solidFill>
                  <a:srgbClr val="000000"/>
                </a:solidFill>
                <a:latin typeface="Meiryo UI" panose="020B0604030504040204" pitchFamily="50" charset="-128"/>
                <a:ea typeface="Meiryo UI" panose="020B0604030504040204" pitchFamily="50" charset="-128"/>
                <a:cs typeface="Arial" pitchFamily="34" charset="0"/>
              </a:rPr>
              <a:t>Honda</a:t>
            </a:r>
            <a:r>
              <a:rPr lang="ja-JP" altLang="en-US" sz="1400">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400">
                <a:solidFill>
                  <a:srgbClr val="000000"/>
                </a:solidFill>
                <a:latin typeface="Meiryo UI" panose="020B0604030504040204" pitchFamily="50" charset="-128"/>
                <a:ea typeface="Meiryo UI" panose="020B0604030504040204" pitchFamily="50" charset="-128"/>
                <a:cs typeface="Arial" pitchFamily="34" charset="0"/>
              </a:rPr>
              <a:t>Engine</a:t>
            </a:r>
            <a:r>
              <a:rPr lang="ja-JP" altLang="en-US" sz="1400">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400">
                <a:solidFill>
                  <a:srgbClr val="000000"/>
                </a:solidFill>
                <a:latin typeface="Meiryo UI" panose="020B0604030504040204" pitchFamily="50" charset="-128"/>
                <a:ea typeface="Meiryo UI" panose="020B0604030504040204" pitchFamily="50" charset="-128"/>
                <a:cs typeface="Arial" pitchFamily="34" charset="0"/>
              </a:rPr>
              <a:t>Management System(EMS) components</a:t>
            </a:r>
            <a:r>
              <a:rPr lang="ja-JP" altLang="en-US" sz="1400">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400">
                <a:solidFill>
                  <a:srgbClr val="000000"/>
                </a:solidFill>
                <a:latin typeface="Meiryo UI" panose="020B0604030504040204" pitchFamily="50" charset="-128"/>
                <a:ea typeface="Meiryo UI" panose="020B0604030504040204" pitchFamily="50" charset="-128"/>
                <a:cs typeface="Arial" pitchFamily="34" charset="0"/>
              </a:rPr>
              <a:t>development. </a:t>
            </a:r>
          </a:p>
          <a:p>
            <a:pPr algn="l" eaLnBrk="1" hangingPunct="1">
              <a:spcBef>
                <a:spcPts val="300"/>
              </a:spcBef>
            </a:pPr>
            <a:r>
              <a:rPr lang="en-US" altLang="ja-JP" sz="1400">
                <a:solidFill>
                  <a:srgbClr val="000000"/>
                </a:solidFill>
                <a:latin typeface="Meiryo UI" panose="020B0604030504040204" pitchFamily="50" charset="-128"/>
                <a:ea typeface="Meiryo UI" panose="020B0604030504040204" pitchFamily="50" charset="-128"/>
                <a:cs typeface="Arial" pitchFamily="34" charset="0"/>
              </a:rPr>
              <a:t>Please use this document for effective development work with recognizing role &amp; responsibility, schedule and communication rule at each party. </a:t>
            </a:r>
          </a:p>
          <a:p>
            <a:pPr algn="l" eaLnBrk="1" hangingPunct="1">
              <a:spcBef>
                <a:spcPts val="300"/>
              </a:spcBef>
            </a:pPr>
            <a:r>
              <a:rPr lang="en-US" altLang="ja-JP" sz="1400">
                <a:solidFill>
                  <a:srgbClr val="000000"/>
                </a:solidFill>
                <a:latin typeface="Meiryo UI" panose="020B0604030504040204" pitchFamily="50" charset="-128"/>
                <a:ea typeface="Meiryo UI" panose="020B0604030504040204" pitchFamily="50" charset="-128"/>
                <a:cs typeface="Arial" pitchFamily="34" charset="0"/>
              </a:rPr>
              <a:t>This</a:t>
            </a:r>
            <a:r>
              <a:rPr lang="ja-JP" altLang="en-US" sz="1400">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400">
                <a:solidFill>
                  <a:srgbClr val="000000"/>
                </a:solidFill>
                <a:latin typeface="Meiryo UI" panose="020B0604030504040204" pitchFamily="50" charset="-128"/>
                <a:ea typeface="Meiryo UI" panose="020B0604030504040204" pitchFamily="50" charset="-128"/>
                <a:cs typeface="Arial" pitchFamily="34" charset="0"/>
              </a:rPr>
              <a:t>document revision must be done with related teams’ agreement.</a:t>
            </a:r>
          </a:p>
          <a:p>
            <a:pPr algn="l" eaLnBrk="1" hangingPunct="1">
              <a:spcBef>
                <a:spcPts val="300"/>
              </a:spcBef>
            </a:pPr>
            <a:endParaRPr lang="en-US" altLang="ja-JP" sz="1400">
              <a:latin typeface="HGPｺﾞｼｯｸE" pitchFamily="50" charset="-128"/>
              <a:ea typeface="HGPｺﾞｼｯｸE" pitchFamily="50" charset="-128"/>
              <a:cs typeface="Arial" pitchFamily="34" charset="0"/>
            </a:endParaRPr>
          </a:p>
          <a:p>
            <a:pPr algn="l" eaLnBrk="1" hangingPunct="1">
              <a:spcBef>
                <a:spcPts val="300"/>
              </a:spcBef>
            </a:pPr>
            <a:r>
              <a:rPr lang="ja-JP" altLang="en-US" sz="1400">
                <a:latin typeface="Meiryo UI" panose="020B0604030504040204" pitchFamily="50" charset="-128"/>
                <a:ea typeface="Meiryo UI" panose="020B0604030504040204" pitchFamily="50" charset="-128"/>
                <a:cs typeface="Arial" pitchFamily="34" charset="0"/>
              </a:rPr>
              <a:t>本資料はキックオフミーティングの議事録であり、</a:t>
            </a:r>
            <a:r>
              <a:rPr lang="en-US" altLang="ja-JP" sz="1400">
                <a:latin typeface="Meiryo UI" panose="020B0604030504040204" pitchFamily="50" charset="-128"/>
                <a:ea typeface="Meiryo UI" panose="020B0604030504040204" pitchFamily="50" charset="-128"/>
                <a:cs typeface="Arial" pitchFamily="34" charset="0"/>
              </a:rPr>
              <a:t>Honda</a:t>
            </a:r>
            <a:r>
              <a:rPr lang="ja-JP" altLang="en-US" sz="1400">
                <a:latin typeface="Meiryo UI" panose="020B0604030504040204" pitchFamily="50" charset="-128"/>
                <a:ea typeface="Meiryo UI" panose="020B0604030504040204" pitchFamily="50" charset="-128"/>
                <a:cs typeface="Arial" pitchFamily="34" charset="0"/>
              </a:rPr>
              <a:t>におけるエンジン部品開発のための開発進め方の手引きである。</a:t>
            </a:r>
          </a:p>
          <a:p>
            <a:pPr algn="l" eaLnBrk="1" hangingPunct="1">
              <a:spcBef>
                <a:spcPts val="300"/>
              </a:spcBef>
            </a:pPr>
            <a:r>
              <a:rPr lang="ja-JP" altLang="en-US" sz="1400">
                <a:latin typeface="Meiryo UI" panose="020B0604030504040204" pitchFamily="50" charset="-128"/>
                <a:ea typeface="Meiryo UI" panose="020B0604030504040204" pitchFamily="50" charset="-128"/>
                <a:cs typeface="Arial" pitchFamily="34" charset="0"/>
              </a:rPr>
              <a:t>関係各部署がそれぞれの役割分担</a:t>
            </a:r>
            <a:r>
              <a:rPr lang="en-US" altLang="ja-JP" sz="1400">
                <a:latin typeface="Meiryo UI" panose="020B0604030504040204" pitchFamily="50" charset="-128"/>
                <a:ea typeface="Meiryo UI" panose="020B0604030504040204" pitchFamily="50" charset="-128"/>
                <a:cs typeface="Arial" pitchFamily="34" charset="0"/>
              </a:rPr>
              <a:t>, </a:t>
            </a:r>
            <a:r>
              <a:rPr lang="ja-JP" altLang="en-US" sz="1400">
                <a:latin typeface="Meiryo UI" panose="020B0604030504040204" pitchFamily="50" charset="-128"/>
                <a:ea typeface="Meiryo UI" panose="020B0604030504040204" pitchFamily="50" charset="-128"/>
                <a:cs typeface="Arial" pitchFamily="34" charset="0"/>
              </a:rPr>
              <a:t>日程</a:t>
            </a:r>
            <a:r>
              <a:rPr lang="en-US" altLang="ja-JP" sz="1400">
                <a:latin typeface="Meiryo UI" panose="020B0604030504040204" pitchFamily="50" charset="-128"/>
                <a:ea typeface="Meiryo UI" panose="020B0604030504040204" pitchFamily="50" charset="-128"/>
                <a:cs typeface="Arial" pitchFamily="34" charset="0"/>
              </a:rPr>
              <a:t>, </a:t>
            </a:r>
            <a:r>
              <a:rPr lang="ja-JP" altLang="en-US" sz="1400">
                <a:latin typeface="Meiryo UI" panose="020B0604030504040204" pitchFamily="50" charset="-128"/>
                <a:ea typeface="Meiryo UI" panose="020B0604030504040204" pitchFamily="50" charset="-128"/>
                <a:cs typeface="Arial" pitchFamily="34" charset="0"/>
              </a:rPr>
              <a:t>コミニケーションルールを認識し</a:t>
            </a:r>
            <a:r>
              <a:rPr lang="en-US" altLang="ja-JP" sz="1400">
                <a:latin typeface="Meiryo UI" panose="020B0604030504040204" pitchFamily="50" charset="-128"/>
                <a:ea typeface="Meiryo UI" panose="020B0604030504040204" pitchFamily="50" charset="-128"/>
                <a:cs typeface="Arial" pitchFamily="34" charset="0"/>
              </a:rPr>
              <a:t>, </a:t>
            </a:r>
            <a:r>
              <a:rPr lang="ja-JP" altLang="en-US" sz="1400">
                <a:latin typeface="Meiryo UI" panose="020B0604030504040204" pitchFamily="50" charset="-128"/>
                <a:ea typeface="Meiryo UI" panose="020B0604030504040204" pitchFamily="50" charset="-128"/>
                <a:cs typeface="Arial" pitchFamily="34" charset="0"/>
              </a:rPr>
              <a:t>抜け漏れの無い効率的な開発を進めるために</a:t>
            </a:r>
            <a:endParaRPr lang="en-US" altLang="ja-JP" sz="1400">
              <a:latin typeface="Meiryo UI" panose="020B0604030504040204" pitchFamily="50" charset="-128"/>
              <a:ea typeface="Meiryo UI" panose="020B0604030504040204" pitchFamily="50" charset="-128"/>
              <a:cs typeface="Arial" pitchFamily="34" charset="0"/>
            </a:endParaRPr>
          </a:p>
          <a:p>
            <a:pPr algn="l" eaLnBrk="1" hangingPunct="1">
              <a:spcBef>
                <a:spcPts val="300"/>
              </a:spcBef>
            </a:pPr>
            <a:r>
              <a:rPr lang="ja-JP" altLang="en-US" sz="1400">
                <a:latin typeface="Meiryo UI" panose="020B0604030504040204" pitchFamily="50" charset="-128"/>
                <a:ea typeface="Meiryo UI" panose="020B0604030504040204" pitchFamily="50" charset="-128"/>
                <a:cs typeface="Arial" pitchFamily="34" charset="0"/>
              </a:rPr>
              <a:t>活用すること。</a:t>
            </a:r>
            <a:endParaRPr lang="en-US" altLang="ja-JP" sz="1400">
              <a:latin typeface="Meiryo UI" panose="020B0604030504040204" pitchFamily="50" charset="-128"/>
              <a:ea typeface="Meiryo UI" panose="020B0604030504040204" pitchFamily="50" charset="-128"/>
              <a:cs typeface="Arial" pitchFamily="34" charset="0"/>
            </a:endParaRPr>
          </a:p>
          <a:p>
            <a:pPr algn="l" eaLnBrk="1" hangingPunct="1">
              <a:spcBef>
                <a:spcPts val="300"/>
              </a:spcBef>
            </a:pPr>
            <a:r>
              <a:rPr lang="ja-JP" altLang="en-US" sz="1400">
                <a:latin typeface="Meiryo UI" panose="020B0604030504040204" pitchFamily="50" charset="-128"/>
                <a:ea typeface="Meiryo UI" panose="020B0604030504040204" pitchFamily="50" charset="-128"/>
                <a:cs typeface="Arial" pitchFamily="34" charset="0"/>
              </a:rPr>
              <a:t>内容の改廃に際しては関係各部署の合意の基に行う。 </a:t>
            </a:r>
            <a:endParaRPr lang="en-US" altLang="ja-JP" sz="1400">
              <a:latin typeface="Meiryo UI" panose="020B0604030504040204" pitchFamily="50" charset="-128"/>
              <a:ea typeface="Meiryo UI" panose="020B0604030504040204" pitchFamily="50" charset="-128"/>
              <a:cs typeface="Arial" pitchFamily="34" charset="0"/>
            </a:endParaRPr>
          </a:p>
        </p:txBody>
      </p:sp>
    </p:spTree>
    <p:extLst>
      <p:ext uri="{BB962C8B-B14F-4D97-AF65-F5344CB8AC3E}">
        <p14:creationId xmlns:p14="http://schemas.microsoft.com/office/powerpoint/2010/main" val="28544364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Box 2"/>
          <p:cNvSpPr txBox="1">
            <a:spLocks noChangeArrowheads="1"/>
          </p:cNvSpPr>
          <p:nvPr/>
        </p:nvSpPr>
        <p:spPr bwMode="auto">
          <a:xfrm>
            <a:off x="133262" y="44450"/>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2000">
                <a:solidFill>
                  <a:srgbClr val="FFFFFF"/>
                </a:solidFill>
                <a:latin typeface="Meiryo UI" panose="020B0604030504040204" pitchFamily="50" charset="-128"/>
                <a:ea typeface="Meiryo UI" panose="020B0604030504040204" pitchFamily="50" charset="-128"/>
                <a:cs typeface="Arial" pitchFamily="34" charset="0"/>
              </a:rPr>
              <a:t>2.</a:t>
            </a:r>
            <a:r>
              <a:rPr lang="ja-JP" altLang="en-US" sz="2000">
                <a:solidFill>
                  <a:srgbClr val="FFFFFF"/>
                </a:solidFill>
                <a:latin typeface="Meiryo UI" panose="020B0604030504040204" pitchFamily="50" charset="-128"/>
                <a:ea typeface="Meiryo UI" panose="020B0604030504040204" pitchFamily="50" charset="-128"/>
                <a:cs typeface="Arial" pitchFamily="34" charset="0"/>
              </a:rPr>
              <a:t> </a:t>
            </a:r>
            <a:r>
              <a:rPr lang="en-US" altLang="ja-JP" sz="2000">
                <a:solidFill>
                  <a:srgbClr val="FFFFFF"/>
                </a:solidFill>
                <a:latin typeface="Meiryo UI" panose="020B0604030504040204" pitchFamily="50" charset="-128"/>
                <a:ea typeface="Meiryo UI" panose="020B0604030504040204" pitchFamily="50" charset="-128"/>
                <a:cs typeface="Arial" pitchFamily="34" charset="0"/>
              </a:rPr>
              <a:t>Scope</a:t>
            </a:r>
            <a:r>
              <a:rPr lang="ja-JP" altLang="en-US" sz="2000">
                <a:solidFill>
                  <a:srgbClr val="FFFFFF"/>
                </a:solidFill>
                <a:latin typeface="Meiryo UI" panose="020B0604030504040204" pitchFamily="50" charset="-128"/>
                <a:ea typeface="Meiryo UI" panose="020B0604030504040204" pitchFamily="50" charset="-128"/>
                <a:cs typeface="Arial" pitchFamily="34" charset="0"/>
              </a:rPr>
              <a:t> </a:t>
            </a:r>
            <a:r>
              <a:rPr lang="en-US" altLang="ja-JP" sz="2000">
                <a:solidFill>
                  <a:srgbClr val="FFFFFF"/>
                </a:solidFill>
                <a:latin typeface="Meiryo UI" panose="020B0604030504040204" pitchFamily="50" charset="-128"/>
                <a:ea typeface="Meiryo UI" panose="020B0604030504040204" pitchFamily="50" charset="-128"/>
                <a:cs typeface="Arial" pitchFamily="34" charset="0"/>
              </a:rPr>
              <a:t>of</a:t>
            </a:r>
            <a:r>
              <a:rPr lang="ja-JP" altLang="en-US" sz="2000">
                <a:solidFill>
                  <a:srgbClr val="FFFFFF"/>
                </a:solidFill>
                <a:latin typeface="Meiryo UI" panose="020B0604030504040204" pitchFamily="50" charset="-128"/>
                <a:ea typeface="Meiryo UI" panose="020B0604030504040204" pitchFamily="50" charset="-128"/>
                <a:cs typeface="Arial" pitchFamily="34" charset="0"/>
              </a:rPr>
              <a:t> </a:t>
            </a:r>
            <a:r>
              <a:rPr lang="en-US" altLang="ja-JP" sz="2000">
                <a:solidFill>
                  <a:srgbClr val="FFFFFF"/>
                </a:solidFill>
                <a:latin typeface="Meiryo UI" panose="020B0604030504040204" pitchFamily="50" charset="-128"/>
                <a:ea typeface="Meiryo UI" panose="020B0604030504040204" pitchFamily="50" charset="-128"/>
                <a:cs typeface="Arial" pitchFamily="34" charset="0"/>
              </a:rPr>
              <a:t>Development Work</a:t>
            </a:r>
            <a:endParaRPr lang="en-US" altLang="ja-JP" sz="1100">
              <a:solidFill>
                <a:srgbClr val="FFFFFF"/>
              </a:solidFill>
              <a:latin typeface="HGPｺﾞｼｯｸE" pitchFamily="50" charset="-128"/>
              <a:ea typeface="HGPｺﾞｼｯｸE" pitchFamily="50" charset="-128"/>
              <a:cs typeface="Arial" pitchFamily="34" charset="0"/>
            </a:endParaRPr>
          </a:p>
        </p:txBody>
      </p:sp>
      <p:sp>
        <p:nvSpPr>
          <p:cNvPr id="6" name="Text Box 2"/>
          <p:cNvSpPr txBox="1">
            <a:spLocks noChangeArrowheads="1"/>
          </p:cNvSpPr>
          <p:nvPr/>
        </p:nvSpPr>
        <p:spPr bwMode="auto">
          <a:xfrm>
            <a:off x="107504" y="4063983"/>
            <a:ext cx="8918930" cy="23385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180000" algn="l" eaLnBrk="1" hangingPunct="1">
              <a:lnSpc>
                <a:spcPct val="130000"/>
              </a:lnSpc>
            </a:pPr>
            <a:r>
              <a:rPr lang="ja-JP" altLang="en-US" sz="1600" b="1" u="sng" dirty="0">
                <a:latin typeface="Meiryo UI" panose="020B0604030504040204" pitchFamily="50" charset="-128"/>
                <a:ea typeface="Meiryo UI" panose="020B0604030504040204" pitchFamily="50" charset="-128"/>
              </a:rPr>
              <a:t>委託開発適用範囲</a:t>
            </a:r>
            <a:br>
              <a:rPr lang="en-US" altLang="ja-JP" sz="1600" b="1" u="sng" dirty="0">
                <a:latin typeface="Meiryo UI" panose="020B0604030504040204" pitchFamily="50" charset="-128"/>
                <a:ea typeface="Meiryo UI" panose="020B0604030504040204" pitchFamily="50" charset="-128"/>
              </a:rPr>
            </a:br>
            <a:r>
              <a:rPr lang="ja-JP" altLang="en-US" sz="1400" dirty="0">
                <a:latin typeface="Meiryo UI" panose="020B0604030504040204" pitchFamily="50" charset="-128"/>
                <a:ea typeface="Meiryo UI" panose="020B0604030504040204" pitchFamily="50" charset="-128"/>
              </a:rPr>
              <a:t>この資料は、</a:t>
            </a:r>
            <a:r>
              <a:rPr lang="en-US" altLang="ja-JP" sz="1400" b="1" dirty="0">
                <a:latin typeface="Meiryo UI" panose="020B0604030504040204" pitchFamily="50" charset="-128"/>
                <a:ea typeface="Meiryo UI" panose="020B0604030504040204" pitchFamily="50" charset="-128"/>
              </a:rPr>
              <a:t>2027</a:t>
            </a:r>
            <a:r>
              <a:rPr lang="ja-JP" altLang="en-US" sz="1400" b="1" dirty="0">
                <a:latin typeface="Meiryo UI" panose="020B0604030504040204" pitchFamily="50" charset="-128"/>
                <a:ea typeface="Meiryo UI" panose="020B0604030504040204" pitchFamily="50" charset="-128"/>
              </a:rPr>
              <a:t>年</a:t>
            </a:r>
            <a:r>
              <a:rPr lang="en-US" altLang="ja-JP" sz="1400" b="1" dirty="0">
                <a:latin typeface="Meiryo UI" panose="020B0604030504040204" pitchFamily="50" charset="-128"/>
                <a:ea typeface="Meiryo UI" panose="020B0604030504040204" pitchFamily="50" charset="-128"/>
              </a:rPr>
              <a:t>11</a:t>
            </a:r>
            <a:r>
              <a:rPr lang="ja-JP" altLang="en-US" sz="1400" b="1" dirty="0">
                <a:latin typeface="Meiryo UI" panose="020B0604030504040204" pitchFamily="50" charset="-128"/>
                <a:ea typeface="Meiryo UI" panose="020B0604030504040204" pitchFamily="50" charset="-128"/>
              </a:rPr>
              <a:t>月</a:t>
            </a:r>
            <a:r>
              <a:rPr lang="ja-JP" altLang="en-US" sz="1400" dirty="0">
                <a:latin typeface="Meiryo UI" panose="020B0604030504040204" pitchFamily="50" charset="-128"/>
                <a:ea typeface="Meiryo UI" panose="020B0604030504040204" pitchFamily="50" charset="-128"/>
              </a:rPr>
              <a:t>から</a:t>
            </a:r>
            <a:r>
              <a:rPr lang="en-US" altLang="ja-JP" sz="1400" b="1" dirty="0">
                <a:latin typeface="Meiryo UI" panose="020B0604030504040204" pitchFamily="50" charset="-128"/>
                <a:ea typeface="Meiryo UI" panose="020B0604030504040204" pitchFamily="50" charset="-128"/>
              </a:rPr>
              <a:t>HAB</a:t>
            </a:r>
            <a:r>
              <a:rPr lang="zh-TW" altLang="en-US" sz="1400" dirty="0">
                <a:latin typeface="Meiryo UI" panose="020B0604030504040204" pitchFamily="50" charset="-128"/>
                <a:ea typeface="Meiryo UI" panose="020B0604030504040204" pitchFamily="50" charset="-128"/>
              </a:rPr>
              <a:t>完成車工場</a:t>
            </a:r>
            <a:r>
              <a:rPr lang="ja-JP" altLang="en-US" sz="1400" dirty="0">
                <a:latin typeface="Meiryo UI" panose="020B0604030504040204" pitchFamily="50" charset="-128"/>
                <a:ea typeface="Meiryo UI" panose="020B0604030504040204" pitchFamily="50" charset="-128"/>
              </a:rPr>
              <a:t>にて量産される</a:t>
            </a:r>
            <a:r>
              <a:rPr lang="en-US" altLang="ja-JP" sz="1400" b="1" dirty="0">
                <a:latin typeface="Meiryo UI" panose="020B0604030504040204" pitchFamily="50" charset="-128"/>
                <a:ea typeface="Meiryo UI" panose="020B0604030504040204" pitchFamily="50" charset="-128"/>
              </a:rPr>
              <a:t>28.5</a:t>
            </a:r>
            <a:r>
              <a:rPr lang="en-US" altLang="ja-JP" sz="1400" dirty="0">
                <a:latin typeface="Meiryo UI" panose="020B0604030504040204" pitchFamily="50" charset="-128"/>
                <a:ea typeface="Meiryo UI" panose="020B0604030504040204" pitchFamily="50" charset="-128"/>
              </a:rPr>
              <a:t>MY</a:t>
            </a:r>
            <a:r>
              <a:rPr lang="ja-JP" altLang="en-US" sz="1400" dirty="0">
                <a:latin typeface="Meiryo UI" panose="020B0604030504040204" pitchFamily="50" charset="-128"/>
                <a:ea typeface="Meiryo UI" panose="020B0604030504040204" pitchFamily="50" charset="-128"/>
              </a:rPr>
              <a:t> </a:t>
            </a:r>
            <a:r>
              <a:rPr lang="en-US" altLang="ja-JP" sz="1400" b="1" dirty="0">
                <a:latin typeface="Meiryo UI" panose="020B0604030504040204" pitchFamily="50" charset="-128"/>
                <a:ea typeface="Meiryo UI" panose="020B0604030504040204" pitchFamily="50" charset="-128"/>
              </a:rPr>
              <a:t>6WZX</a:t>
            </a:r>
            <a:r>
              <a:rPr lang="en-US" altLang="ja-JP" sz="1400" dirty="0">
                <a:latin typeface="Meiryo UI" panose="020B0604030504040204" pitchFamily="50" charset="-128"/>
                <a:ea typeface="Meiryo UI" panose="020B0604030504040204" pitchFamily="50" charset="-128"/>
              </a:rPr>
              <a:t> (</a:t>
            </a:r>
            <a:r>
              <a:rPr lang="en-US" altLang="ja-JP" sz="1400" b="1" dirty="0">
                <a:latin typeface="Meiryo UI" panose="020B0604030504040204" pitchFamily="50" charset="-128"/>
                <a:ea typeface="Meiryo UI" panose="020B0604030504040204" pitchFamily="50" charset="-128"/>
              </a:rPr>
              <a:t>1.5L GDI 4</a:t>
            </a:r>
            <a:r>
              <a:rPr lang="ja-JP" altLang="en-US" sz="1400" b="1" dirty="0">
                <a:latin typeface="Meiryo UI" panose="020B0604030504040204" pitchFamily="50" charset="-128"/>
                <a:ea typeface="Meiryo UI" panose="020B0604030504040204" pitchFamily="50" charset="-128"/>
              </a:rPr>
              <a:t>気筒</a:t>
            </a:r>
            <a:r>
              <a:rPr lang="ja-JP" altLang="en-US" sz="1400" dirty="0">
                <a:latin typeface="Meiryo UI" panose="020B0604030504040204" pitchFamily="50" charset="-128"/>
                <a:ea typeface="Meiryo UI" panose="020B0604030504040204" pitchFamily="50" charset="-128"/>
              </a:rPr>
              <a:t>） に適用する</a:t>
            </a:r>
            <a:br>
              <a:rPr lang="en-US" altLang="ja-JP" sz="1400" dirty="0">
                <a:latin typeface="Meiryo UI" panose="020B0604030504040204" pitchFamily="50" charset="-128"/>
                <a:ea typeface="Meiryo UI" panose="020B0604030504040204" pitchFamily="50" charset="-128"/>
              </a:rPr>
            </a:br>
            <a:r>
              <a:rPr lang="en-US" altLang="ja-JP" sz="1400" dirty="0">
                <a:latin typeface="Meiryo UI" panose="020B0604030504040204" pitchFamily="50" charset="-128"/>
                <a:ea typeface="Meiryo UI" panose="020B0604030504040204" pitchFamily="50" charset="-128"/>
                <a:cs typeface="Arial" pitchFamily="34" charset="0"/>
              </a:rPr>
              <a:t>Bosch</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rPr>
              <a:t>EMS</a:t>
            </a:r>
            <a:r>
              <a:rPr lang="ja-JP" altLang="en-US" sz="1400" dirty="0">
                <a:latin typeface="Meiryo UI" panose="020B0604030504040204" pitchFamily="50" charset="-128"/>
                <a:ea typeface="Meiryo UI" panose="020B0604030504040204" pitchFamily="50" charset="-128"/>
              </a:rPr>
              <a:t>部品、及び </a:t>
            </a:r>
            <a:r>
              <a:rPr lang="en-US" altLang="ja-JP" sz="1400" dirty="0">
                <a:latin typeface="Meiryo UI" panose="020B0604030504040204" pitchFamily="50" charset="-128"/>
                <a:ea typeface="Meiryo UI" panose="020B0604030504040204" pitchFamily="50" charset="-128"/>
              </a:rPr>
              <a:t>Model </a:t>
            </a:r>
            <a:r>
              <a:rPr lang="ja-JP" altLang="en-US" sz="1400" dirty="0">
                <a:latin typeface="Meiryo UI" panose="020B0604030504040204" pitchFamily="50" charset="-128"/>
                <a:ea typeface="Meiryo UI" panose="020B0604030504040204" pitchFamily="50" charset="-128"/>
              </a:rPr>
              <a:t>開発の指針である。</a:t>
            </a:r>
            <a:br>
              <a:rPr lang="ja-JP" altLang="en-US" sz="1400" dirty="0">
                <a:latin typeface="Meiryo UI" panose="020B0604030504040204" pitchFamily="50" charset="-128"/>
                <a:ea typeface="Meiryo UI" panose="020B0604030504040204" pitchFamily="50" charset="-128"/>
              </a:rPr>
            </a:br>
            <a:r>
              <a:rPr lang="ja-JP" altLang="en-US" sz="1400" dirty="0">
                <a:latin typeface="Meiryo UI" panose="020B0604030504040204" pitchFamily="50" charset="-128"/>
                <a:ea typeface="Meiryo UI" panose="020B0604030504040204" pitchFamily="50" charset="-128"/>
              </a:rPr>
              <a:t>ここに示す内容は主にキックオフミーティングから</a:t>
            </a:r>
            <a:r>
              <a:rPr lang="en-US" altLang="ja-JP" sz="1400" dirty="0">
                <a:latin typeface="Meiryo UI" panose="020B0604030504040204" pitchFamily="50" charset="-128"/>
                <a:ea typeface="Meiryo UI" panose="020B0604030504040204" pitchFamily="50" charset="-128"/>
              </a:rPr>
              <a:t>Honda</a:t>
            </a:r>
            <a:r>
              <a:rPr lang="ja-JP" altLang="en-US" sz="1400" dirty="0">
                <a:latin typeface="Meiryo UI" panose="020B0604030504040204" pitchFamily="50" charset="-128"/>
                <a:ea typeface="Meiryo UI" panose="020B0604030504040204" pitchFamily="50" charset="-128"/>
              </a:rPr>
              <a:t>による最終技術判断</a:t>
            </a:r>
            <a:r>
              <a:rPr lang="en-US" altLang="ja-JP" sz="1400" dirty="0">
                <a:latin typeface="Meiryo UI" panose="020B0604030504040204" pitchFamily="50" charset="-128"/>
                <a:ea typeface="Meiryo UI" panose="020B0604030504040204" pitchFamily="50" charset="-128"/>
              </a:rPr>
              <a:t>(</a:t>
            </a:r>
            <a:r>
              <a:rPr lang="ja-JP" altLang="en-US" sz="1400" dirty="0">
                <a:latin typeface="Meiryo UI" panose="020B0604030504040204" pitchFamily="50" charset="-128"/>
                <a:ea typeface="Meiryo UI" panose="020B0604030504040204" pitchFamily="50" charset="-128"/>
              </a:rPr>
              <a:t>開発完了</a:t>
            </a:r>
            <a:r>
              <a:rPr lang="en-US" altLang="ja-JP" sz="1400" dirty="0">
                <a:latin typeface="Meiryo UI" panose="020B0604030504040204" pitchFamily="50" charset="-128"/>
                <a:ea typeface="Meiryo UI" panose="020B0604030504040204" pitchFamily="50" charset="-128"/>
              </a:rPr>
              <a:t>)</a:t>
            </a:r>
            <a:r>
              <a:rPr lang="ja-JP" altLang="en-US" sz="1400" dirty="0">
                <a:latin typeface="Meiryo UI" panose="020B0604030504040204" pitchFamily="50" charset="-128"/>
                <a:ea typeface="Meiryo UI" panose="020B0604030504040204" pitchFamily="50" charset="-128"/>
              </a:rPr>
              <a:t>、及び量産立上げまでの量産品質</a:t>
            </a:r>
            <a:br>
              <a:rPr lang="en-US" altLang="ja-JP" sz="1400" dirty="0">
                <a:latin typeface="Meiryo UI" panose="020B0604030504040204" pitchFamily="50" charset="-128"/>
                <a:ea typeface="Meiryo UI" panose="020B0604030504040204" pitchFamily="50" charset="-128"/>
              </a:rPr>
            </a:br>
            <a:r>
              <a:rPr lang="ja-JP" altLang="en-US" sz="1400" dirty="0">
                <a:latin typeface="Meiryo UI" panose="020B0604030504040204" pitchFamily="50" charset="-128"/>
                <a:ea typeface="Meiryo UI" panose="020B0604030504040204" pitchFamily="50" charset="-128"/>
              </a:rPr>
              <a:t>熟成期間に於ける委託開発技術項目に適用される。</a:t>
            </a:r>
            <a:endParaRPr lang="en-US" altLang="ja-JP" sz="1400" strike="sngStrike" dirty="0">
              <a:latin typeface="Meiryo UI" panose="020B0604030504040204" pitchFamily="50" charset="-128"/>
              <a:ea typeface="Meiryo UI" panose="020B0604030504040204" pitchFamily="50" charset="-128"/>
            </a:endParaRPr>
          </a:p>
          <a:p>
            <a:pPr marL="180000" algn="l">
              <a:lnSpc>
                <a:spcPct val="130000"/>
              </a:lnSpc>
            </a:pPr>
            <a:r>
              <a:rPr lang="en-US" altLang="ja-JP" sz="1400" dirty="0">
                <a:latin typeface="Meiryo UI" panose="020B0604030504040204" pitchFamily="50" charset="-128"/>
                <a:ea typeface="Meiryo UI" panose="020B0604030504040204" pitchFamily="50" charset="-128"/>
              </a:rPr>
              <a:t>	</a:t>
            </a:r>
            <a:r>
              <a:rPr lang="ja-JP" altLang="en-US" sz="1400" dirty="0">
                <a:latin typeface="Meiryo UI" panose="020B0604030504040204" pitchFamily="50" charset="-128"/>
                <a:ea typeface="Meiryo UI" panose="020B0604030504040204" pitchFamily="50" charset="-128"/>
              </a:rPr>
              <a:t>本資料は技術詳細説明、開発実態に合わせた役割責任を記述するものであり、開発契約に添付されて開発契約の</a:t>
            </a:r>
            <a:br>
              <a:rPr lang="en-US" altLang="ja-JP" sz="1400" dirty="0">
                <a:latin typeface="Meiryo UI" panose="020B0604030504040204" pitchFamily="50" charset="-128"/>
                <a:ea typeface="Meiryo UI" panose="020B0604030504040204" pitchFamily="50" charset="-128"/>
              </a:rPr>
            </a:br>
            <a:r>
              <a:rPr lang="ja-JP" altLang="en-US" sz="1400" dirty="0">
                <a:latin typeface="Meiryo UI" panose="020B0604030504040204" pitchFamily="50" charset="-128"/>
                <a:ea typeface="Meiryo UI" panose="020B0604030504040204" pitchFamily="50" charset="-128"/>
              </a:rPr>
              <a:t>一部を構成する。</a:t>
            </a:r>
            <a:br>
              <a:rPr lang="en-US" altLang="ja-JP" sz="1400" dirty="0">
                <a:latin typeface="Meiryo UI" panose="020B0604030504040204" pitchFamily="50" charset="-128"/>
                <a:ea typeface="Meiryo UI" panose="020B0604030504040204" pitchFamily="50" charset="-128"/>
              </a:rPr>
            </a:br>
            <a:r>
              <a:rPr lang="ja-JP" altLang="en-US" sz="1400" dirty="0">
                <a:latin typeface="Meiryo UI" panose="020B0604030504040204" pitchFamily="50" charset="-128"/>
                <a:ea typeface="Meiryo UI" panose="020B0604030504040204" pitchFamily="50" charset="-128"/>
              </a:rPr>
              <a:t>契約条件は別途開発契約に規定される。</a:t>
            </a:r>
          </a:p>
        </p:txBody>
      </p:sp>
      <p:sp>
        <p:nvSpPr>
          <p:cNvPr id="8" name="Text Box 2"/>
          <p:cNvSpPr txBox="1">
            <a:spLocks noChangeArrowheads="1"/>
          </p:cNvSpPr>
          <p:nvPr/>
        </p:nvSpPr>
        <p:spPr bwMode="auto">
          <a:xfrm>
            <a:off x="107504" y="568438"/>
            <a:ext cx="8918930" cy="29769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l" eaLnBrk="1" hangingPunct="1">
              <a:lnSpc>
                <a:spcPct val="120000"/>
              </a:lnSpc>
            </a:pPr>
            <a:r>
              <a:rPr lang="en-US" altLang="ja-JP" sz="1600" b="1" u="sng" dirty="0">
                <a:latin typeface="Meiryo UI" panose="020B0604030504040204" pitchFamily="50" charset="-128"/>
                <a:ea typeface="Meiryo UI" panose="020B0604030504040204" pitchFamily="50" charset="-128"/>
                <a:cs typeface="Arial" pitchFamily="34" charset="0"/>
              </a:rPr>
              <a:t>Scope of Development Work  </a:t>
            </a:r>
          </a:p>
          <a:p>
            <a:pPr marL="180000" indent="0" algn="l" eaLnBrk="1" hangingPunct="1">
              <a:lnSpc>
                <a:spcPct val="120000"/>
              </a:lnSpc>
            </a:pPr>
            <a:r>
              <a:rPr lang="en-US" altLang="ja-JP" sz="1400" dirty="0">
                <a:solidFill>
                  <a:srgbClr val="000000"/>
                </a:solidFill>
                <a:latin typeface="Meiryo UI" panose="020B0604030504040204" pitchFamily="50" charset="-128"/>
                <a:ea typeface="Meiryo UI" panose="020B0604030504040204" pitchFamily="50" charset="-128"/>
                <a:cs typeface="Arial" pitchFamily="34" charset="0"/>
              </a:rPr>
              <a:t>This material is the guideline for</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Bosch</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solidFill>
                  <a:srgbClr val="000000"/>
                </a:solidFill>
                <a:latin typeface="Meiryo UI" panose="020B0604030504040204" pitchFamily="50" charset="-128"/>
                <a:ea typeface="Meiryo UI" panose="020B0604030504040204" pitchFamily="50" charset="-128"/>
                <a:cs typeface="Arial" pitchFamily="34" charset="0"/>
              </a:rPr>
              <a:t>EMS components and the full-model development</a:t>
            </a:r>
            <a:br>
              <a:rPr lang="en-US" altLang="ja-JP" sz="1400" dirty="0">
                <a:solidFill>
                  <a:srgbClr val="000000"/>
                </a:solidFill>
                <a:latin typeface="Meiryo UI" panose="020B0604030504040204" pitchFamily="50" charset="-128"/>
                <a:ea typeface="Meiryo UI" panose="020B0604030504040204" pitchFamily="50" charset="-128"/>
                <a:cs typeface="Arial" pitchFamily="34" charset="0"/>
              </a:rPr>
            </a:br>
            <a:r>
              <a:rPr lang="en-US" altLang="ja-JP" sz="1400" dirty="0">
                <a:solidFill>
                  <a:srgbClr val="000000"/>
                </a:solidFill>
                <a:latin typeface="Meiryo UI" panose="020B0604030504040204" pitchFamily="50" charset="-128"/>
                <a:ea typeface="Meiryo UI" panose="020B0604030504040204" pitchFamily="50" charset="-128"/>
                <a:cs typeface="Arial" pitchFamily="34" charset="0"/>
              </a:rPr>
              <a:t>for</a:t>
            </a:r>
            <a:r>
              <a:rPr lang="ja-JP" altLang="en-US" sz="1400" dirty="0">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400" dirty="0">
                <a:solidFill>
                  <a:srgbClr val="000000"/>
                </a:solidFill>
                <a:latin typeface="Meiryo UI" panose="020B0604030504040204" pitchFamily="50" charset="-128"/>
                <a:ea typeface="Meiryo UI" panose="020B0604030504040204" pitchFamily="50" charset="-128"/>
                <a:cs typeface="Arial" pitchFamily="34" charset="0"/>
              </a:rPr>
              <a:t>below</a:t>
            </a:r>
            <a:r>
              <a:rPr lang="ja-JP" altLang="en-US" sz="1400" dirty="0">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400" dirty="0">
                <a:solidFill>
                  <a:srgbClr val="000000"/>
                </a:solidFill>
                <a:latin typeface="Meiryo UI" panose="020B0604030504040204" pitchFamily="50" charset="-128"/>
                <a:ea typeface="Meiryo UI" panose="020B0604030504040204" pitchFamily="50" charset="-128"/>
                <a:cs typeface="Arial" pitchFamily="34" charset="0"/>
              </a:rPr>
              <a:t>models</a:t>
            </a:r>
            <a:r>
              <a:rPr lang="ja-JP" altLang="en-US" sz="1400" dirty="0">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400" dirty="0">
                <a:solidFill>
                  <a:srgbClr val="000000"/>
                </a:solidFill>
                <a:latin typeface="Meiryo UI" panose="020B0604030504040204" pitchFamily="50" charset="-128"/>
                <a:ea typeface="Meiryo UI" panose="020B0604030504040204" pitchFamily="50" charset="-128"/>
                <a:cs typeface="Arial" pitchFamily="34" charset="0"/>
              </a:rPr>
              <a:t>which</a:t>
            </a:r>
            <a:r>
              <a:rPr lang="ja-JP" altLang="en-US" sz="1400" dirty="0">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400" dirty="0">
                <a:solidFill>
                  <a:srgbClr val="000000"/>
                </a:solidFill>
                <a:latin typeface="Meiryo UI" panose="020B0604030504040204" pitchFamily="50" charset="-128"/>
                <a:ea typeface="Meiryo UI" panose="020B0604030504040204" pitchFamily="50" charset="-128"/>
                <a:cs typeface="Arial" pitchFamily="34" charset="0"/>
              </a:rPr>
              <a:t>will</a:t>
            </a:r>
            <a:r>
              <a:rPr lang="ja-JP" altLang="en-US" sz="1400" dirty="0">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400" dirty="0">
                <a:solidFill>
                  <a:srgbClr val="000000"/>
                </a:solidFill>
                <a:latin typeface="Meiryo UI" panose="020B0604030504040204" pitchFamily="50" charset="-128"/>
                <a:ea typeface="Meiryo UI" panose="020B0604030504040204" pitchFamily="50" charset="-128"/>
                <a:cs typeface="Arial" pitchFamily="34" charset="0"/>
              </a:rPr>
              <a:t>be</a:t>
            </a:r>
            <a:r>
              <a:rPr lang="ja-JP" altLang="en-US" sz="1400" dirty="0">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400" dirty="0">
                <a:solidFill>
                  <a:srgbClr val="000000"/>
                </a:solidFill>
                <a:latin typeface="Meiryo UI" panose="020B0604030504040204" pitchFamily="50" charset="-128"/>
                <a:ea typeface="Meiryo UI" panose="020B0604030504040204" pitchFamily="50" charset="-128"/>
                <a:cs typeface="Arial" pitchFamily="34" charset="0"/>
              </a:rPr>
              <a:t>equipped</a:t>
            </a:r>
            <a:r>
              <a:rPr lang="ja-JP" altLang="en-US" sz="1400" dirty="0">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400" dirty="0">
                <a:solidFill>
                  <a:srgbClr val="000000"/>
                </a:solidFill>
                <a:latin typeface="Meiryo UI" panose="020B0604030504040204" pitchFamily="50" charset="-128"/>
                <a:ea typeface="Meiryo UI" panose="020B0604030504040204" pitchFamily="50" charset="-128"/>
                <a:cs typeface="Arial" pitchFamily="34" charset="0"/>
              </a:rPr>
              <a:t>with</a:t>
            </a:r>
            <a:r>
              <a:rPr lang="ja-JP" altLang="en-US" sz="1400" dirty="0">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400" b="1" dirty="0">
                <a:latin typeface="Meiryo UI" panose="020B0604030504040204" pitchFamily="50" charset="-128"/>
                <a:ea typeface="Meiryo UI" panose="020B0604030504040204" pitchFamily="50" charset="-128"/>
                <a:cs typeface="Arial" pitchFamily="34" charset="0"/>
              </a:rPr>
              <a:t>1.5L DOHC 4-cylinder</a:t>
            </a:r>
            <a:r>
              <a:rPr lang="ja-JP" altLang="en-US" sz="1400" b="1" dirty="0">
                <a:latin typeface="Meiryo UI" panose="020B0604030504040204" pitchFamily="50" charset="-128"/>
                <a:ea typeface="Meiryo UI" panose="020B0604030504040204" pitchFamily="50" charset="-128"/>
                <a:cs typeface="Arial" pitchFamily="34" charset="0"/>
              </a:rPr>
              <a:t> </a:t>
            </a:r>
            <a:r>
              <a:rPr lang="en-US" altLang="ja-JP" sz="1400" dirty="0">
                <a:solidFill>
                  <a:srgbClr val="000000"/>
                </a:solidFill>
                <a:latin typeface="Meiryo UI" panose="020B0604030504040204" pitchFamily="50" charset="-128"/>
                <a:ea typeface="Meiryo UI" panose="020B0604030504040204" pitchFamily="50" charset="-128"/>
                <a:cs typeface="Arial" pitchFamily="34" charset="0"/>
              </a:rPr>
              <a:t>engine:</a:t>
            </a:r>
            <a:r>
              <a:rPr lang="ja-JP" altLang="en-US" sz="1400" dirty="0">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400" b="1" dirty="0">
                <a:latin typeface="Meiryo UI" panose="020B0604030504040204" pitchFamily="50" charset="-128"/>
                <a:ea typeface="Meiryo UI" panose="020B0604030504040204" pitchFamily="50" charset="-128"/>
                <a:cs typeface="Arial" pitchFamily="34" charset="0"/>
              </a:rPr>
              <a:t>28.5</a:t>
            </a:r>
            <a:r>
              <a:rPr lang="en-US" altLang="ja-JP" sz="1400" dirty="0">
                <a:latin typeface="Meiryo UI" panose="020B0604030504040204" pitchFamily="50" charset="-128"/>
                <a:ea typeface="Meiryo UI" panose="020B0604030504040204" pitchFamily="50" charset="-128"/>
                <a:cs typeface="Arial" pitchFamily="34" charset="0"/>
              </a:rPr>
              <a:t>MY</a:t>
            </a:r>
            <a:r>
              <a:rPr lang="ja-JP" altLang="en-US" sz="1400" dirty="0">
                <a:solidFill>
                  <a:srgbClr val="FF0000"/>
                </a:solidFill>
                <a:latin typeface="Meiryo UI" panose="020B0604030504040204" pitchFamily="50" charset="-128"/>
                <a:ea typeface="Meiryo UI" panose="020B0604030504040204" pitchFamily="50" charset="-128"/>
                <a:cs typeface="Arial" pitchFamily="34" charset="0"/>
              </a:rPr>
              <a:t> </a:t>
            </a:r>
            <a:r>
              <a:rPr lang="en-US" altLang="ja-JP" sz="1400" b="1" dirty="0">
                <a:latin typeface="Meiryo UI" panose="020B0604030504040204" pitchFamily="50" charset="-128"/>
                <a:ea typeface="Meiryo UI" panose="020B0604030504040204" pitchFamily="50" charset="-128"/>
                <a:cs typeface="Arial" pitchFamily="34" charset="0"/>
              </a:rPr>
              <a:t>6WZX</a:t>
            </a:r>
            <a:r>
              <a:rPr lang="en-US" altLang="ja-JP" sz="1400" dirty="0">
                <a:solidFill>
                  <a:srgbClr val="000000"/>
                </a:solidFill>
                <a:latin typeface="Meiryo UI" panose="020B0604030504040204" pitchFamily="50" charset="-128"/>
                <a:ea typeface="Meiryo UI" panose="020B0604030504040204" pitchFamily="50" charset="-128"/>
                <a:cs typeface="Arial" pitchFamily="34" charset="0"/>
              </a:rPr>
              <a:t>, </a:t>
            </a:r>
          </a:p>
          <a:p>
            <a:pPr marL="180000" indent="0" algn="l" eaLnBrk="1" hangingPunct="1">
              <a:lnSpc>
                <a:spcPct val="120000"/>
              </a:lnSpc>
            </a:pPr>
            <a:r>
              <a:rPr lang="en-US" altLang="ja-JP" sz="1400" dirty="0">
                <a:solidFill>
                  <a:srgbClr val="000000"/>
                </a:solidFill>
                <a:latin typeface="Meiryo UI" panose="020B0604030504040204" pitchFamily="50" charset="-128"/>
                <a:ea typeface="Meiryo UI" panose="020B0604030504040204" pitchFamily="50" charset="-128"/>
                <a:cs typeface="Arial" pitchFamily="34" charset="0"/>
              </a:rPr>
              <a:t>engine</a:t>
            </a:r>
            <a:r>
              <a:rPr lang="ja-JP" altLang="en-US" sz="1400" dirty="0">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400" dirty="0">
                <a:solidFill>
                  <a:srgbClr val="000000"/>
                </a:solidFill>
                <a:latin typeface="Meiryo UI" panose="020B0604030504040204" pitchFamily="50" charset="-128"/>
                <a:ea typeface="Meiryo UI" panose="020B0604030504040204" pitchFamily="50" charset="-128"/>
                <a:cs typeface="Arial" pitchFamily="34" charset="0"/>
              </a:rPr>
              <a:t>and vehicle will be produced at </a:t>
            </a:r>
            <a:r>
              <a:rPr lang="en-US" altLang="ja-JP" sz="1400" b="1" dirty="0">
                <a:latin typeface="Meiryo UI" panose="020B0604030504040204" pitchFamily="50" charset="-128"/>
                <a:ea typeface="Meiryo UI" panose="020B0604030504040204" pitchFamily="50" charset="-128"/>
                <a:cs typeface="Arial" pitchFamily="34" charset="0"/>
              </a:rPr>
              <a:t>HAB</a:t>
            </a:r>
            <a:r>
              <a:rPr lang="en-US" altLang="ja-JP" sz="1400" dirty="0">
                <a:solidFill>
                  <a:srgbClr val="FF0000"/>
                </a:solidFill>
                <a:latin typeface="Meiryo UI" panose="020B0604030504040204" pitchFamily="50" charset="-128"/>
                <a:ea typeface="Meiryo UI" panose="020B0604030504040204" pitchFamily="50" charset="-128"/>
              </a:rPr>
              <a:t> </a:t>
            </a:r>
            <a:r>
              <a:rPr lang="en-US" altLang="ja-JP" sz="1400" dirty="0">
                <a:solidFill>
                  <a:srgbClr val="000000"/>
                </a:solidFill>
                <a:latin typeface="Meiryo UI" panose="020B0604030504040204" pitchFamily="50" charset="-128"/>
                <a:ea typeface="Meiryo UI" panose="020B0604030504040204" pitchFamily="50" charset="-128"/>
              </a:rPr>
              <a:t>Automobile Plant</a:t>
            </a:r>
            <a:r>
              <a:rPr lang="en-US" altLang="ja-JP" sz="1400" dirty="0">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400" b="1" dirty="0">
                <a:latin typeface="Meiryo UI" panose="020B0604030504040204" pitchFamily="50" charset="-128"/>
                <a:ea typeface="Meiryo UI" panose="020B0604030504040204" pitchFamily="50" charset="-128"/>
                <a:cs typeface="Arial" pitchFamily="34" charset="0"/>
              </a:rPr>
              <a:t>Brazil</a:t>
            </a:r>
            <a:r>
              <a:rPr lang="en-US" altLang="ja-JP" sz="1400" dirty="0">
                <a:solidFill>
                  <a:srgbClr val="FF0000"/>
                </a:solidFill>
                <a:latin typeface="Meiryo UI" panose="020B0604030504040204" pitchFamily="50" charset="-128"/>
                <a:ea typeface="Meiryo UI" panose="020B0604030504040204" pitchFamily="50" charset="-128"/>
                <a:cs typeface="Arial" pitchFamily="34" charset="0"/>
              </a:rPr>
              <a:t> </a:t>
            </a:r>
            <a:r>
              <a:rPr lang="en-US" altLang="ja-JP" sz="1400" dirty="0">
                <a:solidFill>
                  <a:srgbClr val="000000"/>
                </a:solidFill>
                <a:latin typeface="Meiryo UI" panose="020B0604030504040204" pitchFamily="50" charset="-128"/>
                <a:ea typeface="Meiryo UI" panose="020B0604030504040204" pitchFamily="50" charset="-128"/>
                <a:cs typeface="Arial" pitchFamily="34" charset="0"/>
              </a:rPr>
              <a:t>from </a:t>
            </a:r>
            <a:r>
              <a:rPr lang="en-US" altLang="ja-JP" sz="1400" b="1" dirty="0">
                <a:latin typeface="Meiryo UI" panose="020B0604030504040204" pitchFamily="50" charset="-128"/>
                <a:ea typeface="Meiryo UI" panose="020B0604030504040204" pitchFamily="50" charset="-128"/>
                <a:cs typeface="Arial" pitchFamily="34" charset="0"/>
              </a:rPr>
              <a:t>Nov.2027</a:t>
            </a:r>
            <a:r>
              <a:rPr lang="en-US" altLang="ja-JP" sz="1400" dirty="0">
                <a:solidFill>
                  <a:srgbClr val="000000"/>
                </a:solidFill>
                <a:latin typeface="Meiryo UI" panose="020B0604030504040204" pitchFamily="50" charset="-128"/>
                <a:ea typeface="Meiryo UI" panose="020B0604030504040204" pitchFamily="50" charset="-128"/>
                <a:cs typeface="Arial" pitchFamily="34" charset="0"/>
              </a:rPr>
              <a:t>.</a:t>
            </a:r>
            <a:br>
              <a:rPr lang="en-US" altLang="ja-JP" sz="1400" dirty="0">
                <a:solidFill>
                  <a:srgbClr val="000000"/>
                </a:solidFill>
                <a:latin typeface="Meiryo UI" panose="020B0604030504040204" pitchFamily="50" charset="-128"/>
                <a:ea typeface="Meiryo UI" panose="020B0604030504040204" pitchFamily="50" charset="-128"/>
                <a:cs typeface="Arial" pitchFamily="34" charset="0"/>
              </a:rPr>
            </a:br>
            <a:r>
              <a:rPr lang="en-US" altLang="ja-JP" sz="1400" dirty="0">
                <a:solidFill>
                  <a:srgbClr val="000000"/>
                </a:solidFill>
                <a:latin typeface="Meiryo UI" panose="020B0604030504040204" pitchFamily="50" charset="-128"/>
                <a:ea typeface="Meiryo UI" panose="020B0604030504040204" pitchFamily="50" charset="-128"/>
                <a:cs typeface="Arial" pitchFamily="34" charset="0"/>
              </a:rPr>
              <a:t>The contents herein shall be applied to the technical items of the consigned development mainly </a:t>
            </a:r>
          </a:p>
          <a:p>
            <a:pPr marL="180000" lvl="0" indent="0" algn="l" eaLnBrk="1" hangingPunct="1">
              <a:lnSpc>
                <a:spcPct val="120000"/>
              </a:lnSpc>
            </a:pPr>
            <a:r>
              <a:rPr lang="en-US" altLang="ja-JP" sz="1400" dirty="0">
                <a:solidFill>
                  <a:srgbClr val="000000"/>
                </a:solidFill>
                <a:latin typeface="Meiryo UI" panose="020B0604030504040204" pitchFamily="50" charset="-128"/>
                <a:ea typeface="Meiryo UI" panose="020B0604030504040204" pitchFamily="50" charset="-128"/>
                <a:cs typeface="Arial" pitchFamily="34" charset="0"/>
              </a:rPr>
              <a:t>from the kick-off meeting through the final technical judgment (prototype development </a:t>
            </a:r>
          </a:p>
          <a:p>
            <a:pPr marL="180000" lvl="0" indent="0" algn="l" eaLnBrk="1" hangingPunct="1">
              <a:lnSpc>
                <a:spcPct val="120000"/>
              </a:lnSpc>
            </a:pPr>
            <a:r>
              <a:rPr lang="en-US" altLang="ja-JP" sz="1400" dirty="0">
                <a:solidFill>
                  <a:srgbClr val="000000"/>
                </a:solidFill>
                <a:latin typeface="Meiryo UI" panose="020B0604030504040204" pitchFamily="50" charset="-128"/>
                <a:ea typeface="Meiryo UI" panose="020B0604030504040204" pitchFamily="50" charset="-128"/>
                <a:cs typeface="Arial" pitchFamily="34" charset="0"/>
              </a:rPr>
              <a:t>completion) and launch of SOP</a:t>
            </a:r>
            <a:r>
              <a:rPr lang="ja-JP" altLang="en-US" sz="1400" dirty="0">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400" dirty="0">
                <a:solidFill>
                  <a:srgbClr val="000000"/>
                </a:solidFill>
                <a:latin typeface="Meiryo UI" panose="020B0604030504040204" pitchFamily="50" charset="-128"/>
                <a:ea typeface="Meiryo UI" panose="020B0604030504040204" pitchFamily="50" charset="-128"/>
                <a:cs typeface="Arial" pitchFamily="34" charset="0"/>
              </a:rPr>
              <a:t>(Start of Production) for maturation of mass production quality</a:t>
            </a:r>
            <a:r>
              <a:rPr lang="ja-JP" altLang="en-US" sz="1400" dirty="0">
                <a:solidFill>
                  <a:srgbClr val="000000"/>
                </a:solidFill>
                <a:latin typeface="Meiryo UI" panose="020B0604030504040204" pitchFamily="50" charset="-128"/>
                <a:ea typeface="Meiryo UI" panose="020B0604030504040204" pitchFamily="50" charset="-128"/>
                <a:cs typeface="Arial" pitchFamily="34" charset="0"/>
              </a:rPr>
              <a:t> </a:t>
            </a:r>
            <a:br>
              <a:rPr lang="en-US" altLang="ja-JP" sz="1400" dirty="0">
                <a:solidFill>
                  <a:srgbClr val="000000"/>
                </a:solidFill>
                <a:latin typeface="Meiryo UI" panose="020B0604030504040204" pitchFamily="50" charset="-128"/>
                <a:ea typeface="Meiryo UI" panose="020B0604030504040204" pitchFamily="50" charset="-128"/>
                <a:cs typeface="Arial" pitchFamily="34" charset="0"/>
              </a:rPr>
            </a:br>
            <a:r>
              <a:rPr lang="en-US" altLang="ja-JP" sz="1400" dirty="0">
                <a:solidFill>
                  <a:srgbClr val="000000"/>
                </a:solidFill>
                <a:latin typeface="Meiryo UI" panose="020B0604030504040204" pitchFamily="50" charset="-128"/>
                <a:ea typeface="Meiryo UI" panose="020B0604030504040204" pitchFamily="50" charset="-128"/>
                <a:cs typeface="Arial" pitchFamily="34" charset="0"/>
              </a:rPr>
              <a:t>in the Development Work. </a:t>
            </a:r>
            <a:br>
              <a:rPr lang="en-US" altLang="ja-JP" sz="1400" dirty="0">
                <a:solidFill>
                  <a:srgbClr val="000000"/>
                </a:solidFill>
                <a:latin typeface="Meiryo UI" panose="020B0604030504040204" pitchFamily="50" charset="-128"/>
                <a:ea typeface="Meiryo UI" panose="020B0604030504040204" pitchFamily="50" charset="-128"/>
                <a:cs typeface="Arial" pitchFamily="34" charset="0"/>
              </a:rPr>
            </a:br>
            <a:r>
              <a:rPr lang="en-US" altLang="ja-JP" sz="1400" dirty="0">
                <a:solidFill>
                  <a:srgbClr val="000000"/>
                </a:solidFill>
                <a:latin typeface="Meiryo UI" panose="020B0604030504040204" pitchFamily="50" charset="-128"/>
                <a:ea typeface="Meiryo UI" panose="020B0604030504040204" pitchFamily="50" charset="-128"/>
              </a:rPr>
              <a:t>This document describes the technical explanation, the responsibility of actual development </a:t>
            </a:r>
          </a:p>
          <a:p>
            <a:pPr marL="180000" lvl="0" indent="0" algn="l" eaLnBrk="1" hangingPunct="1">
              <a:lnSpc>
                <a:spcPct val="120000"/>
              </a:lnSpc>
            </a:pPr>
            <a:r>
              <a:rPr lang="en-US" altLang="ja-JP" sz="1400" dirty="0">
                <a:solidFill>
                  <a:srgbClr val="000000"/>
                </a:solidFill>
                <a:latin typeface="Meiryo UI" panose="020B0604030504040204" pitchFamily="50" charset="-128"/>
                <a:ea typeface="Meiryo UI" panose="020B0604030504040204" pitchFamily="50" charset="-128"/>
              </a:rPr>
              <a:t>condition and this document shall be attached to the development contract. </a:t>
            </a:r>
            <a:br>
              <a:rPr lang="en-US" altLang="ja-JP" sz="1400" dirty="0">
                <a:solidFill>
                  <a:srgbClr val="000000"/>
                </a:solidFill>
                <a:latin typeface="Meiryo UI" panose="020B0604030504040204" pitchFamily="50" charset="-128"/>
                <a:ea typeface="Meiryo UI" panose="020B0604030504040204" pitchFamily="50" charset="-128"/>
              </a:rPr>
            </a:br>
            <a:r>
              <a:rPr lang="en-US" altLang="ja-JP" sz="1400" dirty="0">
                <a:solidFill>
                  <a:srgbClr val="000000"/>
                </a:solidFill>
                <a:latin typeface="Meiryo UI" panose="020B0604030504040204" pitchFamily="50" charset="-128"/>
                <a:ea typeface="Meiryo UI" panose="020B0604030504040204" pitchFamily="50" charset="-128"/>
              </a:rPr>
              <a:t>The terms and condition shall be provided in the development agreement otherwise</a:t>
            </a:r>
            <a:r>
              <a:rPr lang="en-US" altLang="ja-JP" sz="1600" dirty="0">
                <a:latin typeface="Meiryo UI" panose="020B0604030504040204" pitchFamily="50" charset="-128"/>
                <a:ea typeface="Meiryo UI" panose="020B0604030504040204" pitchFamily="50" charset="-128"/>
                <a:cs typeface="Arial" pitchFamily="34" charset="0"/>
              </a:rPr>
              <a:t>.</a:t>
            </a:r>
          </a:p>
        </p:txBody>
      </p:sp>
    </p:spTree>
    <p:extLst>
      <p:ext uri="{BB962C8B-B14F-4D97-AF65-F5344CB8AC3E}">
        <p14:creationId xmlns:p14="http://schemas.microsoft.com/office/powerpoint/2010/main" val="28586043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 1"/>
          <p:cNvGraphicFramePr>
            <a:graphicFrameLocks noGrp="1"/>
          </p:cNvGraphicFramePr>
          <p:nvPr>
            <p:extLst>
              <p:ext uri="{D42A27DB-BD31-4B8C-83A1-F6EECF244321}">
                <p14:modId xmlns:p14="http://schemas.microsoft.com/office/powerpoint/2010/main" val="3916042266"/>
              </p:ext>
            </p:extLst>
          </p:nvPr>
        </p:nvGraphicFramePr>
        <p:xfrm>
          <a:off x="107832" y="845499"/>
          <a:ext cx="8928000" cy="4437726"/>
        </p:xfrm>
        <a:graphic>
          <a:graphicData uri="http://schemas.openxmlformats.org/drawingml/2006/table">
            <a:tbl>
              <a:tblPr firstRow="1" bandRow="1">
                <a:tableStyleId>{5940675A-B579-460E-94D1-54222C63F5DA}</a:tableStyleId>
              </a:tblPr>
              <a:tblGrid>
                <a:gridCol w="3204000">
                  <a:extLst>
                    <a:ext uri="{9D8B030D-6E8A-4147-A177-3AD203B41FA5}">
                      <a16:colId xmlns:a16="http://schemas.microsoft.com/office/drawing/2014/main" val="2758113192"/>
                    </a:ext>
                  </a:extLst>
                </a:gridCol>
                <a:gridCol w="5724000">
                  <a:extLst>
                    <a:ext uri="{9D8B030D-6E8A-4147-A177-3AD203B41FA5}">
                      <a16:colId xmlns:a16="http://schemas.microsoft.com/office/drawing/2014/main" val="319493319"/>
                    </a:ext>
                  </a:extLst>
                </a:gridCol>
              </a:tblGrid>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ja-JP" sz="1800" b="1" dirty="0">
                          <a:latin typeface="Meiryo UI" panose="020B0604030504040204" pitchFamily="50" charset="-128"/>
                          <a:ea typeface="Meiryo UI" panose="020B0604030504040204" pitchFamily="50" charset="-128"/>
                          <a:cs typeface="Arial" pitchFamily="34" charset="0"/>
                        </a:rPr>
                        <a:t>Object:</a:t>
                      </a:r>
                      <a:endParaRPr lang="en-US" altLang="ja-JP" sz="1800" dirty="0">
                        <a:latin typeface="Meiryo UI" panose="020B0604030504040204" pitchFamily="50" charset="-128"/>
                        <a:ea typeface="Meiryo UI" panose="020B0604030504040204" pitchFamily="50" charset="-128"/>
                        <a:cs typeface="Arial" pitchFamily="34"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ja-JP" sz="1800" b="1" dirty="0">
                          <a:solidFill>
                            <a:schemeClr val="tx1"/>
                          </a:solidFill>
                          <a:latin typeface="Meiryo UI" panose="020B0604030504040204" pitchFamily="50" charset="-128"/>
                          <a:ea typeface="Meiryo UI" panose="020B0604030504040204" pitchFamily="50" charset="-128"/>
                          <a:cs typeface="Arial" pitchFamily="34" charset="0"/>
                        </a:rPr>
                        <a:t>Bosch</a:t>
                      </a:r>
                      <a:r>
                        <a:rPr lang="ja-JP" altLang="en-US" sz="1800" dirty="0">
                          <a:solidFill>
                            <a:srgbClr val="0000FF"/>
                          </a:solidFill>
                          <a:latin typeface="Meiryo UI" panose="020B0604030504040204" pitchFamily="50" charset="-128"/>
                          <a:ea typeface="Meiryo UI" panose="020B0604030504040204" pitchFamily="50" charset="-128"/>
                          <a:cs typeface="Arial" pitchFamily="34" charset="0"/>
                        </a:rPr>
                        <a:t> </a:t>
                      </a:r>
                      <a:r>
                        <a:rPr lang="en-US" altLang="ja-JP" sz="1800" b="1" dirty="0">
                          <a:latin typeface="Meiryo UI" panose="020B0604030504040204" pitchFamily="50" charset="-128"/>
                          <a:ea typeface="Meiryo UI" panose="020B0604030504040204" pitchFamily="50" charset="-128"/>
                          <a:cs typeface="Arial" pitchFamily="34" charset="0"/>
                        </a:rPr>
                        <a:t>Engine Management System and </a:t>
                      </a:r>
                      <a:br>
                        <a:rPr lang="en-US" altLang="ja-JP" sz="1800" b="1" dirty="0">
                          <a:latin typeface="Meiryo UI" panose="020B0604030504040204" pitchFamily="50" charset="-128"/>
                          <a:ea typeface="Meiryo UI" panose="020B0604030504040204" pitchFamily="50" charset="-128"/>
                          <a:cs typeface="Arial" pitchFamily="34" charset="0"/>
                        </a:rPr>
                      </a:br>
                      <a:r>
                        <a:rPr lang="en-US" altLang="ja-JP" sz="1800" b="1" dirty="0">
                          <a:latin typeface="Meiryo UI" panose="020B0604030504040204" pitchFamily="50" charset="-128"/>
                          <a:ea typeface="Meiryo UI" panose="020B0604030504040204" pitchFamily="50" charset="-128"/>
                          <a:cs typeface="Arial" pitchFamily="34" charset="0"/>
                        </a:rPr>
                        <a:t>Parts Development</a:t>
                      </a:r>
                    </a:p>
                  </a:txBody>
                  <a:tcPr/>
                </a:tc>
                <a:extLst>
                  <a:ext uri="{0D108BD9-81ED-4DB2-BD59-A6C34878D82A}">
                    <a16:rowId xmlns:a16="http://schemas.microsoft.com/office/drawing/2014/main" val="781586341"/>
                  </a:ext>
                </a:extLst>
              </a:tr>
              <a:tr h="741680">
                <a:tc>
                  <a:txBody>
                    <a:bodyPr/>
                    <a:lstStyle/>
                    <a:p>
                      <a:pPr marL="0" marR="0" indent="0" algn="l" defTabSz="914400" rtl="0" eaLnBrk="1" fontAlgn="auto" latinLnBrk="0" hangingPunct="1">
                        <a:lnSpc>
                          <a:spcPct val="150000"/>
                        </a:lnSpc>
                        <a:spcBef>
                          <a:spcPts val="0"/>
                        </a:spcBef>
                        <a:spcAft>
                          <a:spcPts val="0"/>
                        </a:spcAft>
                        <a:buClrTx/>
                        <a:buSzTx/>
                        <a:buFontTx/>
                        <a:buNone/>
                        <a:tabLst/>
                        <a:defRPr/>
                      </a:pPr>
                      <a:r>
                        <a:rPr lang="en-US" altLang="ja-JP" sz="1800" b="1">
                          <a:latin typeface="Meiryo UI" panose="020B0604030504040204" pitchFamily="50" charset="-128"/>
                          <a:ea typeface="Meiryo UI" panose="020B0604030504040204" pitchFamily="50" charset="-128"/>
                          <a:cs typeface="Arial" pitchFamily="34" charset="0"/>
                        </a:rPr>
                        <a:t>Entrustee</a:t>
                      </a:r>
                      <a:r>
                        <a:rPr lang="ja-JP" altLang="en-US" sz="1800">
                          <a:latin typeface="Meiryo UI" panose="020B0604030504040204" pitchFamily="50" charset="-128"/>
                          <a:ea typeface="Meiryo UI" panose="020B0604030504040204" pitchFamily="50" charset="-128"/>
                          <a:cs typeface="Arial" pitchFamily="34" charset="0"/>
                        </a:rPr>
                        <a:t> （受託者）</a:t>
                      </a:r>
                      <a:endParaRPr lang="en-US" altLang="ja-JP" sz="1800">
                        <a:latin typeface="Meiryo UI" panose="020B0604030504040204" pitchFamily="50" charset="-128"/>
                        <a:ea typeface="Meiryo UI" panose="020B0604030504040204" pitchFamily="50" charset="-128"/>
                        <a:cs typeface="Arial" pitchFamily="34" charset="0"/>
                      </a:endParaRPr>
                    </a:p>
                    <a:p>
                      <a:pPr marL="0" marR="0" indent="0" algn="l" defTabSz="914400" rtl="0" eaLnBrk="1" fontAlgn="auto" latinLnBrk="0" hangingPunct="1">
                        <a:lnSpc>
                          <a:spcPct val="150000"/>
                        </a:lnSpc>
                        <a:spcBef>
                          <a:spcPts val="0"/>
                        </a:spcBef>
                        <a:spcAft>
                          <a:spcPts val="0"/>
                        </a:spcAft>
                        <a:buClrTx/>
                        <a:buSzTx/>
                        <a:buFontTx/>
                        <a:buNone/>
                        <a:tabLst/>
                        <a:defRPr/>
                      </a:pPr>
                      <a:r>
                        <a:rPr lang="en-US" altLang="ja-JP" sz="1600">
                          <a:latin typeface="Meiryo UI" panose="020B0604030504040204" pitchFamily="50" charset="-128"/>
                          <a:ea typeface="Meiryo UI" panose="020B0604030504040204" pitchFamily="50" charset="-128"/>
                          <a:cs typeface="Arial" pitchFamily="34" charset="0"/>
                        </a:rPr>
                        <a:t> Development</a:t>
                      </a:r>
                      <a:r>
                        <a:rPr lang="ja-JP" altLang="en-US" sz="1600">
                          <a:latin typeface="Meiryo UI" panose="020B0604030504040204" pitchFamily="50" charset="-128"/>
                          <a:ea typeface="Meiryo UI" panose="020B0604030504040204" pitchFamily="50" charset="-128"/>
                          <a:cs typeface="Arial" pitchFamily="34" charset="0"/>
                        </a:rPr>
                        <a:t> </a:t>
                      </a:r>
                      <a:r>
                        <a:rPr lang="en-US" altLang="ja-JP" sz="1600">
                          <a:latin typeface="Meiryo UI" panose="020B0604030504040204" pitchFamily="50" charset="-128"/>
                          <a:ea typeface="Meiryo UI" panose="020B0604030504040204" pitchFamily="50" charset="-128"/>
                          <a:cs typeface="Arial" pitchFamily="34" charset="0"/>
                        </a:rPr>
                        <a:t>Location</a:t>
                      </a:r>
                      <a:r>
                        <a:rPr lang="ja-JP" altLang="en-US" sz="1600">
                          <a:latin typeface="Meiryo UI" panose="020B0604030504040204" pitchFamily="50" charset="-128"/>
                          <a:ea typeface="Meiryo UI" panose="020B0604030504040204" pitchFamily="50" charset="-128"/>
                          <a:cs typeface="Arial" pitchFamily="34" charset="0"/>
                        </a:rPr>
                        <a:t> </a:t>
                      </a:r>
                      <a:r>
                        <a:rPr lang="en-US" altLang="ja-JP" sz="1800">
                          <a:latin typeface="Meiryo UI" panose="020B0604030504040204" pitchFamily="50" charset="-128"/>
                          <a:ea typeface="Meiryo UI" panose="020B0604030504040204" pitchFamily="50" charset="-128"/>
                          <a:cs typeface="Arial" pitchFamily="34" charset="0"/>
                        </a:rPr>
                        <a:t>:</a:t>
                      </a:r>
                    </a:p>
                  </a:txBody>
                  <a:tcPr/>
                </a:tc>
                <a:tc>
                  <a:txBody>
                    <a:bodyPr/>
                    <a:lstStyle/>
                    <a:p>
                      <a:pPr algn="l" eaLnBrk="1" hangingPunct="1">
                        <a:lnSpc>
                          <a:spcPct val="150000"/>
                        </a:lnSpc>
                      </a:pPr>
                      <a:r>
                        <a:rPr kumimoji="1" lang="de-DE" altLang="ja-JP" sz="1800" b="1" kern="1200" dirty="0">
                          <a:solidFill>
                            <a:schemeClr val="tx1"/>
                          </a:solidFill>
                          <a:effectLst/>
                          <a:latin typeface="+mn-lt"/>
                          <a:ea typeface="+mn-ea"/>
                          <a:cs typeface="+mn-cs"/>
                        </a:rPr>
                        <a:t>Robert Bosch GmbH </a:t>
                      </a:r>
                      <a:endParaRPr lang="en-US" altLang="ja-JP" sz="1600" b="1" dirty="0">
                        <a:latin typeface="Meiryo UI" panose="020B0604030504040204" pitchFamily="50" charset="-128"/>
                        <a:ea typeface="Meiryo UI" panose="020B0604030504040204" pitchFamily="50" charset="-128"/>
                        <a:cs typeface="Arial" pitchFamily="34" charset="0"/>
                      </a:endParaRPr>
                    </a:p>
                    <a:p>
                      <a:pPr algn="l" eaLnBrk="1" hangingPunct="1">
                        <a:lnSpc>
                          <a:spcPct val="150000"/>
                        </a:lnSpc>
                      </a:pPr>
                      <a:r>
                        <a:rPr lang="en-US" altLang="ja-JP" sz="1600" dirty="0">
                          <a:latin typeface="Meiryo UI" panose="020B0604030504040204" pitchFamily="50" charset="-128"/>
                          <a:ea typeface="Meiryo UI" panose="020B0604030504040204" pitchFamily="50" charset="-128"/>
                          <a:cs typeface="Arial" pitchFamily="34" charset="0"/>
                        </a:rPr>
                        <a:t>Project Management</a:t>
                      </a:r>
                      <a:r>
                        <a:rPr lang="ja-JP" altLang="en-US" sz="1600" dirty="0">
                          <a:latin typeface="Meiryo UI" panose="020B0604030504040204" pitchFamily="50" charset="-128"/>
                          <a:ea typeface="Meiryo UI" panose="020B0604030504040204" pitchFamily="50" charset="-128"/>
                          <a:cs typeface="Arial" pitchFamily="34" charset="0"/>
                        </a:rPr>
                        <a:t> </a:t>
                      </a:r>
                      <a:r>
                        <a:rPr lang="en-US" altLang="ja-JP" sz="1600" dirty="0">
                          <a:latin typeface="Meiryo UI" panose="020B0604030504040204" pitchFamily="50" charset="-128"/>
                          <a:ea typeface="Meiryo UI" panose="020B0604030504040204" pitchFamily="50" charset="-128"/>
                          <a:cs typeface="Arial" pitchFamily="34" charset="0"/>
                        </a:rPr>
                        <a:t>:</a:t>
                      </a:r>
                      <a:r>
                        <a:rPr lang="en-US" altLang="ja-JP" sz="1600" dirty="0">
                          <a:solidFill>
                            <a:schemeClr val="tx1"/>
                          </a:solidFill>
                          <a:latin typeface="Meiryo UI" panose="020B0604030504040204" pitchFamily="50" charset="-128"/>
                          <a:ea typeface="Meiryo UI" panose="020B0604030504040204" pitchFamily="50" charset="-128"/>
                          <a:cs typeface="Arial" pitchFamily="34" charset="0"/>
                        </a:rPr>
                        <a:t>Bosch</a:t>
                      </a:r>
                      <a:r>
                        <a:rPr lang="ja-JP" altLang="en-US" sz="1600" dirty="0">
                          <a:solidFill>
                            <a:schemeClr val="tx1"/>
                          </a:solidFill>
                          <a:latin typeface="Meiryo UI" panose="020B0604030504040204" pitchFamily="50" charset="-128"/>
                          <a:ea typeface="Meiryo UI" panose="020B0604030504040204" pitchFamily="50" charset="-128"/>
                          <a:cs typeface="Arial" pitchFamily="34" charset="0"/>
                        </a:rPr>
                        <a:t>　</a:t>
                      </a:r>
                      <a:r>
                        <a:rPr lang="en-US" altLang="ja-JP" sz="1600" dirty="0">
                          <a:solidFill>
                            <a:schemeClr val="tx1"/>
                          </a:solidFill>
                          <a:latin typeface="Meiryo UI" panose="020B0604030504040204" pitchFamily="50" charset="-128"/>
                          <a:ea typeface="Meiryo UI" panose="020B0604030504040204" pitchFamily="50" charset="-128"/>
                          <a:cs typeface="Arial" pitchFamily="34" charset="0"/>
                        </a:rPr>
                        <a:t>Corporation Germany</a:t>
                      </a:r>
                    </a:p>
                    <a:p>
                      <a:pPr algn="l" eaLnBrk="1" hangingPunct="1">
                        <a:lnSpc>
                          <a:spcPct val="150000"/>
                        </a:lnSpc>
                      </a:pPr>
                      <a:r>
                        <a:rPr lang="en-US" altLang="ja-JP" sz="1600" dirty="0">
                          <a:latin typeface="Meiryo UI" panose="020B0604030504040204" pitchFamily="50" charset="-128"/>
                          <a:ea typeface="Meiryo UI" panose="020B0604030504040204" pitchFamily="50" charset="-128"/>
                          <a:cs typeface="Arial" pitchFamily="34" charset="0"/>
                        </a:rPr>
                        <a:t>Software</a:t>
                      </a:r>
                      <a:r>
                        <a:rPr lang="ja-JP" altLang="en-US" sz="1600" dirty="0">
                          <a:latin typeface="Meiryo UI" panose="020B0604030504040204" pitchFamily="50" charset="-128"/>
                          <a:ea typeface="Meiryo UI" panose="020B0604030504040204" pitchFamily="50" charset="-128"/>
                          <a:cs typeface="Arial" pitchFamily="34" charset="0"/>
                        </a:rPr>
                        <a:t>   </a:t>
                      </a:r>
                      <a:r>
                        <a:rPr lang="en-US" altLang="ja-JP" sz="1600" dirty="0">
                          <a:latin typeface="Meiryo UI" panose="020B0604030504040204" pitchFamily="50" charset="-128"/>
                          <a:ea typeface="Meiryo UI" panose="020B0604030504040204" pitchFamily="50" charset="-128"/>
                          <a:cs typeface="Arial" pitchFamily="34" charset="0"/>
                        </a:rPr>
                        <a:t>:	</a:t>
                      </a:r>
                      <a:r>
                        <a:rPr lang="en-US" altLang="ja-JP" sz="16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600" dirty="0">
                          <a:solidFill>
                            <a:srgbClr val="0000FF"/>
                          </a:solidFill>
                          <a:latin typeface="Meiryo UI" panose="020B0604030504040204" pitchFamily="50" charset="-128"/>
                          <a:ea typeface="Meiryo UI" panose="020B0604030504040204" pitchFamily="50" charset="-128"/>
                          <a:cs typeface="Arial" pitchFamily="34" charset="0"/>
                        </a:rPr>
                        <a:t>　</a:t>
                      </a:r>
                      <a:r>
                        <a:rPr lang="en-US" altLang="ja-JP" sz="1600" dirty="0">
                          <a:solidFill>
                            <a:srgbClr val="0000FF"/>
                          </a:solidFill>
                          <a:latin typeface="Meiryo UI" panose="020B0604030504040204" pitchFamily="50" charset="-128"/>
                          <a:ea typeface="Meiryo UI" panose="020B0604030504040204" pitchFamily="50" charset="-128"/>
                          <a:cs typeface="Arial" pitchFamily="34" charset="0"/>
                        </a:rPr>
                        <a:t>Corporation Japan (Plan)</a:t>
                      </a:r>
                      <a:endParaRPr lang="en-US" altLang="ja-JP" sz="1600" dirty="0">
                        <a:latin typeface="Meiryo UI" panose="020B0604030504040204" pitchFamily="50" charset="-128"/>
                        <a:ea typeface="Meiryo UI" panose="020B0604030504040204" pitchFamily="50" charset="-128"/>
                        <a:cs typeface="Arial" pitchFamily="34" charset="0"/>
                      </a:endParaRPr>
                    </a:p>
                    <a:p>
                      <a:pPr algn="l" eaLnBrk="1" hangingPunct="1">
                        <a:lnSpc>
                          <a:spcPct val="150000"/>
                        </a:lnSpc>
                      </a:pPr>
                      <a:r>
                        <a:rPr lang="en-US" altLang="ja-JP" sz="1600" dirty="0">
                          <a:latin typeface="Meiryo UI" panose="020B0604030504040204" pitchFamily="50" charset="-128"/>
                          <a:ea typeface="Meiryo UI" panose="020B0604030504040204" pitchFamily="50" charset="-128"/>
                          <a:cs typeface="Arial" pitchFamily="34" charset="0"/>
                        </a:rPr>
                        <a:t>Hardware </a:t>
                      </a:r>
                      <a:r>
                        <a:rPr lang="ja-JP" altLang="en-US" sz="1600" dirty="0">
                          <a:latin typeface="Meiryo UI" panose="020B0604030504040204" pitchFamily="50" charset="-128"/>
                          <a:ea typeface="Meiryo UI" panose="020B0604030504040204" pitchFamily="50" charset="-128"/>
                          <a:cs typeface="Arial" pitchFamily="34" charset="0"/>
                        </a:rPr>
                        <a:t> </a:t>
                      </a:r>
                      <a:r>
                        <a:rPr lang="en-US" altLang="ja-JP" sz="1600" dirty="0">
                          <a:latin typeface="Meiryo UI" panose="020B0604030504040204" pitchFamily="50" charset="-128"/>
                          <a:ea typeface="Meiryo UI" panose="020B0604030504040204" pitchFamily="50" charset="-128"/>
                          <a:cs typeface="Arial" pitchFamily="34" charset="0"/>
                        </a:rPr>
                        <a:t>:	</a:t>
                      </a:r>
                      <a:r>
                        <a:rPr lang="en-US" altLang="ja-JP" sz="16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600" dirty="0">
                          <a:solidFill>
                            <a:srgbClr val="0000FF"/>
                          </a:solidFill>
                          <a:latin typeface="Meiryo UI" panose="020B0604030504040204" pitchFamily="50" charset="-128"/>
                          <a:ea typeface="Meiryo UI" panose="020B0604030504040204" pitchFamily="50" charset="-128"/>
                          <a:cs typeface="Arial" pitchFamily="34" charset="0"/>
                        </a:rPr>
                        <a:t>　</a:t>
                      </a:r>
                      <a:r>
                        <a:rPr lang="en-US" altLang="ja-JP" sz="1600" dirty="0">
                          <a:solidFill>
                            <a:srgbClr val="0000FF"/>
                          </a:solidFill>
                          <a:latin typeface="Meiryo UI" panose="020B0604030504040204" pitchFamily="50" charset="-128"/>
                          <a:ea typeface="Meiryo UI" panose="020B0604030504040204" pitchFamily="50" charset="-128"/>
                          <a:cs typeface="Arial" pitchFamily="34" charset="0"/>
                        </a:rPr>
                        <a:t>Corporation Japan</a:t>
                      </a:r>
                      <a:endParaRPr lang="en-US" altLang="ja-JP" sz="1600" dirty="0">
                        <a:latin typeface="Meiryo UI" panose="020B0604030504040204" pitchFamily="50" charset="-128"/>
                        <a:ea typeface="Meiryo UI" panose="020B0604030504040204" pitchFamily="50" charset="-128"/>
                        <a:cs typeface="Arial" pitchFamily="34" charset="0"/>
                      </a:endParaRPr>
                    </a:p>
                    <a:p>
                      <a:pPr algn="l" eaLnBrk="1" hangingPunct="1">
                        <a:lnSpc>
                          <a:spcPct val="150000"/>
                        </a:lnSpc>
                      </a:pPr>
                      <a:r>
                        <a:rPr lang="en-US" altLang="ja-JP" sz="1600" dirty="0">
                          <a:latin typeface="Meiryo UI" panose="020B0604030504040204" pitchFamily="50" charset="-128"/>
                          <a:ea typeface="Meiryo UI" panose="020B0604030504040204" pitchFamily="50" charset="-128"/>
                          <a:cs typeface="Arial" pitchFamily="34" charset="0"/>
                        </a:rPr>
                        <a:t>Calibration</a:t>
                      </a:r>
                      <a:r>
                        <a:rPr lang="ja-JP" altLang="en-US" sz="1600" dirty="0">
                          <a:latin typeface="Meiryo UI" panose="020B0604030504040204" pitchFamily="50" charset="-128"/>
                          <a:ea typeface="Meiryo UI" panose="020B0604030504040204" pitchFamily="50" charset="-128"/>
                          <a:cs typeface="Arial" pitchFamily="34" charset="0"/>
                        </a:rPr>
                        <a:t> </a:t>
                      </a:r>
                      <a:r>
                        <a:rPr lang="en-US" altLang="ja-JP" sz="1600" dirty="0">
                          <a:latin typeface="Meiryo UI" panose="020B0604030504040204" pitchFamily="50" charset="-128"/>
                          <a:ea typeface="Meiryo UI" panose="020B0604030504040204" pitchFamily="50" charset="-128"/>
                          <a:cs typeface="Arial" pitchFamily="34" charset="0"/>
                        </a:rPr>
                        <a:t>:	</a:t>
                      </a:r>
                      <a:r>
                        <a:rPr lang="en-US" altLang="ja-JP" sz="1600" dirty="0">
                          <a:solidFill>
                            <a:schemeClr val="tx1"/>
                          </a:solidFill>
                          <a:latin typeface="Meiryo UI" panose="020B0604030504040204" pitchFamily="50" charset="-128"/>
                          <a:ea typeface="Meiryo UI" panose="020B0604030504040204" pitchFamily="50" charset="-128"/>
                          <a:cs typeface="Arial" pitchFamily="34" charset="0"/>
                        </a:rPr>
                        <a:t>Bosch</a:t>
                      </a:r>
                      <a:r>
                        <a:rPr lang="ja-JP" altLang="en-US" sz="1600" dirty="0">
                          <a:solidFill>
                            <a:schemeClr val="tx1"/>
                          </a:solidFill>
                          <a:latin typeface="Meiryo UI" panose="020B0604030504040204" pitchFamily="50" charset="-128"/>
                          <a:ea typeface="Meiryo UI" panose="020B0604030504040204" pitchFamily="50" charset="-128"/>
                          <a:cs typeface="Arial" pitchFamily="34" charset="0"/>
                        </a:rPr>
                        <a:t>　</a:t>
                      </a:r>
                      <a:r>
                        <a:rPr lang="en-US" altLang="ja-JP" sz="1600" dirty="0">
                          <a:solidFill>
                            <a:schemeClr val="tx1"/>
                          </a:solidFill>
                          <a:latin typeface="Meiryo UI" panose="020B0604030504040204" pitchFamily="50" charset="-128"/>
                          <a:ea typeface="Meiryo UI" panose="020B0604030504040204" pitchFamily="50" charset="-128"/>
                          <a:cs typeface="Arial" pitchFamily="34" charset="0"/>
                        </a:rPr>
                        <a:t>Corporation Brazil</a:t>
                      </a:r>
                    </a:p>
                    <a:p>
                      <a:pPr algn="l" eaLnBrk="1" hangingPunct="1">
                        <a:lnSpc>
                          <a:spcPct val="150000"/>
                        </a:lnSpc>
                      </a:pPr>
                      <a:endParaRPr lang="en-US" altLang="ja-JP" sz="1600" dirty="0">
                        <a:latin typeface="Meiryo UI" panose="020B0604030504040204" pitchFamily="50" charset="-128"/>
                        <a:ea typeface="Meiryo UI" panose="020B0604030504040204" pitchFamily="50" charset="-128"/>
                        <a:cs typeface="Arial" pitchFamily="34" charset="0"/>
                      </a:endParaRPr>
                    </a:p>
                  </a:txBody>
                  <a:tcPr/>
                </a:tc>
                <a:extLst>
                  <a:ext uri="{0D108BD9-81ED-4DB2-BD59-A6C34878D82A}">
                    <a16:rowId xmlns:a16="http://schemas.microsoft.com/office/drawing/2014/main" val="1947897534"/>
                  </a:ext>
                </a:extLst>
              </a:tr>
              <a:tr h="288000">
                <a:tc gridSpan="2">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altLang="ja-JP" sz="1000">
                        <a:latin typeface="Meiryo UI" panose="020B0604030504040204" pitchFamily="50" charset="-128"/>
                        <a:ea typeface="Meiryo UI" panose="020B0604030504040204" pitchFamily="50" charset="-128"/>
                        <a:cs typeface="Arial" pitchFamily="34" charset="0"/>
                      </a:endParaRPr>
                    </a:p>
                  </a:txBody>
                  <a:tcPr anchor="ct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altLang="ja-JP" sz="1800" b="1">
                        <a:latin typeface="Meiryo UI" panose="020B0604030504040204" pitchFamily="50" charset="-128"/>
                        <a:ea typeface="Meiryo UI" panose="020B0604030504040204" pitchFamily="50" charset="-128"/>
                        <a:cs typeface="Arial" pitchFamily="34" charset="0"/>
                      </a:endParaRPr>
                    </a:p>
                  </a:txBody>
                  <a:tcPr anchor="ctr"/>
                </a:tc>
                <a:extLst>
                  <a:ext uri="{0D108BD9-81ED-4DB2-BD59-A6C34878D82A}">
                    <a16:rowId xmlns:a16="http://schemas.microsoft.com/office/drawing/2014/main" val="4176649906"/>
                  </a:ext>
                </a:extLst>
              </a:tr>
              <a:tr h="468000">
                <a:tc>
                  <a:txBody>
                    <a:bodyPr/>
                    <a:lstStyle/>
                    <a:p>
                      <a:pPr marL="0" marR="0" indent="0" algn="l" defTabSz="914400" rtl="0" eaLnBrk="1" fontAlgn="auto" latinLnBrk="0" hangingPunct="1">
                        <a:lnSpc>
                          <a:spcPct val="150000"/>
                        </a:lnSpc>
                        <a:spcBef>
                          <a:spcPts val="0"/>
                        </a:spcBef>
                        <a:spcAft>
                          <a:spcPts val="0"/>
                        </a:spcAft>
                        <a:buClrTx/>
                        <a:buSzTx/>
                        <a:buFontTx/>
                        <a:buNone/>
                        <a:tabLst/>
                        <a:defRPr/>
                      </a:pPr>
                      <a:r>
                        <a:rPr lang="en-US" altLang="ja-JP" sz="1800" b="1">
                          <a:latin typeface="Meiryo UI" panose="020B0604030504040204" pitchFamily="50" charset="-128"/>
                          <a:ea typeface="Meiryo UI" panose="020B0604030504040204" pitchFamily="50" charset="-128"/>
                          <a:cs typeface="Arial" pitchFamily="34" charset="0"/>
                        </a:rPr>
                        <a:t>Entrustor</a:t>
                      </a:r>
                      <a:r>
                        <a:rPr lang="ja-JP" altLang="en-US" sz="1800">
                          <a:latin typeface="Meiryo UI" panose="020B0604030504040204" pitchFamily="50" charset="-128"/>
                          <a:ea typeface="Meiryo UI" panose="020B0604030504040204" pitchFamily="50" charset="-128"/>
                          <a:cs typeface="Arial" pitchFamily="34" charset="0"/>
                        </a:rPr>
                        <a:t> （委託者）</a:t>
                      </a:r>
                      <a:endParaRPr lang="en-US" altLang="ja-JP" sz="1800">
                        <a:latin typeface="Meiryo UI" panose="020B0604030504040204" pitchFamily="50" charset="-128"/>
                        <a:ea typeface="Meiryo UI" panose="020B0604030504040204" pitchFamily="50" charset="-128"/>
                        <a:cs typeface="Arial" pitchFamily="34" charset="0"/>
                      </a:endParaRPr>
                    </a:p>
                    <a:p>
                      <a:pPr marL="0" marR="0" indent="0" algn="l" defTabSz="914400" rtl="0" eaLnBrk="1" fontAlgn="auto" latinLnBrk="0" hangingPunct="1">
                        <a:lnSpc>
                          <a:spcPct val="150000"/>
                        </a:lnSpc>
                        <a:spcBef>
                          <a:spcPts val="0"/>
                        </a:spcBef>
                        <a:spcAft>
                          <a:spcPts val="0"/>
                        </a:spcAft>
                        <a:buClrTx/>
                        <a:buSzTx/>
                        <a:buFontTx/>
                        <a:buNone/>
                        <a:tabLst/>
                        <a:defRPr/>
                      </a:pPr>
                      <a:r>
                        <a:rPr kumimoji="1" lang="en-US" altLang="ja-JP" sz="18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 </a:t>
                      </a:r>
                    </a:p>
                    <a:p>
                      <a:pPr marL="0" marR="0" indent="0" algn="l" defTabSz="914400" rtl="0" eaLnBrk="1" fontAlgn="auto" latinLnBrk="0" hangingPunct="1">
                        <a:lnSpc>
                          <a:spcPct val="150000"/>
                        </a:lnSpc>
                        <a:spcBef>
                          <a:spcPts val="0"/>
                        </a:spcBef>
                        <a:spcAft>
                          <a:spcPts val="0"/>
                        </a:spcAft>
                        <a:buClrTx/>
                        <a:buSzTx/>
                        <a:buFontTx/>
                        <a:buNone/>
                        <a:tabLst/>
                        <a:defRPr/>
                      </a:pPr>
                      <a:endParaRPr kumimoji="1" lang="en-US" altLang="ja-JP" sz="16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endParaRPr>
                    </a:p>
                  </a:txBody>
                  <a:tcPr/>
                </a:tc>
                <a:tc>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1" lang="en-US" altLang="ja-JP" sz="1800" b="1" kern="1200" dirty="0">
                          <a:solidFill>
                            <a:schemeClr val="tx1"/>
                          </a:solidFill>
                          <a:effectLst/>
                          <a:latin typeface="+mn-lt"/>
                          <a:ea typeface="+mn-ea"/>
                          <a:cs typeface="+mn-cs"/>
                        </a:rPr>
                        <a:t>Honda R&amp;D  Asia Pacific Co., Ltd</a:t>
                      </a:r>
                      <a:endParaRPr lang="en-US" altLang="ja-JP" sz="1800" b="1" dirty="0">
                        <a:latin typeface="Meiryo UI" panose="020B0604030504040204" pitchFamily="50" charset="-128"/>
                        <a:ea typeface="Meiryo UI" panose="020B0604030504040204" pitchFamily="50" charset="-128"/>
                        <a:cs typeface="Arial" pitchFamily="34" charset="0"/>
                      </a:endParaRPr>
                    </a:p>
                  </a:txBody>
                  <a:tcPr/>
                </a:tc>
                <a:extLst>
                  <a:ext uri="{0D108BD9-81ED-4DB2-BD59-A6C34878D82A}">
                    <a16:rowId xmlns:a16="http://schemas.microsoft.com/office/drawing/2014/main" val="3566861884"/>
                  </a:ext>
                </a:extLst>
              </a:tr>
            </a:tbl>
          </a:graphicData>
        </a:graphic>
      </p:graphicFrame>
      <p:sp>
        <p:nvSpPr>
          <p:cNvPr id="18434" name="Text Box 2"/>
          <p:cNvSpPr txBox="1">
            <a:spLocks noChangeArrowheads="1"/>
          </p:cNvSpPr>
          <p:nvPr/>
        </p:nvSpPr>
        <p:spPr bwMode="auto">
          <a:xfrm>
            <a:off x="120199" y="43200"/>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2000">
                <a:solidFill>
                  <a:srgbClr val="FFFFFF"/>
                </a:solidFill>
                <a:latin typeface="Meiryo UI" panose="020B0604030504040204" pitchFamily="50" charset="-128"/>
                <a:ea typeface="Meiryo UI" panose="020B0604030504040204" pitchFamily="50" charset="-128"/>
                <a:cs typeface="Arial" pitchFamily="34" charset="0"/>
              </a:rPr>
              <a:t>3.</a:t>
            </a:r>
            <a:r>
              <a:rPr lang="ja-JP" altLang="en-US" sz="2000">
                <a:solidFill>
                  <a:srgbClr val="FFFFFF"/>
                </a:solidFill>
                <a:latin typeface="Meiryo UI" panose="020B0604030504040204" pitchFamily="50" charset="-128"/>
                <a:ea typeface="Meiryo UI" panose="020B0604030504040204" pitchFamily="50" charset="-128"/>
                <a:cs typeface="Arial" pitchFamily="34" charset="0"/>
              </a:rPr>
              <a:t> </a:t>
            </a:r>
            <a:r>
              <a:rPr lang="en-US" altLang="ja-JP" sz="2000">
                <a:solidFill>
                  <a:srgbClr val="FFFFFF"/>
                </a:solidFill>
                <a:latin typeface="Meiryo UI" panose="020B0604030504040204" pitchFamily="50" charset="-128"/>
                <a:ea typeface="Meiryo UI" panose="020B0604030504040204" pitchFamily="50" charset="-128"/>
                <a:cs typeface="Arial" pitchFamily="34" charset="0"/>
              </a:rPr>
              <a:t>Entrustor and Entrustee</a:t>
            </a:r>
            <a:endParaRPr lang="en-US" altLang="ja-JP" sz="1100">
              <a:solidFill>
                <a:srgbClr val="FFFFFF"/>
              </a:solidFill>
              <a:latin typeface="Meiryo UI" panose="020B0604030504040204" pitchFamily="50" charset="-128"/>
              <a:ea typeface="Meiryo UI" panose="020B0604030504040204" pitchFamily="50" charset="-128"/>
              <a:cs typeface="Arial" pitchFamily="34" charset="0"/>
            </a:endParaRPr>
          </a:p>
        </p:txBody>
      </p:sp>
    </p:spTree>
    <p:extLst>
      <p:ext uri="{BB962C8B-B14F-4D97-AF65-F5344CB8AC3E}">
        <p14:creationId xmlns:p14="http://schemas.microsoft.com/office/powerpoint/2010/main" val="6926533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2"/>
          <p:cNvSpPr txBox="1">
            <a:spLocks noChangeArrowheads="1"/>
          </p:cNvSpPr>
          <p:nvPr/>
        </p:nvSpPr>
        <p:spPr bwMode="auto">
          <a:xfrm>
            <a:off x="133262" y="44451"/>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2000">
                <a:solidFill>
                  <a:srgbClr val="FFFFFF"/>
                </a:solidFill>
                <a:latin typeface="Meiryo UI" panose="020B0604030504040204" pitchFamily="50" charset="-128"/>
                <a:ea typeface="Meiryo UI" panose="020B0604030504040204" pitchFamily="50" charset="-128"/>
                <a:cs typeface="Arial" pitchFamily="34" charset="0"/>
              </a:rPr>
              <a:t>4. Basic</a:t>
            </a:r>
            <a:r>
              <a:rPr lang="ja-JP" altLang="en-US" sz="2000">
                <a:solidFill>
                  <a:srgbClr val="FFFFFF"/>
                </a:solidFill>
                <a:latin typeface="Meiryo UI" panose="020B0604030504040204" pitchFamily="50" charset="-128"/>
                <a:ea typeface="Meiryo UI" panose="020B0604030504040204" pitchFamily="50" charset="-128"/>
                <a:cs typeface="Arial" pitchFamily="34" charset="0"/>
              </a:rPr>
              <a:t> </a:t>
            </a:r>
            <a:r>
              <a:rPr lang="en-US" altLang="ja-JP" sz="2000">
                <a:solidFill>
                  <a:srgbClr val="FFFFFF"/>
                </a:solidFill>
                <a:latin typeface="Meiryo UI" panose="020B0604030504040204" pitchFamily="50" charset="-128"/>
                <a:ea typeface="Meiryo UI" panose="020B0604030504040204" pitchFamily="50" charset="-128"/>
                <a:cs typeface="Arial" pitchFamily="34" charset="0"/>
              </a:rPr>
              <a:t>Concept</a:t>
            </a:r>
            <a:r>
              <a:rPr lang="ja-JP" altLang="en-US" sz="2000">
                <a:solidFill>
                  <a:srgbClr val="FFFFFF"/>
                </a:solidFill>
                <a:latin typeface="Meiryo UI" panose="020B0604030504040204" pitchFamily="50" charset="-128"/>
                <a:ea typeface="Meiryo UI" panose="020B0604030504040204" pitchFamily="50" charset="-128"/>
                <a:cs typeface="Arial" pitchFamily="34" charset="0"/>
              </a:rPr>
              <a:t> </a:t>
            </a:r>
            <a:r>
              <a:rPr lang="en-US" altLang="ja-JP" sz="2000">
                <a:solidFill>
                  <a:srgbClr val="FFFFFF"/>
                </a:solidFill>
                <a:latin typeface="Meiryo UI" panose="020B0604030504040204" pitchFamily="50" charset="-128"/>
                <a:ea typeface="Meiryo UI" panose="020B0604030504040204" pitchFamily="50" charset="-128"/>
                <a:cs typeface="Arial" pitchFamily="34" charset="0"/>
              </a:rPr>
              <a:t>/</a:t>
            </a:r>
            <a:r>
              <a:rPr lang="ja-JP" altLang="en-US" sz="2000">
                <a:solidFill>
                  <a:srgbClr val="FFFFFF"/>
                </a:solidFill>
                <a:latin typeface="Meiryo UI" panose="020B0604030504040204" pitchFamily="50" charset="-128"/>
                <a:ea typeface="Meiryo UI" panose="020B0604030504040204" pitchFamily="50" charset="-128"/>
                <a:cs typeface="Arial" pitchFamily="34" charset="0"/>
              </a:rPr>
              <a:t> </a:t>
            </a:r>
            <a:r>
              <a:rPr lang="en-US" altLang="ja-JP" sz="2000">
                <a:solidFill>
                  <a:srgbClr val="FFFFFF"/>
                </a:solidFill>
                <a:latin typeface="Meiryo UI" panose="020B0604030504040204" pitchFamily="50" charset="-128"/>
                <a:ea typeface="Meiryo UI" panose="020B0604030504040204" pitchFamily="50" charset="-128"/>
                <a:cs typeface="Arial" pitchFamily="34" charset="0"/>
              </a:rPr>
              <a:t>Deliverables</a:t>
            </a:r>
            <a:endParaRPr lang="en-US" altLang="ja-JP" sz="1100">
              <a:solidFill>
                <a:srgbClr val="FFFFFF"/>
              </a:solidFill>
              <a:latin typeface="HGPｺﾞｼｯｸE" pitchFamily="50" charset="-128"/>
              <a:ea typeface="HGPｺﾞｼｯｸE" pitchFamily="50" charset="-128"/>
              <a:cs typeface="Arial" pitchFamily="34" charset="0"/>
            </a:endParaRPr>
          </a:p>
        </p:txBody>
      </p:sp>
      <p:sp>
        <p:nvSpPr>
          <p:cNvPr id="9" name="Text Box 2"/>
          <p:cNvSpPr txBox="1">
            <a:spLocks noChangeArrowheads="1"/>
          </p:cNvSpPr>
          <p:nvPr/>
        </p:nvSpPr>
        <p:spPr bwMode="auto">
          <a:xfrm>
            <a:off x="107504" y="542312"/>
            <a:ext cx="8918930" cy="3303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l" eaLnBrk="1" hangingPunct="1">
              <a:lnSpc>
                <a:spcPct val="120000"/>
              </a:lnSpc>
            </a:pPr>
            <a:r>
              <a:rPr lang="en-US" altLang="ja-JP" sz="1600" b="1" u="sng" dirty="0">
                <a:latin typeface="Meiryo UI" panose="020B0604030504040204" pitchFamily="50" charset="-128"/>
                <a:ea typeface="Meiryo UI" panose="020B0604030504040204" pitchFamily="50" charset="-128"/>
                <a:cs typeface="Arial" pitchFamily="34" charset="0"/>
              </a:rPr>
              <a:t>Basic Concept / Deliverable</a:t>
            </a:r>
          </a:p>
          <a:p>
            <a:pPr algn="l" eaLnBrk="1" hangingPunct="1">
              <a:spcBef>
                <a:spcPts val="300"/>
              </a:spcBef>
              <a:spcAft>
                <a:spcPts val="300"/>
              </a:spcAft>
            </a:pPr>
            <a:r>
              <a:rPr lang="en-US" altLang="ja-JP" sz="1400" dirty="0">
                <a:latin typeface="Meiryo UI" panose="020B0604030504040204" pitchFamily="50" charset="-128"/>
                <a:ea typeface="Meiryo UI" panose="020B0604030504040204" pitchFamily="50" charset="-128"/>
                <a:cs typeface="Arial" pitchFamily="34" charset="0"/>
              </a:rPr>
              <a:t>    </a:t>
            </a:r>
            <a:r>
              <a:rPr lang="en-US" altLang="ja-JP" sz="1200" dirty="0">
                <a:latin typeface="Meiryo UI" panose="020B0604030504040204" pitchFamily="50" charset="-128"/>
                <a:ea typeface="Meiryo UI" panose="020B0604030504040204" pitchFamily="50" charset="-128"/>
                <a:cs typeface="Arial" pitchFamily="34" charset="0"/>
              </a:rPr>
              <a:t>1) </a:t>
            </a:r>
            <a:r>
              <a:rPr lang="en-US" altLang="ja-JP" sz="1400" dirty="0">
                <a:latin typeface="Meiryo UI" panose="020B0604030504040204" pitchFamily="50" charset="-128"/>
                <a:ea typeface="Meiryo UI" panose="020B0604030504040204" pitchFamily="50" charset="-128"/>
                <a:cs typeface="Arial" pitchFamily="34" charset="0"/>
              </a:rPr>
              <a:t>Honda</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(HM)</a:t>
            </a:r>
            <a:br>
              <a:rPr lang="en-US" altLang="ja-JP" sz="1400" dirty="0">
                <a:latin typeface="Meiryo UI" panose="020B0604030504040204" pitchFamily="50" charset="-128"/>
                <a:ea typeface="Meiryo UI" panose="020B0604030504040204" pitchFamily="50" charset="-128"/>
                <a:cs typeface="Arial" pitchFamily="34" charset="0"/>
              </a:rPr>
            </a:br>
            <a:r>
              <a:rPr lang="en-US" altLang="ja-JP" sz="1400" dirty="0">
                <a:latin typeface="Meiryo UI" panose="020B0604030504040204" pitchFamily="50" charset="-128"/>
                <a:ea typeface="Meiryo UI" panose="020B0604030504040204" pitchFamily="50" charset="-128"/>
                <a:cs typeface="Arial" pitchFamily="34" charset="0"/>
              </a:rPr>
              <a:t>Honda requests</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Bosch</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for the Development Work and calibration of an Engine</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Management System(EMS) to meet 6WZX vehicles with proper functions and its cost competitive EMS components. </a:t>
            </a:r>
            <a:br>
              <a:rPr lang="en-US" altLang="ja-JP" sz="1400" dirty="0">
                <a:latin typeface="Meiryo UI" panose="020B0604030504040204" pitchFamily="50" charset="-128"/>
                <a:ea typeface="Meiryo UI" panose="020B0604030504040204" pitchFamily="50" charset="-128"/>
                <a:cs typeface="Arial" pitchFamily="34" charset="0"/>
              </a:rPr>
            </a:br>
            <a:r>
              <a:rPr lang="en-US" altLang="ja-JP" sz="1400" dirty="0">
                <a:latin typeface="Meiryo UI" panose="020B0604030504040204" pitchFamily="50" charset="-128"/>
                <a:ea typeface="Meiryo UI" panose="020B0604030504040204" pitchFamily="50" charset="-128"/>
                <a:cs typeface="Arial" pitchFamily="34" charset="0"/>
              </a:rPr>
              <a:t>The deliverables of the development are to satisfy the vehicle ENG management system control workmanship (marketability), target of the EMS requirements, and provide technical reports (data, graph, component evaluation actual part) for each development stage.  </a:t>
            </a:r>
          </a:p>
          <a:p>
            <a:pPr algn="l" eaLnBrk="1" hangingPunct="1">
              <a:spcBef>
                <a:spcPts val="300"/>
              </a:spcBef>
              <a:spcAft>
                <a:spcPts val="300"/>
              </a:spcAft>
            </a:pPr>
            <a:r>
              <a:rPr lang="en-US" altLang="ja-JP" sz="1400" dirty="0">
                <a:latin typeface="Meiryo UI" panose="020B0604030504040204" pitchFamily="50" charset="-128"/>
                <a:ea typeface="Meiryo UI" panose="020B0604030504040204" pitchFamily="50" charset="-128"/>
                <a:cs typeface="Arial" pitchFamily="34" charset="0"/>
              </a:rPr>
              <a:t>    2)Bosch</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a:t>
            </a:r>
            <a:r>
              <a:rPr lang="ja-JP" altLang="en-US" sz="1400" dirty="0">
                <a:latin typeface="Meiryo UI" panose="020B0604030504040204" pitchFamily="50" charset="-128"/>
                <a:ea typeface="Meiryo UI" panose="020B0604030504040204" pitchFamily="50" charset="-128"/>
                <a:cs typeface="Arial" pitchFamily="34" charset="0"/>
              </a:rPr>
              <a:t>簡略 </a:t>
            </a:r>
            <a:r>
              <a:rPr lang="en-US" altLang="ja-JP" sz="1400" dirty="0">
                <a:latin typeface="Meiryo UI" panose="020B0604030504040204" pitchFamily="50" charset="-128"/>
                <a:ea typeface="Meiryo UI" panose="020B0604030504040204" pitchFamily="50" charset="-128"/>
                <a:cs typeface="Arial" pitchFamily="34" charset="0"/>
              </a:rPr>
              <a:t>Bosch)</a:t>
            </a:r>
            <a:br>
              <a:rPr lang="en-US" altLang="ja-JP" sz="1400" dirty="0">
                <a:latin typeface="Meiryo UI" panose="020B0604030504040204" pitchFamily="50" charset="-128"/>
                <a:ea typeface="Meiryo UI" panose="020B0604030504040204" pitchFamily="50" charset="-128"/>
                <a:cs typeface="Arial" pitchFamily="34" charset="0"/>
              </a:rPr>
            </a:br>
            <a:r>
              <a:rPr lang="en-US" altLang="ja-JP" sz="1400" dirty="0">
                <a:latin typeface="Meiryo UI" panose="020B0604030504040204" pitchFamily="50" charset="-128"/>
                <a:ea typeface="Meiryo UI" panose="020B0604030504040204" pitchFamily="50" charset="-128"/>
                <a:cs typeface="Arial" pitchFamily="34" charset="0"/>
              </a:rPr>
              <a:t>Bosch</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develops and calibrates an Engine Management System which meets Honda target</a:t>
            </a:r>
            <a:br>
              <a:rPr lang="en-US" altLang="ja-JP" sz="1400" dirty="0">
                <a:latin typeface="Meiryo UI" panose="020B0604030504040204" pitchFamily="50" charset="-128"/>
                <a:ea typeface="Meiryo UI" panose="020B0604030504040204" pitchFamily="50" charset="-128"/>
                <a:cs typeface="Arial" pitchFamily="34" charset="0"/>
              </a:rPr>
            </a:br>
            <a:r>
              <a:rPr lang="en-US" altLang="ja-JP" sz="1400" dirty="0">
                <a:latin typeface="Meiryo UI" panose="020B0604030504040204" pitchFamily="50" charset="-128"/>
                <a:ea typeface="Meiryo UI" panose="020B0604030504040204" pitchFamily="50" charset="-128"/>
                <a:cs typeface="Arial" pitchFamily="34" charset="0"/>
              </a:rPr>
              <a:t>values, target requirements and reliability, as well as</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Bosch</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internal requirements and quality.</a:t>
            </a:r>
            <a:br>
              <a:rPr lang="en-US" altLang="ja-JP" sz="1400" dirty="0">
                <a:latin typeface="Meiryo UI" panose="020B0604030504040204" pitchFamily="50" charset="-128"/>
                <a:ea typeface="Meiryo UI" panose="020B0604030504040204" pitchFamily="50" charset="-128"/>
                <a:cs typeface="Arial" pitchFamily="34" charset="0"/>
              </a:rPr>
            </a:br>
            <a:r>
              <a:rPr lang="en-US" altLang="ja-JP" sz="1400" dirty="0">
                <a:latin typeface="Meiryo UI" panose="020B0604030504040204" pitchFamily="50" charset="-128"/>
                <a:ea typeface="Meiryo UI" panose="020B0604030504040204" pitchFamily="50" charset="-128"/>
                <a:cs typeface="Arial" pitchFamily="34" charset="0"/>
              </a:rPr>
              <a:t>The deliverables from</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Bosch</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(vehicle workmanship, technical report, graph, test result, HEX</a:t>
            </a:r>
            <a:br>
              <a:rPr lang="en-US" altLang="ja-JP" sz="1400" dirty="0">
                <a:latin typeface="Meiryo UI" panose="020B0604030504040204" pitchFamily="50" charset="-128"/>
                <a:ea typeface="Meiryo UI" panose="020B0604030504040204" pitchFamily="50" charset="-128"/>
                <a:cs typeface="Arial" pitchFamily="34" charset="0"/>
              </a:rPr>
            </a:br>
            <a:r>
              <a:rPr lang="en-US" altLang="ja-JP" sz="1400" dirty="0">
                <a:latin typeface="Meiryo UI" panose="020B0604030504040204" pitchFamily="50" charset="-128"/>
                <a:ea typeface="Meiryo UI" panose="020B0604030504040204" pitchFamily="50" charset="-128"/>
                <a:cs typeface="Arial" pitchFamily="34" charset="0"/>
              </a:rPr>
              <a:t>data) </a:t>
            </a:r>
            <a:r>
              <a:rPr lang="en-US" altLang="ja-JP" sz="1400" u="sng" dirty="0">
                <a:latin typeface="Meiryo UI" panose="020B0604030504040204" pitchFamily="50" charset="-128"/>
                <a:ea typeface="Meiryo UI" panose="020B0604030504040204" pitchFamily="50" charset="-128"/>
                <a:cs typeface="Arial" pitchFamily="34" charset="0"/>
              </a:rPr>
              <a:t>MUST</a:t>
            </a:r>
            <a:r>
              <a:rPr lang="en-US" altLang="ja-JP" sz="1400" dirty="0">
                <a:latin typeface="Meiryo UI" panose="020B0604030504040204" pitchFamily="50" charset="-128"/>
                <a:ea typeface="Meiryo UI" panose="020B0604030504040204" pitchFamily="50" charset="-128"/>
                <a:cs typeface="Arial" pitchFamily="34" charset="0"/>
              </a:rPr>
              <a:t> meet the assignment schedule of each Honda development stage. </a:t>
            </a:r>
            <a:br>
              <a:rPr lang="en-US" altLang="ja-JP" sz="1400" dirty="0">
                <a:latin typeface="Meiryo UI" panose="020B0604030504040204" pitchFamily="50" charset="-128"/>
                <a:ea typeface="Meiryo UI" panose="020B0604030504040204" pitchFamily="50" charset="-128"/>
                <a:cs typeface="Arial" pitchFamily="34" charset="0"/>
              </a:rPr>
            </a:br>
            <a:r>
              <a:rPr lang="en-US" altLang="ja-JP" sz="1400" dirty="0">
                <a:latin typeface="Meiryo UI" panose="020B0604030504040204" pitchFamily="50" charset="-128"/>
                <a:ea typeface="Meiryo UI" panose="020B0604030504040204" pitchFamily="50" charset="-128"/>
                <a:cs typeface="Arial" pitchFamily="34" charset="0"/>
              </a:rPr>
              <a:t>Also,</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Bosch</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continues to supply MP with competitive-cost and high quality </a:t>
            </a:r>
            <a:r>
              <a:rPr lang="en-US" altLang="ja-JP" sz="1200" dirty="0">
                <a:latin typeface="Meiryo UI" panose="020B0604030504040204" pitchFamily="50" charset="-128"/>
                <a:ea typeface="Meiryo UI" panose="020B0604030504040204" pitchFamily="50" charset="-128"/>
                <a:cs typeface="Arial" pitchFamily="34" charset="0"/>
              </a:rPr>
              <a:t>products.</a:t>
            </a:r>
            <a:endParaRPr lang="en-US" altLang="ja-JP" sz="1600" dirty="0">
              <a:latin typeface="Meiryo UI" panose="020B0604030504040204" pitchFamily="50" charset="-128"/>
              <a:ea typeface="Meiryo UI" panose="020B0604030504040204" pitchFamily="50" charset="-128"/>
              <a:cs typeface="Arial" pitchFamily="34" charset="0"/>
            </a:endParaRPr>
          </a:p>
        </p:txBody>
      </p:sp>
      <p:sp>
        <p:nvSpPr>
          <p:cNvPr id="10" name="Text Box 2"/>
          <p:cNvSpPr txBox="1">
            <a:spLocks noChangeArrowheads="1"/>
          </p:cNvSpPr>
          <p:nvPr/>
        </p:nvSpPr>
        <p:spPr bwMode="auto">
          <a:xfrm>
            <a:off x="107504" y="3959479"/>
            <a:ext cx="9036496" cy="2823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l" eaLnBrk="1" hangingPunct="1">
              <a:spcBef>
                <a:spcPts val="300"/>
              </a:spcBef>
            </a:pPr>
            <a:r>
              <a:rPr lang="ja-JP" altLang="en-US" sz="1600" b="1" u="sng" dirty="0">
                <a:latin typeface="Meiryo UI" panose="020B0604030504040204" pitchFamily="50" charset="-128"/>
                <a:ea typeface="Meiryo UI" panose="020B0604030504040204" pitchFamily="50" charset="-128"/>
              </a:rPr>
              <a:t>基本コンセプト</a:t>
            </a:r>
            <a:r>
              <a:rPr lang="en-US" altLang="ja-JP" sz="1600" b="1" u="sng" dirty="0">
                <a:latin typeface="Meiryo UI" panose="020B0604030504040204" pitchFamily="50" charset="-128"/>
                <a:ea typeface="Meiryo UI" panose="020B0604030504040204" pitchFamily="50" charset="-128"/>
              </a:rPr>
              <a:t>/</a:t>
            </a:r>
            <a:r>
              <a:rPr lang="ja-JP" altLang="en-US" sz="1600" b="1" u="sng" dirty="0">
                <a:latin typeface="Meiryo UI" panose="020B0604030504040204" pitchFamily="50" charset="-128"/>
                <a:ea typeface="Meiryo UI" panose="020B0604030504040204" pitchFamily="50" charset="-128"/>
              </a:rPr>
              <a:t>成果物</a:t>
            </a:r>
            <a:endParaRPr lang="en-US" altLang="ja-JP" sz="1600" b="1" u="sng" dirty="0">
              <a:latin typeface="Meiryo UI" panose="020B0604030504040204" pitchFamily="50" charset="-128"/>
              <a:ea typeface="Meiryo UI" panose="020B0604030504040204" pitchFamily="50" charset="-128"/>
            </a:endParaRPr>
          </a:p>
          <a:p>
            <a:pPr algn="l" eaLnBrk="1" hangingPunct="1">
              <a:spcBef>
                <a:spcPts val="300"/>
              </a:spcBef>
              <a:spcAft>
                <a:spcPts val="300"/>
              </a:spcAft>
            </a:pPr>
            <a:r>
              <a:rPr lang="ja-JP" altLang="en-US" sz="1400" dirty="0">
                <a:latin typeface="Meiryo UI" panose="020B0604030504040204" pitchFamily="50" charset="-128"/>
                <a:ea typeface="Meiryo UI" panose="020B0604030504040204" pitchFamily="50" charset="-128"/>
              </a:rPr>
              <a:t>    </a:t>
            </a:r>
            <a:r>
              <a:rPr lang="en-US" altLang="ja-JP" sz="1400" dirty="0">
                <a:latin typeface="Meiryo UI" panose="020B0604030504040204" pitchFamily="50" charset="-128"/>
                <a:ea typeface="Meiryo UI" panose="020B0604030504040204" pitchFamily="50" charset="-128"/>
              </a:rPr>
              <a:t>1)Honda</a:t>
            </a:r>
            <a:r>
              <a:rPr lang="ja-JP" altLang="en-US" sz="1400" dirty="0">
                <a:latin typeface="Meiryo UI" panose="020B0604030504040204" pitchFamily="50" charset="-128"/>
                <a:ea typeface="Meiryo UI" panose="020B0604030504040204" pitchFamily="50" charset="-128"/>
              </a:rPr>
              <a:t>　</a:t>
            </a:r>
            <a:r>
              <a:rPr lang="en-US" altLang="ja-JP" sz="1400" dirty="0">
                <a:latin typeface="Meiryo UI" panose="020B0604030504040204" pitchFamily="50" charset="-128"/>
                <a:ea typeface="Meiryo UI" panose="020B0604030504040204" pitchFamily="50" charset="-128"/>
              </a:rPr>
              <a:t>(HM)</a:t>
            </a:r>
            <a:br>
              <a:rPr lang="en-US" altLang="ja-JP" sz="1400" dirty="0">
                <a:latin typeface="Meiryo UI" panose="020B0604030504040204" pitchFamily="50" charset="-128"/>
                <a:ea typeface="Meiryo UI" panose="020B0604030504040204" pitchFamily="50" charset="-128"/>
              </a:rPr>
            </a:br>
            <a:r>
              <a:rPr lang="en-US" altLang="ja-JP" sz="1400" dirty="0">
                <a:latin typeface="Meiryo UI" panose="020B0604030504040204" pitchFamily="50" charset="-128"/>
                <a:ea typeface="Meiryo UI" panose="020B0604030504040204" pitchFamily="50" charset="-128"/>
              </a:rPr>
              <a:t>Honda</a:t>
            </a:r>
            <a:r>
              <a:rPr lang="ja-JP" altLang="en-US" sz="1400" dirty="0">
                <a:latin typeface="Meiryo UI" panose="020B0604030504040204" pitchFamily="50" charset="-128"/>
                <a:ea typeface="Meiryo UI" panose="020B0604030504040204" pitchFamily="50" charset="-128"/>
              </a:rPr>
              <a:t>は</a:t>
            </a:r>
            <a:r>
              <a:rPr lang="en-US" altLang="ja-JP" sz="1400" dirty="0">
                <a:latin typeface="Meiryo UI" panose="020B0604030504040204" pitchFamily="50" charset="-128"/>
                <a:ea typeface="Meiryo UI" panose="020B0604030504040204" pitchFamily="50" charset="-128"/>
                <a:cs typeface="Arial" pitchFamily="34" charset="0"/>
              </a:rPr>
              <a:t>Bosch</a:t>
            </a:r>
            <a:r>
              <a:rPr lang="ja-JP" altLang="en-US" sz="1400" dirty="0">
                <a:latin typeface="Meiryo UI" panose="020B0604030504040204" pitchFamily="50" charset="-128"/>
                <a:ea typeface="Meiryo UI" panose="020B0604030504040204" pitchFamily="50" charset="-128"/>
              </a:rPr>
              <a:t>に対し、</a:t>
            </a:r>
            <a:r>
              <a:rPr lang="en-US" altLang="ja-JP" sz="1400" dirty="0">
                <a:latin typeface="Meiryo UI" panose="020B0604030504040204" pitchFamily="50" charset="-128"/>
                <a:ea typeface="Meiryo UI" panose="020B0604030504040204" pitchFamily="50" charset="-128"/>
              </a:rPr>
              <a:t> 6WZX</a:t>
            </a:r>
            <a:r>
              <a:rPr lang="ja-JP" altLang="en-US" sz="1400" dirty="0">
                <a:latin typeface="Meiryo UI" panose="020B0604030504040204" pitchFamily="50" charset="-128"/>
                <a:ea typeface="Meiryo UI" panose="020B0604030504040204" pitchFamily="50" charset="-128"/>
              </a:rPr>
              <a:t>の車両に対し、適切に機能するエンジンマネジメントシステム</a:t>
            </a:r>
            <a:r>
              <a:rPr lang="en-US" altLang="ja-JP" sz="1400" dirty="0">
                <a:latin typeface="Meiryo UI" panose="020B0604030504040204" pitchFamily="50" charset="-128"/>
                <a:ea typeface="Meiryo UI" panose="020B0604030504040204" pitchFamily="50" charset="-128"/>
              </a:rPr>
              <a:t>(EMS)</a:t>
            </a:r>
            <a:r>
              <a:rPr lang="ja-JP" altLang="en-US" sz="1400" dirty="0">
                <a:latin typeface="Meiryo UI" panose="020B0604030504040204" pitchFamily="50" charset="-128"/>
                <a:ea typeface="Meiryo UI" panose="020B0604030504040204" pitchFamily="50" charset="-128"/>
              </a:rPr>
              <a:t>の適合開発、</a:t>
            </a:r>
            <a:br>
              <a:rPr lang="en-US" altLang="ja-JP" sz="1400" dirty="0">
                <a:latin typeface="Meiryo UI" panose="020B0604030504040204" pitchFamily="50" charset="-128"/>
                <a:ea typeface="Meiryo UI" panose="020B0604030504040204" pitchFamily="50" charset="-128"/>
              </a:rPr>
            </a:br>
            <a:r>
              <a:rPr lang="ja-JP" altLang="en-US" sz="1400" dirty="0">
                <a:latin typeface="Meiryo UI" panose="020B0604030504040204" pitchFamily="50" charset="-128"/>
                <a:ea typeface="Meiryo UI" panose="020B0604030504040204" pitchFamily="50" charset="-128"/>
              </a:rPr>
              <a:t>及びそれを構成する廉価な</a:t>
            </a:r>
            <a:r>
              <a:rPr lang="en-US" altLang="ja-JP" sz="1400" dirty="0">
                <a:latin typeface="Meiryo UI" panose="020B0604030504040204" pitchFamily="50" charset="-128"/>
                <a:ea typeface="Meiryo UI" panose="020B0604030504040204" pitchFamily="50" charset="-128"/>
              </a:rPr>
              <a:t>EMS</a:t>
            </a:r>
            <a:r>
              <a:rPr lang="ja-JP" altLang="en-US" sz="1400" dirty="0">
                <a:latin typeface="Meiryo UI" panose="020B0604030504040204" pitchFamily="50" charset="-128"/>
                <a:ea typeface="Meiryo UI" panose="020B0604030504040204" pitchFamily="50" charset="-128"/>
              </a:rPr>
              <a:t>部品の委託開発を依頼するものである。</a:t>
            </a:r>
            <a:br>
              <a:rPr lang="en-US" altLang="ja-JP" sz="1400" dirty="0">
                <a:latin typeface="Meiryo UI" panose="020B0604030504040204" pitchFamily="50" charset="-128"/>
                <a:ea typeface="Meiryo UI" panose="020B0604030504040204" pitchFamily="50" charset="-128"/>
              </a:rPr>
            </a:br>
            <a:r>
              <a:rPr lang="ja-JP" altLang="en-US" sz="1400" dirty="0">
                <a:latin typeface="Meiryo UI" panose="020B0604030504040204" pitchFamily="50" charset="-128"/>
                <a:ea typeface="Meiryo UI" panose="020B0604030504040204" pitchFamily="50" charset="-128"/>
              </a:rPr>
              <a:t>本委託開発の成果は、完成車に於けるエンジンマネージメント制御の出来栄え（商品性）と、</a:t>
            </a:r>
            <a:r>
              <a:rPr lang="en-US" altLang="ja-JP" sz="1400" dirty="0">
                <a:latin typeface="Meiryo UI" panose="020B0604030504040204" pitchFamily="50" charset="-128"/>
                <a:ea typeface="Meiryo UI" panose="020B0604030504040204" pitchFamily="50" charset="-128"/>
              </a:rPr>
              <a:t>EMS</a:t>
            </a:r>
            <a:r>
              <a:rPr lang="ja-JP" altLang="en-US" sz="1400" dirty="0">
                <a:latin typeface="Meiryo UI" panose="020B0604030504040204" pitchFamily="50" charset="-128"/>
                <a:ea typeface="Meiryo UI" panose="020B0604030504040204" pitchFamily="50" charset="-128"/>
              </a:rPr>
              <a:t>要求項目を</a:t>
            </a:r>
            <a:br>
              <a:rPr lang="en-US" altLang="ja-JP" sz="1400" dirty="0">
                <a:latin typeface="Meiryo UI" panose="020B0604030504040204" pitchFamily="50" charset="-128"/>
                <a:ea typeface="Meiryo UI" panose="020B0604030504040204" pitchFamily="50" charset="-128"/>
              </a:rPr>
            </a:br>
            <a:r>
              <a:rPr lang="ja-JP" altLang="en-US" sz="1400" dirty="0">
                <a:latin typeface="Meiryo UI" panose="020B0604030504040204" pitchFamily="50" charset="-128"/>
                <a:ea typeface="Meiryo UI" panose="020B0604030504040204" pitchFamily="50" charset="-128"/>
              </a:rPr>
              <a:t>各開発ステージ毎に、要求ターゲットを満足し、技術レポート（データ、グラフ、部品評価現物）を提出して頂く事である。</a:t>
            </a:r>
            <a:endParaRPr lang="en-US" altLang="ja-JP" sz="1400" dirty="0">
              <a:latin typeface="Meiryo UI" panose="020B0604030504040204" pitchFamily="50" charset="-128"/>
              <a:ea typeface="Meiryo UI" panose="020B0604030504040204" pitchFamily="50" charset="-128"/>
            </a:endParaRPr>
          </a:p>
          <a:p>
            <a:pPr algn="l" eaLnBrk="1" hangingPunct="1">
              <a:spcBef>
                <a:spcPts val="300"/>
              </a:spcBef>
              <a:spcAft>
                <a:spcPts val="300"/>
              </a:spcAft>
            </a:pPr>
            <a:r>
              <a:rPr lang="ja-JP" altLang="en-US" sz="1400" dirty="0">
                <a:latin typeface="Meiryo UI" panose="020B0604030504040204" pitchFamily="50" charset="-128"/>
                <a:ea typeface="Meiryo UI" panose="020B0604030504040204" pitchFamily="50" charset="-128"/>
              </a:rPr>
              <a:t>    </a:t>
            </a:r>
            <a:r>
              <a:rPr lang="en-US" altLang="ja-JP" sz="1400" dirty="0">
                <a:latin typeface="Meiryo UI" panose="020B0604030504040204" pitchFamily="50" charset="-128"/>
                <a:ea typeface="Meiryo UI" panose="020B0604030504040204" pitchFamily="50" charset="-128"/>
              </a:rPr>
              <a:t>2)</a:t>
            </a:r>
            <a:r>
              <a:rPr lang="en-US" altLang="ja-JP" sz="1400" dirty="0">
                <a:latin typeface="Meiryo UI" panose="020B0604030504040204" pitchFamily="50" charset="-128"/>
                <a:ea typeface="Meiryo UI" panose="020B0604030504040204" pitchFamily="50" charset="-128"/>
                <a:cs typeface="Arial" pitchFamily="34" charset="0"/>
              </a:rPr>
              <a:t>Bosch</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rPr>
              <a:t>(</a:t>
            </a:r>
            <a:r>
              <a:rPr lang="ja-JP" altLang="en-US" sz="1400" dirty="0">
                <a:latin typeface="Meiryo UI" panose="020B0604030504040204" pitchFamily="50" charset="-128"/>
                <a:ea typeface="Meiryo UI" panose="020B0604030504040204" pitchFamily="50" charset="-128"/>
              </a:rPr>
              <a:t>簡略 </a:t>
            </a:r>
            <a:r>
              <a:rPr lang="en-US" altLang="ja-JP" sz="1400" dirty="0">
                <a:latin typeface="Meiryo UI" panose="020B0604030504040204" pitchFamily="50" charset="-128"/>
                <a:ea typeface="Meiryo UI" panose="020B0604030504040204" pitchFamily="50" charset="-128"/>
                <a:cs typeface="Arial" pitchFamily="34" charset="0"/>
              </a:rPr>
              <a:t>Bosch</a:t>
            </a:r>
            <a:r>
              <a:rPr lang="en-US" altLang="ja-JP" sz="1400" dirty="0">
                <a:latin typeface="Meiryo UI" panose="020B0604030504040204" pitchFamily="50" charset="-128"/>
                <a:ea typeface="Meiryo UI" panose="020B0604030504040204" pitchFamily="50" charset="-128"/>
              </a:rPr>
              <a:t>)</a:t>
            </a:r>
            <a:br>
              <a:rPr lang="en-US" altLang="ja-JP" sz="1400" dirty="0">
                <a:latin typeface="Meiryo UI" panose="020B0604030504040204" pitchFamily="50" charset="-128"/>
                <a:ea typeface="Meiryo UI" panose="020B0604030504040204" pitchFamily="50" charset="-128"/>
              </a:rPr>
            </a:br>
            <a:r>
              <a:rPr lang="en-US" altLang="ja-JP" sz="1400" dirty="0">
                <a:latin typeface="Meiryo UI" panose="020B0604030504040204" pitchFamily="50" charset="-128"/>
                <a:ea typeface="Meiryo UI" panose="020B0604030504040204" pitchFamily="50" charset="-128"/>
                <a:cs typeface="Arial" pitchFamily="34" charset="0"/>
              </a:rPr>
              <a:t>Bosch</a:t>
            </a:r>
            <a:r>
              <a:rPr lang="ja-JP" altLang="en-US" sz="1400" dirty="0">
                <a:latin typeface="Meiryo UI" panose="020B0604030504040204" pitchFamily="50" charset="-128"/>
                <a:ea typeface="Meiryo UI" panose="020B0604030504040204" pitchFamily="50" charset="-128"/>
              </a:rPr>
              <a:t>は、</a:t>
            </a:r>
            <a:r>
              <a:rPr lang="en-US" altLang="ja-JP" sz="1400" dirty="0">
                <a:latin typeface="Meiryo UI" panose="020B0604030504040204" pitchFamily="50" charset="-128"/>
                <a:ea typeface="Meiryo UI" panose="020B0604030504040204" pitchFamily="50" charset="-128"/>
              </a:rPr>
              <a:t>Honda</a:t>
            </a:r>
            <a:r>
              <a:rPr lang="ja-JP" altLang="en-US" sz="1400" dirty="0">
                <a:latin typeface="Meiryo UI" panose="020B0604030504040204" pitchFamily="50" charset="-128"/>
                <a:ea typeface="Meiryo UI" panose="020B0604030504040204" pitchFamily="50" charset="-128"/>
              </a:rPr>
              <a:t>開発スケジュールに沿って、</a:t>
            </a:r>
            <a:r>
              <a:rPr lang="en-US" altLang="ja-JP" sz="1400" dirty="0">
                <a:latin typeface="Meiryo UI" panose="020B0604030504040204" pitchFamily="50" charset="-128"/>
                <a:ea typeface="Meiryo UI" panose="020B0604030504040204" pitchFamily="50" charset="-128"/>
              </a:rPr>
              <a:t>Honda</a:t>
            </a:r>
            <a:r>
              <a:rPr lang="ja-JP" altLang="en-US" sz="1400" dirty="0">
                <a:latin typeface="Meiryo UI" panose="020B0604030504040204" pitchFamily="50" charset="-128"/>
                <a:ea typeface="Meiryo UI" panose="020B0604030504040204" pitchFamily="50" charset="-128"/>
              </a:rPr>
              <a:t>が要求する目標値、目標要件及び信頼性目標を確保し、</a:t>
            </a:r>
            <a:br>
              <a:rPr lang="en-US" altLang="ja-JP" sz="1400" dirty="0">
                <a:latin typeface="Meiryo UI" panose="020B0604030504040204" pitchFamily="50" charset="-128"/>
                <a:ea typeface="Meiryo UI" panose="020B0604030504040204" pitchFamily="50" charset="-128"/>
              </a:rPr>
            </a:br>
            <a:r>
              <a:rPr lang="ja-JP" altLang="en-US" sz="1400" dirty="0">
                <a:latin typeface="Meiryo UI" panose="020B0604030504040204" pitchFamily="50" charset="-128"/>
                <a:ea typeface="Meiryo UI" panose="020B0604030504040204" pitchFamily="50" charset="-128"/>
              </a:rPr>
              <a:t>且つ</a:t>
            </a:r>
            <a:r>
              <a:rPr lang="en-US" altLang="ja-JP" sz="1400" dirty="0">
                <a:latin typeface="Meiryo UI" panose="020B0604030504040204" pitchFamily="50" charset="-128"/>
                <a:ea typeface="Meiryo UI" panose="020B0604030504040204" pitchFamily="50" charset="-128"/>
                <a:cs typeface="Arial" pitchFamily="34" charset="0"/>
              </a:rPr>
              <a:t>Bosch</a:t>
            </a:r>
            <a:r>
              <a:rPr lang="ja-JP" altLang="en-US" sz="1400" dirty="0">
                <a:latin typeface="Meiryo UI" panose="020B0604030504040204" pitchFamily="50" charset="-128"/>
                <a:ea typeface="Meiryo UI" panose="020B0604030504040204" pitchFamily="50" charset="-128"/>
              </a:rPr>
              <a:t>社内要件を満たすエンジンマネジメントシステムの開発、及び</a:t>
            </a:r>
            <a:r>
              <a:rPr lang="en-US" altLang="ja-JP" sz="1400" dirty="0">
                <a:latin typeface="Meiryo UI" panose="020B0604030504040204" pitchFamily="50" charset="-128"/>
                <a:ea typeface="Meiryo UI" panose="020B0604030504040204" pitchFamily="50" charset="-128"/>
              </a:rPr>
              <a:t>Data</a:t>
            </a:r>
            <a:r>
              <a:rPr lang="ja-JP" altLang="en-US" sz="1400" dirty="0">
                <a:latin typeface="Meiryo UI" panose="020B0604030504040204" pitchFamily="50" charset="-128"/>
                <a:ea typeface="Meiryo UI" panose="020B0604030504040204" pitchFamily="50" charset="-128"/>
              </a:rPr>
              <a:t>キャリブレーションの開発を行う。</a:t>
            </a:r>
            <a:br>
              <a:rPr lang="en-US" altLang="ja-JP" sz="1400" dirty="0">
                <a:latin typeface="Meiryo UI" panose="020B0604030504040204" pitchFamily="50" charset="-128"/>
                <a:ea typeface="Meiryo UI" panose="020B0604030504040204" pitchFamily="50" charset="-128"/>
              </a:rPr>
            </a:br>
            <a:r>
              <a:rPr lang="ja-JP" altLang="en-US" sz="1400" dirty="0">
                <a:latin typeface="Meiryo UI" panose="020B0604030504040204" pitchFamily="50" charset="-128"/>
                <a:ea typeface="Meiryo UI" panose="020B0604030504040204" pitchFamily="50" charset="-128"/>
              </a:rPr>
              <a:t>本受託開発に於いて、成果物（完成車出来栄え・技術レポート・グラフ・テスト結果データ・</a:t>
            </a:r>
            <a:r>
              <a:rPr lang="en-US" altLang="ja-JP" sz="1400" dirty="0">
                <a:latin typeface="Meiryo UI" panose="020B0604030504040204" pitchFamily="50" charset="-128"/>
                <a:ea typeface="Meiryo UI" panose="020B0604030504040204" pitchFamily="50" charset="-128"/>
              </a:rPr>
              <a:t>HEX</a:t>
            </a:r>
            <a:r>
              <a:rPr lang="ja-JP" altLang="en-US" sz="1400" dirty="0">
                <a:latin typeface="Meiryo UI" panose="020B0604030504040204" pitchFamily="50" charset="-128"/>
                <a:ea typeface="Meiryo UI" panose="020B0604030504040204" pitchFamily="50" charset="-128"/>
              </a:rPr>
              <a:t>データ）は、</a:t>
            </a:r>
            <a:br>
              <a:rPr lang="en-US" altLang="ja-JP" sz="1400" dirty="0">
                <a:latin typeface="Meiryo UI" panose="020B0604030504040204" pitchFamily="50" charset="-128"/>
                <a:ea typeface="Meiryo UI" panose="020B0604030504040204" pitchFamily="50" charset="-128"/>
              </a:rPr>
            </a:br>
            <a:r>
              <a:rPr lang="ja-JP" altLang="en-US" sz="1400" dirty="0">
                <a:latin typeface="Meiryo UI" panose="020B0604030504040204" pitchFamily="50" charset="-128"/>
                <a:ea typeface="Meiryo UI" panose="020B0604030504040204" pitchFamily="50" charset="-128"/>
              </a:rPr>
              <a:t>開発ステージ毎に指定日程までに、提出する。</a:t>
            </a:r>
            <a:br>
              <a:rPr lang="en-US" altLang="ja-JP" sz="1400" dirty="0">
                <a:latin typeface="Meiryo UI" panose="020B0604030504040204" pitchFamily="50" charset="-128"/>
                <a:ea typeface="Meiryo UI" panose="020B0604030504040204" pitchFamily="50" charset="-128"/>
              </a:rPr>
            </a:br>
            <a:r>
              <a:rPr lang="ja-JP" altLang="en-US" sz="1400" dirty="0">
                <a:latin typeface="Meiryo UI" panose="020B0604030504040204" pitchFamily="50" charset="-128"/>
                <a:ea typeface="Meiryo UI" panose="020B0604030504040204" pitchFamily="50" charset="-128"/>
              </a:rPr>
              <a:t>また、製品は量産に於いて、廉価で高品質且つ安定して供給するものとする。</a:t>
            </a:r>
          </a:p>
        </p:txBody>
      </p:sp>
    </p:spTree>
    <p:extLst>
      <p:ext uri="{BB962C8B-B14F-4D97-AF65-F5344CB8AC3E}">
        <p14:creationId xmlns:p14="http://schemas.microsoft.com/office/powerpoint/2010/main" val="28902120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Group 7"/>
          <p:cNvGraphicFramePr>
            <a:graphicFrameLocks noGrp="1"/>
          </p:cNvGraphicFramePr>
          <p:nvPr>
            <p:extLst>
              <p:ext uri="{D42A27DB-BD31-4B8C-83A1-F6EECF244321}">
                <p14:modId xmlns:p14="http://schemas.microsoft.com/office/powerpoint/2010/main" val="3308181521"/>
              </p:ext>
            </p:extLst>
          </p:nvPr>
        </p:nvGraphicFramePr>
        <p:xfrm>
          <a:off x="35496" y="674100"/>
          <a:ext cx="9036049" cy="5771578"/>
        </p:xfrm>
        <a:graphic>
          <a:graphicData uri="http://schemas.openxmlformats.org/drawingml/2006/table">
            <a:tbl>
              <a:tblPr/>
              <a:tblGrid>
                <a:gridCol w="2895673">
                  <a:extLst>
                    <a:ext uri="{9D8B030D-6E8A-4147-A177-3AD203B41FA5}">
                      <a16:colId xmlns:a16="http://schemas.microsoft.com/office/drawing/2014/main" val="20000"/>
                    </a:ext>
                  </a:extLst>
                </a:gridCol>
                <a:gridCol w="591415">
                  <a:extLst>
                    <a:ext uri="{9D8B030D-6E8A-4147-A177-3AD203B41FA5}">
                      <a16:colId xmlns:a16="http://schemas.microsoft.com/office/drawing/2014/main" val="20001"/>
                    </a:ext>
                  </a:extLst>
                </a:gridCol>
                <a:gridCol w="591415">
                  <a:extLst>
                    <a:ext uri="{9D8B030D-6E8A-4147-A177-3AD203B41FA5}">
                      <a16:colId xmlns:a16="http://schemas.microsoft.com/office/drawing/2014/main" val="20002"/>
                    </a:ext>
                  </a:extLst>
                </a:gridCol>
                <a:gridCol w="591415">
                  <a:extLst>
                    <a:ext uri="{9D8B030D-6E8A-4147-A177-3AD203B41FA5}">
                      <a16:colId xmlns:a16="http://schemas.microsoft.com/office/drawing/2014/main" val="20003"/>
                    </a:ext>
                  </a:extLst>
                </a:gridCol>
                <a:gridCol w="591415">
                  <a:extLst>
                    <a:ext uri="{9D8B030D-6E8A-4147-A177-3AD203B41FA5}">
                      <a16:colId xmlns:a16="http://schemas.microsoft.com/office/drawing/2014/main" val="20004"/>
                    </a:ext>
                  </a:extLst>
                </a:gridCol>
                <a:gridCol w="591415">
                  <a:extLst>
                    <a:ext uri="{9D8B030D-6E8A-4147-A177-3AD203B41FA5}">
                      <a16:colId xmlns:a16="http://schemas.microsoft.com/office/drawing/2014/main" val="20005"/>
                    </a:ext>
                  </a:extLst>
                </a:gridCol>
                <a:gridCol w="591415">
                  <a:extLst>
                    <a:ext uri="{9D8B030D-6E8A-4147-A177-3AD203B41FA5}">
                      <a16:colId xmlns:a16="http://schemas.microsoft.com/office/drawing/2014/main" val="20006"/>
                    </a:ext>
                  </a:extLst>
                </a:gridCol>
                <a:gridCol w="2591886">
                  <a:extLst>
                    <a:ext uri="{9D8B030D-6E8A-4147-A177-3AD203B41FA5}">
                      <a16:colId xmlns:a16="http://schemas.microsoft.com/office/drawing/2014/main" val="20007"/>
                    </a:ext>
                  </a:extLst>
                </a:gridCol>
              </a:tblGrid>
              <a:tr h="457255">
                <a:tc rowSpan="2">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6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rPr>
                        <a:t>Content of development</a:t>
                      </a:r>
                      <a:endParaRPr kumimoji="1" lang="ja-JP" altLang="en-US" sz="16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endParaRPr>
                    </a:p>
                  </a:txBody>
                  <a:tcPr marT="45700" marB="457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200" b="1"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Request</a:t>
                      </a:r>
                    </a:p>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200" b="1"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/Proposal</a:t>
                      </a:r>
                      <a:endParaRPr kumimoji="1" lang="ja-JP" altLang="en-US" sz="1200" b="1"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endParaRPr>
                    </a:p>
                  </a:txBody>
                  <a:tcPr marT="45700" marB="457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kumimoji="1" lang="ja-JP" altLang="en-US"/>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200" b="1"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Active Test</a:t>
                      </a:r>
                    </a:p>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200" b="1"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/Design</a:t>
                      </a:r>
                      <a:endParaRPr kumimoji="1" lang="ja-JP" altLang="en-US" sz="1200" b="1"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endParaRPr>
                    </a:p>
                  </a:txBody>
                  <a:tcPr marT="45700" marB="457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kumimoji="1" lang="ja-JP" altLang="en-US"/>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100" b="1"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Final Container Release</a:t>
                      </a:r>
                      <a:endParaRPr kumimoji="1" lang="ja-JP" altLang="en-US" sz="1100" b="1"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endParaRPr>
                    </a:p>
                  </a:txBody>
                  <a:tcPr marT="45700" marB="457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kumimoji="1" lang="ja-JP" altLang="en-US"/>
                    </a:p>
                  </a:txBody>
                  <a:tcPr/>
                </a:tc>
                <a:tc rowSpan="2">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ja-JP" altLang="ja-JP" sz="11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endParaRPr>
                    </a:p>
                  </a:txBody>
                  <a:tcPr marT="45700" marB="45700" horzOverflow="overflow">
                    <a:lnL w="28575" cap="flat" cmpd="sng" algn="ctr">
                      <a:solidFill>
                        <a:schemeClr val="tx1"/>
                      </a:solidFill>
                      <a:prstDash val="solid"/>
                      <a:round/>
                      <a:headEnd type="none" w="med" len="med"/>
                      <a:tailEnd type="none" w="med" len="med"/>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59554">
                <a:tc vMerge="1">
                  <a:txBody>
                    <a:bodyPr/>
                    <a:lstStyle/>
                    <a:p>
                      <a:endParaRPr kumimoji="1" lang="ja-JP" altLang="en-US"/>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Honda</a:t>
                      </a:r>
                    </a:p>
                  </a:txBody>
                  <a:tcPr marL="36000" marR="36000" marT="46780" marB="467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altLang="ja-JP" sz="1000" dirty="0">
                          <a:solidFill>
                            <a:srgbClr val="0000FF"/>
                          </a:solidFill>
                          <a:latin typeface="Meiryo UI" panose="020B0604030504040204" pitchFamily="50" charset="-128"/>
                          <a:ea typeface="Meiryo UI" panose="020B0604030504040204" pitchFamily="50" charset="-128"/>
                          <a:cs typeface="Arial" pitchFamily="34" charset="0"/>
                        </a:rPr>
                        <a:t>Bosch</a:t>
                      </a:r>
                      <a:endParaRPr kumimoji="1" lang="en-US" altLang="ja-JP" sz="1000" b="0" i="0" u="none" strike="noStrike" cap="none" normalizeH="0" baseline="0" dirty="0">
                        <a:ln>
                          <a:noFill/>
                        </a:ln>
                        <a:solidFill>
                          <a:srgbClr val="FF0000"/>
                        </a:solidFill>
                        <a:effectLst/>
                        <a:latin typeface="Meiryo UI" panose="020B0604030504040204" pitchFamily="50" charset="-128"/>
                        <a:ea typeface="Meiryo UI" panose="020B0604030504040204" pitchFamily="50" charset="-128"/>
                        <a:cs typeface="Arial" pitchFamily="34" charset="0"/>
                      </a:endParaRPr>
                    </a:p>
                  </a:txBody>
                  <a:tcPr marL="36000" marR="36000" marT="46780" marB="467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Honda</a:t>
                      </a:r>
                    </a:p>
                  </a:txBody>
                  <a:tcPr marL="36000" marR="36000" marT="46780" marB="467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altLang="ja-JP" sz="1000" dirty="0">
                          <a:solidFill>
                            <a:srgbClr val="0000FF"/>
                          </a:solidFill>
                          <a:latin typeface="Meiryo UI" panose="020B0604030504040204" pitchFamily="50" charset="-128"/>
                          <a:ea typeface="Meiryo UI" panose="020B0604030504040204" pitchFamily="50" charset="-128"/>
                          <a:cs typeface="Arial" pitchFamily="34" charset="0"/>
                        </a:rPr>
                        <a:t>Bosch</a:t>
                      </a:r>
                      <a:endParaRPr kumimoji="1" lang="en-US" altLang="ja-JP" sz="1000" b="0" i="0" u="none" strike="noStrike" cap="none" normalizeH="0" baseline="0" dirty="0">
                        <a:ln>
                          <a:noFill/>
                        </a:ln>
                        <a:solidFill>
                          <a:srgbClr val="FF0000"/>
                        </a:solidFill>
                        <a:effectLst/>
                        <a:latin typeface="Meiryo UI" panose="020B0604030504040204" pitchFamily="50" charset="-128"/>
                        <a:ea typeface="Meiryo UI" panose="020B0604030504040204" pitchFamily="50" charset="-128"/>
                        <a:cs typeface="Arial" pitchFamily="34" charset="0"/>
                      </a:endParaRPr>
                    </a:p>
                  </a:txBody>
                  <a:tcPr marL="36000" marR="36000" marT="46780" marB="467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Honda</a:t>
                      </a:r>
                    </a:p>
                  </a:txBody>
                  <a:tcPr marL="36000" marR="36000" marT="46780" marB="467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altLang="ja-JP" sz="1000" dirty="0">
                          <a:solidFill>
                            <a:srgbClr val="0000FF"/>
                          </a:solidFill>
                          <a:latin typeface="Meiryo UI" panose="020B0604030504040204" pitchFamily="50" charset="-128"/>
                          <a:ea typeface="Meiryo UI" panose="020B0604030504040204" pitchFamily="50" charset="-128"/>
                          <a:cs typeface="Arial" pitchFamily="34" charset="0"/>
                        </a:rPr>
                        <a:t>Bosch</a:t>
                      </a:r>
                      <a:endParaRPr kumimoji="1" lang="en-US" altLang="ja-JP" sz="1000" b="0" i="0" u="none" strike="noStrike" cap="none" normalizeH="0" baseline="0" dirty="0">
                        <a:ln>
                          <a:noFill/>
                        </a:ln>
                        <a:solidFill>
                          <a:srgbClr val="FF0000"/>
                        </a:solidFill>
                        <a:effectLst/>
                        <a:latin typeface="Meiryo UI" panose="020B0604030504040204" pitchFamily="50" charset="-128"/>
                        <a:ea typeface="Meiryo UI" panose="020B0604030504040204" pitchFamily="50" charset="-128"/>
                        <a:cs typeface="Arial" pitchFamily="34" charset="0"/>
                      </a:endParaRPr>
                    </a:p>
                  </a:txBody>
                  <a:tcPr marL="36000" marR="36000" marT="46780" marB="4678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kumimoji="1" lang="ja-JP" altLang="en-US"/>
                    </a:p>
                  </a:txBody>
                  <a:tcPr/>
                </a:tc>
                <a:extLst>
                  <a:ext uri="{0D108BD9-81ED-4DB2-BD59-A6C34878D82A}">
                    <a16:rowId xmlns:a16="http://schemas.microsoft.com/office/drawing/2014/main" val="10001"/>
                  </a:ext>
                </a:extLst>
              </a:tr>
              <a:tr h="1224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ja-JP" sz="1400" b="1"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&lt;Basic Engine Performance/Target Value&gt;</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Power, Torque/Engine NVH</a:t>
                      </a:r>
                      <a:r>
                        <a:rPr kumimoji="1" lang="ja-JP" altLang="en-US"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Marketability/Fuel consumption </a:t>
                      </a:r>
                      <a:r>
                        <a:rPr kumimoji="1" lang="ja-JP" altLang="en-US"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a:t>
                      </a:r>
                    </a:p>
                  </a:txBody>
                  <a:tcPr marL="90000" marR="90000" marT="46780" marB="4678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R</a:t>
                      </a:r>
                    </a:p>
                  </a:txBody>
                  <a:tcPr marL="90000" marR="90000" marT="46780" marB="467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S/C</a:t>
                      </a:r>
                    </a:p>
                  </a:txBody>
                  <a:tcPr marL="90000" marR="90000" marT="46780" marB="467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S/C</a:t>
                      </a:r>
                    </a:p>
                  </a:txBody>
                  <a:tcPr marL="90000" marR="90000" marT="46780" marB="467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R</a:t>
                      </a:r>
                    </a:p>
                  </a:txBody>
                  <a:tcPr marL="90000" marR="90000" marT="46780" marB="467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A</a:t>
                      </a:r>
                    </a:p>
                  </a:txBody>
                  <a:tcPr marL="90000" marR="90000" marT="46780" marB="467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ja-JP" altLang="en-US"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Ｒ</a:t>
                      </a:r>
                      <a:endParaRPr kumimoji="1"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endParaRPr>
                    </a:p>
                  </a:txBody>
                  <a:tcPr marL="90000" marR="90000" marT="46780" marB="467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ja-JP" sz="14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rPr>
                        <a:t>Honda</a:t>
                      </a:r>
                      <a:r>
                        <a:rPr kumimoji="1" lang="ja-JP" altLang="en-US" sz="14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rPr>
                        <a:t>Provide target requirements</a:t>
                      </a:r>
                      <a:endParaRPr kumimoji="1" lang="ja-JP" altLang="en-US" sz="14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endParaRPr>
                    </a:p>
                    <a:p>
                      <a:pPr marL="0" marR="0" lvl="0" indent="0" algn="l" defTabSz="914400" rtl="0" eaLnBrk="1" fontAlgn="base" latinLnBrk="0" hangingPunct="1">
                        <a:lnSpc>
                          <a:spcPct val="100000"/>
                        </a:lnSpc>
                        <a:spcBef>
                          <a:spcPct val="20000"/>
                        </a:spcBef>
                        <a:spcAft>
                          <a:spcPct val="0"/>
                        </a:spcAft>
                        <a:buClrTx/>
                        <a:buSzTx/>
                        <a:buFontTx/>
                        <a:buNone/>
                        <a:tabLst/>
                      </a:pP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kumimoji="1" lang="ja-JP" altLang="en-US" sz="14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rPr>
                        <a:t>Reflect tests and requirements</a:t>
                      </a:r>
                      <a:endParaRPr kumimoji="1" lang="ja-JP" altLang="en-US" sz="14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endParaRPr>
                    </a:p>
                  </a:txBody>
                  <a:tcPr marL="90000" marR="90000" marT="46780" marB="4678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224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ja-JP" sz="1400" b="1"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&lt;Engine Calibration&gt;</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Fuel Injection/DBW/OBD </a:t>
                      </a:r>
                      <a:r>
                        <a:rPr kumimoji="1" lang="ja-JP" altLang="en-US"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a:t>
                      </a:r>
                    </a:p>
                  </a:txBody>
                  <a:tcPr marL="90000" marR="90000" marT="46780" marB="4678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R</a:t>
                      </a:r>
                    </a:p>
                  </a:txBody>
                  <a:tcPr marL="90000" marR="90000" marT="46780" marB="467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S/C</a:t>
                      </a:r>
                    </a:p>
                  </a:txBody>
                  <a:tcPr marL="90000" marR="90000" marT="46780" marB="467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S/C</a:t>
                      </a:r>
                    </a:p>
                  </a:txBody>
                  <a:tcPr marL="90000" marR="90000" marT="46780" marB="467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R</a:t>
                      </a:r>
                    </a:p>
                  </a:txBody>
                  <a:tcPr marL="90000" marR="90000" marT="46780" marB="467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A</a:t>
                      </a:r>
                    </a:p>
                  </a:txBody>
                  <a:tcPr marL="90000" marR="90000" marT="46780" marB="467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ja-JP" altLang="en-US"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Ｒ</a:t>
                      </a:r>
                      <a:endParaRPr kumimoji="1"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endParaRPr>
                    </a:p>
                  </a:txBody>
                  <a:tcPr marL="90000" marR="90000" marT="46780" marB="467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ja-JP" sz="1400" b="0" i="0" u="none" strike="noStrike" kern="1200"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rPr>
                        <a:t>Target of fail-safe</a:t>
                      </a:r>
                      <a:r>
                        <a:rPr kumimoji="1" lang="ja-JP" altLang="en-US" sz="1400" b="0" i="0" u="none" strike="noStrike" kern="1200"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rPr>
                        <a:t>values are given by Honda. Control function is built up by</a:t>
                      </a:r>
                      <a:r>
                        <a:rPr kumimoji="1" lang="ja-JP" altLang="en-US" sz="1400" b="0" i="0" u="none" strike="noStrike" kern="1200"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rPr>
                        <a:t>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solidFill>
                            <a:srgbClr val="0000FF"/>
                          </a:solidFill>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rPr>
                        <a:t>based on Honda fail-safe Value</a:t>
                      </a:r>
                      <a:endParaRPr kumimoji="1" lang="ja-JP" altLang="en-US" sz="1400" b="0" i="0" u="none" strike="noStrike" kern="1200"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endParaRPr>
                    </a:p>
                  </a:txBody>
                  <a:tcPr marL="90000" marR="90000" marT="46780" marB="4678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224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ja-JP" sz="1400" b="1"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&lt;Vehicle Calibration&gt;</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Emission, Mode fuel consumption,  Fuel consumption in actual use</a:t>
                      </a:r>
                      <a:r>
                        <a:rPr kumimoji="1" lang="ja-JP" altLang="en-US"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a:t>
                      </a:r>
                    </a:p>
                  </a:txBody>
                  <a:tcPr marL="90000" marR="90000" marT="46780" marB="4678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R</a:t>
                      </a:r>
                    </a:p>
                  </a:txBody>
                  <a:tcPr marL="90000" marR="90000" marT="46780" marB="467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S/C</a:t>
                      </a:r>
                    </a:p>
                  </a:txBody>
                  <a:tcPr marL="90000" marR="90000" marT="46780" marB="467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S/C</a:t>
                      </a:r>
                    </a:p>
                  </a:txBody>
                  <a:tcPr marL="90000" marR="90000" marT="46780" marB="467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R</a:t>
                      </a:r>
                    </a:p>
                  </a:txBody>
                  <a:tcPr marL="90000" marR="90000" marT="46780" marB="467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A</a:t>
                      </a:r>
                    </a:p>
                  </a:txBody>
                  <a:tcPr marL="90000" marR="90000" marT="46780" marB="467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ja-JP" altLang="en-US"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Ｒ</a:t>
                      </a:r>
                      <a:endParaRPr kumimoji="1"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endParaRPr>
                    </a:p>
                  </a:txBody>
                  <a:tcPr marL="90000" marR="90000" marT="46780" marB="467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ja-JP" sz="1400" b="0" i="0" u="none" strike="noStrike" kern="1200"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rPr>
                        <a:t>Target of regulation rerated items  are given by Honda. Calibration is done by</a:t>
                      </a:r>
                      <a:r>
                        <a:rPr kumimoji="1" lang="ja-JP" altLang="en-US" sz="1400" b="0" i="0" u="none" strike="noStrike" kern="1200"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rPr>
                        <a:t>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solidFill>
                            <a:srgbClr val="0000FF"/>
                          </a:solidFill>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rPr>
                        <a:t>based on Honda requirement</a:t>
                      </a:r>
                      <a:endParaRPr kumimoji="1" lang="ja-JP" altLang="en-US" sz="1400" b="0" i="0" u="none" strike="noStrike" kern="1200"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endParaRPr>
                    </a:p>
                  </a:txBody>
                  <a:tcPr marL="90000" marR="90000" marT="46780" marB="4678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224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ja-JP" sz="1400" b="1"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rPr>
                        <a:t>&lt;</a:t>
                      </a:r>
                      <a:r>
                        <a:rPr lang="en-US" altLang="ja-JP" sz="1400" baseline="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solidFill>
                            <a:schemeClr val="tx1"/>
                          </a:solidFill>
                          <a:latin typeface="Meiryo UI" panose="020B0604030504040204" pitchFamily="50" charset="-128"/>
                          <a:ea typeface="Meiryo UI" panose="020B0604030504040204" pitchFamily="50" charset="-128"/>
                          <a:cs typeface="Arial" pitchFamily="34" charset="0"/>
                        </a:rPr>
                        <a:t> </a:t>
                      </a:r>
                      <a:r>
                        <a:rPr kumimoji="1" lang="en-US" altLang="ja-JP" sz="1400" b="1"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rPr>
                        <a:t>Components Performance&gt;</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ja-JP" sz="14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rPr>
                        <a:t>Injector performance,  Reliability</a:t>
                      </a:r>
                      <a:r>
                        <a:rPr kumimoji="1" lang="ja-JP" altLang="en-US" sz="14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rPr>
                        <a:t>・・・</a:t>
                      </a:r>
                    </a:p>
                  </a:txBody>
                  <a:tcPr marL="90000" marR="90000" marT="46780" marB="4678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S/C</a:t>
                      </a:r>
                    </a:p>
                  </a:txBody>
                  <a:tcPr marL="90000" marR="90000" marT="46780" marB="467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R</a:t>
                      </a:r>
                    </a:p>
                  </a:txBody>
                  <a:tcPr marL="90000" marR="90000" marT="46780" marB="467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S/C</a:t>
                      </a:r>
                    </a:p>
                  </a:txBody>
                  <a:tcPr marL="90000" marR="90000" marT="46780" marB="467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R</a:t>
                      </a:r>
                    </a:p>
                  </a:txBody>
                  <a:tcPr marL="90000" marR="90000" marT="46780" marB="467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A</a:t>
                      </a:r>
                    </a:p>
                  </a:txBody>
                  <a:tcPr marL="90000" marR="90000" marT="46780" marB="467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R</a:t>
                      </a:r>
                    </a:p>
                  </a:txBody>
                  <a:tcPr marL="90000" marR="90000" marT="46780" marB="467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0"/>
                        </a:spcBef>
                        <a:spcAft>
                          <a:spcPct val="0"/>
                        </a:spcAft>
                        <a:buClrTx/>
                        <a:buSzTx/>
                        <a:buFontTx/>
                        <a:buNone/>
                        <a:tabLst/>
                      </a:pPr>
                      <a:r>
                        <a:rPr kumimoji="1" lang="en-US" altLang="ja-JP" sz="14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rPr>
                        <a:t>The performance and reliability of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solidFill>
                            <a:srgbClr val="0000FF"/>
                          </a:solidFill>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rPr>
                        <a:t>components are guaranteed by</a:t>
                      </a:r>
                      <a:r>
                        <a:rPr kumimoji="1" lang="ja-JP" altLang="en-US" sz="14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rPr>
                        <a:t>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solidFill>
                            <a:srgbClr val="0000FF"/>
                          </a:solidFill>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rPr>
                        <a:t>“R” (include market environment conformity)</a:t>
                      </a:r>
                      <a:endParaRPr kumimoji="1" lang="ja-JP" altLang="en-US" sz="14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endParaRPr>
                    </a:p>
                  </a:txBody>
                  <a:tcPr marL="90000" marR="90000" marT="46780" marB="4678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7" name="Text Box 2_"/>
          <p:cNvSpPr txBox="1">
            <a:spLocks noChangeArrowheads="1"/>
          </p:cNvSpPr>
          <p:nvPr/>
        </p:nvSpPr>
        <p:spPr bwMode="auto">
          <a:xfrm>
            <a:off x="133262" y="44450"/>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2000">
                <a:solidFill>
                  <a:srgbClr val="FFFFFF"/>
                </a:solidFill>
                <a:latin typeface="Meiryo UI" panose="020B0604030504040204" pitchFamily="50" charset="-128"/>
                <a:ea typeface="Meiryo UI" panose="020B0604030504040204" pitchFamily="50" charset="-128"/>
                <a:cs typeface="Arial" pitchFamily="34" charset="0"/>
              </a:rPr>
              <a:t>5. Role &amp; Responsibility (Samples of RASIC)</a:t>
            </a:r>
            <a:endParaRPr lang="en-US" altLang="ja-JP" sz="1100">
              <a:solidFill>
                <a:srgbClr val="FFFFFF"/>
              </a:solidFill>
              <a:latin typeface="HGPｺﾞｼｯｸE" pitchFamily="50" charset="-128"/>
              <a:ea typeface="HGPｺﾞｼｯｸE" pitchFamily="50" charset="-128"/>
              <a:cs typeface="Arial" pitchFamily="34" charset="0"/>
            </a:endParaRPr>
          </a:p>
        </p:txBody>
      </p:sp>
      <p:sp>
        <p:nvSpPr>
          <p:cNvPr id="9" name="テキスト ボックス 8"/>
          <p:cNvSpPr txBox="1"/>
          <p:nvPr/>
        </p:nvSpPr>
        <p:spPr>
          <a:xfrm>
            <a:off x="107951" y="6499625"/>
            <a:ext cx="9036049" cy="307777"/>
          </a:xfrm>
          <a:prstGeom prst="rect">
            <a:avLst/>
          </a:prstGeom>
          <a:noFill/>
        </p:spPr>
        <p:txBody>
          <a:bodyPr wrap="square" rtlCol="0">
            <a:spAutoFit/>
          </a:bodyPr>
          <a:lstStyle/>
          <a:p>
            <a:pPr algn="l"/>
            <a:r>
              <a:rPr kumimoji="1" lang="en-US" altLang="ja-JP" sz="1400" dirty="0">
                <a:solidFill>
                  <a:srgbClr val="FF0000"/>
                </a:solidFill>
                <a:latin typeface="Meiryo UI" panose="020B0604030504040204" pitchFamily="50" charset="-128"/>
                <a:ea typeface="Meiryo UI" panose="020B0604030504040204" pitchFamily="50" charset="-128"/>
              </a:rPr>
              <a:t>The detail RASIC shall be followed the “</a:t>
            </a:r>
            <a:r>
              <a:rPr lang="en-US" altLang="ja-JP" sz="1400" dirty="0">
                <a:solidFill>
                  <a:srgbClr val="FF0000"/>
                </a:solidFill>
                <a:latin typeface="Meiryo UI" panose="020B0604030504040204" pitchFamily="50" charset="-128"/>
                <a:ea typeface="Meiryo UI" panose="020B0604030504040204" pitchFamily="50" charset="-128"/>
              </a:rPr>
              <a:t>EMS development </a:t>
            </a:r>
            <a:r>
              <a:rPr lang="en-US" altLang="ja-JP" sz="1400" dirty="0" err="1">
                <a:solidFill>
                  <a:srgbClr val="FF0000"/>
                </a:solidFill>
                <a:latin typeface="Meiryo UI" panose="020B0604030504040204" pitchFamily="50" charset="-128"/>
                <a:ea typeface="Meiryo UI" panose="020B0604030504040204" pitchFamily="50" charset="-128"/>
              </a:rPr>
              <a:t>RASIC_Honda</a:t>
            </a:r>
            <a:r>
              <a:rPr lang="en-US" altLang="ja-JP" sz="1400" dirty="0">
                <a:solidFill>
                  <a:srgbClr val="FF0000"/>
                </a:solidFill>
                <a:latin typeface="Meiryo UI" panose="020B0604030504040204" pitchFamily="50" charset="-128"/>
                <a:ea typeface="Meiryo UI" panose="020B0604030504040204" pitchFamily="50" charset="-128"/>
              </a:rPr>
              <a:t> and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dirty="0">
                <a:solidFill>
                  <a:srgbClr val="FF0000"/>
                </a:solidFill>
                <a:latin typeface="Meiryo UI" panose="020B0604030504040204" pitchFamily="50" charset="-128"/>
                <a:ea typeface="Meiryo UI" panose="020B0604030504040204" pitchFamily="50" charset="-128"/>
              </a:rPr>
              <a:t>_r0_E” </a:t>
            </a:r>
            <a:endParaRPr kumimoji="1" lang="ja-JP" altLang="en-US" sz="1400" dirty="0">
              <a:solidFill>
                <a:srgbClr val="FF0000"/>
              </a:solidFill>
              <a:latin typeface="Meiryo UI" panose="020B0604030504040204" pitchFamily="50" charset="-128"/>
              <a:ea typeface="Meiryo UI" panose="020B0604030504040204" pitchFamily="50" charset="-128"/>
            </a:endParaRPr>
          </a:p>
        </p:txBody>
      </p:sp>
      <p:sp>
        <p:nvSpPr>
          <p:cNvPr id="10" name="Text Box 103"/>
          <p:cNvSpPr txBox="1">
            <a:spLocks noChangeArrowheads="1"/>
          </p:cNvSpPr>
          <p:nvPr/>
        </p:nvSpPr>
        <p:spPr bwMode="auto">
          <a:xfrm>
            <a:off x="6647819" y="624301"/>
            <a:ext cx="1569660"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l" eaLnBrk="1" hangingPunct="1">
              <a:lnSpc>
                <a:spcPct val="90000"/>
              </a:lnSpc>
            </a:pPr>
            <a:r>
              <a:rPr lang="en-US" altLang="ja-JP" sz="1200">
                <a:solidFill>
                  <a:srgbClr val="000000"/>
                </a:solidFill>
                <a:latin typeface="Meiryo UI" panose="020B0604030504040204" pitchFamily="50" charset="-128"/>
                <a:ea typeface="Meiryo UI" panose="020B0604030504040204" pitchFamily="50" charset="-128"/>
                <a:cs typeface="Arial" pitchFamily="34" charset="0"/>
              </a:rPr>
              <a:t>R</a:t>
            </a:r>
            <a:r>
              <a:rPr lang="ja-JP" altLang="en-US" sz="1200">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200">
                <a:solidFill>
                  <a:srgbClr val="000000"/>
                </a:solidFill>
                <a:latin typeface="Meiryo UI" panose="020B0604030504040204" pitchFamily="50" charset="-128"/>
                <a:ea typeface="Meiryo UI" panose="020B0604030504040204" pitchFamily="50" charset="-128"/>
                <a:cs typeface="Arial" pitchFamily="34" charset="0"/>
              </a:rPr>
              <a:t>:</a:t>
            </a:r>
            <a:r>
              <a:rPr lang="ja-JP" altLang="en-US" sz="1200">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200">
                <a:solidFill>
                  <a:srgbClr val="000000"/>
                </a:solidFill>
                <a:latin typeface="Meiryo UI" panose="020B0604030504040204" pitchFamily="50" charset="-128"/>
                <a:ea typeface="Meiryo UI" panose="020B0604030504040204" pitchFamily="50" charset="-128"/>
                <a:cs typeface="Arial" pitchFamily="34" charset="0"/>
              </a:rPr>
              <a:t>Responsibility </a:t>
            </a:r>
          </a:p>
          <a:p>
            <a:pPr algn="l" eaLnBrk="1" hangingPunct="1">
              <a:lnSpc>
                <a:spcPct val="90000"/>
              </a:lnSpc>
            </a:pPr>
            <a:r>
              <a:rPr lang="en-US" altLang="ja-JP" sz="1200">
                <a:solidFill>
                  <a:srgbClr val="000000"/>
                </a:solidFill>
                <a:latin typeface="Meiryo UI" panose="020B0604030504040204" pitchFamily="50" charset="-128"/>
                <a:ea typeface="Meiryo UI" panose="020B0604030504040204" pitchFamily="50" charset="-128"/>
                <a:cs typeface="Arial" pitchFamily="34" charset="0"/>
              </a:rPr>
              <a:t>A</a:t>
            </a:r>
            <a:r>
              <a:rPr lang="ja-JP" altLang="en-US" sz="1200">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200">
                <a:solidFill>
                  <a:srgbClr val="000000"/>
                </a:solidFill>
                <a:latin typeface="Meiryo UI" panose="020B0604030504040204" pitchFamily="50" charset="-128"/>
                <a:ea typeface="Meiryo UI" panose="020B0604030504040204" pitchFamily="50" charset="-128"/>
                <a:cs typeface="Arial" pitchFamily="34" charset="0"/>
              </a:rPr>
              <a:t>:</a:t>
            </a:r>
            <a:r>
              <a:rPr lang="ja-JP" altLang="en-US" sz="1200">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200">
                <a:solidFill>
                  <a:srgbClr val="000000"/>
                </a:solidFill>
                <a:latin typeface="Meiryo UI" panose="020B0604030504040204" pitchFamily="50" charset="-128"/>
                <a:ea typeface="Meiryo UI" panose="020B0604030504040204" pitchFamily="50" charset="-128"/>
                <a:cs typeface="Arial" pitchFamily="34" charset="0"/>
              </a:rPr>
              <a:t> Approve</a:t>
            </a:r>
            <a:r>
              <a:rPr lang="ja-JP" altLang="en-US" sz="1200">
                <a:solidFill>
                  <a:srgbClr val="000000"/>
                </a:solidFill>
                <a:latin typeface="Meiryo UI" panose="020B0604030504040204" pitchFamily="50" charset="-128"/>
                <a:ea typeface="Meiryo UI" panose="020B0604030504040204" pitchFamily="50" charset="-128"/>
                <a:cs typeface="Arial" pitchFamily="34" charset="0"/>
              </a:rPr>
              <a:t>　</a:t>
            </a:r>
            <a:endParaRPr lang="en-US" altLang="ja-JP" sz="1200">
              <a:solidFill>
                <a:srgbClr val="000000"/>
              </a:solidFill>
              <a:latin typeface="Meiryo UI" panose="020B0604030504040204" pitchFamily="50" charset="-128"/>
              <a:ea typeface="Meiryo UI" panose="020B0604030504040204" pitchFamily="50" charset="-128"/>
              <a:cs typeface="Arial" pitchFamily="34" charset="0"/>
            </a:endParaRPr>
          </a:p>
          <a:p>
            <a:pPr algn="l" eaLnBrk="1" hangingPunct="1">
              <a:lnSpc>
                <a:spcPct val="90000"/>
              </a:lnSpc>
            </a:pPr>
            <a:r>
              <a:rPr lang="en-US" altLang="ja-JP" sz="1200">
                <a:solidFill>
                  <a:srgbClr val="000000"/>
                </a:solidFill>
                <a:latin typeface="Meiryo UI" panose="020B0604030504040204" pitchFamily="50" charset="-128"/>
                <a:ea typeface="Meiryo UI" panose="020B0604030504040204" pitchFamily="50" charset="-128"/>
                <a:cs typeface="Arial" pitchFamily="34" charset="0"/>
              </a:rPr>
              <a:t>S</a:t>
            </a:r>
            <a:r>
              <a:rPr lang="ja-JP" altLang="en-US" sz="1200">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200">
                <a:solidFill>
                  <a:srgbClr val="000000"/>
                </a:solidFill>
                <a:latin typeface="Meiryo UI" panose="020B0604030504040204" pitchFamily="50" charset="-128"/>
                <a:ea typeface="Meiryo UI" panose="020B0604030504040204" pitchFamily="50" charset="-128"/>
                <a:cs typeface="Arial" pitchFamily="34" charset="0"/>
              </a:rPr>
              <a:t>:</a:t>
            </a:r>
            <a:r>
              <a:rPr lang="ja-JP" altLang="en-US" sz="1200">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200">
                <a:solidFill>
                  <a:srgbClr val="000000"/>
                </a:solidFill>
                <a:latin typeface="Meiryo UI" panose="020B0604030504040204" pitchFamily="50" charset="-128"/>
                <a:ea typeface="Meiryo UI" panose="020B0604030504040204" pitchFamily="50" charset="-128"/>
                <a:cs typeface="Arial" pitchFamily="34" charset="0"/>
              </a:rPr>
              <a:t>Support</a:t>
            </a:r>
          </a:p>
          <a:p>
            <a:pPr algn="l" eaLnBrk="1" hangingPunct="1">
              <a:lnSpc>
                <a:spcPct val="90000"/>
              </a:lnSpc>
            </a:pPr>
            <a:r>
              <a:rPr lang="en-US" altLang="ja-JP" sz="1200">
                <a:solidFill>
                  <a:srgbClr val="000000"/>
                </a:solidFill>
                <a:latin typeface="Meiryo UI" panose="020B0604030504040204" pitchFamily="50" charset="-128"/>
                <a:ea typeface="Meiryo UI" panose="020B0604030504040204" pitchFamily="50" charset="-128"/>
                <a:cs typeface="Arial" pitchFamily="34" charset="0"/>
              </a:rPr>
              <a:t>I </a:t>
            </a:r>
            <a:r>
              <a:rPr lang="ja-JP" altLang="en-US" sz="1200">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200">
                <a:solidFill>
                  <a:srgbClr val="000000"/>
                </a:solidFill>
                <a:latin typeface="Meiryo UI" panose="020B0604030504040204" pitchFamily="50" charset="-128"/>
                <a:ea typeface="Meiryo UI" panose="020B0604030504040204" pitchFamily="50" charset="-128"/>
                <a:cs typeface="Arial" pitchFamily="34" charset="0"/>
              </a:rPr>
              <a:t>:</a:t>
            </a:r>
            <a:r>
              <a:rPr lang="ja-JP" altLang="en-US" sz="1200">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200">
                <a:solidFill>
                  <a:srgbClr val="000000"/>
                </a:solidFill>
                <a:latin typeface="Meiryo UI" panose="020B0604030504040204" pitchFamily="50" charset="-128"/>
                <a:ea typeface="Meiryo UI" panose="020B0604030504040204" pitchFamily="50" charset="-128"/>
                <a:cs typeface="Arial" pitchFamily="34" charset="0"/>
              </a:rPr>
              <a:t>Information</a:t>
            </a:r>
            <a:r>
              <a:rPr lang="ja-JP" altLang="en-US" sz="1200">
                <a:solidFill>
                  <a:srgbClr val="000000"/>
                </a:solidFill>
                <a:latin typeface="Meiryo UI" panose="020B0604030504040204" pitchFamily="50" charset="-128"/>
                <a:ea typeface="Meiryo UI" panose="020B0604030504040204" pitchFamily="50" charset="-128"/>
                <a:cs typeface="Arial" pitchFamily="34" charset="0"/>
              </a:rPr>
              <a:t> </a:t>
            </a:r>
            <a:endParaRPr lang="en-US" altLang="ja-JP" sz="1200">
              <a:solidFill>
                <a:srgbClr val="000000"/>
              </a:solidFill>
              <a:latin typeface="Meiryo UI" panose="020B0604030504040204" pitchFamily="50" charset="-128"/>
              <a:ea typeface="Meiryo UI" panose="020B0604030504040204" pitchFamily="50" charset="-128"/>
              <a:cs typeface="Arial" pitchFamily="34" charset="0"/>
            </a:endParaRPr>
          </a:p>
          <a:p>
            <a:pPr algn="l" eaLnBrk="1" hangingPunct="1">
              <a:lnSpc>
                <a:spcPct val="90000"/>
              </a:lnSpc>
            </a:pPr>
            <a:r>
              <a:rPr lang="en-US" altLang="ja-JP" sz="1200">
                <a:solidFill>
                  <a:srgbClr val="000000"/>
                </a:solidFill>
                <a:latin typeface="Meiryo UI" panose="020B0604030504040204" pitchFamily="50" charset="-128"/>
                <a:ea typeface="Meiryo UI" panose="020B0604030504040204" pitchFamily="50" charset="-128"/>
                <a:cs typeface="Arial" pitchFamily="34" charset="0"/>
              </a:rPr>
              <a:t>C</a:t>
            </a:r>
            <a:r>
              <a:rPr lang="ja-JP" altLang="en-US" sz="1200">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200">
                <a:solidFill>
                  <a:srgbClr val="000000"/>
                </a:solidFill>
                <a:latin typeface="Meiryo UI" panose="020B0604030504040204" pitchFamily="50" charset="-128"/>
                <a:ea typeface="Meiryo UI" panose="020B0604030504040204" pitchFamily="50" charset="-128"/>
                <a:cs typeface="Arial" pitchFamily="34" charset="0"/>
              </a:rPr>
              <a:t>:</a:t>
            </a:r>
            <a:r>
              <a:rPr lang="ja-JP" altLang="en-US" sz="1200">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200">
                <a:solidFill>
                  <a:srgbClr val="000000"/>
                </a:solidFill>
                <a:latin typeface="Meiryo UI" panose="020B0604030504040204" pitchFamily="50" charset="-128"/>
                <a:ea typeface="Meiryo UI" panose="020B0604030504040204" pitchFamily="50" charset="-128"/>
                <a:cs typeface="Arial" pitchFamily="34" charset="0"/>
              </a:rPr>
              <a:t>Consult</a:t>
            </a:r>
          </a:p>
        </p:txBody>
      </p:sp>
    </p:spTree>
    <p:extLst>
      <p:ext uri="{BB962C8B-B14F-4D97-AF65-F5344CB8AC3E}">
        <p14:creationId xmlns:p14="http://schemas.microsoft.com/office/powerpoint/2010/main" val="1986195431"/>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Group 7"/>
          <p:cNvGraphicFramePr>
            <a:graphicFrameLocks noGrp="1"/>
          </p:cNvGraphicFramePr>
          <p:nvPr>
            <p:extLst>
              <p:ext uri="{D42A27DB-BD31-4B8C-83A1-F6EECF244321}">
                <p14:modId xmlns:p14="http://schemas.microsoft.com/office/powerpoint/2010/main" val="664466741"/>
              </p:ext>
            </p:extLst>
          </p:nvPr>
        </p:nvGraphicFramePr>
        <p:xfrm>
          <a:off x="35496" y="674100"/>
          <a:ext cx="9036049" cy="5749874"/>
        </p:xfrm>
        <a:graphic>
          <a:graphicData uri="http://schemas.openxmlformats.org/drawingml/2006/table">
            <a:tbl>
              <a:tblPr/>
              <a:tblGrid>
                <a:gridCol w="2895673">
                  <a:extLst>
                    <a:ext uri="{9D8B030D-6E8A-4147-A177-3AD203B41FA5}">
                      <a16:colId xmlns:a16="http://schemas.microsoft.com/office/drawing/2014/main" val="20000"/>
                    </a:ext>
                  </a:extLst>
                </a:gridCol>
                <a:gridCol w="591415">
                  <a:extLst>
                    <a:ext uri="{9D8B030D-6E8A-4147-A177-3AD203B41FA5}">
                      <a16:colId xmlns:a16="http://schemas.microsoft.com/office/drawing/2014/main" val="20001"/>
                    </a:ext>
                  </a:extLst>
                </a:gridCol>
                <a:gridCol w="591415">
                  <a:extLst>
                    <a:ext uri="{9D8B030D-6E8A-4147-A177-3AD203B41FA5}">
                      <a16:colId xmlns:a16="http://schemas.microsoft.com/office/drawing/2014/main" val="20002"/>
                    </a:ext>
                  </a:extLst>
                </a:gridCol>
                <a:gridCol w="591415">
                  <a:extLst>
                    <a:ext uri="{9D8B030D-6E8A-4147-A177-3AD203B41FA5}">
                      <a16:colId xmlns:a16="http://schemas.microsoft.com/office/drawing/2014/main" val="20003"/>
                    </a:ext>
                  </a:extLst>
                </a:gridCol>
                <a:gridCol w="591415">
                  <a:extLst>
                    <a:ext uri="{9D8B030D-6E8A-4147-A177-3AD203B41FA5}">
                      <a16:colId xmlns:a16="http://schemas.microsoft.com/office/drawing/2014/main" val="20004"/>
                    </a:ext>
                  </a:extLst>
                </a:gridCol>
                <a:gridCol w="591415">
                  <a:extLst>
                    <a:ext uri="{9D8B030D-6E8A-4147-A177-3AD203B41FA5}">
                      <a16:colId xmlns:a16="http://schemas.microsoft.com/office/drawing/2014/main" val="20005"/>
                    </a:ext>
                  </a:extLst>
                </a:gridCol>
                <a:gridCol w="591415">
                  <a:extLst>
                    <a:ext uri="{9D8B030D-6E8A-4147-A177-3AD203B41FA5}">
                      <a16:colId xmlns:a16="http://schemas.microsoft.com/office/drawing/2014/main" val="20006"/>
                    </a:ext>
                  </a:extLst>
                </a:gridCol>
                <a:gridCol w="2591886">
                  <a:extLst>
                    <a:ext uri="{9D8B030D-6E8A-4147-A177-3AD203B41FA5}">
                      <a16:colId xmlns:a16="http://schemas.microsoft.com/office/drawing/2014/main" val="20007"/>
                    </a:ext>
                  </a:extLst>
                </a:gridCol>
              </a:tblGrid>
              <a:tr h="457255">
                <a:tc rowSpan="2">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6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rPr>
                        <a:t>Content of development</a:t>
                      </a:r>
                      <a:endParaRPr kumimoji="1" lang="ja-JP" altLang="en-US" sz="16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endParaRPr>
                    </a:p>
                  </a:txBody>
                  <a:tcPr marT="45700" marB="457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200" b="1"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Request</a:t>
                      </a:r>
                    </a:p>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200" b="1"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/Proposal</a:t>
                      </a:r>
                      <a:endParaRPr kumimoji="1" lang="ja-JP" altLang="en-US" sz="1200" b="1"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endParaRPr>
                    </a:p>
                  </a:txBody>
                  <a:tcPr marT="45700" marB="457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kumimoji="1" lang="ja-JP" altLang="en-US"/>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200" b="1"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Active Test</a:t>
                      </a:r>
                    </a:p>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200" b="1"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/Design</a:t>
                      </a:r>
                      <a:endParaRPr kumimoji="1" lang="ja-JP" altLang="en-US" sz="1200" b="1"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endParaRPr>
                    </a:p>
                  </a:txBody>
                  <a:tcPr marT="45700" marB="457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kumimoji="1" lang="ja-JP" altLang="en-US"/>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100" b="1"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Final Container Release</a:t>
                      </a:r>
                      <a:endParaRPr kumimoji="1" lang="ja-JP" altLang="en-US" sz="1100" b="1"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endParaRPr>
                    </a:p>
                  </a:txBody>
                  <a:tcPr marT="45700" marB="457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kumimoji="1" lang="ja-JP" altLang="en-US"/>
                    </a:p>
                  </a:txBody>
                  <a:tcPr/>
                </a:tc>
                <a:tc rowSpan="2">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ja-JP" altLang="ja-JP" sz="11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endParaRPr>
                    </a:p>
                  </a:txBody>
                  <a:tcPr marT="45700" marB="45700" horzOverflow="overflow">
                    <a:lnL w="28575" cap="flat" cmpd="sng" algn="ctr">
                      <a:solidFill>
                        <a:schemeClr val="tx1"/>
                      </a:solidFill>
                      <a:prstDash val="solid"/>
                      <a:round/>
                      <a:headEnd type="none" w="med" len="med"/>
                      <a:tailEnd type="none" w="med" len="med"/>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59554">
                <a:tc vMerge="1">
                  <a:txBody>
                    <a:bodyPr/>
                    <a:lstStyle/>
                    <a:p>
                      <a:endParaRPr kumimoji="1" lang="ja-JP" altLang="en-US"/>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Honda</a:t>
                      </a:r>
                    </a:p>
                  </a:txBody>
                  <a:tcPr marL="36000" marR="36000" marT="46780" marB="467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altLang="ja-JP" sz="1000" dirty="0">
                          <a:solidFill>
                            <a:srgbClr val="0000FF"/>
                          </a:solidFill>
                          <a:latin typeface="Meiryo UI" panose="020B0604030504040204" pitchFamily="50" charset="-128"/>
                          <a:ea typeface="Meiryo UI" panose="020B0604030504040204" pitchFamily="50" charset="-128"/>
                          <a:cs typeface="Arial" pitchFamily="34" charset="0"/>
                        </a:rPr>
                        <a:t>Bosch</a:t>
                      </a:r>
                      <a:endParaRPr kumimoji="1" lang="en-US" altLang="ja-JP" sz="1000" b="0" i="0" u="none" strike="noStrike" cap="none" normalizeH="0" baseline="0" dirty="0">
                        <a:ln>
                          <a:noFill/>
                        </a:ln>
                        <a:solidFill>
                          <a:srgbClr val="FF0000"/>
                        </a:solidFill>
                        <a:effectLst/>
                        <a:latin typeface="Meiryo UI" panose="020B0604030504040204" pitchFamily="50" charset="-128"/>
                        <a:ea typeface="Meiryo UI" panose="020B0604030504040204" pitchFamily="50" charset="-128"/>
                        <a:cs typeface="Arial" pitchFamily="34" charset="0"/>
                      </a:endParaRPr>
                    </a:p>
                  </a:txBody>
                  <a:tcPr marL="36000" marR="36000" marT="46780" marB="467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Honda</a:t>
                      </a:r>
                    </a:p>
                  </a:txBody>
                  <a:tcPr marL="36000" marR="36000" marT="46780" marB="467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altLang="ja-JP" sz="1000" dirty="0">
                          <a:solidFill>
                            <a:srgbClr val="0000FF"/>
                          </a:solidFill>
                          <a:latin typeface="Meiryo UI" panose="020B0604030504040204" pitchFamily="50" charset="-128"/>
                          <a:ea typeface="Meiryo UI" panose="020B0604030504040204" pitchFamily="50" charset="-128"/>
                          <a:cs typeface="Arial" pitchFamily="34" charset="0"/>
                        </a:rPr>
                        <a:t>Bosch</a:t>
                      </a:r>
                      <a:endParaRPr kumimoji="1" lang="en-US" altLang="ja-JP" sz="1000" b="0" i="0" u="none" strike="noStrike" cap="none" normalizeH="0" baseline="0" dirty="0">
                        <a:ln>
                          <a:noFill/>
                        </a:ln>
                        <a:solidFill>
                          <a:srgbClr val="FF0000"/>
                        </a:solidFill>
                        <a:effectLst/>
                        <a:latin typeface="Meiryo UI" panose="020B0604030504040204" pitchFamily="50" charset="-128"/>
                        <a:ea typeface="Meiryo UI" panose="020B0604030504040204" pitchFamily="50" charset="-128"/>
                        <a:cs typeface="Arial" pitchFamily="34" charset="0"/>
                      </a:endParaRPr>
                    </a:p>
                  </a:txBody>
                  <a:tcPr marL="36000" marR="36000" marT="46780" marB="467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Honda</a:t>
                      </a:r>
                    </a:p>
                  </a:txBody>
                  <a:tcPr marL="36000" marR="36000" marT="46780" marB="467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altLang="ja-JP" sz="1000" dirty="0">
                          <a:solidFill>
                            <a:srgbClr val="0000FF"/>
                          </a:solidFill>
                          <a:latin typeface="Meiryo UI" panose="020B0604030504040204" pitchFamily="50" charset="-128"/>
                          <a:ea typeface="Meiryo UI" panose="020B0604030504040204" pitchFamily="50" charset="-128"/>
                          <a:cs typeface="Arial" pitchFamily="34" charset="0"/>
                        </a:rPr>
                        <a:t>Bosch</a:t>
                      </a:r>
                      <a:endParaRPr kumimoji="1" lang="en-US" altLang="ja-JP" sz="1000" b="0" i="0" u="none" strike="noStrike" cap="none" normalizeH="0" baseline="0" dirty="0">
                        <a:ln>
                          <a:noFill/>
                        </a:ln>
                        <a:solidFill>
                          <a:srgbClr val="FF0000"/>
                        </a:solidFill>
                        <a:effectLst/>
                        <a:latin typeface="Meiryo UI" panose="020B0604030504040204" pitchFamily="50" charset="-128"/>
                        <a:ea typeface="Meiryo UI" panose="020B0604030504040204" pitchFamily="50" charset="-128"/>
                        <a:cs typeface="Arial" pitchFamily="34" charset="0"/>
                      </a:endParaRPr>
                    </a:p>
                  </a:txBody>
                  <a:tcPr marL="36000" marR="36000" marT="46780" marB="4678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kumimoji="1" lang="ja-JP" altLang="en-US"/>
                    </a:p>
                  </a:txBody>
                  <a:tcPr/>
                </a:tc>
                <a:extLst>
                  <a:ext uri="{0D108BD9-81ED-4DB2-BD59-A6C34878D82A}">
                    <a16:rowId xmlns:a16="http://schemas.microsoft.com/office/drawing/2014/main" val="10001"/>
                  </a:ext>
                </a:extLst>
              </a:tr>
              <a:tr h="1224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ja-JP" sz="1400" b="1"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&lt;Honda’s  Components Performance&gt;</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DBW performance, Crank, KCS</a:t>
                      </a:r>
                      <a:r>
                        <a:rPr kumimoji="1" lang="ja-JP" altLang="en-US"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a:t>
                      </a:r>
                    </a:p>
                  </a:txBody>
                  <a:tcPr marL="90000" marR="90000" marT="46780" marB="4678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R</a:t>
                      </a:r>
                    </a:p>
                  </a:txBody>
                  <a:tcPr marL="90000" marR="90000" marT="46780" marB="467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S/C</a:t>
                      </a:r>
                    </a:p>
                  </a:txBody>
                  <a:tcPr marL="90000" marR="90000" marT="46780" marB="467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R</a:t>
                      </a:r>
                    </a:p>
                  </a:txBody>
                  <a:tcPr marL="90000" marR="90000" marT="46780" marB="467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S/C</a:t>
                      </a:r>
                    </a:p>
                  </a:txBody>
                  <a:tcPr marL="90000" marR="90000" marT="46780" marB="467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ja-JP" altLang="en-US"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Ｒ</a:t>
                      </a:r>
                      <a:endParaRPr kumimoji="1"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endParaRPr>
                    </a:p>
                  </a:txBody>
                  <a:tcPr marL="90000" marR="90000" marT="46780" marB="467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S</a:t>
                      </a:r>
                    </a:p>
                  </a:txBody>
                  <a:tcPr marL="90000" marR="90000" marT="46780" marB="467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0"/>
                        </a:spcBef>
                        <a:spcAft>
                          <a:spcPct val="0"/>
                        </a:spcAft>
                        <a:buClrTx/>
                        <a:buSzTx/>
                        <a:buFontTx/>
                        <a:buNone/>
                        <a:tabLst/>
                      </a:pPr>
                      <a:r>
                        <a:rPr kumimoji="1"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The reliability of Honda components already proved because of the off-the-shelf(include market environment conformity) </a:t>
                      </a:r>
                      <a:endParaRPr kumimoji="1" lang="ja-JP" altLang="en-US"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endParaRPr>
                    </a:p>
                  </a:txBody>
                  <a:tcPr marL="90000" marR="90000" marT="46780" marB="4678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1224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Vehicle Calibration (Cooling/Vibration/Water/Heat damage</a:t>
                      </a:r>
                      <a:r>
                        <a:rPr kumimoji="1" lang="ja-JP" altLang="en-US"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a:t>
                      </a:r>
                    </a:p>
                  </a:txBody>
                  <a:tcPr marL="90000" marR="90000" marT="46780" marB="4678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R</a:t>
                      </a:r>
                    </a:p>
                  </a:txBody>
                  <a:tcPr marL="90000" marR="90000" marT="46780" marB="467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S/C</a:t>
                      </a:r>
                    </a:p>
                  </a:txBody>
                  <a:tcPr marL="90000" marR="90000" marT="46780" marB="467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R</a:t>
                      </a:r>
                    </a:p>
                  </a:txBody>
                  <a:tcPr marL="90000" marR="90000" marT="46780" marB="467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S/C</a:t>
                      </a:r>
                    </a:p>
                  </a:txBody>
                  <a:tcPr marL="90000" marR="90000" marT="46780" marB="467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R</a:t>
                      </a:r>
                    </a:p>
                  </a:txBody>
                  <a:tcPr marL="90000" marR="90000" marT="46780" marB="467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A</a:t>
                      </a:r>
                    </a:p>
                  </a:txBody>
                  <a:tcPr marL="90000" marR="90000" marT="46780" marB="467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rowSpan="3">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ja-JP" sz="14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rPr>
                        <a:t>Honda</a:t>
                      </a:r>
                      <a:r>
                        <a:rPr kumimoji="1" lang="ja-JP" altLang="en-US" sz="14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rPr>
                        <a:t>：</a:t>
                      </a:r>
                      <a:r>
                        <a:rPr kumimoji="1" lang="en-US" altLang="ja-JP" sz="14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rPr>
                        <a:t>Set vehicle body performance target value</a:t>
                      </a:r>
                    </a:p>
                    <a:p>
                      <a:pPr marL="0" marR="0" lvl="0" indent="0" algn="l" defTabSz="914400" rtl="0" eaLnBrk="1" fontAlgn="base" latinLnBrk="0" hangingPunct="1">
                        <a:lnSpc>
                          <a:spcPct val="100000"/>
                        </a:lnSpc>
                        <a:spcBef>
                          <a:spcPct val="20000"/>
                        </a:spcBef>
                        <a:spcAft>
                          <a:spcPct val="0"/>
                        </a:spcAft>
                        <a:buClrTx/>
                        <a:buSzTx/>
                        <a:buFontTx/>
                        <a:buNone/>
                        <a:tabLst/>
                      </a:pP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kumimoji="1" lang="ja-JP" altLang="en-US" sz="14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rPr>
                        <a:t>：</a:t>
                      </a:r>
                      <a:r>
                        <a:rPr kumimoji="1" lang="en-US" altLang="ja-JP" sz="14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rPr>
                        <a:t>Test, Verification</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ja-JP" altLang="en-US" sz="14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rPr>
                        <a:t>（</a:t>
                      </a:r>
                      <a:r>
                        <a:rPr kumimoji="1" lang="en-US" altLang="ja-JP" sz="14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rPr>
                        <a:t>Partially, Honda will follow the test</a:t>
                      </a:r>
                      <a:r>
                        <a:rPr kumimoji="1" lang="ja-JP" altLang="en-US" sz="14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rPr>
                        <a:t>）</a:t>
                      </a:r>
                    </a:p>
                  </a:txBody>
                  <a:tcPr marL="90000" marR="90000" marT="46780" marB="4678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1224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Vehicle Calibration </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(Radio disturbance, EMI</a:t>
                      </a:r>
                      <a:r>
                        <a:rPr kumimoji="1" lang="ja-JP" altLang="en-US"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etc.</a:t>
                      </a:r>
                      <a:r>
                        <a:rPr kumimoji="1" lang="ja-JP" altLang="en-US"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a:t>
                      </a:r>
                      <a:endParaRPr kumimoji="1"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endParaRPr>
                    </a:p>
                  </a:txBody>
                  <a:tcPr marL="90000" marR="90000" marT="46780" marB="4678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R</a:t>
                      </a:r>
                    </a:p>
                  </a:txBody>
                  <a:tcPr marL="90000" marR="90000" marT="46780" marB="467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S/C</a:t>
                      </a:r>
                    </a:p>
                  </a:txBody>
                  <a:tcPr marL="90000" marR="90000" marT="46780" marB="467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R</a:t>
                      </a:r>
                    </a:p>
                  </a:txBody>
                  <a:tcPr marL="90000" marR="90000" marT="46780" marB="467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S/C</a:t>
                      </a:r>
                    </a:p>
                  </a:txBody>
                  <a:tcPr marL="90000" marR="90000" marT="46780" marB="467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ja-JP" altLang="en-US"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Ｒ</a:t>
                      </a:r>
                      <a:endParaRPr kumimoji="1"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endParaRPr>
                    </a:p>
                  </a:txBody>
                  <a:tcPr marL="90000" marR="90000" marT="46780" marB="467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S</a:t>
                      </a:r>
                    </a:p>
                  </a:txBody>
                  <a:tcPr marL="90000" marR="90000" marT="46780" marB="467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vMerge="1">
                  <a:txBody>
                    <a:bodyPr/>
                    <a:lstStyle/>
                    <a:p>
                      <a:endParaRPr kumimoji="1" lang="ja-JP" altLang="en-US"/>
                    </a:p>
                  </a:txBody>
                  <a:tcPr/>
                </a:tc>
                <a:extLst>
                  <a:ext uri="{0D108BD9-81ED-4DB2-BD59-A6C34878D82A}">
                    <a16:rowId xmlns:a16="http://schemas.microsoft.com/office/drawing/2014/main" val="10008"/>
                  </a:ext>
                </a:extLst>
              </a:tr>
              <a:tr h="1224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Diagnoses Relevant </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ja-JP" altLang="en-US"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a:t>
                      </a:r>
                      <a:r>
                        <a:rPr kumimoji="1"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LET, OBS, Reprogramming,</a:t>
                      </a:r>
                      <a:r>
                        <a:rPr kumimoji="1" lang="ja-JP" altLang="en-US"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etc.</a:t>
                      </a:r>
                      <a:r>
                        <a:rPr kumimoji="1" lang="ja-JP" altLang="en-US"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a:t>
                      </a:r>
                      <a:endParaRPr kumimoji="1"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endParaRPr>
                    </a:p>
                  </a:txBody>
                  <a:tcPr marL="90000" marR="90000" marT="46780" marB="4678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R</a:t>
                      </a:r>
                    </a:p>
                  </a:txBody>
                  <a:tcPr marL="90000" marR="90000" marT="46780" marB="467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1"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S/C</a:t>
                      </a:r>
                    </a:p>
                  </a:txBody>
                  <a:tcPr marL="90000" marR="90000" marT="46780" marB="467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S/C</a:t>
                      </a:r>
                    </a:p>
                  </a:txBody>
                  <a:tcPr marL="90000" marR="90000" marT="46780" marB="467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R</a:t>
                      </a:r>
                    </a:p>
                  </a:txBody>
                  <a:tcPr marL="90000" marR="90000" marT="46780" marB="467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ja-JP" altLang="en-US"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Ｒ</a:t>
                      </a:r>
                      <a:endParaRPr kumimoji="1"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endParaRPr>
                    </a:p>
                  </a:txBody>
                  <a:tcPr marL="90000" marR="90000" marT="46780" marB="467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S</a:t>
                      </a:r>
                    </a:p>
                  </a:txBody>
                  <a:tcPr marL="90000" marR="90000" marT="46780" marB="467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vMerge="1">
                  <a:txBody>
                    <a:bodyPr/>
                    <a:lstStyle/>
                    <a:p>
                      <a:endParaRPr kumimoji="1" lang="ja-JP" altLang="en-US"/>
                    </a:p>
                  </a:txBody>
                  <a:tcPr/>
                </a:tc>
                <a:extLst>
                  <a:ext uri="{0D108BD9-81ED-4DB2-BD59-A6C34878D82A}">
                    <a16:rowId xmlns:a16="http://schemas.microsoft.com/office/drawing/2014/main" val="10009"/>
                  </a:ext>
                </a:extLst>
              </a:tr>
            </a:tbl>
          </a:graphicData>
        </a:graphic>
      </p:graphicFrame>
      <p:sp>
        <p:nvSpPr>
          <p:cNvPr id="7" name="Text Box 2_"/>
          <p:cNvSpPr txBox="1">
            <a:spLocks noChangeArrowheads="1"/>
          </p:cNvSpPr>
          <p:nvPr/>
        </p:nvSpPr>
        <p:spPr bwMode="auto">
          <a:xfrm>
            <a:off x="133262" y="44450"/>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2000">
                <a:solidFill>
                  <a:srgbClr val="FFFFFF"/>
                </a:solidFill>
                <a:latin typeface="Meiryo UI" panose="020B0604030504040204" pitchFamily="50" charset="-128"/>
                <a:ea typeface="Meiryo UI" panose="020B0604030504040204" pitchFamily="50" charset="-128"/>
                <a:cs typeface="Arial" pitchFamily="34" charset="0"/>
              </a:rPr>
              <a:t>5. </a:t>
            </a:r>
            <a:r>
              <a:rPr kumimoji="1" lang="en-US" altLang="ja-JP" sz="20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Role &amp; Responsibility (Samples of RASIC)</a:t>
            </a:r>
            <a:endParaRPr lang="en-US" altLang="ja-JP" sz="1100">
              <a:solidFill>
                <a:srgbClr val="FFFFFF"/>
              </a:solidFill>
              <a:latin typeface="HGPｺﾞｼｯｸE" pitchFamily="50" charset="-128"/>
              <a:ea typeface="HGPｺﾞｼｯｸE" pitchFamily="50" charset="-128"/>
              <a:cs typeface="Arial" pitchFamily="34" charset="0"/>
            </a:endParaRPr>
          </a:p>
        </p:txBody>
      </p:sp>
      <p:sp>
        <p:nvSpPr>
          <p:cNvPr id="8" name="Text Box 103"/>
          <p:cNvSpPr txBox="1">
            <a:spLocks noChangeArrowheads="1"/>
          </p:cNvSpPr>
          <p:nvPr/>
        </p:nvSpPr>
        <p:spPr bwMode="auto">
          <a:xfrm>
            <a:off x="6647819" y="624301"/>
            <a:ext cx="1569660"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l" eaLnBrk="1" hangingPunct="1">
              <a:lnSpc>
                <a:spcPct val="90000"/>
              </a:lnSpc>
            </a:pPr>
            <a:r>
              <a:rPr lang="en-US" altLang="ja-JP" sz="1200">
                <a:solidFill>
                  <a:srgbClr val="000000"/>
                </a:solidFill>
                <a:latin typeface="Meiryo UI" panose="020B0604030504040204" pitchFamily="50" charset="-128"/>
                <a:ea typeface="Meiryo UI" panose="020B0604030504040204" pitchFamily="50" charset="-128"/>
                <a:cs typeface="Arial" pitchFamily="34" charset="0"/>
              </a:rPr>
              <a:t>R</a:t>
            </a:r>
            <a:r>
              <a:rPr lang="ja-JP" altLang="en-US" sz="1200">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200">
                <a:solidFill>
                  <a:srgbClr val="000000"/>
                </a:solidFill>
                <a:latin typeface="Meiryo UI" panose="020B0604030504040204" pitchFamily="50" charset="-128"/>
                <a:ea typeface="Meiryo UI" panose="020B0604030504040204" pitchFamily="50" charset="-128"/>
                <a:cs typeface="Arial" pitchFamily="34" charset="0"/>
              </a:rPr>
              <a:t>:</a:t>
            </a:r>
            <a:r>
              <a:rPr lang="ja-JP" altLang="en-US" sz="1200">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200">
                <a:solidFill>
                  <a:srgbClr val="000000"/>
                </a:solidFill>
                <a:latin typeface="Meiryo UI" panose="020B0604030504040204" pitchFamily="50" charset="-128"/>
                <a:ea typeface="Meiryo UI" panose="020B0604030504040204" pitchFamily="50" charset="-128"/>
                <a:cs typeface="Arial" pitchFamily="34" charset="0"/>
              </a:rPr>
              <a:t>Responsibility </a:t>
            </a:r>
          </a:p>
          <a:p>
            <a:pPr algn="l" eaLnBrk="1" hangingPunct="1">
              <a:lnSpc>
                <a:spcPct val="90000"/>
              </a:lnSpc>
            </a:pPr>
            <a:r>
              <a:rPr lang="en-US" altLang="ja-JP" sz="1200">
                <a:solidFill>
                  <a:srgbClr val="000000"/>
                </a:solidFill>
                <a:latin typeface="Meiryo UI" panose="020B0604030504040204" pitchFamily="50" charset="-128"/>
                <a:ea typeface="Meiryo UI" panose="020B0604030504040204" pitchFamily="50" charset="-128"/>
                <a:cs typeface="Arial" pitchFamily="34" charset="0"/>
              </a:rPr>
              <a:t>A</a:t>
            </a:r>
            <a:r>
              <a:rPr lang="ja-JP" altLang="en-US" sz="1200">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200">
                <a:solidFill>
                  <a:srgbClr val="000000"/>
                </a:solidFill>
                <a:latin typeface="Meiryo UI" panose="020B0604030504040204" pitchFamily="50" charset="-128"/>
                <a:ea typeface="Meiryo UI" panose="020B0604030504040204" pitchFamily="50" charset="-128"/>
                <a:cs typeface="Arial" pitchFamily="34" charset="0"/>
              </a:rPr>
              <a:t>:</a:t>
            </a:r>
            <a:r>
              <a:rPr lang="ja-JP" altLang="en-US" sz="1200">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200">
                <a:solidFill>
                  <a:srgbClr val="000000"/>
                </a:solidFill>
                <a:latin typeface="Meiryo UI" panose="020B0604030504040204" pitchFamily="50" charset="-128"/>
                <a:ea typeface="Meiryo UI" panose="020B0604030504040204" pitchFamily="50" charset="-128"/>
                <a:cs typeface="Arial" pitchFamily="34" charset="0"/>
              </a:rPr>
              <a:t> Approve</a:t>
            </a:r>
            <a:r>
              <a:rPr lang="ja-JP" altLang="en-US" sz="1200">
                <a:solidFill>
                  <a:srgbClr val="000000"/>
                </a:solidFill>
                <a:latin typeface="Meiryo UI" panose="020B0604030504040204" pitchFamily="50" charset="-128"/>
                <a:ea typeface="Meiryo UI" panose="020B0604030504040204" pitchFamily="50" charset="-128"/>
                <a:cs typeface="Arial" pitchFamily="34" charset="0"/>
              </a:rPr>
              <a:t>　</a:t>
            </a:r>
            <a:endParaRPr lang="en-US" altLang="ja-JP" sz="1200">
              <a:solidFill>
                <a:srgbClr val="000000"/>
              </a:solidFill>
              <a:latin typeface="Meiryo UI" panose="020B0604030504040204" pitchFamily="50" charset="-128"/>
              <a:ea typeface="Meiryo UI" panose="020B0604030504040204" pitchFamily="50" charset="-128"/>
              <a:cs typeface="Arial" pitchFamily="34" charset="0"/>
            </a:endParaRPr>
          </a:p>
          <a:p>
            <a:pPr algn="l" eaLnBrk="1" hangingPunct="1">
              <a:lnSpc>
                <a:spcPct val="90000"/>
              </a:lnSpc>
            </a:pPr>
            <a:r>
              <a:rPr lang="en-US" altLang="ja-JP" sz="1200">
                <a:solidFill>
                  <a:srgbClr val="000000"/>
                </a:solidFill>
                <a:latin typeface="Meiryo UI" panose="020B0604030504040204" pitchFamily="50" charset="-128"/>
                <a:ea typeface="Meiryo UI" panose="020B0604030504040204" pitchFamily="50" charset="-128"/>
                <a:cs typeface="Arial" pitchFamily="34" charset="0"/>
              </a:rPr>
              <a:t>S</a:t>
            </a:r>
            <a:r>
              <a:rPr lang="ja-JP" altLang="en-US" sz="1200">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200">
                <a:solidFill>
                  <a:srgbClr val="000000"/>
                </a:solidFill>
                <a:latin typeface="Meiryo UI" panose="020B0604030504040204" pitchFamily="50" charset="-128"/>
                <a:ea typeface="Meiryo UI" panose="020B0604030504040204" pitchFamily="50" charset="-128"/>
                <a:cs typeface="Arial" pitchFamily="34" charset="0"/>
              </a:rPr>
              <a:t>:</a:t>
            </a:r>
            <a:r>
              <a:rPr lang="ja-JP" altLang="en-US" sz="1200">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200">
                <a:solidFill>
                  <a:srgbClr val="000000"/>
                </a:solidFill>
                <a:latin typeface="Meiryo UI" panose="020B0604030504040204" pitchFamily="50" charset="-128"/>
                <a:ea typeface="Meiryo UI" panose="020B0604030504040204" pitchFamily="50" charset="-128"/>
                <a:cs typeface="Arial" pitchFamily="34" charset="0"/>
              </a:rPr>
              <a:t>Support</a:t>
            </a:r>
          </a:p>
          <a:p>
            <a:pPr algn="l" eaLnBrk="1" hangingPunct="1">
              <a:lnSpc>
                <a:spcPct val="90000"/>
              </a:lnSpc>
            </a:pPr>
            <a:r>
              <a:rPr lang="en-US" altLang="ja-JP" sz="1200">
                <a:solidFill>
                  <a:srgbClr val="000000"/>
                </a:solidFill>
                <a:latin typeface="Meiryo UI" panose="020B0604030504040204" pitchFamily="50" charset="-128"/>
                <a:ea typeface="Meiryo UI" panose="020B0604030504040204" pitchFamily="50" charset="-128"/>
                <a:cs typeface="Arial" pitchFamily="34" charset="0"/>
              </a:rPr>
              <a:t>I </a:t>
            </a:r>
            <a:r>
              <a:rPr lang="ja-JP" altLang="en-US" sz="1200">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200">
                <a:solidFill>
                  <a:srgbClr val="000000"/>
                </a:solidFill>
                <a:latin typeface="Meiryo UI" panose="020B0604030504040204" pitchFamily="50" charset="-128"/>
                <a:ea typeface="Meiryo UI" panose="020B0604030504040204" pitchFamily="50" charset="-128"/>
                <a:cs typeface="Arial" pitchFamily="34" charset="0"/>
              </a:rPr>
              <a:t>:</a:t>
            </a:r>
            <a:r>
              <a:rPr lang="ja-JP" altLang="en-US" sz="1200">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200">
                <a:solidFill>
                  <a:srgbClr val="000000"/>
                </a:solidFill>
                <a:latin typeface="Meiryo UI" panose="020B0604030504040204" pitchFamily="50" charset="-128"/>
                <a:ea typeface="Meiryo UI" panose="020B0604030504040204" pitchFamily="50" charset="-128"/>
                <a:cs typeface="Arial" pitchFamily="34" charset="0"/>
              </a:rPr>
              <a:t>Information</a:t>
            </a:r>
            <a:r>
              <a:rPr lang="ja-JP" altLang="en-US" sz="1200">
                <a:solidFill>
                  <a:srgbClr val="000000"/>
                </a:solidFill>
                <a:latin typeface="Meiryo UI" panose="020B0604030504040204" pitchFamily="50" charset="-128"/>
                <a:ea typeface="Meiryo UI" panose="020B0604030504040204" pitchFamily="50" charset="-128"/>
                <a:cs typeface="Arial" pitchFamily="34" charset="0"/>
              </a:rPr>
              <a:t> </a:t>
            </a:r>
            <a:endParaRPr lang="en-US" altLang="ja-JP" sz="1200">
              <a:solidFill>
                <a:srgbClr val="000000"/>
              </a:solidFill>
              <a:latin typeface="Meiryo UI" panose="020B0604030504040204" pitchFamily="50" charset="-128"/>
              <a:ea typeface="Meiryo UI" panose="020B0604030504040204" pitchFamily="50" charset="-128"/>
              <a:cs typeface="Arial" pitchFamily="34" charset="0"/>
            </a:endParaRPr>
          </a:p>
          <a:p>
            <a:pPr algn="l" eaLnBrk="1" hangingPunct="1">
              <a:lnSpc>
                <a:spcPct val="90000"/>
              </a:lnSpc>
            </a:pPr>
            <a:r>
              <a:rPr lang="en-US" altLang="ja-JP" sz="1200">
                <a:solidFill>
                  <a:srgbClr val="000000"/>
                </a:solidFill>
                <a:latin typeface="Meiryo UI" panose="020B0604030504040204" pitchFamily="50" charset="-128"/>
                <a:ea typeface="Meiryo UI" panose="020B0604030504040204" pitchFamily="50" charset="-128"/>
                <a:cs typeface="Arial" pitchFamily="34" charset="0"/>
              </a:rPr>
              <a:t>C</a:t>
            </a:r>
            <a:r>
              <a:rPr lang="ja-JP" altLang="en-US" sz="1200">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200">
                <a:solidFill>
                  <a:srgbClr val="000000"/>
                </a:solidFill>
                <a:latin typeface="Meiryo UI" panose="020B0604030504040204" pitchFamily="50" charset="-128"/>
                <a:ea typeface="Meiryo UI" panose="020B0604030504040204" pitchFamily="50" charset="-128"/>
                <a:cs typeface="Arial" pitchFamily="34" charset="0"/>
              </a:rPr>
              <a:t>:</a:t>
            </a:r>
            <a:r>
              <a:rPr lang="ja-JP" altLang="en-US" sz="1200">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200">
                <a:solidFill>
                  <a:srgbClr val="000000"/>
                </a:solidFill>
                <a:latin typeface="Meiryo UI" panose="020B0604030504040204" pitchFamily="50" charset="-128"/>
                <a:ea typeface="Meiryo UI" panose="020B0604030504040204" pitchFamily="50" charset="-128"/>
                <a:cs typeface="Arial" pitchFamily="34" charset="0"/>
              </a:rPr>
              <a:t>Consult</a:t>
            </a:r>
          </a:p>
        </p:txBody>
      </p:sp>
      <p:sp>
        <p:nvSpPr>
          <p:cNvPr id="5" name="テキスト ボックス 4"/>
          <p:cNvSpPr txBox="1"/>
          <p:nvPr/>
        </p:nvSpPr>
        <p:spPr>
          <a:xfrm>
            <a:off x="107951" y="6499625"/>
            <a:ext cx="9036049" cy="307777"/>
          </a:xfrm>
          <a:prstGeom prst="rect">
            <a:avLst/>
          </a:prstGeom>
          <a:noFill/>
        </p:spPr>
        <p:txBody>
          <a:bodyPr wrap="square" rtlCol="0">
            <a:spAutoFit/>
          </a:bodyPr>
          <a:lstStyle/>
          <a:p>
            <a:pPr algn="l"/>
            <a:r>
              <a:rPr kumimoji="1" lang="en-US" altLang="ja-JP" sz="1400" dirty="0">
                <a:solidFill>
                  <a:srgbClr val="FF0000"/>
                </a:solidFill>
                <a:latin typeface="Meiryo UI" panose="020B0604030504040204" pitchFamily="50" charset="-128"/>
                <a:ea typeface="Meiryo UI" panose="020B0604030504040204" pitchFamily="50" charset="-128"/>
              </a:rPr>
              <a:t>The detail RASIC shall be followed the “</a:t>
            </a:r>
            <a:r>
              <a:rPr lang="en-US" altLang="ja-JP" sz="1400" dirty="0">
                <a:solidFill>
                  <a:srgbClr val="FF0000"/>
                </a:solidFill>
                <a:latin typeface="Meiryo UI" panose="020B0604030504040204" pitchFamily="50" charset="-128"/>
                <a:ea typeface="Meiryo UI" panose="020B0604030504040204" pitchFamily="50" charset="-128"/>
              </a:rPr>
              <a:t>EMS development </a:t>
            </a:r>
            <a:r>
              <a:rPr lang="en-US" altLang="ja-JP" sz="1400" dirty="0" err="1">
                <a:solidFill>
                  <a:srgbClr val="FF0000"/>
                </a:solidFill>
                <a:latin typeface="Meiryo UI" panose="020B0604030504040204" pitchFamily="50" charset="-128"/>
                <a:ea typeface="Meiryo UI" panose="020B0604030504040204" pitchFamily="50" charset="-128"/>
              </a:rPr>
              <a:t>RASIC_Honda</a:t>
            </a:r>
            <a:r>
              <a:rPr lang="en-US" altLang="ja-JP" sz="1400" dirty="0">
                <a:solidFill>
                  <a:srgbClr val="FF0000"/>
                </a:solidFill>
                <a:latin typeface="Meiryo UI" panose="020B0604030504040204" pitchFamily="50" charset="-128"/>
                <a:ea typeface="Meiryo UI" panose="020B0604030504040204" pitchFamily="50" charset="-128"/>
              </a:rPr>
              <a:t> and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dirty="0">
                <a:solidFill>
                  <a:srgbClr val="FF0000"/>
                </a:solidFill>
                <a:latin typeface="Meiryo UI" panose="020B0604030504040204" pitchFamily="50" charset="-128"/>
                <a:ea typeface="Meiryo UI" panose="020B0604030504040204" pitchFamily="50" charset="-128"/>
              </a:rPr>
              <a:t>_r0_E” </a:t>
            </a:r>
            <a:endParaRPr kumimoji="1" lang="ja-JP" altLang="en-US" sz="1400" dirty="0">
              <a:solidFill>
                <a:srgbClr val="FF0000"/>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185035891"/>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ext Box 2"/>
          <p:cNvSpPr txBox="1">
            <a:spLocks noChangeArrowheads="1"/>
          </p:cNvSpPr>
          <p:nvPr/>
        </p:nvSpPr>
        <p:spPr bwMode="auto">
          <a:xfrm>
            <a:off x="5017111" y="571728"/>
            <a:ext cx="4126889" cy="61247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キックオフミーティングの目的</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委託開発適用範囲</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委託元と</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Bosch</a:t>
            </a:r>
            <a:endPar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基本コンセプト</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成果物</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委託業務役割責任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RASIC</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要約）</a:t>
            </a: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1"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前提条件</a:t>
            </a:r>
            <a:endParaRPr kumimoji="1" lang="en-US" altLang="ja-JP" sz="1400" b="1"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判断（評価判断、委託完了判断・対価の判断）</a:t>
            </a:r>
            <a:r>
              <a:rPr lang="ja-JP" altLang="en-US" sz="1400" dirty="0">
                <a:solidFill>
                  <a:schemeClr val="bg1">
                    <a:lumMod val="65000"/>
                  </a:schemeClr>
                </a:solidFill>
                <a:latin typeface="Meiryo UI" panose="020B0604030504040204" pitchFamily="50" charset="-128"/>
                <a:ea typeface="Meiryo UI" panose="020B0604030504040204" pitchFamily="50" charset="-128"/>
                <a:cs typeface="Arial" pitchFamily="34" charset="0"/>
              </a:rPr>
              <a:t>およびタイミング</a:t>
            </a:r>
            <a:b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b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支払い基準</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開発費定義　　　　　　　　　　　　　　　　　　　　　　　　　　　　　　　　　　　　　　　　　　　　　　</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プロジェクトマネージメント</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概要・基本諸元説明</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適用法規概要</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Engine</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Management</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System</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概要</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構成部品（</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Bosch</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部品）</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indent="-342900" algn="l" eaLnBrk="1" hangingPunct="1">
              <a:spcBef>
                <a:spcPts val="0"/>
              </a:spcBef>
              <a:buFont typeface="+mj-lt"/>
              <a:buAutoNum type="arabicPeriod"/>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仕様差</a:t>
            </a:r>
            <a:br>
              <a:rPr lang="en-US" altLang="ja-JP" sz="1400" dirty="0">
                <a:solidFill>
                  <a:schemeClr val="bg1">
                    <a:lumMod val="65000"/>
                  </a:schemeClr>
                </a:solidFill>
                <a:latin typeface="Meiryo UI" panose="020B0604030504040204" pitchFamily="50" charset="-128"/>
                <a:ea typeface="Meiryo UI" panose="020B0604030504040204" pitchFamily="50" charset="-128"/>
                <a:cs typeface="Arial" pitchFamily="34" charset="0"/>
              </a:rPr>
            </a:br>
            <a:r>
              <a:rPr lang="ja-JP" altLang="en-US" sz="1400" dirty="0">
                <a:solidFill>
                  <a:schemeClr val="bg1">
                    <a:lumMod val="65000"/>
                  </a:schemeClr>
                </a:solidFill>
                <a:latin typeface="Meiryo UI" panose="020B0604030504040204" pitchFamily="50" charset="-128"/>
                <a:ea typeface="Meiryo UI" panose="020B0604030504040204" pitchFamily="50" charset="-128"/>
                <a:cs typeface="Arial" pitchFamily="34" charset="0"/>
              </a:rPr>
              <a:t>・プロジェクト情報</a:t>
            </a:r>
            <a:r>
              <a:rPr lang="en-US" altLang="ja-JP" sz="1400" dirty="0">
                <a:solidFill>
                  <a:schemeClr val="bg1">
                    <a:lumMod val="65000"/>
                  </a:schemeClr>
                </a:solidFill>
                <a:latin typeface="Meiryo UI" panose="020B0604030504040204" pitchFamily="50" charset="-128"/>
                <a:ea typeface="Meiryo UI" panose="020B0604030504040204" pitchFamily="50" charset="-128"/>
                <a:cs typeface="Arial" pitchFamily="34" charset="0"/>
              </a:rPr>
              <a:t>/</a:t>
            </a:r>
            <a:r>
              <a:rPr lang="ja-JP" altLang="en-US" sz="1400" dirty="0">
                <a:solidFill>
                  <a:schemeClr val="bg1">
                    <a:lumMod val="65000"/>
                  </a:schemeClr>
                </a:solidFill>
                <a:latin typeface="Meiryo UI" panose="020B0604030504040204" pitchFamily="50" charset="-128"/>
                <a:ea typeface="Meiryo UI" panose="020B0604030504040204" pitchFamily="50" charset="-128"/>
                <a:cs typeface="Arial" pitchFamily="34" charset="0"/>
              </a:rPr>
              <a:t>関連部品</a:t>
            </a:r>
            <a:r>
              <a:rPr lang="en-US" altLang="ja-JP" sz="1400" dirty="0">
                <a:solidFill>
                  <a:schemeClr val="bg1">
                    <a:lumMod val="65000"/>
                  </a:schemeClr>
                </a:solidFill>
                <a:latin typeface="Meiryo UI" panose="020B0604030504040204" pitchFamily="50" charset="-128"/>
                <a:ea typeface="Meiryo UI" panose="020B0604030504040204" pitchFamily="50" charset="-128"/>
                <a:cs typeface="Arial" pitchFamily="34" charset="0"/>
              </a:rPr>
              <a:t>Spec</a:t>
            </a:r>
            <a:r>
              <a:rPr lang="ja-JP" altLang="en-US" sz="1400" dirty="0">
                <a:solidFill>
                  <a:schemeClr val="bg1">
                    <a:lumMod val="65000"/>
                  </a:schemeClr>
                </a:solidFill>
                <a:latin typeface="Meiryo UI" panose="020B0604030504040204" pitchFamily="50" charset="-128"/>
                <a:ea typeface="Meiryo UI" panose="020B0604030504040204" pitchFamily="50" charset="-128"/>
                <a:cs typeface="Arial" pitchFamily="34" charset="0"/>
              </a:rPr>
              <a:t>説明</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車載機能・装備説明</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信頼性保証要件</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要求＆ＣＲ</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成果物検証・品質検証</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lang="en-US" altLang="ja-JP" sz="1400" dirty="0">
                <a:solidFill>
                  <a:schemeClr val="bg1">
                    <a:lumMod val="65000"/>
                  </a:schemeClr>
                </a:solidFill>
                <a:latin typeface="Meiryo UI" panose="020B0604030504040204" pitchFamily="50" charset="-128"/>
                <a:ea typeface="Meiryo UI" panose="020B0604030504040204" pitchFamily="50" charset="-128"/>
                <a:cs typeface="Arial" pitchFamily="34" charset="0"/>
              </a:rPr>
              <a:t>EMS</a:t>
            </a:r>
            <a:r>
              <a:rPr lang="ja-JP" altLang="en-US" sz="1400" dirty="0">
                <a:solidFill>
                  <a:schemeClr val="bg1">
                    <a:lumMod val="65000"/>
                  </a:schemeClr>
                </a:solidFill>
                <a:latin typeface="Meiryo UI" panose="020B0604030504040204" pitchFamily="50" charset="-128"/>
                <a:ea typeface="Meiryo UI" panose="020B0604030504040204" pitchFamily="50" charset="-128"/>
                <a:cs typeface="Arial" pitchFamily="34" charset="0"/>
              </a:rPr>
              <a:t>シート</a:t>
            </a:r>
            <a:endParaRPr lang="en-US" altLang="ja-JP" sz="1400" noProof="0" dirty="0">
              <a:solidFill>
                <a:schemeClr val="bg1">
                  <a:lumMod val="65000"/>
                </a:schemeClr>
              </a:solidFill>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lang="ja-JP" altLang="en-US" sz="1400" noProof="0" dirty="0">
                <a:solidFill>
                  <a:schemeClr val="bg1">
                    <a:lumMod val="65000"/>
                  </a:schemeClr>
                </a:solidFill>
                <a:latin typeface="Meiryo UI" panose="020B0604030504040204" pitchFamily="50" charset="-128"/>
                <a:ea typeface="Meiryo UI" panose="020B0604030504040204" pitchFamily="50" charset="-128"/>
                <a:cs typeface="Arial" pitchFamily="34" charset="0"/>
              </a:rPr>
              <a:t>エキスパート</a:t>
            </a:r>
            <a:r>
              <a:rPr lang="en-US" altLang="ja-JP" sz="1400" noProof="0" dirty="0">
                <a:solidFill>
                  <a:schemeClr val="bg1">
                    <a:lumMod val="65000"/>
                  </a:schemeClr>
                </a:solidFill>
                <a:latin typeface="Meiryo UI" panose="020B0604030504040204" pitchFamily="50" charset="-128"/>
                <a:ea typeface="Meiryo UI" panose="020B0604030504040204" pitchFamily="50" charset="-128"/>
                <a:cs typeface="Arial" pitchFamily="34" charset="0"/>
              </a:rPr>
              <a:t>MTG</a:t>
            </a:r>
            <a:r>
              <a:rPr lang="ja-JP" altLang="en-US" sz="1400" noProof="0" dirty="0">
                <a:solidFill>
                  <a:schemeClr val="bg1">
                    <a:lumMod val="65000"/>
                  </a:schemeClr>
                </a:solidFill>
                <a:latin typeface="Meiryo UI" panose="020B0604030504040204" pitchFamily="50" charset="-128"/>
                <a:ea typeface="Meiryo UI" panose="020B0604030504040204" pitchFamily="50" charset="-128"/>
                <a:cs typeface="Arial" pitchFamily="34" charset="0"/>
              </a:rPr>
              <a:t>について</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サポート業務</a:t>
            </a: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その他の開発ガイドライン</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開発日程</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開発体制表</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p:txBody>
      </p:sp>
      <p:sp>
        <p:nvSpPr>
          <p:cNvPr id="6" name="Text Box 2"/>
          <p:cNvSpPr txBox="1">
            <a:spLocks noChangeArrowheads="1"/>
          </p:cNvSpPr>
          <p:nvPr/>
        </p:nvSpPr>
        <p:spPr bwMode="auto">
          <a:xfrm>
            <a:off x="133262" y="44450"/>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20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Contents</a:t>
            </a:r>
            <a:r>
              <a:rPr kumimoji="1" lang="ja-JP" altLang="en-US" sz="20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　（目次）</a:t>
            </a:r>
            <a:endParaRPr kumimoji="1" lang="en-US" altLang="ja-JP" sz="1100" b="0" i="0" u="none" strike="noStrike" kern="1200" cap="none" spc="0" normalizeH="0" baseline="0" noProof="0">
              <a:ln>
                <a:noFill/>
              </a:ln>
              <a:solidFill>
                <a:srgbClr val="FFFFFF"/>
              </a:solidFill>
              <a:effectLst/>
              <a:uLnTx/>
              <a:uFillTx/>
              <a:latin typeface="HGPｺﾞｼｯｸE" pitchFamily="50" charset="-128"/>
              <a:ea typeface="HGPｺﾞｼｯｸE" pitchFamily="50" charset="-128"/>
              <a:cs typeface="Arial" pitchFamily="34" charset="0"/>
            </a:endParaRPr>
          </a:p>
        </p:txBody>
      </p:sp>
      <p:sp>
        <p:nvSpPr>
          <p:cNvPr id="7" name="Text Box 2"/>
          <p:cNvSpPr txBox="1">
            <a:spLocks noChangeArrowheads="1"/>
          </p:cNvSpPr>
          <p:nvPr/>
        </p:nvSpPr>
        <p:spPr bwMode="auto">
          <a:xfrm>
            <a:off x="106623" y="571728"/>
            <a:ext cx="4910488" cy="5909310"/>
          </a:xfrm>
          <a:prstGeom prst="rect">
            <a:avLst/>
          </a:prstGeom>
          <a:noFill/>
          <a:ln>
            <a:noFill/>
          </a:ln>
          <a:effec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Purpose of</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lang="en-US" altLang="ja-JP" sz="1400" dirty="0">
                <a:solidFill>
                  <a:schemeClr val="bg1">
                    <a:lumMod val="65000"/>
                  </a:schemeClr>
                </a:solidFill>
                <a:latin typeface="Meiryo UI" panose="020B0604030504040204" pitchFamily="50" charset="-128"/>
                <a:ea typeface="Meiryo UI" panose="020B0604030504040204" pitchFamily="50" charset="-128"/>
                <a:cs typeface="Arial" pitchFamily="34" charset="0"/>
              </a:rPr>
              <a:t>K</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ick-off Meeting</a:t>
            </a:r>
            <a:endPar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Scope of Development Work</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err="1">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Entrustor</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and </a:t>
            </a:r>
            <a:r>
              <a:rPr kumimoji="1" lang="en-US" altLang="ja-JP" sz="1400" b="0" i="0" u="none" strike="noStrike" kern="1200" cap="none" spc="0" normalizeH="0" baseline="0" noProof="0" dirty="0" err="1">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Entrustee</a:t>
            </a:r>
            <a:endPar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Basic Concept / Deliverables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Role</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&amp;</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Responsibility (Samples of RASIC)</a:t>
            </a:r>
            <a:endPar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Preconditions</a:t>
            </a:r>
          </a:p>
          <a:p>
            <a:pPr marL="450850" marR="0" lvl="0" indent="-45085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Judgments (on Evaluation, Completion of Development Work Entrusted by Honda and  Payment Amount) and Timings</a:t>
            </a:r>
            <a:b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b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Payment Criteria / Definition of Development Fee </a:t>
            </a:r>
          </a:p>
          <a:p>
            <a:pPr marL="450850" marR="0" lvl="0" indent="-45085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Project Management </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Engine Overview</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and</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Basic Specification </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Applicable Regulations Overview</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Engine</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Management</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System Overview</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 Components</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(Bosch components)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Engine S</a:t>
            </a:r>
            <a:r>
              <a:rPr lang="en-US" altLang="ja-JP" sz="1400" dirty="0">
                <a:solidFill>
                  <a:schemeClr val="bg1">
                    <a:lumMod val="65000"/>
                  </a:schemeClr>
                </a:solidFill>
                <a:latin typeface="Meiryo UI" panose="020B0604030504040204" pitchFamily="50" charset="-128"/>
                <a:ea typeface="Meiryo UI" panose="020B0604030504040204" pitchFamily="50" charset="-128"/>
                <a:cs typeface="Arial" pitchFamily="34" charset="0"/>
              </a:rPr>
              <a:t>pec Comparison from Base Model</a:t>
            </a:r>
            <a:br>
              <a:rPr lang="en-US" altLang="ja-JP" sz="1400" dirty="0">
                <a:solidFill>
                  <a:schemeClr val="bg1">
                    <a:lumMod val="65000"/>
                  </a:schemeClr>
                </a:solidFill>
                <a:latin typeface="Meiryo UI" panose="020B0604030504040204" pitchFamily="50" charset="-128"/>
                <a:ea typeface="Meiryo UI" panose="020B0604030504040204" pitchFamily="50" charset="-128"/>
                <a:cs typeface="Arial" pitchFamily="34" charset="0"/>
              </a:rPr>
            </a:br>
            <a:r>
              <a:rPr lang="en-US" altLang="ja-JP" sz="1400" dirty="0">
                <a:solidFill>
                  <a:schemeClr val="bg1">
                    <a:lumMod val="65000"/>
                  </a:schemeClr>
                </a:solidFill>
                <a:latin typeface="Meiryo UI" panose="020B0604030504040204" pitchFamily="50" charset="-128"/>
                <a:ea typeface="Meiryo UI" panose="020B0604030504040204" pitchFamily="50" charset="-128"/>
                <a:cs typeface="Arial" pitchFamily="34" charset="0"/>
              </a:rPr>
              <a:t>Project information / Non-Bosch</a:t>
            </a:r>
            <a:r>
              <a:rPr lang="ja-JP" altLang="en-US" sz="1400" dirty="0">
                <a:solidFill>
                  <a:schemeClr val="bg1">
                    <a:lumMod val="65000"/>
                  </a:schemeClr>
                </a:solidFill>
                <a:latin typeface="Meiryo UI" panose="020B0604030504040204" pitchFamily="50" charset="-128"/>
                <a:ea typeface="Meiryo UI" panose="020B0604030504040204" pitchFamily="50" charset="-128"/>
                <a:cs typeface="Arial" pitchFamily="34" charset="0"/>
              </a:rPr>
              <a:t> </a:t>
            </a:r>
            <a:r>
              <a:rPr lang="en-US" altLang="ja-JP" sz="1400" dirty="0">
                <a:solidFill>
                  <a:schemeClr val="bg1">
                    <a:lumMod val="65000"/>
                  </a:schemeClr>
                </a:solidFill>
                <a:latin typeface="Meiryo UI" panose="020B0604030504040204" pitchFamily="50" charset="-128"/>
                <a:ea typeface="Meiryo UI" panose="020B0604030504040204" pitchFamily="50" charset="-128"/>
                <a:cs typeface="Arial" pitchFamily="34" charset="0"/>
              </a:rPr>
              <a:t>Components</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In-Vehicle</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Functions</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Relating</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ECU </a:t>
            </a:r>
            <a:r>
              <a:rPr lang="en-US" altLang="ja-JP" sz="1400" dirty="0">
                <a:solidFill>
                  <a:schemeClr val="bg1">
                    <a:lumMod val="65000"/>
                  </a:schemeClr>
                </a:solidFill>
                <a:latin typeface="Meiryo UI" panose="020B0604030504040204" pitchFamily="50" charset="-128"/>
                <a:ea typeface="Meiryo UI" panose="020B0604030504040204" pitchFamily="50" charset="-128"/>
                <a:cs typeface="Arial" pitchFamily="34" charset="0"/>
              </a:rPr>
              <a:t>and</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Features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Reliability</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Assurance</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 Requirement and CR </a:t>
            </a:r>
            <a:endParaRPr kumimoji="1" lang="ja-JP" altLang="en-US" sz="1400" b="0" i="0" u="none" strike="dbl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anose="020B0604020202020204" pitchFamily="34" charset="0"/>
              </a:rPr>
              <a:t>EMS Report Maturity and Quality Verification</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lang="en-US" altLang="ja-JP" sz="1400" dirty="0">
                <a:solidFill>
                  <a:schemeClr val="bg1">
                    <a:lumMod val="65000"/>
                  </a:schemeClr>
                </a:solidFill>
                <a:latin typeface="Meiryo UI" panose="020B0604030504040204" pitchFamily="50" charset="-128"/>
                <a:ea typeface="Meiryo UI" panose="020B0604030504040204" pitchFamily="50" charset="-128"/>
                <a:cs typeface="Arial" panose="020B0604020202020204" pitchFamily="34" charset="0"/>
              </a:rPr>
              <a:t>EMS Sheet</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anose="020B0604020202020204"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lang="en-US" altLang="ja-JP" sz="1400" dirty="0">
                <a:solidFill>
                  <a:schemeClr val="bg1">
                    <a:lumMod val="65000"/>
                  </a:schemeClr>
                </a:solidFill>
                <a:latin typeface="Meiryo UI" panose="020B0604030504040204" pitchFamily="50" charset="-128"/>
                <a:ea typeface="Meiryo UI" panose="020B0604030504040204" pitchFamily="50" charset="-128"/>
                <a:cs typeface="Arial" panose="020B0604020202020204" pitchFamily="34" charset="0"/>
              </a:rPr>
              <a:t>Expert Meeting</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anose="020B0604020202020204"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anose="020B0604020202020204" pitchFamily="34" charset="0"/>
              </a:rPr>
              <a:t>Necessary</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Support</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Miscellaneous Guidelines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Development Schedule</a:t>
            </a:r>
            <a:endPar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Development Organization Chart</a:t>
            </a:r>
          </a:p>
        </p:txBody>
      </p:sp>
    </p:spTree>
    <p:extLst>
      <p:ext uri="{BB962C8B-B14F-4D97-AF65-F5344CB8AC3E}">
        <p14:creationId xmlns:p14="http://schemas.microsoft.com/office/powerpoint/2010/main" val="12372105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Box 2"/>
          <p:cNvSpPr txBox="1">
            <a:spLocks noChangeArrowheads="1"/>
          </p:cNvSpPr>
          <p:nvPr/>
        </p:nvSpPr>
        <p:spPr bwMode="auto">
          <a:xfrm>
            <a:off x="71882" y="545508"/>
            <a:ext cx="9072122" cy="5624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457200" marR="0" lvl="0" indent="-457200" algn="l" defTabSz="914400" rtl="0" eaLnBrk="1" fontAlgn="base" latinLnBrk="0" hangingPunct="1">
              <a:lnSpc>
                <a:spcPct val="110000"/>
              </a:lnSpc>
              <a:spcBef>
                <a:spcPts val="300"/>
              </a:spcBef>
              <a:spcAft>
                <a:spcPct val="0"/>
              </a:spcAft>
              <a:buClrTx/>
              <a:buSzTx/>
              <a:buFontTx/>
              <a:buNone/>
              <a:tabLst/>
              <a:defRPr/>
            </a:pPr>
            <a:r>
              <a:rPr kumimoji="1" lang="en-US" altLang="ja-JP" sz="1600" b="1" i="0" u="sng"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Preconditions</a:t>
            </a:r>
            <a:endParaRPr lang="en-US" altLang="ja-JP" sz="1600" b="1" u="sng" dirty="0">
              <a:latin typeface="Meiryo UI" panose="020B0604030504040204" pitchFamily="50" charset="-128"/>
              <a:ea typeface="Meiryo UI" panose="020B0604030504040204" pitchFamily="50" charset="-128"/>
              <a:cs typeface="Arial" pitchFamily="34" charset="0"/>
            </a:endParaRPr>
          </a:p>
          <a:p>
            <a:pPr algn="l" eaLnBrk="1" hangingPunct="1">
              <a:lnSpc>
                <a:spcPct val="110000"/>
              </a:lnSpc>
              <a:spcBef>
                <a:spcPts val="600"/>
              </a:spcBef>
              <a:defRPr/>
            </a:pPr>
            <a:r>
              <a:rPr lang="ja-JP" altLang="en-US" sz="1400" dirty="0">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1) The “performance”, “emission”, “drivability”, “marketability”, “NV</a:t>
            </a:r>
            <a:r>
              <a:rPr kumimoji="1" lang="en-US" altLang="ja-JP" sz="1400" b="0" i="0" u="none" strike="noStrike" kern="1200" cap="none" spc="0" normalizeH="0" noProof="0" dirty="0">
                <a:ln>
                  <a:noFill/>
                </a:ln>
                <a:effectLst/>
                <a:uLnTx/>
                <a:uFillTx/>
                <a:latin typeface="Meiryo UI" panose="020B0604030504040204" pitchFamily="50" charset="-128"/>
                <a:ea typeface="Meiryo UI" panose="020B0604030504040204" pitchFamily="50" charset="-128"/>
                <a:cs typeface="Arial" pitchFamily="34" charset="0"/>
              </a:rPr>
              <a:t> m</a:t>
            </a:r>
            <a:r>
              <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arketability” and</a:t>
            </a:r>
            <a:r>
              <a:rPr kumimoji="1" lang="ja-JP" altLang="en-US"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a:t>
            </a:r>
            <a:r>
              <a:rPr lang="en-US" altLang="ja-JP" sz="1400" dirty="0">
                <a:latin typeface="Meiryo UI" panose="020B0604030504040204" pitchFamily="50" charset="-128"/>
                <a:ea typeface="Meiryo UI" panose="020B0604030504040204" pitchFamily="50" charset="-128"/>
                <a:cs typeface="Arial" pitchFamily="34" charset="0"/>
              </a:rPr>
              <a:t>durability”</a:t>
            </a:r>
            <a:br>
              <a:rPr lang="en-US" altLang="ja-JP" sz="1400" dirty="0">
                <a:latin typeface="Meiryo UI" panose="020B0604030504040204" pitchFamily="50" charset="-128"/>
                <a:ea typeface="Meiryo UI" panose="020B0604030504040204" pitchFamily="50" charset="-128"/>
                <a:cs typeface="Arial" pitchFamily="34" charset="0"/>
              </a:rPr>
            </a:br>
            <a:r>
              <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shall meet targets which</a:t>
            </a:r>
            <a:r>
              <a:rPr kumimoji="1" lang="ja-JP" altLang="en-US"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are presented and required in Honda EMS sheets.</a:t>
            </a:r>
            <a:br>
              <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br>
            <a:r>
              <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This requirement shall control the hardware components’</a:t>
            </a:r>
            <a:r>
              <a:rPr kumimoji="1" lang="ja-JP" altLang="en-US"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tolerances</a:t>
            </a:r>
            <a:r>
              <a:rPr kumimoji="1" lang="ja-JP" altLang="en-US"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(both</a:t>
            </a:r>
            <a:r>
              <a:rPr kumimoji="1" lang="ja-JP" altLang="en-US"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Honda/</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b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br>
            <a:r>
              <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components) and part endurance deterioration in order to ensure</a:t>
            </a:r>
            <a:r>
              <a:rPr kumimoji="1" lang="ja-JP" altLang="en-US"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`s ENG</a:t>
            </a:r>
            <a:r>
              <a:rPr kumimoji="1" lang="ja-JP" altLang="en-US"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management</a:t>
            </a:r>
            <a:br>
              <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br>
            <a:r>
              <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system robustness.</a:t>
            </a:r>
            <a:br>
              <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br>
            <a:endPar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endParaRPr>
          </a:p>
          <a:p>
            <a:pPr lvl="0" algn="l" eaLnBrk="1" hangingPunct="1">
              <a:lnSpc>
                <a:spcPct val="110000"/>
              </a:lnSpc>
              <a:spcBef>
                <a:spcPts val="600"/>
              </a:spcBef>
              <a:defRPr/>
            </a:pPr>
            <a:r>
              <a:rPr lang="en-US" altLang="ja-JP" sz="1400" dirty="0">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 Performance, emission and durability shall be tested with</a:t>
            </a:r>
            <a:r>
              <a:rPr kumimoji="1" lang="ja-JP" altLang="en-US"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`s internal endurance test</a:t>
            </a:r>
            <a:r>
              <a:rPr lang="ja-JP" altLang="en-US" sz="1400" dirty="0">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modes. Also, they shall be tested with Honda`s endurance test modes and all certification</a:t>
            </a:r>
            <a:r>
              <a:rPr kumimoji="1" lang="ja-JP" altLang="en-US"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 </a:t>
            </a:r>
            <a:br>
              <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br>
            <a:r>
              <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endurance modes.</a:t>
            </a:r>
            <a:br>
              <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br>
            <a:r>
              <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Details shall be discussed based on</a:t>
            </a:r>
            <a:r>
              <a:rPr kumimoji="1" lang="ja-JP" altLang="en-US"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solidFill>
                  <a:srgbClr val="0000FF"/>
                </a:solidFill>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endurance test mode criteria and</a:t>
            </a:r>
            <a:r>
              <a:rPr kumimoji="1" lang="ja-JP" altLang="en-US"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margin (including</a:t>
            </a:r>
            <a:r>
              <a:rPr kumimoji="1" lang="ja-JP" altLang="en-US"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emission toughness using </a:t>
            </a:r>
            <a:r>
              <a:rPr lang="en-US" altLang="ja-JP" sz="1400" dirty="0">
                <a:latin typeface="Meiryo UI" panose="020B0604030504040204" pitchFamily="50" charset="-128"/>
                <a:ea typeface="Meiryo UI" panose="020B0604030504040204" pitchFamily="50" charset="-128"/>
                <a:cs typeface="Arial" pitchFamily="34" charset="0"/>
              </a:rPr>
              <a:t>aged</a:t>
            </a:r>
            <a:r>
              <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catalyst</a:t>
            </a:r>
            <a:r>
              <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a:t>
            </a:r>
            <a:br>
              <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br>
            <a:endPar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endParaRPr>
          </a:p>
          <a:p>
            <a:pPr lvl="0" algn="l" eaLnBrk="1" hangingPunct="1">
              <a:lnSpc>
                <a:spcPct val="110000"/>
              </a:lnSpc>
              <a:spcBef>
                <a:spcPts val="600"/>
              </a:spcBef>
              <a:defRPr/>
            </a:pPr>
            <a:r>
              <a:rPr lang="en-US" altLang="ja-JP" sz="1400" dirty="0">
                <a:latin typeface="Meiryo UI" panose="020B0604030504040204" pitchFamily="50" charset="-128"/>
                <a:ea typeface="Meiryo UI" panose="020B0604030504040204" pitchFamily="50" charset="-128"/>
                <a:cs typeface="Arial" pitchFamily="34" charset="0"/>
              </a:rPr>
              <a:t>     - </a:t>
            </a:r>
            <a:r>
              <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Durability or reliability of parts which are NOT specified in</a:t>
            </a:r>
            <a:r>
              <a:rPr kumimoji="1" lang="ja-JP" altLang="en-US"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solidFill>
                  <a:srgbClr val="0000FF"/>
                </a:solidFill>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drawings and specifications shall be verified with test modes which both</a:t>
            </a:r>
            <a:r>
              <a:rPr kumimoji="1" lang="ja-JP" altLang="en-US"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solidFill>
                  <a:srgbClr val="0000FF"/>
                </a:solidFill>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and Honda agree upon. </a:t>
            </a:r>
            <a:br>
              <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br>
            <a:r>
              <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All the test results shall be recorded in EMS sheets and submitted to Honda</a:t>
            </a:r>
            <a:br>
              <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br>
            <a:r>
              <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a:t>
            </a:r>
          </a:p>
          <a:p>
            <a:pPr lvl="0" algn="l" eaLnBrk="1" hangingPunct="1">
              <a:lnSpc>
                <a:spcPct val="110000"/>
              </a:lnSpc>
              <a:spcBef>
                <a:spcPts val="600"/>
              </a:spcBef>
              <a:defRPr/>
            </a:pPr>
            <a:r>
              <a:rPr lang="en-US" altLang="ja-JP" sz="1400" dirty="0">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 Regarding new architecture (structure/material without production experience) for Honda, </a:t>
            </a:r>
            <a:br>
              <a:rPr lang="en-US" altLang="ja-JP" sz="1400" dirty="0">
                <a:latin typeface="Meiryo UI" panose="020B0604030504040204" pitchFamily="50" charset="-128"/>
                <a:ea typeface="Meiryo UI" panose="020B0604030504040204" pitchFamily="50" charset="-128"/>
                <a:cs typeface="Arial" pitchFamily="34" charset="0"/>
              </a:rPr>
            </a:br>
            <a:r>
              <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the concept of</a:t>
            </a:r>
            <a:r>
              <a:rPr kumimoji="1" lang="en-US" altLang="ja-JP" sz="1400" b="0" i="0" u="none" strike="noStrike" kern="1200" cap="none" spc="0" normalizeH="0" noProof="0" dirty="0">
                <a:ln>
                  <a:noFill/>
                </a:ln>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durability test method and its validity shall be provided to Honda. </a:t>
            </a:r>
            <a:br>
              <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b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solidFill>
                  <a:srgbClr val="0000FF"/>
                </a:solidFill>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and Honda shall discuss the test mode to ensure that it satisfies the market requirements after durability deterioration. The performance, emission,  drivability, marketability, NV marketability shall meet these targets.</a:t>
            </a:r>
            <a:endParaRPr kumimoji="1" lang="ja-JP" altLang="en-US"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endParaRPr>
          </a:p>
        </p:txBody>
      </p:sp>
      <p:sp>
        <p:nvSpPr>
          <p:cNvPr id="5" name="Text Box 2"/>
          <p:cNvSpPr txBox="1">
            <a:spLocks noChangeArrowheads="1"/>
          </p:cNvSpPr>
          <p:nvPr/>
        </p:nvSpPr>
        <p:spPr bwMode="auto">
          <a:xfrm>
            <a:off x="133262" y="44451"/>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2000">
                <a:solidFill>
                  <a:srgbClr val="FFFFFF"/>
                </a:solidFill>
                <a:latin typeface="Meiryo UI" panose="020B0604030504040204" pitchFamily="50" charset="-128"/>
                <a:ea typeface="Meiryo UI" panose="020B0604030504040204" pitchFamily="50" charset="-128"/>
                <a:cs typeface="Arial" pitchFamily="34" charset="0"/>
              </a:rPr>
              <a:t>6.</a:t>
            </a:r>
            <a:r>
              <a:rPr lang="ja-JP" altLang="en-US" sz="2000">
                <a:solidFill>
                  <a:srgbClr val="FFFFFF"/>
                </a:solidFill>
                <a:latin typeface="Meiryo UI" panose="020B0604030504040204" pitchFamily="50" charset="-128"/>
                <a:ea typeface="Meiryo UI" panose="020B0604030504040204" pitchFamily="50" charset="-128"/>
                <a:cs typeface="Arial" pitchFamily="34" charset="0"/>
              </a:rPr>
              <a:t> </a:t>
            </a:r>
            <a:r>
              <a:rPr lang="en-US" altLang="ja-JP" sz="2000">
                <a:solidFill>
                  <a:srgbClr val="FFFFFF"/>
                </a:solidFill>
                <a:latin typeface="Meiryo UI" panose="020B0604030504040204" pitchFamily="50" charset="-128"/>
                <a:ea typeface="Meiryo UI" panose="020B0604030504040204" pitchFamily="50" charset="-128"/>
                <a:cs typeface="Arial" pitchFamily="34" charset="0"/>
              </a:rPr>
              <a:t>Preconditions</a:t>
            </a:r>
            <a:r>
              <a:rPr lang="ja-JP" altLang="en-US" sz="2000">
                <a:solidFill>
                  <a:srgbClr val="FFFFFF"/>
                </a:solidFill>
                <a:latin typeface="Meiryo UI" panose="020B0604030504040204" pitchFamily="50" charset="-128"/>
                <a:ea typeface="Meiryo UI" panose="020B0604030504040204" pitchFamily="50" charset="-128"/>
                <a:cs typeface="Arial" pitchFamily="34" charset="0"/>
              </a:rPr>
              <a:t> </a:t>
            </a:r>
            <a:r>
              <a:rPr lang="en-US" altLang="ja-JP" sz="2000">
                <a:solidFill>
                  <a:srgbClr val="FFFFFF"/>
                </a:solidFill>
                <a:latin typeface="Meiryo UI" panose="020B0604030504040204" pitchFamily="50" charset="-128"/>
                <a:ea typeface="Meiryo UI" panose="020B0604030504040204" pitchFamily="50" charset="-128"/>
                <a:cs typeface="Arial" pitchFamily="34" charset="0"/>
              </a:rPr>
              <a:t>(1/5)</a:t>
            </a:r>
            <a:endParaRPr lang="en-US" altLang="ja-JP" sz="1100">
              <a:solidFill>
                <a:srgbClr val="FFFFFF"/>
              </a:solidFill>
              <a:latin typeface="HGPｺﾞｼｯｸE" pitchFamily="50" charset="-128"/>
              <a:ea typeface="HGPｺﾞｼｯｸE" pitchFamily="50" charset="-128"/>
              <a:cs typeface="Arial" pitchFamily="34" charset="0"/>
            </a:endParaRPr>
          </a:p>
        </p:txBody>
      </p:sp>
    </p:spTree>
    <p:extLst>
      <p:ext uri="{BB962C8B-B14F-4D97-AF65-F5344CB8AC3E}">
        <p14:creationId xmlns:p14="http://schemas.microsoft.com/office/powerpoint/2010/main" val="11613003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2"/>
          <p:cNvSpPr txBox="1">
            <a:spLocks noChangeArrowheads="1"/>
          </p:cNvSpPr>
          <p:nvPr/>
        </p:nvSpPr>
        <p:spPr bwMode="auto">
          <a:xfrm>
            <a:off x="133262" y="44451"/>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2000">
                <a:solidFill>
                  <a:srgbClr val="FFFFFF"/>
                </a:solidFill>
                <a:latin typeface="Meiryo UI" panose="020B0604030504040204" pitchFamily="50" charset="-128"/>
                <a:ea typeface="Meiryo UI" panose="020B0604030504040204" pitchFamily="50" charset="-128"/>
                <a:cs typeface="Arial" pitchFamily="34" charset="0"/>
              </a:rPr>
              <a:t>6.</a:t>
            </a:r>
            <a:r>
              <a:rPr lang="ja-JP" altLang="en-US" sz="2000">
                <a:solidFill>
                  <a:srgbClr val="FFFFFF"/>
                </a:solidFill>
                <a:latin typeface="Meiryo UI" panose="020B0604030504040204" pitchFamily="50" charset="-128"/>
                <a:ea typeface="Meiryo UI" panose="020B0604030504040204" pitchFamily="50" charset="-128"/>
                <a:cs typeface="Arial" pitchFamily="34" charset="0"/>
              </a:rPr>
              <a:t> </a:t>
            </a:r>
            <a:r>
              <a:rPr lang="en-US" altLang="ja-JP" sz="2000">
                <a:solidFill>
                  <a:srgbClr val="FFFFFF"/>
                </a:solidFill>
                <a:latin typeface="Meiryo UI" panose="020B0604030504040204" pitchFamily="50" charset="-128"/>
                <a:ea typeface="Meiryo UI" panose="020B0604030504040204" pitchFamily="50" charset="-128"/>
                <a:cs typeface="Arial" pitchFamily="34" charset="0"/>
              </a:rPr>
              <a:t>Preconditions (2/5)</a:t>
            </a:r>
            <a:endParaRPr lang="en-US" altLang="ja-JP" sz="1100">
              <a:solidFill>
                <a:srgbClr val="FFFFFF"/>
              </a:solidFill>
              <a:latin typeface="HGPｺﾞｼｯｸE" pitchFamily="50" charset="-128"/>
              <a:ea typeface="HGPｺﾞｼｯｸE" pitchFamily="50" charset="-128"/>
              <a:cs typeface="Arial" pitchFamily="34" charset="0"/>
            </a:endParaRPr>
          </a:p>
        </p:txBody>
      </p:sp>
      <p:sp>
        <p:nvSpPr>
          <p:cNvPr id="5" name="Text Box 2"/>
          <p:cNvSpPr txBox="1">
            <a:spLocks noChangeArrowheads="1"/>
          </p:cNvSpPr>
          <p:nvPr/>
        </p:nvSpPr>
        <p:spPr bwMode="auto">
          <a:xfrm>
            <a:off x="71882" y="545508"/>
            <a:ext cx="9072122" cy="45930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457200" marR="0" lvl="0" indent="-457200" algn="l" defTabSz="914400" rtl="0" eaLnBrk="1" fontAlgn="base" latinLnBrk="0" hangingPunct="1">
              <a:lnSpc>
                <a:spcPct val="110000"/>
              </a:lnSpc>
              <a:spcBef>
                <a:spcPts val="300"/>
              </a:spcBef>
              <a:spcAft>
                <a:spcPct val="0"/>
              </a:spcAft>
              <a:buClrTx/>
              <a:buSzTx/>
              <a:buFontTx/>
              <a:buNone/>
              <a:tabLst/>
              <a:defRPr/>
            </a:pPr>
            <a:r>
              <a:rPr kumimoji="1" lang="en-US" altLang="ja-JP" sz="1600" b="1" i="0" u="sng"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Preconditions</a:t>
            </a:r>
          </a:p>
          <a:p>
            <a:pPr marL="92075" lvl="1" indent="0" algn="l" eaLnBrk="1" hangingPunct="1">
              <a:lnSpc>
                <a:spcPct val="110000"/>
              </a:lnSpc>
              <a:spcBef>
                <a:spcPts val="600"/>
              </a:spcBef>
              <a:defRPr/>
            </a:pPr>
            <a:r>
              <a:rPr lang="en-US" altLang="ja-JP" sz="1400" dirty="0">
                <a:latin typeface="Meiryo UI" panose="020B0604030504040204" pitchFamily="50" charset="-128"/>
                <a:ea typeface="Meiryo UI" panose="020B0604030504040204" pitchFamily="50" charset="-128"/>
                <a:cs typeface="Arial" pitchFamily="34" charset="0"/>
              </a:rPr>
              <a:t>  2) Regarding the</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stance for</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solidFill>
                  <a:srgbClr val="0000FF"/>
                </a:solidFill>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EMS reliability guarantee as consigned development</a:t>
            </a:r>
            <a:r>
              <a:rPr lang="ja-JP" altLang="en-US" sz="1400" dirty="0">
                <a:latin typeface="Meiryo UI" panose="020B0604030504040204" pitchFamily="50" charset="-128"/>
                <a:ea typeface="Meiryo UI" panose="020B0604030504040204" pitchFamily="50" charset="-128"/>
                <a:cs typeface="Arial" pitchFamily="34" charset="0"/>
              </a:rPr>
              <a:t>；</a:t>
            </a:r>
            <a:endParaRPr lang="en-US" altLang="ja-JP" sz="1400" u="sng" dirty="0">
              <a:latin typeface="Meiryo UI" panose="020B0604030504040204" pitchFamily="50" charset="-128"/>
              <a:ea typeface="Meiryo UI" panose="020B0604030504040204" pitchFamily="50" charset="-128"/>
              <a:cs typeface="Arial" pitchFamily="34" charset="0"/>
            </a:endParaRPr>
          </a:p>
          <a:p>
            <a:pPr marL="492125" lvl="2" indent="0" algn="l" eaLnBrk="1" hangingPunct="1">
              <a:lnSpc>
                <a:spcPct val="110000"/>
              </a:lnSpc>
              <a:spcBef>
                <a:spcPts val="600"/>
              </a:spcBef>
              <a:defRPr/>
            </a:pP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solidFill>
                  <a:srgbClr val="0000FF"/>
                </a:solidFill>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 shall guarantee reliability of</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dirty="0">
                <a:latin typeface="Meiryo UI" panose="020B0604030504040204" pitchFamily="50" charset="-128"/>
                <a:ea typeface="Meiryo UI" panose="020B0604030504040204" pitchFamily="50" charset="-128"/>
                <a:cs typeface="Arial" pitchFamily="34" charset="0"/>
              </a:rPr>
              <a:t> EMS including</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solidFill>
                  <a:srgbClr val="0000FF"/>
                </a:solidFill>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parts specifications,</a:t>
            </a:r>
            <a:br>
              <a:rPr lang="en-US" altLang="ja-JP" sz="1400" dirty="0">
                <a:latin typeface="Meiryo UI" panose="020B0604030504040204" pitchFamily="50" charset="-128"/>
                <a:ea typeface="Meiryo UI" panose="020B0604030504040204" pitchFamily="50" charset="-128"/>
                <a:cs typeface="Arial" pitchFamily="34" charset="0"/>
              </a:rPr>
            </a:br>
            <a:r>
              <a:rPr lang="en-US" altLang="ja-JP" sz="1400" dirty="0">
                <a:latin typeface="Meiryo UI" panose="020B0604030504040204" pitchFamily="50" charset="-128"/>
                <a:ea typeface="Meiryo UI" panose="020B0604030504040204" pitchFamily="50" charset="-128"/>
                <a:cs typeface="Arial" pitchFamily="34" charset="0"/>
              </a:rPr>
              <a:t>control algorisms, and data calibration after</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fulfilling</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the</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target performance and </a:t>
            </a:r>
            <a:br>
              <a:rPr lang="en-US" altLang="ja-JP" sz="1400" dirty="0">
                <a:latin typeface="Meiryo UI" panose="020B0604030504040204" pitchFamily="50" charset="-128"/>
                <a:ea typeface="Meiryo UI" panose="020B0604030504040204" pitchFamily="50" charset="-128"/>
                <a:cs typeface="Arial" pitchFamily="34" charset="0"/>
              </a:rPr>
            </a:br>
            <a:r>
              <a:rPr lang="en-US" altLang="ja-JP" sz="1400" dirty="0">
                <a:latin typeface="Meiryo UI" panose="020B0604030504040204" pitchFamily="50" charset="-128"/>
                <a:ea typeface="Meiryo UI" panose="020B0604030504040204" pitchFamily="50" charset="-128"/>
                <a:cs typeface="Arial" pitchFamily="34" charset="0"/>
              </a:rPr>
              <a:t>the</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durability set by Honda in EMS sheets.</a:t>
            </a:r>
            <a:r>
              <a:rPr lang="ja-JP" altLang="en-US" sz="1400" dirty="0">
                <a:latin typeface="Meiryo UI" panose="020B0604030504040204" pitchFamily="50" charset="-128"/>
                <a:ea typeface="Meiryo UI" panose="020B0604030504040204" pitchFamily="50" charset="-128"/>
                <a:cs typeface="Arial" pitchFamily="34" charset="0"/>
              </a:rPr>
              <a:t> </a:t>
            </a:r>
            <a:br>
              <a:rPr lang="en-US" altLang="ja-JP" sz="1400" dirty="0">
                <a:latin typeface="Meiryo UI" panose="020B0604030504040204" pitchFamily="50" charset="-128"/>
                <a:ea typeface="Meiryo UI" panose="020B0604030504040204" pitchFamily="50" charset="-128"/>
                <a:cs typeface="Arial" pitchFamily="34" charset="0"/>
              </a:rPr>
            </a:br>
            <a:r>
              <a:rPr lang="en-US" altLang="ja-JP" sz="1400" dirty="0">
                <a:latin typeface="Meiryo UI" panose="020B0604030504040204" pitchFamily="50" charset="-128"/>
                <a:ea typeface="Meiryo UI" panose="020B0604030504040204" pitchFamily="50" charset="-128"/>
                <a:cs typeface="Arial" pitchFamily="34" charset="0"/>
              </a:rPr>
              <a:t>Also, adaptability and marketability to market environments shall be assured by</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dirty="0">
                <a:latin typeface="Meiryo UI" panose="020B0604030504040204" pitchFamily="50" charset="-128"/>
                <a:ea typeface="Meiryo UI" panose="020B0604030504040204" pitchFamily="50" charset="-128"/>
                <a:cs typeface="Arial" pitchFamily="34" charset="0"/>
              </a:rPr>
              <a:t>. </a:t>
            </a:r>
            <a:br>
              <a:rPr lang="en-US" altLang="ja-JP" sz="1400" dirty="0">
                <a:latin typeface="Meiryo UI" panose="020B0604030504040204" pitchFamily="50" charset="-128"/>
                <a:ea typeface="Meiryo UI" panose="020B0604030504040204" pitchFamily="50" charset="-128"/>
                <a:cs typeface="Arial" pitchFamily="34" charset="0"/>
              </a:rPr>
            </a:br>
            <a:r>
              <a:rPr lang="en-US" altLang="ja-JP" sz="1400" dirty="0">
                <a:latin typeface="Meiryo UI" panose="020B0604030504040204" pitchFamily="50" charset="-128"/>
                <a:ea typeface="Meiryo UI" panose="020B0604030504040204" pitchFamily="50" charset="-128"/>
                <a:cs typeface="Arial" pitchFamily="34" charset="0"/>
              </a:rPr>
              <a:t>After SOP,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solidFill>
                  <a:srgbClr val="0000FF"/>
                </a:solidFill>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correspond to analysis the root cause and make the countermeasure </a:t>
            </a:r>
            <a:br>
              <a:rPr lang="en-US" altLang="ja-JP" sz="1400" dirty="0">
                <a:latin typeface="Meiryo UI" panose="020B0604030504040204" pitchFamily="50" charset="-128"/>
                <a:ea typeface="Meiryo UI" panose="020B0604030504040204" pitchFamily="50" charset="-128"/>
                <a:cs typeface="Arial" pitchFamily="34" charset="0"/>
              </a:rPr>
            </a:br>
            <a:r>
              <a:rPr lang="en-US" altLang="ja-JP" sz="1400" dirty="0">
                <a:latin typeface="Meiryo UI" panose="020B0604030504040204" pitchFamily="50" charset="-128"/>
                <a:ea typeface="Meiryo UI" panose="020B0604030504040204" pitchFamily="50" charset="-128"/>
                <a:cs typeface="Arial" pitchFamily="34" charset="0"/>
              </a:rPr>
              <a:t>Quickly</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if the market problem occur. </a:t>
            </a:r>
            <a:br>
              <a:rPr lang="en-US" altLang="ja-JP" sz="1400" dirty="0">
                <a:latin typeface="Meiryo UI" panose="020B0604030504040204" pitchFamily="50" charset="-128"/>
                <a:ea typeface="Meiryo UI" panose="020B0604030504040204" pitchFamily="50" charset="-128"/>
                <a:cs typeface="Arial" pitchFamily="34" charset="0"/>
              </a:rPr>
            </a:br>
            <a:endParaRPr lang="en-US" altLang="ja-JP" sz="1400" dirty="0">
              <a:latin typeface="Meiryo UI" panose="020B0604030504040204" pitchFamily="50" charset="-128"/>
              <a:ea typeface="Meiryo UI" panose="020B0604030504040204" pitchFamily="50" charset="-128"/>
              <a:cs typeface="Arial" pitchFamily="34" charset="0"/>
            </a:endParaRPr>
          </a:p>
          <a:p>
            <a:pPr marL="92075" lvl="1" indent="0" algn="l" eaLnBrk="1" hangingPunct="1">
              <a:lnSpc>
                <a:spcPct val="110000"/>
              </a:lnSpc>
              <a:spcBef>
                <a:spcPts val="600"/>
              </a:spcBef>
              <a:defRPr/>
            </a:pPr>
            <a:r>
              <a:rPr lang="en-US" altLang="ja-JP" sz="1400" dirty="0">
                <a:latin typeface="Meiryo UI" panose="020B0604030504040204" pitchFamily="50" charset="-128"/>
                <a:ea typeface="Meiryo UI" panose="020B0604030504040204" pitchFamily="50" charset="-128"/>
                <a:cs typeface="Arial" pitchFamily="34" charset="0"/>
              </a:rPr>
              <a:t>    -</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solidFill>
                  <a:srgbClr val="0000FF"/>
                </a:solidFill>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parts</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reliability</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duration</a:t>
            </a:r>
            <a:r>
              <a:rPr lang="ja-JP" altLang="en-US" sz="1400" dirty="0">
                <a:latin typeface="Meiryo UI" panose="020B0604030504040204" pitchFamily="50" charset="-128"/>
                <a:ea typeface="Meiryo UI" panose="020B0604030504040204" pitchFamily="50" charset="-128"/>
                <a:cs typeface="Arial" pitchFamily="34" charset="0"/>
              </a:rPr>
              <a:t>；</a:t>
            </a:r>
            <a:endParaRPr lang="en-US" altLang="ja-JP" sz="1400" dirty="0">
              <a:latin typeface="Meiryo UI" panose="020B0604030504040204" pitchFamily="50" charset="-128"/>
              <a:ea typeface="Meiryo UI" panose="020B0604030504040204" pitchFamily="50" charset="-128"/>
              <a:cs typeface="Arial" pitchFamily="34" charset="0"/>
            </a:endParaRPr>
          </a:p>
          <a:p>
            <a:pPr marL="492125" lvl="2" indent="0" algn="l" eaLnBrk="1" hangingPunct="1">
              <a:lnSpc>
                <a:spcPct val="110000"/>
              </a:lnSpc>
              <a:spcBef>
                <a:spcPts val="600"/>
              </a:spcBef>
              <a:defRPr/>
            </a:pP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solidFill>
                  <a:srgbClr val="0000FF"/>
                </a:solidFill>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standard parts’ reliability duration</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shall</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be</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solidFill>
                  <a:srgbClr val="FF0000"/>
                </a:solidFill>
                <a:latin typeface="Meiryo UI" panose="020B0604030504040204" pitchFamily="50" charset="-128"/>
                <a:ea typeface="Meiryo UI" panose="020B0604030504040204" pitchFamily="50" charset="-128"/>
                <a:cs typeface="Arial" pitchFamily="34" charset="0"/>
              </a:rPr>
              <a:t>240,000km/15yrs.</a:t>
            </a:r>
            <a:r>
              <a:rPr lang="ja-JP" altLang="en-US" sz="1400" dirty="0">
                <a:latin typeface="Meiryo UI" panose="020B0604030504040204" pitchFamily="50" charset="-128"/>
                <a:ea typeface="Meiryo UI" panose="020B0604030504040204" pitchFamily="50" charset="-128"/>
                <a:cs typeface="Arial" pitchFamily="34" charset="0"/>
              </a:rPr>
              <a:t> </a:t>
            </a:r>
            <a:br>
              <a:rPr lang="en-US" altLang="ja-JP" sz="1400" dirty="0">
                <a:latin typeface="Meiryo UI" panose="020B0604030504040204" pitchFamily="50" charset="-128"/>
                <a:ea typeface="Meiryo UI" panose="020B0604030504040204" pitchFamily="50" charset="-128"/>
                <a:cs typeface="Arial" pitchFamily="34" charset="0"/>
              </a:rPr>
            </a:br>
            <a:r>
              <a:rPr lang="en-US" altLang="ja-JP" sz="1400" dirty="0">
                <a:latin typeface="Meiryo UI" panose="020B0604030504040204" pitchFamily="50" charset="-128"/>
                <a:ea typeface="Meiryo UI" panose="020B0604030504040204" pitchFamily="50" charset="-128"/>
                <a:cs typeface="Arial" pitchFamily="34" charset="0"/>
              </a:rPr>
              <a:t>Design and test condition for the durability duration</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of respective parts shall be based on </a:t>
            </a:r>
            <a:br>
              <a:rPr lang="en-US" altLang="ja-JP" sz="1400" dirty="0">
                <a:latin typeface="Meiryo UI" panose="020B0604030504040204" pitchFamily="50" charset="-128"/>
                <a:ea typeface="Meiryo UI" panose="020B0604030504040204" pitchFamily="50" charset="-128"/>
                <a:cs typeface="Arial" pitchFamily="34" charset="0"/>
              </a:rPr>
            </a:b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solidFill>
                  <a:srgbClr val="0000FF"/>
                </a:solidFill>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 standards.</a:t>
            </a:r>
            <a:br>
              <a:rPr lang="en-US" altLang="ja-JP" sz="1400" dirty="0">
                <a:latin typeface="Meiryo UI" panose="020B0604030504040204" pitchFamily="50" charset="-128"/>
                <a:ea typeface="Meiryo UI" panose="020B0604030504040204" pitchFamily="50" charset="-128"/>
                <a:cs typeface="Arial" pitchFamily="34" charset="0"/>
              </a:rPr>
            </a:br>
            <a:r>
              <a:rPr lang="en-US" altLang="ja-JP" sz="1400" dirty="0">
                <a:latin typeface="Meiryo UI" panose="020B0604030504040204" pitchFamily="50" charset="-128"/>
                <a:ea typeface="Meiryo UI" panose="020B0604030504040204" pitchFamily="50" charset="-128"/>
                <a:cs typeface="Arial" pitchFamily="34" charset="0"/>
              </a:rPr>
              <a:t>Honda’s quality improvement measure requirements would be added as additional requirements. </a:t>
            </a:r>
          </a:p>
          <a:p>
            <a:pPr marL="492125" lvl="2" indent="0" algn="l" eaLnBrk="1" hangingPunct="1">
              <a:lnSpc>
                <a:spcPct val="110000"/>
              </a:lnSpc>
              <a:spcBef>
                <a:spcPts val="600"/>
              </a:spcBef>
              <a:defRPr/>
            </a:pPr>
            <a:endParaRPr lang="en-US" altLang="ja-JP" sz="1400" dirty="0">
              <a:latin typeface="Meiryo UI" panose="020B0604030504040204" pitchFamily="50" charset="-128"/>
              <a:ea typeface="Meiryo UI" panose="020B0604030504040204" pitchFamily="50" charset="-128"/>
              <a:cs typeface="Arial" pitchFamily="34" charset="0"/>
            </a:endParaRPr>
          </a:p>
          <a:p>
            <a:pPr marL="92075" lvl="1" indent="0" algn="l" eaLnBrk="1" hangingPunct="1">
              <a:lnSpc>
                <a:spcPct val="110000"/>
              </a:lnSpc>
              <a:spcBef>
                <a:spcPts val="600"/>
              </a:spcBef>
              <a:defRPr/>
            </a:pPr>
            <a:r>
              <a:rPr lang="en-US" altLang="ja-JP" sz="1400" dirty="0">
                <a:latin typeface="Meiryo UI" panose="020B0604030504040204" pitchFamily="50" charset="-128"/>
                <a:ea typeface="Meiryo UI" panose="020B0604030504040204" pitchFamily="50" charset="-128"/>
                <a:cs typeface="Arial" pitchFamily="34" charset="0"/>
              </a:rPr>
              <a:t>    -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solidFill>
                  <a:srgbClr val="0000FF"/>
                </a:solidFill>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components</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adaptability</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to</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the</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vehicle</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(G</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measurement/</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Temperature</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measurement)</a:t>
            </a:r>
            <a:br>
              <a:rPr lang="en-US" altLang="ja-JP" sz="1400" dirty="0">
                <a:latin typeface="Meiryo UI" panose="020B0604030504040204" pitchFamily="50" charset="-128"/>
                <a:ea typeface="Meiryo UI" panose="020B0604030504040204" pitchFamily="50" charset="-128"/>
                <a:cs typeface="Arial" pitchFamily="34" charset="0"/>
              </a:rPr>
            </a:br>
            <a:r>
              <a:rPr lang="en-US" altLang="ja-JP" sz="1400" dirty="0">
                <a:latin typeface="Meiryo UI" panose="020B0604030504040204" pitchFamily="50" charset="-128"/>
                <a:ea typeface="Meiryo UI" panose="020B0604030504040204" pitchFamily="50" charset="-128"/>
                <a:cs typeface="Arial" pitchFamily="34" charset="0"/>
              </a:rPr>
              <a:t>       </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to</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be</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measured</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by</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dirty="0">
                <a:latin typeface="Meiryo UI" panose="020B0604030504040204" pitchFamily="50" charset="-128"/>
                <a:ea typeface="Meiryo UI" panose="020B0604030504040204" pitchFamily="50" charset="-128"/>
                <a:cs typeface="Arial" pitchFamily="34" charset="0"/>
              </a:rPr>
              <a:t>. Please refer</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EMS</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sheet</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for</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details.</a:t>
            </a:r>
          </a:p>
        </p:txBody>
      </p:sp>
    </p:spTree>
    <p:extLst>
      <p:ext uri="{BB962C8B-B14F-4D97-AF65-F5344CB8AC3E}">
        <p14:creationId xmlns:p14="http://schemas.microsoft.com/office/powerpoint/2010/main" val="31583715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2"/>
          <p:cNvSpPr txBox="1">
            <a:spLocks noChangeArrowheads="1"/>
          </p:cNvSpPr>
          <p:nvPr/>
        </p:nvSpPr>
        <p:spPr bwMode="auto">
          <a:xfrm>
            <a:off x="133262" y="44451"/>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2000">
                <a:solidFill>
                  <a:srgbClr val="FFFFFF"/>
                </a:solidFill>
                <a:latin typeface="Meiryo UI" panose="020B0604030504040204" pitchFamily="50" charset="-128"/>
                <a:ea typeface="Meiryo UI" panose="020B0604030504040204" pitchFamily="50" charset="-128"/>
                <a:cs typeface="Arial" pitchFamily="34" charset="0"/>
              </a:rPr>
              <a:t>6.</a:t>
            </a:r>
            <a:r>
              <a:rPr lang="ja-JP" altLang="en-US" sz="2000">
                <a:solidFill>
                  <a:srgbClr val="FFFFFF"/>
                </a:solidFill>
                <a:latin typeface="Meiryo UI" panose="020B0604030504040204" pitchFamily="50" charset="-128"/>
                <a:ea typeface="Meiryo UI" panose="020B0604030504040204" pitchFamily="50" charset="-128"/>
                <a:cs typeface="Arial" pitchFamily="34" charset="0"/>
              </a:rPr>
              <a:t> </a:t>
            </a:r>
            <a:r>
              <a:rPr lang="en-US" altLang="ja-JP" sz="2000">
                <a:solidFill>
                  <a:srgbClr val="FFFFFF"/>
                </a:solidFill>
                <a:latin typeface="Meiryo UI" panose="020B0604030504040204" pitchFamily="50" charset="-128"/>
                <a:ea typeface="Meiryo UI" panose="020B0604030504040204" pitchFamily="50" charset="-128"/>
                <a:cs typeface="Arial" pitchFamily="34" charset="0"/>
              </a:rPr>
              <a:t>Preconditions</a:t>
            </a:r>
            <a:r>
              <a:rPr lang="ja-JP" altLang="en-US" sz="2000">
                <a:solidFill>
                  <a:srgbClr val="FFFFFF"/>
                </a:solidFill>
                <a:latin typeface="Meiryo UI" panose="020B0604030504040204" pitchFamily="50" charset="-128"/>
                <a:ea typeface="Meiryo UI" panose="020B0604030504040204" pitchFamily="50" charset="-128"/>
                <a:cs typeface="Arial" pitchFamily="34" charset="0"/>
              </a:rPr>
              <a:t> </a:t>
            </a:r>
            <a:r>
              <a:rPr lang="en-US" altLang="ja-JP" sz="2000">
                <a:solidFill>
                  <a:srgbClr val="FFFFFF"/>
                </a:solidFill>
                <a:latin typeface="Meiryo UI" panose="020B0604030504040204" pitchFamily="50" charset="-128"/>
                <a:ea typeface="Meiryo UI" panose="020B0604030504040204" pitchFamily="50" charset="-128"/>
                <a:cs typeface="Arial" pitchFamily="34" charset="0"/>
              </a:rPr>
              <a:t>(3/5)</a:t>
            </a:r>
            <a:endParaRPr lang="en-US" altLang="ja-JP" sz="1100">
              <a:solidFill>
                <a:srgbClr val="FFFFFF"/>
              </a:solidFill>
              <a:latin typeface="HGPｺﾞｼｯｸE" pitchFamily="50" charset="-128"/>
              <a:ea typeface="HGPｺﾞｼｯｸE" pitchFamily="50" charset="-128"/>
              <a:cs typeface="Arial" pitchFamily="34" charset="0"/>
            </a:endParaRPr>
          </a:p>
        </p:txBody>
      </p:sp>
      <p:sp>
        <p:nvSpPr>
          <p:cNvPr id="8" name="Text Box 2"/>
          <p:cNvSpPr txBox="1">
            <a:spLocks noChangeArrowheads="1"/>
          </p:cNvSpPr>
          <p:nvPr/>
        </p:nvSpPr>
        <p:spPr bwMode="auto">
          <a:xfrm>
            <a:off x="71882" y="591013"/>
            <a:ext cx="9072122" cy="61234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457200" marR="0" lvl="0" indent="-457200" algn="l" defTabSz="914400" rtl="0" eaLnBrk="1" fontAlgn="base" latinLnBrk="0" hangingPunct="1">
              <a:lnSpc>
                <a:spcPct val="110000"/>
              </a:lnSpc>
              <a:spcBef>
                <a:spcPts val="300"/>
              </a:spcBef>
              <a:spcAft>
                <a:spcPct val="0"/>
              </a:spcAft>
              <a:buClrTx/>
              <a:buSzTx/>
              <a:buFontTx/>
              <a:buNone/>
              <a:tabLst/>
              <a:defRPr/>
            </a:pPr>
            <a:r>
              <a:rPr kumimoji="1" lang="ja-JP" altLang="en-US" sz="1600" b="1" i="0" u="sng" strike="noStrike" kern="1200" cap="none" spc="0" normalizeH="0" baseline="0" noProof="0" dirty="0">
                <a:ln>
                  <a:noFill/>
                </a:ln>
                <a:effectLst/>
                <a:uLnTx/>
                <a:uFillTx/>
                <a:latin typeface="Meiryo UI" panose="020B0604030504040204" pitchFamily="50" charset="-128"/>
                <a:ea typeface="Meiryo UI" panose="020B0604030504040204" pitchFamily="50" charset="-128"/>
              </a:rPr>
              <a:t>前提条件</a:t>
            </a:r>
          </a:p>
          <a:p>
            <a:pPr marL="360000" lvl="1" indent="-179388" algn="l" eaLnBrk="1" hangingPunct="1">
              <a:lnSpc>
                <a:spcPct val="110000"/>
              </a:lnSpc>
              <a:spcBef>
                <a:spcPts val="600"/>
              </a:spcBef>
              <a:buFontTx/>
              <a:buAutoNum type="arabicParenR"/>
              <a:defRPr/>
            </a:pPr>
            <a:r>
              <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Honda</a:t>
            </a:r>
            <a:r>
              <a:rPr kumimoji="1" lang="ja-JP" altLang="en-US"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は、</a:t>
            </a:r>
            <a:r>
              <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EMS</a:t>
            </a:r>
            <a:r>
              <a:rPr kumimoji="1" lang="ja-JP" altLang="en-US"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要求項目にて提示する、性能、</a:t>
            </a:r>
            <a:r>
              <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EM</a:t>
            </a:r>
            <a:r>
              <a:rPr kumimoji="1" lang="ja-JP" altLang="en-US"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a:t>
            </a:r>
            <a:r>
              <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DRB</a:t>
            </a:r>
            <a:r>
              <a:rPr kumimoji="1" lang="ja-JP" altLang="en-US"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、商品性、</a:t>
            </a:r>
            <a:r>
              <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NV</a:t>
            </a:r>
            <a:r>
              <a:rPr kumimoji="1" lang="ja-JP" altLang="en-US"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商品性、耐久信頼性項目を満足する事を</a:t>
            </a:r>
            <a:br>
              <a:rPr lang="en-US" altLang="ja-JP" sz="1400" dirty="0">
                <a:latin typeface="Meiryo UI" panose="020B0604030504040204" pitchFamily="50" charset="-128"/>
                <a:ea typeface="Meiryo UI" panose="020B0604030504040204" pitchFamily="50" charset="-128"/>
              </a:rPr>
            </a:br>
            <a:r>
              <a:rPr kumimoji="1" lang="ja-JP" altLang="en-US"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要求する。</a:t>
            </a:r>
            <a:br>
              <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br>
            <a:r>
              <a:rPr kumimoji="1" lang="ja-JP" altLang="en-US"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この要求は、</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solidFill>
                  <a:srgbClr val="0000FF"/>
                </a:solidFill>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ENG</a:t>
            </a:r>
            <a:r>
              <a:rPr lang="ja-JP" altLang="en-US" sz="1400" noProof="0" dirty="0">
                <a:latin typeface="Meiryo UI" panose="020B0604030504040204" pitchFamily="50" charset="-128"/>
                <a:ea typeface="Meiryo UI" panose="020B0604030504040204" pitchFamily="50" charset="-128"/>
              </a:rPr>
              <a:t>マネージメントシステム</a:t>
            </a:r>
            <a:r>
              <a:rPr kumimoji="1" lang="ja-JP" altLang="en-US"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のロバスト性も含め、</a:t>
            </a:r>
            <a:r>
              <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ENG</a:t>
            </a:r>
            <a:r>
              <a:rPr kumimoji="1" lang="ja-JP" altLang="en-US"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構成部品</a:t>
            </a:r>
            <a:r>
              <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(Honda/</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kumimoji="1" lang="ja-JP" altLang="en-US"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部品</a:t>
            </a:r>
            <a:r>
              <a:rPr lang="en-US" altLang="ja-JP" sz="1400" dirty="0">
                <a:latin typeface="Meiryo UI" panose="020B0604030504040204" pitchFamily="50" charset="-128"/>
                <a:ea typeface="Meiryo UI" panose="020B0604030504040204" pitchFamily="50" charset="-128"/>
              </a:rPr>
              <a:t>)</a:t>
            </a:r>
            <a:r>
              <a:rPr kumimoji="1" lang="ja-JP" altLang="en-US"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の</a:t>
            </a:r>
            <a:br>
              <a:rPr lang="en-US" altLang="ja-JP" sz="1400" dirty="0">
                <a:latin typeface="Meiryo UI" panose="020B0604030504040204" pitchFamily="50" charset="-128"/>
                <a:ea typeface="Meiryo UI" panose="020B0604030504040204" pitchFamily="50" charset="-128"/>
              </a:rPr>
            </a:br>
            <a:r>
              <a:rPr kumimoji="1" lang="ja-JP" altLang="en-US"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量産バラツキ、耐久劣化の影響を含めて満足しなければならない。</a:t>
            </a:r>
            <a:endPar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endParaRPr>
          </a:p>
          <a:p>
            <a:pPr marL="360000" lvl="1" indent="-179388" algn="l" eaLnBrk="1" hangingPunct="1">
              <a:lnSpc>
                <a:spcPct val="110000"/>
              </a:lnSpc>
              <a:spcBef>
                <a:spcPts val="600"/>
              </a:spcBef>
              <a:defRPr/>
            </a:pPr>
            <a:r>
              <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	</a:t>
            </a:r>
            <a:r>
              <a:rPr kumimoji="1" lang="ja-JP" altLang="en-US"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また、</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kumimoji="1" lang="ja-JP" altLang="en-US"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社内評価、一般特性を満足し、</a:t>
            </a:r>
            <a:r>
              <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Honda</a:t>
            </a:r>
            <a:r>
              <a:rPr kumimoji="1" lang="ja-JP" altLang="en-US"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の評価を満足する事。</a:t>
            </a:r>
            <a:br>
              <a:rPr lang="en-US" altLang="ja-JP" sz="1400" dirty="0">
                <a:latin typeface="Meiryo UI" panose="020B0604030504040204" pitchFamily="50" charset="-128"/>
                <a:ea typeface="Meiryo UI" panose="020B0604030504040204" pitchFamily="50" charset="-128"/>
              </a:rPr>
            </a:br>
            <a:r>
              <a:rPr kumimoji="1" lang="ja-JP" altLang="en-US"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詳細については、</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kumimoji="1" lang="ja-JP" altLang="en-US"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耐久評価を</a:t>
            </a:r>
            <a:r>
              <a:rPr lang="ja-JP" altLang="en-US" sz="1400" dirty="0">
                <a:latin typeface="Meiryo UI" panose="020B0604030504040204" pitchFamily="50" charset="-128"/>
                <a:ea typeface="Meiryo UI" panose="020B0604030504040204" pitchFamily="50" charset="-128"/>
              </a:rPr>
              <a:t>ベース</a:t>
            </a:r>
            <a:r>
              <a:rPr kumimoji="1" lang="ja-JP" altLang="en-US"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に打合せを実施し対処する。（劣化</a:t>
            </a:r>
            <a:r>
              <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CAT</a:t>
            </a:r>
            <a:r>
              <a:rPr kumimoji="1" lang="ja-JP" altLang="en-US"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を用いた</a:t>
            </a:r>
            <a:r>
              <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EM</a:t>
            </a:r>
            <a:r>
              <a:rPr lang="ja-JP" altLang="en-US" sz="1400" dirty="0">
                <a:latin typeface="Meiryo UI" panose="020B0604030504040204" pitchFamily="50" charset="-128"/>
                <a:ea typeface="Meiryo UI" panose="020B0604030504040204" pitchFamily="50" charset="-128"/>
              </a:rPr>
              <a:t>タフネス</a:t>
            </a:r>
            <a:r>
              <a:rPr kumimoji="1" lang="ja-JP" altLang="en-US"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検証など）</a:t>
            </a:r>
            <a:endPar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endParaRPr>
          </a:p>
          <a:p>
            <a:pPr marL="360000" lvl="1" indent="-179388" algn="l" eaLnBrk="1" hangingPunct="1">
              <a:lnSpc>
                <a:spcPct val="110000"/>
              </a:lnSpc>
              <a:spcBef>
                <a:spcPts val="600"/>
              </a:spcBef>
              <a:defRPr/>
            </a:pPr>
            <a:r>
              <a:rPr lang="ja-JP" altLang="en-US" sz="1400" dirty="0">
                <a:latin typeface="Meiryo UI" panose="020B0604030504040204" pitchFamily="50" charset="-128"/>
                <a:ea typeface="Meiryo UI" panose="020B0604030504040204" pitchFamily="50" charset="-128"/>
              </a:rPr>
              <a:t> </a:t>
            </a:r>
            <a:r>
              <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a:t>
            </a:r>
            <a:r>
              <a:rPr kumimoji="1" lang="ja-JP" altLang="en-US"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 図面</a:t>
            </a:r>
            <a:r>
              <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/SPEC</a:t>
            </a:r>
            <a:r>
              <a:rPr kumimoji="1" lang="ja-JP" altLang="en-US"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で規定されていない耐久性項目が生じた場合、両社協議して対応を決める。</a:t>
            </a:r>
            <a:endParaRPr lang="en-US" altLang="ja-JP" sz="1400" dirty="0">
              <a:latin typeface="Meiryo UI" panose="020B0604030504040204" pitchFamily="50" charset="-128"/>
              <a:ea typeface="Meiryo UI" panose="020B0604030504040204" pitchFamily="50" charset="-128"/>
            </a:endParaRPr>
          </a:p>
          <a:p>
            <a:pPr marL="360000" lvl="1" indent="-179388" algn="l" eaLnBrk="1" hangingPunct="1">
              <a:lnSpc>
                <a:spcPct val="110000"/>
              </a:lnSpc>
              <a:spcBef>
                <a:spcPts val="600"/>
              </a:spcBef>
              <a:defRPr/>
            </a:pPr>
            <a:r>
              <a:rPr kumimoji="1" lang="ja-JP" altLang="en-US"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 （合意した試験ﾓｰﾄﾞで検証し</a:t>
            </a:r>
            <a:r>
              <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EMS</a:t>
            </a:r>
            <a:r>
              <a:rPr lang="ja-JP" altLang="en-US" sz="1400" dirty="0">
                <a:latin typeface="Meiryo UI" panose="020B0604030504040204" pitchFamily="50" charset="-128"/>
                <a:ea typeface="Meiryo UI" panose="020B0604030504040204" pitchFamily="50" charset="-128"/>
              </a:rPr>
              <a:t>シート</a:t>
            </a:r>
            <a:r>
              <a:rPr kumimoji="1" lang="ja-JP" altLang="en-US"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に結果を記載 </a:t>
            </a:r>
            <a:r>
              <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etc.</a:t>
            </a:r>
            <a:r>
              <a:rPr kumimoji="1" lang="ja-JP" altLang="en-US"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a:t>
            </a:r>
            <a:endPar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endParaRPr>
          </a:p>
          <a:p>
            <a:pPr marL="360000" marR="0" lvl="1" indent="-179388" algn="l" defTabSz="914400" rtl="0" eaLnBrk="1" fontAlgn="base" latinLnBrk="0" hangingPunct="1">
              <a:lnSpc>
                <a:spcPct val="110000"/>
              </a:lnSpc>
              <a:spcBef>
                <a:spcPts val="600"/>
              </a:spcBef>
              <a:spcAft>
                <a:spcPct val="0"/>
              </a:spcAft>
              <a:buClrTx/>
              <a:buSzTx/>
              <a:buFontTx/>
              <a:buNone/>
              <a:tabLst/>
              <a:defRPr/>
            </a:pPr>
            <a:r>
              <a:rPr lang="ja-JP" altLang="en-US" sz="1400" dirty="0">
                <a:latin typeface="Meiryo UI" panose="020B0604030504040204" pitchFamily="50" charset="-128"/>
                <a:ea typeface="Meiryo UI" panose="020B0604030504040204" pitchFamily="50" charset="-128"/>
              </a:rPr>
              <a:t> </a:t>
            </a:r>
            <a:r>
              <a:rPr lang="en-US" altLang="ja-JP" sz="1400" dirty="0">
                <a:latin typeface="Meiryo UI" panose="020B0604030504040204" pitchFamily="50" charset="-128"/>
                <a:ea typeface="Meiryo UI" panose="020B0604030504040204" pitchFamily="50" charset="-128"/>
              </a:rPr>
              <a:t>-</a:t>
            </a:r>
            <a:r>
              <a:rPr kumimoji="1" lang="ja-JP" altLang="en-US"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 </a:t>
            </a:r>
            <a:r>
              <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Honda</a:t>
            </a:r>
            <a:r>
              <a:rPr kumimoji="1" lang="ja-JP" altLang="en-US"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に於いて新機構（量産実績の無い構造・材料）と判断された項目は、耐久信頼性評価方法の考え方・妥当性を示し、耐久劣化後も含めて</a:t>
            </a:r>
            <a:r>
              <a:rPr lang="ja-JP" altLang="en-US" sz="1400" dirty="0">
                <a:latin typeface="Meiryo UI" panose="020B0604030504040204" pitchFamily="50" charset="-128"/>
                <a:ea typeface="Meiryo UI" panose="020B0604030504040204" pitchFamily="50" charset="-128"/>
              </a:rPr>
              <a:t>、</a:t>
            </a:r>
            <a:r>
              <a:rPr kumimoji="1" lang="ja-JP" altLang="en-US"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市場環境を満足できる評価手法である事を協議する。</a:t>
            </a:r>
            <a:br>
              <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br>
            <a:endParaRPr lang="en-US" altLang="ja-JP" sz="1400" dirty="0">
              <a:latin typeface="Meiryo UI" panose="020B0604030504040204" pitchFamily="50" charset="-128"/>
              <a:ea typeface="Meiryo UI" panose="020B0604030504040204" pitchFamily="50" charset="-128"/>
            </a:endParaRPr>
          </a:p>
          <a:p>
            <a:pPr marL="360000" marR="0" lvl="1" indent="-179388" algn="l" defTabSz="914400" rtl="0" eaLnBrk="1" fontAlgn="base" latinLnBrk="0" hangingPunct="1">
              <a:lnSpc>
                <a:spcPct val="110000"/>
              </a:lnSpc>
              <a:spcBef>
                <a:spcPts val="600"/>
              </a:spcBef>
              <a:spcAft>
                <a:spcPct val="0"/>
              </a:spcAft>
              <a:buClrTx/>
              <a:buSzTx/>
              <a:buFontTx/>
              <a:buNone/>
              <a:tabLst/>
              <a:defRPr/>
            </a:pPr>
            <a:r>
              <a:rPr lang="en-US" altLang="ja-JP" sz="1400" dirty="0">
                <a:latin typeface="Meiryo UI" panose="020B0604030504040204" pitchFamily="50" charset="-128"/>
                <a:ea typeface="Meiryo UI" panose="020B0604030504040204" pitchFamily="50" charset="-128"/>
              </a:rPr>
              <a:t>2)</a:t>
            </a:r>
            <a:r>
              <a:rPr lang="ja-JP" altLang="en-US" sz="1400" dirty="0">
                <a:latin typeface="Meiryo UI" panose="020B0604030504040204" pitchFamily="50" charset="-128"/>
                <a:ea typeface="Meiryo UI" panose="020B0604030504040204" pitchFamily="50" charset="-128"/>
              </a:rPr>
              <a:t> 委託開発としての</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solidFill>
                  <a:srgbClr val="0000FF"/>
                </a:solidFill>
                <a:latin typeface="Meiryo UI" panose="020B0604030504040204" pitchFamily="50" charset="-128"/>
                <a:ea typeface="Meiryo UI" panose="020B0604030504040204" pitchFamily="50" charset="-128"/>
                <a:cs typeface="Arial" pitchFamily="34" charset="0"/>
              </a:rPr>
              <a:t> </a:t>
            </a:r>
            <a:r>
              <a:rPr lang="ja-JP" altLang="en-US" sz="1400" dirty="0">
                <a:latin typeface="Meiryo UI" panose="020B0604030504040204" pitchFamily="50" charset="-128"/>
                <a:ea typeface="Meiryo UI" panose="020B0604030504040204" pitchFamily="50" charset="-128"/>
              </a:rPr>
              <a:t> </a:t>
            </a:r>
            <a:r>
              <a:rPr lang="en-US" altLang="ja-JP" sz="1400" dirty="0">
                <a:latin typeface="Meiryo UI" panose="020B0604030504040204" pitchFamily="50" charset="-128"/>
                <a:ea typeface="Meiryo UI" panose="020B0604030504040204" pitchFamily="50" charset="-128"/>
              </a:rPr>
              <a:t>EMS</a:t>
            </a:r>
            <a:r>
              <a:rPr lang="ja-JP" altLang="en-US" sz="1400" dirty="0">
                <a:latin typeface="Meiryo UI" panose="020B0604030504040204" pitchFamily="50" charset="-128"/>
                <a:ea typeface="Meiryo UI" panose="020B0604030504040204" pitchFamily="50" charset="-128"/>
              </a:rPr>
              <a:t>の信頼性保証について；</a:t>
            </a:r>
            <a:br>
              <a:rPr lang="en-US" altLang="ja-JP" sz="1400" dirty="0">
                <a:latin typeface="Meiryo UI" panose="020B0604030504040204" pitchFamily="50" charset="-128"/>
                <a:ea typeface="Meiryo UI" panose="020B0604030504040204" pitchFamily="50" charset="-128"/>
              </a:rPr>
            </a:b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latin typeface="Meiryo UI" panose="020B0604030504040204" pitchFamily="50" charset="-128"/>
                <a:ea typeface="Meiryo UI" panose="020B0604030504040204" pitchFamily="50" charset="-128"/>
              </a:rPr>
              <a:t>は，</a:t>
            </a:r>
            <a:r>
              <a:rPr lang="en-US" altLang="ja-JP" sz="1400" dirty="0">
                <a:latin typeface="Meiryo UI" panose="020B0604030504040204" pitchFamily="50" charset="-128"/>
                <a:ea typeface="Meiryo UI" panose="020B0604030504040204" pitchFamily="50" charset="-128"/>
              </a:rPr>
              <a:t>FI</a:t>
            </a:r>
            <a:r>
              <a:rPr lang="ja-JP" altLang="en-US" sz="1400" dirty="0">
                <a:latin typeface="Meiryo UI" panose="020B0604030504040204" pitchFamily="50" charset="-128"/>
                <a:ea typeface="Meiryo UI" panose="020B0604030504040204" pitchFamily="50" charset="-128"/>
              </a:rPr>
              <a:t> </a:t>
            </a:r>
            <a:r>
              <a:rPr lang="en-US" altLang="ja-JP" sz="1400" dirty="0">
                <a:latin typeface="Meiryo UI" panose="020B0604030504040204" pitchFamily="50" charset="-128"/>
                <a:ea typeface="Meiryo UI" panose="020B0604030504040204" pitchFamily="50" charset="-128"/>
              </a:rPr>
              <a:t>SYSTEM</a:t>
            </a:r>
            <a:r>
              <a:rPr lang="ja-JP" altLang="en-US" sz="1400" dirty="0">
                <a:latin typeface="Meiryo UI" panose="020B0604030504040204" pitchFamily="50" charset="-128"/>
                <a:ea typeface="Meiryo UI" panose="020B0604030504040204" pitchFamily="50" charset="-128"/>
              </a:rPr>
              <a:t> </a:t>
            </a:r>
            <a:r>
              <a:rPr lang="en-US" altLang="ja-JP" sz="1400" dirty="0">
                <a:latin typeface="Meiryo UI" panose="020B0604030504040204" pitchFamily="50" charset="-128"/>
                <a:ea typeface="Meiryo UI" panose="020B0604030504040204" pitchFamily="50" charset="-128"/>
              </a:rPr>
              <a:t>SPECIFICATION/EMS</a:t>
            </a:r>
            <a:r>
              <a:rPr lang="ja-JP" altLang="en-US" sz="1400" dirty="0">
                <a:latin typeface="Meiryo UI" panose="020B0604030504040204" pitchFamily="50" charset="-128"/>
                <a:ea typeface="Meiryo UI" panose="020B0604030504040204" pitchFamily="50" charset="-128"/>
              </a:rPr>
              <a:t>シートで</a:t>
            </a:r>
            <a:r>
              <a:rPr lang="en-US" altLang="ja-JP" sz="1400" dirty="0">
                <a:latin typeface="Meiryo UI" panose="020B0604030504040204" pitchFamily="50" charset="-128"/>
                <a:ea typeface="Meiryo UI" panose="020B0604030504040204" pitchFamily="50" charset="-128"/>
              </a:rPr>
              <a:t>Honda</a:t>
            </a:r>
            <a:r>
              <a:rPr lang="ja-JP" altLang="en-US" sz="1400" dirty="0">
                <a:latin typeface="Meiryo UI" panose="020B0604030504040204" pitchFamily="50" charset="-128"/>
                <a:ea typeface="Meiryo UI" panose="020B0604030504040204" pitchFamily="50" charset="-128"/>
              </a:rPr>
              <a:t>が定めた目標性能および耐久信頼性を満足した上で、部品仕様制御アルゴリズム、データ設定を含む</a:t>
            </a:r>
            <a:r>
              <a:rPr lang="en-US" altLang="ja-JP" sz="1400" dirty="0">
                <a:latin typeface="Meiryo UI" panose="020B0604030504040204" pitchFamily="50" charset="-128"/>
                <a:ea typeface="Meiryo UI" panose="020B0604030504040204" pitchFamily="50" charset="-128"/>
              </a:rPr>
              <a:t>EMS</a:t>
            </a:r>
            <a:r>
              <a:rPr lang="ja-JP" altLang="en-US" sz="1400" dirty="0">
                <a:latin typeface="Meiryo UI" panose="020B0604030504040204" pitchFamily="50" charset="-128"/>
                <a:ea typeface="Meiryo UI" panose="020B0604030504040204" pitchFamily="50" charset="-128"/>
              </a:rPr>
              <a:t>の信頼性を保証すること。</a:t>
            </a:r>
            <a:br>
              <a:rPr lang="en-US" altLang="ja-JP" sz="1400" dirty="0">
                <a:latin typeface="Meiryo UI" panose="020B0604030504040204" pitchFamily="50" charset="-128"/>
                <a:ea typeface="Meiryo UI" panose="020B0604030504040204" pitchFamily="50" charset="-128"/>
              </a:rPr>
            </a:br>
            <a:r>
              <a:rPr lang="en-US" altLang="ja-JP" sz="1400" dirty="0">
                <a:latin typeface="Meiryo UI" panose="020B0604030504040204" pitchFamily="50" charset="-128"/>
                <a:ea typeface="Meiryo UI" panose="020B0604030504040204" pitchFamily="50" charset="-128"/>
              </a:rPr>
              <a:t>SOP</a:t>
            </a:r>
            <a:r>
              <a:rPr lang="ja-JP" altLang="en-US" sz="1400" dirty="0">
                <a:latin typeface="Meiryo UI" panose="020B0604030504040204" pitchFamily="50" charset="-128"/>
                <a:ea typeface="Meiryo UI" panose="020B0604030504040204" pitchFamily="50" charset="-128"/>
              </a:rPr>
              <a:t>後、市場不具合が発生した際は、</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latin typeface="Meiryo UI" panose="020B0604030504040204" pitchFamily="50" charset="-128"/>
                <a:ea typeface="Meiryo UI" panose="020B0604030504040204" pitchFamily="50" charset="-128"/>
              </a:rPr>
              <a:t>は迅速に解決</a:t>
            </a:r>
            <a:r>
              <a:rPr lang="en-US" altLang="ja-JP" sz="1400" dirty="0">
                <a:latin typeface="Meiryo UI" panose="020B0604030504040204" pitchFamily="50" charset="-128"/>
                <a:ea typeface="Meiryo UI" panose="020B0604030504040204" pitchFamily="50" charset="-128"/>
              </a:rPr>
              <a:t>/</a:t>
            </a:r>
            <a:r>
              <a:rPr lang="ja-JP" altLang="en-US" sz="1400" dirty="0">
                <a:latin typeface="Meiryo UI" panose="020B0604030504040204" pitchFamily="50" charset="-128"/>
                <a:ea typeface="Meiryo UI" panose="020B0604030504040204" pitchFamily="50" charset="-128"/>
              </a:rPr>
              <a:t>対策へ向けた対応を行うこと。</a:t>
            </a:r>
            <a:endParaRPr lang="en-US" altLang="ja-JP" sz="1400" dirty="0">
              <a:latin typeface="Meiryo UI" panose="020B0604030504040204" pitchFamily="50" charset="-128"/>
              <a:ea typeface="Meiryo UI" panose="020B0604030504040204" pitchFamily="50" charset="-128"/>
            </a:endParaRPr>
          </a:p>
          <a:p>
            <a:pPr marL="466362" marR="0" lvl="1" algn="l" defTabSz="914400" rtl="0" eaLnBrk="1" fontAlgn="base" latinLnBrk="0" hangingPunct="1">
              <a:lnSpc>
                <a:spcPct val="110000"/>
              </a:lnSpc>
              <a:spcBef>
                <a:spcPts val="600"/>
              </a:spcBef>
              <a:spcAft>
                <a:spcPct val="0"/>
              </a:spcAft>
              <a:buClrTx/>
              <a:buSzTx/>
              <a:buFontTx/>
              <a:buChar char="-"/>
              <a:tabLst/>
              <a:defRPr/>
            </a:pP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latin typeface="Meiryo UI" panose="020B0604030504040204" pitchFamily="50" charset="-128"/>
                <a:ea typeface="Meiryo UI" panose="020B0604030504040204" pitchFamily="50" charset="-128"/>
                <a:cs typeface="Arial" pitchFamily="34" charset="0"/>
              </a:rPr>
              <a:t>部品の信頼性寿命</a:t>
            </a:r>
            <a:br>
              <a:rPr lang="en-US" altLang="ja-JP" sz="1400" u="sng" dirty="0">
                <a:latin typeface="Meiryo UI" panose="020B0604030504040204" pitchFamily="50" charset="-128"/>
                <a:ea typeface="Meiryo UI" panose="020B0604030504040204" pitchFamily="50" charset="-128"/>
                <a:cs typeface="Arial" pitchFamily="34" charset="0"/>
              </a:rPr>
            </a:b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latin typeface="Meiryo UI" panose="020B0604030504040204" pitchFamily="50" charset="-128"/>
                <a:ea typeface="Meiryo UI" panose="020B0604030504040204" pitchFamily="50" charset="-128"/>
              </a:rPr>
              <a:t>部品の信頼性寿命期間は、</a:t>
            </a:r>
            <a:r>
              <a:rPr lang="en-US" altLang="ja-JP" sz="1400" dirty="0">
                <a:solidFill>
                  <a:srgbClr val="FF0000"/>
                </a:solidFill>
                <a:latin typeface="Meiryo UI" panose="020B0604030504040204" pitchFamily="50" charset="-128"/>
                <a:ea typeface="Meiryo UI" panose="020B0604030504040204" pitchFamily="50" charset="-128"/>
              </a:rPr>
              <a:t>15</a:t>
            </a:r>
            <a:r>
              <a:rPr lang="ja-JP" altLang="en-US" sz="1400" dirty="0">
                <a:solidFill>
                  <a:srgbClr val="FF0000"/>
                </a:solidFill>
                <a:latin typeface="Meiryo UI" panose="020B0604030504040204" pitchFamily="50" charset="-128"/>
                <a:ea typeface="Meiryo UI" panose="020B0604030504040204" pitchFamily="50" charset="-128"/>
              </a:rPr>
              <a:t>年</a:t>
            </a:r>
            <a:r>
              <a:rPr lang="en-US" altLang="ja-JP" sz="1400" dirty="0">
                <a:solidFill>
                  <a:srgbClr val="FF0000"/>
                </a:solidFill>
                <a:latin typeface="Meiryo UI" panose="020B0604030504040204" pitchFamily="50" charset="-128"/>
                <a:ea typeface="Meiryo UI" panose="020B0604030504040204" pitchFamily="50" charset="-128"/>
              </a:rPr>
              <a:t>24</a:t>
            </a:r>
            <a:r>
              <a:rPr lang="ja-JP" altLang="en-US" sz="1400" dirty="0">
                <a:solidFill>
                  <a:srgbClr val="FF0000"/>
                </a:solidFill>
                <a:latin typeface="Meiryo UI" panose="020B0604030504040204" pitchFamily="50" charset="-128"/>
                <a:ea typeface="Meiryo UI" panose="020B0604030504040204" pitchFamily="50" charset="-128"/>
              </a:rPr>
              <a:t>万</a:t>
            </a:r>
            <a:r>
              <a:rPr lang="en-US" altLang="ja-JP" sz="1400" dirty="0">
                <a:solidFill>
                  <a:srgbClr val="FF0000"/>
                </a:solidFill>
                <a:latin typeface="Meiryo UI" panose="020B0604030504040204" pitchFamily="50" charset="-128"/>
                <a:ea typeface="Meiryo UI" panose="020B0604030504040204" pitchFamily="50" charset="-128"/>
              </a:rPr>
              <a:t>km</a:t>
            </a:r>
            <a:r>
              <a:rPr lang="ja-JP" altLang="en-US" sz="1400" dirty="0">
                <a:latin typeface="Meiryo UI" panose="020B0604030504040204" pitchFamily="50" charset="-128"/>
                <a:ea typeface="Meiryo UI" panose="020B0604030504040204" pitchFamily="50" charset="-128"/>
              </a:rPr>
              <a:t>とすること。</a:t>
            </a:r>
            <a:br>
              <a:rPr lang="en-US" altLang="ja-JP" sz="1400" dirty="0">
                <a:latin typeface="Meiryo UI" panose="020B0604030504040204" pitchFamily="50" charset="-128"/>
                <a:ea typeface="Meiryo UI" panose="020B0604030504040204" pitchFamily="50" charset="-128"/>
              </a:rPr>
            </a:br>
            <a:r>
              <a:rPr lang="ja-JP" altLang="en-US" sz="1400" dirty="0">
                <a:latin typeface="Meiryo UI" panose="020B0604030504040204" pitchFamily="50" charset="-128"/>
                <a:ea typeface="Meiryo UI" panose="020B0604030504040204" pitchFamily="50" charset="-128"/>
              </a:rPr>
              <a:t>各部品の信頼性寿命期間に対する設計および耐久試験項目は</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latin typeface="Meiryo UI" panose="020B0604030504040204" pitchFamily="50" charset="-128"/>
                <a:ea typeface="Meiryo UI" panose="020B0604030504040204" pitchFamily="50" charset="-128"/>
              </a:rPr>
              <a:t>基準を基本とし、</a:t>
            </a:r>
            <a:r>
              <a:rPr lang="en-US" altLang="ja-JP" sz="1400" dirty="0">
                <a:latin typeface="Meiryo UI" panose="020B0604030504040204" pitchFamily="50" charset="-128"/>
                <a:ea typeface="Meiryo UI" panose="020B0604030504040204" pitchFamily="50" charset="-128"/>
              </a:rPr>
              <a:t>Honda</a:t>
            </a:r>
            <a:r>
              <a:rPr lang="ja-JP" altLang="en-US" sz="1400" dirty="0">
                <a:latin typeface="Meiryo UI" panose="020B0604030504040204" pitchFamily="50" charset="-128"/>
                <a:ea typeface="Meiryo UI" panose="020B0604030504040204" pitchFamily="50" charset="-128"/>
              </a:rPr>
              <a:t>品質向上施策　　については別途追加要求し、これを満足するものとする。   </a:t>
            </a:r>
            <a:endParaRPr lang="en-US" altLang="ja-JP" sz="1400" dirty="0">
              <a:latin typeface="Meiryo UI" panose="020B0604030504040204" pitchFamily="50" charset="-128"/>
              <a:ea typeface="Meiryo UI" panose="020B0604030504040204" pitchFamily="50" charset="-128"/>
            </a:endParaRPr>
          </a:p>
          <a:p>
            <a:pPr marL="360363" lvl="0" indent="-360363" algn="l" eaLnBrk="1" hangingPunct="1">
              <a:lnSpc>
                <a:spcPct val="120000"/>
              </a:lnSpc>
              <a:spcBef>
                <a:spcPts val="600"/>
              </a:spcBef>
              <a:defRPr/>
            </a:pPr>
            <a:r>
              <a:rPr lang="en-US" altLang="ja-JP" sz="1400" dirty="0">
                <a:latin typeface="Meiryo UI" panose="020B0604030504040204" pitchFamily="50" charset="-128"/>
                <a:ea typeface="Meiryo UI" panose="020B0604030504040204" pitchFamily="50" charset="-128"/>
              </a:rPr>
              <a:t>    -</a:t>
            </a:r>
            <a:r>
              <a:rPr lang="ja-JP" altLang="en-US" sz="1400" dirty="0">
                <a:latin typeface="Meiryo UI" panose="020B0604030504040204" pitchFamily="50" charset="-128"/>
                <a:ea typeface="Meiryo UI" panose="020B0604030504040204" pitchFamily="50" charset="-128"/>
              </a:rPr>
              <a:t>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latin typeface="Meiryo UI" panose="020B0604030504040204" pitchFamily="50" charset="-128"/>
                <a:ea typeface="Meiryo UI" panose="020B0604030504040204" pitchFamily="50" charset="-128"/>
              </a:rPr>
              <a:t>部品の車両適合性</a:t>
            </a:r>
            <a:r>
              <a:rPr lang="en-US" altLang="ja-JP" sz="1400" dirty="0">
                <a:latin typeface="Meiryo UI" panose="020B0604030504040204" pitchFamily="50" charset="-128"/>
                <a:ea typeface="Meiryo UI" panose="020B0604030504040204" pitchFamily="50" charset="-128"/>
              </a:rPr>
              <a:t>(G</a:t>
            </a:r>
            <a:r>
              <a:rPr lang="ja-JP" altLang="en-US" sz="1400" dirty="0">
                <a:latin typeface="Meiryo UI" panose="020B0604030504040204" pitchFamily="50" charset="-128"/>
                <a:ea typeface="Meiryo UI" panose="020B0604030504040204" pitchFamily="50" charset="-128"/>
              </a:rPr>
              <a:t>測、測温</a:t>
            </a:r>
            <a:r>
              <a:rPr lang="en-US" altLang="ja-JP" sz="1400" dirty="0">
                <a:latin typeface="Meiryo UI" panose="020B0604030504040204" pitchFamily="50" charset="-128"/>
                <a:ea typeface="Meiryo UI" panose="020B0604030504040204" pitchFamily="50" charset="-128"/>
              </a:rPr>
              <a:t>)</a:t>
            </a:r>
            <a:r>
              <a:rPr lang="ja-JP" altLang="en-US" sz="1400" dirty="0">
                <a:latin typeface="Meiryo UI" panose="020B0604030504040204" pitchFamily="50" charset="-128"/>
                <a:ea typeface="Meiryo UI" panose="020B0604030504040204" pitchFamily="50" charset="-128"/>
              </a:rPr>
              <a:t> →</a:t>
            </a:r>
            <a:r>
              <a:rPr lang="en-US" altLang="ja-JP" sz="1400" dirty="0">
                <a:latin typeface="Meiryo UI" panose="020B0604030504040204" pitchFamily="50" charset="-128"/>
                <a:ea typeface="Meiryo UI" panose="020B0604030504040204" pitchFamily="50" charset="-128"/>
              </a:rPr>
              <a:t> </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latin typeface="Meiryo UI" panose="020B0604030504040204" pitchFamily="50" charset="-128"/>
                <a:ea typeface="Meiryo UI" panose="020B0604030504040204" pitchFamily="50" charset="-128"/>
              </a:rPr>
              <a:t>評価判断の為、</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latin typeface="Meiryo UI" panose="020B0604030504040204" pitchFamily="50" charset="-128"/>
                <a:ea typeface="Meiryo UI" panose="020B0604030504040204" pitchFamily="50" charset="-128"/>
              </a:rPr>
              <a:t>にて測定；詳細は、</a:t>
            </a:r>
            <a:r>
              <a:rPr lang="en-US" altLang="ja-JP" sz="1400" dirty="0">
                <a:latin typeface="Meiryo UI" panose="020B0604030504040204" pitchFamily="50" charset="-128"/>
                <a:ea typeface="Meiryo UI" panose="020B0604030504040204" pitchFamily="50" charset="-128"/>
              </a:rPr>
              <a:t>EMS</a:t>
            </a:r>
            <a:r>
              <a:rPr lang="ja-JP" altLang="en-US" sz="1400" dirty="0">
                <a:latin typeface="Meiryo UI" panose="020B0604030504040204" pitchFamily="50" charset="-128"/>
                <a:ea typeface="Meiryo UI" panose="020B0604030504040204" pitchFamily="50" charset="-128"/>
              </a:rPr>
              <a:t>シート</a:t>
            </a:r>
            <a:br>
              <a:rPr lang="en-US" altLang="ja-JP" sz="1400" dirty="0">
                <a:latin typeface="Meiryo UI" panose="020B0604030504040204" pitchFamily="50" charset="-128"/>
                <a:ea typeface="Meiryo UI" panose="020B0604030504040204" pitchFamily="50" charset="-128"/>
              </a:rPr>
            </a:br>
            <a:r>
              <a:rPr lang="ja-JP" altLang="en-US" sz="1400" dirty="0">
                <a:latin typeface="Meiryo UI" panose="020B0604030504040204" pitchFamily="50" charset="-128"/>
                <a:ea typeface="Meiryo UI" panose="020B0604030504040204" pitchFamily="50" charset="-128"/>
              </a:rPr>
              <a:t>参照のこと。</a:t>
            </a:r>
            <a:endParaRPr lang="en-US" altLang="ja-JP" sz="1400"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930440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2"/>
          <p:cNvSpPr txBox="1">
            <a:spLocks noChangeArrowheads="1"/>
          </p:cNvSpPr>
          <p:nvPr/>
        </p:nvSpPr>
        <p:spPr bwMode="auto">
          <a:xfrm>
            <a:off x="133262" y="44451"/>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2000">
                <a:solidFill>
                  <a:srgbClr val="FFFFFF"/>
                </a:solidFill>
                <a:latin typeface="Meiryo UI" panose="020B0604030504040204" pitchFamily="50" charset="-128"/>
                <a:ea typeface="Meiryo UI" panose="020B0604030504040204" pitchFamily="50" charset="-128"/>
                <a:cs typeface="Arial" pitchFamily="34" charset="0"/>
              </a:rPr>
              <a:t>6.</a:t>
            </a:r>
            <a:r>
              <a:rPr lang="ja-JP" altLang="en-US" sz="2000">
                <a:solidFill>
                  <a:srgbClr val="FFFFFF"/>
                </a:solidFill>
                <a:latin typeface="Meiryo UI" panose="020B0604030504040204" pitchFamily="50" charset="-128"/>
                <a:ea typeface="Meiryo UI" panose="020B0604030504040204" pitchFamily="50" charset="-128"/>
                <a:cs typeface="Arial" pitchFamily="34" charset="0"/>
              </a:rPr>
              <a:t> </a:t>
            </a:r>
            <a:r>
              <a:rPr lang="en-US" altLang="ja-JP" sz="2000">
                <a:solidFill>
                  <a:srgbClr val="FFFFFF"/>
                </a:solidFill>
                <a:latin typeface="Meiryo UI" panose="020B0604030504040204" pitchFamily="50" charset="-128"/>
                <a:ea typeface="Meiryo UI" panose="020B0604030504040204" pitchFamily="50" charset="-128"/>
                <a:cs typeface="Arial" pitchFamily="34" charset="0"/>
              </a:rPr>
              <a:t>Preconditions (4/5)</a:t>
            </a:r>
            <a:endParaRPr lang="en-US" altLang="ja-JP" sz="1100">
              <a:solidFill>
                <a:srgbClr val="FFFFFF"/>
              </a:solidFill>
              <a:latin typeface="HGPｺﾞｼｯｸE" pitchFamily="50" charset="-128"/>
              <a:ea typeface="HGPｺﾞｼｯｸE" pitchFamily="50" charset="-128"/>
              <a:cs typeface="Arial" pitchFamily="34" charset="0"/>
            </a:endParaRPr>
          </a:p>
        </p:txBody>
      </p:sp>
      <p:sp>
        <p:nvSpPr>
          <p:cNvPr id="5" name="Text Box 2"/>
          <p:cNvSpPr txBox="1">
            <a:spLocks noChangeArrowheads="1"/>
          </p:cNvSpPr>
          <p:nvPr/>
        </p:nvSpPr>
        <p:spPr bwMode="auto">
          <a:xfrm>
            <a:off x="71882" y="545508"/>
            <a:ext cx="8876175" cy="58395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457200" marR="0" lvl="0" indent="-457200" algn="l" defTabSz="914400" rtl="0" eaLnBrk="1" fontAlgn="base" latinLnBrk="0" hangingPunct="1">
              <a:lnSpc>
                <a:spcPct val="110000"/>
              </a:lnSpc>
              <a:spcBef>
                <a:spcPts val="300"/>
              </a:spcBef>
              <a:spcAft>
                <a:spcPct val="0"/>
              </a:spcAft>
              <a:buClrTx/>
              <a:buSzTx/>
              <a:buFontTx/>
              <a:buNone/>
              <a:tabLst/>
              <a:defRPr/>
            </a:pPr>
            <a:r>
              <a:rPr kumimoji="1" lang="en-US" altLang="ja-JP" sz="1600" b="1" i="0" u="sng"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Preconditions</a:t>
            </a:r>
          </a:p>
          <a:p>
            <a:pPr lvl="0" algn="l" eaLnBrk="1" hangingPunct="1">
              <a:lnSpc>
                <a:spcPct val="110000"/>
              </a:lnSpc>
              <a:spcBef>
                <a:spcPts val="600"/>
              </a:spcBef>
              <a:defRPr/>
            </a:pPr>
            <a:r>
              <a:rPr lang="en-US" altLang="ja-JP" sz="1600" dirty="0">
                <a:latin typeface="Meiryo UI" panose="020B0604030504040204" pitchFamily="50" charset="-128"/>
                <a:ea typeface="Meiryo UI" panose="020B0604030504040204" pitchFamily="50" charset="-128"/>
                <a:cs typeface="Arial" pitchFamily="34" charset="0"/>
              </a:rPr>
              <a:t>   </a:t>
            </a:r>
            <a:r>
              <a:rPr lang="en-US" altLang="ja-JP" sz="1200" dirty="0">
                <a:latin typeface="Meiryo UI" panose="020B0604030504040204" pitchFamily="50" charset="-128"/>
                <a:ea typeface="Meiryo UI" panose="020B0604030504040204" pitchFamily="50" charset="-128"/>
                <a:cs typeface="Arial" pitchFamily="34" charset="0"/>
              </a:rPr>
              <a:t>3) </a:t>
            </a:r>
            <a:r>
              <a:rPr lang="en-US" altLang="ja-JP" sz="1400" dirty="0">
                <a:latin typeface="Meiryo UI" panose="020B0604030504040204" pitchFamily="50" charset="-128"/>
                <a:ea typeface="Meiryo UI" panose="020B0604030504040204" pitchFamily="50" charset="-128"/>
                <a:cs typeface="Arial" pitchFamily="34" charset="0"/>
              </a:rPr>
              <a:t>Regarding the evaluation of</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solidFill>
                  <a:srgbClr val="0000FF"/>
                </a:solidFill>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component (ex.</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production variation, dimension tolerance);</a:t>
            </a:r>
          </a:p>
          <a:p>
            <a:pPr lvl="0" algn="l" eaLnBrk="1" hangingPunct="1">
              <a:lnSpc>
                <a:spcPct val="110000"/>
              </a:lnSpc>
              <a:spcBef>
                <a:spcPts val="600"/>
              </a:spcBef>
              <a:defRPr/>
            </a:pP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solidFill>
                  <a:srgbClr val="0000FF"/>
                </a:solidFill>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shall guarantee the component manufacturing quality and durability, as well as </a:t>
            </a:r>
            <a:br>
              <a:rPr lang="en-US" altLang="ja-JP" sz="1400" dirty="0">
                <a:latin typeface="Meiryo UI" panose="020B0604030504040204" pitchFamily="50" charset="-128"/>
                <a:ea typeface="Meiryo UI" panose="020B0604030504040204" pitchFamily="50" charset="-128"/>
                <a:cs typeface="Arial" pitchFamily="34" charset="0"/>
              </a:rPr>
            </a:br>
            <a:r>
              <a:rPr lang="en-US" altLang="ja-JP" sz="1400" dirty="0">
                <a:latin typeface="Meiryo UI" panose="020B0604030504040204" pitchFamily="50" charset="-128"/>
                <a:ea typeface="Meiryo UI" panose="020B0604030504040204" pitchFamily="50" charset="-128"/>
                <a:cs typeface="Arial" pitchFamily="34" charset="0"/>
              </a:rPr>
              <a:t>the hardware and production tolerances to meet the requirements for their engine management system.</a:t>
            </a:r>
          </a:p>
          <a:p>
            <a:pPr lvl="0" algn="l" eaLnBrk="1" hangingPunct="1">
              <a:lnSpc>
                <a:spcPct val="110000"/>
              </a:lnSpc>
              <a:spcBef>
                <a:spcPts val="600"/>
              </a:spcBef>
              <a:defRPr/>
            </a:pP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Honda will request limit samples with production and dimensional tolerances to fulfill the testing required by the EMS  sheet. Detailed requirements and definition of “limit samples” </a:t>
            </a:r>
            <a:br>
              <a:rPr lang="en-US" altLang="ja-JP" sz="1400" dirty="0">
                <a:latin typeface="Meiryo UI" panose="020B0604030504040204" pitchFamily="50" charset="-128"/>
                <a:ea typeface="Meiryo UI" panose="020B0604030504040204" pitchFamily="50" charset="-128"/>
                <a:cs typeface="Arial" pitchFamily="34" charset="0"/>
              </a:rPr>
            </a:br>
            <a:r>
              <a:rPr lang="en-US" altLang="ja-JP" sz="1400" dirty="0">
                <a:latin typeface="Meiryo UI" panose="020B0604030504040204" pitchFamily="50" charset="-128"/>
                <a:ea typeface="Meiryo UI" panose="020B0604030504040204" pitchFamily="50" charset="-128"/>
                <a:cs typeface="Arial" pitchFamily="34" charset="0"/>
              </a:rPr>
              <a:t>to be decided between Honda &amp; </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dirty="0">
                <a:latin typeface="Meiryo UI" panose="020B0604030504040204" pitchFamily="50" charset="-128"/>
                <a:ea typeface="Meiryo UI" panose="020B0604030504040204" pitchFamily="50" charset="-128"/>
                <a:cs typeface="Arial" pitchFamily="34" charset="0"/>
              </a:rPr>
              <a:t>.</a:t>
            </a:r>
          </a:p>
          <a:p>
            <a:pPr lvl="0" algn="l" eaLnBrk="1" hangingPunct="1">
              <a:lnSpc>
                <a:spcPct val="110000"/>
              </a:lnSpc>
              <a:spcBef>
                <a:spcPts val="600"/>
              </a:spcBef>
              <a:defRPr/>
            </a:pP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4) Manufacturing technique and quality control technique (including the items in the verifications of process control sheet) shall be stablished before SOP (DAN Lot, HIN Lot). </a:t>
            </a:r>
            <a:br>
              <a:rPr lang="en-US" altLang="ja-JP" sz="1400" dirty="0">
                <a:latin typeface="Meiryo UI" panose="020B0604030504040204" pitchFamily="50" charset="-128"/>
                <a:ea typeface="Meiryo UI" panose="020B0604030504040204" pitchFamily="50" charset="-128"/>
                <a:cs typeface="Arial" pitchFamily="34" charset="0"/>
              </a:rPr>
            </a:br>
            <a:r>
              <a:rPr lang="en-US" altLang="ja-JP" sz="1400" dirty="0">
                <a:latin typeface="Meiryo UI" panose="020B0604030504040204" pitchFamily="50" charset="-128"/>
                <a:ea typeface="Meiryo UI" panose="020B0604030504040204" pitchFamily="50" charset="-128"/>
                <a:cs typeface="Arial" pitchFamily="34" charset="0"/>
              </a:rPr>
              <a:t>After the establishment of verifications, no changes shall be made to the process control items, quality control items, and specifications without prior approval from Honda.</a:t>
            </a:r>
          </a:p>
          <a:p>
            <a:pPr lvl="0" algn="l" eaLnBrk="1" hangingPunct="1">
              <a:lnSpc>
                <a:spcPct val="110000"/>
              </a:lnSpc>
              <a:spcBef>
                <a:spcPts val="600"/>
              </a:spcBef>
              <a:defRPr/>
            </a:pP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Production process quality control items shall be clarified throughout manufacturing line verifications.</a:t>
            </a:r>
          </a:p>
          <a:p>
            <a:pPr lvl="0" algn="l" eaLnBrk="1" hangingPunct="1">
              <a:lnSpc>
                <a:spcPct val="110000"/>
              </a:lnSpc>
              <a:spcBef>
                <a:spcPts val="600"/>
              </a:spcBef>
              <a:defRPr/>
            </a:pPr>
            <a:r>
              <a:rPr lang="en-US" altLang="ja-JP" sz="1600" b="1"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5) SOP shall be achieved as scheduled for </a:t>
            </a:r>
            <a:r>
              <a:rPr lang="en-US" altLang="ja-JP" sz="1400" dirty="0">
                <a:solidFill>
                  <a:srgbClr val="FF0000"/>
                </a:solidFill>
                <a:latin typeface="Meiryo UI" panose="020B0604030504040204" pitchFamily="50" charset="-128"/>
                <a:ea typeface="Meiryo UI" panose="020B0604030504040204" pitchFamily="50" charset="-128"/>
                <a:cs typeface="Arial" pitchFamily="34" charset="0"/>
              </a:rPr>
              <a:t>6WZX</a:t>
            </a:r>
          </a:p>
          <a:p>
            <a:pPr marL="450850" lvl="1" indent="-358775" algn="l" eaLnBrk="1" hangingPunct="1">
              <a:lnSpc>
                <a:spcPct val="110000"/>
              </a:lnSpc>
              <a:spcBef>
                <a:spcPts val="600"/>
              </a:spcBef>
              <a:defRPr/>
            </a:pPr>
            <a:r>
              <a:rPr lang="en-US" altLang="ja-JP" sz="1400" dirty="0">
                <a:latin typeface="Meiryo UI" panose="020B0604030504040204" pitchFamily="50" charset="-128"/>
                <a:ea typeface="Meiryo UI" panose="020B0604030504040204" pitchFamily="50" charset="-128"/>
                <a:cs typeface="Arial" pitchFamily="34" charset="0"/>
              </a:rPr>
              <a:t>  6)</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In any cases where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solidFill>
                  <a:srgbClr val="0000FF"/>
                </a:solidFill>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can Not achieve target performance required by Honda just with optimization of engine management system (software, data calibration ),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solidFill>
                  <a:srgbClr val="0000FF"/>
                </a:solidFill>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shall report  that to Honda (without delay), and measures to be determined through discussions between the two parties (HONDA and</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solidFill>
                  <a:srgbClr val="0000FF"/>
                </a:solidFill>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a:t>
            </a:r>
          </a:p>
          <a:p>
            <a:pPr marL="450850" lvl="1" indent="-358775" algn="l" eaLnBrk="1" hangingPunct="1">
              <a:lnSpc>
                <a:spcPct val="110000"/>
              </a:lnSpc>
              <a:spcBef>
                <a:spcPts val="600"/>
              </a:spcBef>
              <a:defRPr/>
            </a:pPr>
            <a:endParaRPr lang="en-US" altLang="ja-JP" sz="1400" dirty="0">
              <a:latin typeface="Meiryo UI" panose="020B0604030504040204" pitchFamily="50" charset="-128"/>
              <a:ea typeface="Meiryo UI" panose="020B0604030504040204" pitchFamily="50" charset="-128"/>
              <a:cs typeface="Arial" pitchFamily="34" charset="0"/>
            </a:endParaRPr>
          </a:p>
          <a:p>
            <a:pPr marL="450850" lvl="1" indent="-358775" algn="l" eaLnBrk="1" hangingPunct="1">
              <a:lnSpc>
                <a:spcPct val="110000"/>
              </a:lnSpc>
              <a:spcBef>
                <a:spcPts val="600"/>
              </a:spcBef>
              <a:defRPr/>
            </a:pPr>
            <a:r>
              <a:rPr lang="en-US" altLang="ja-JP" sz="1400" dirty="0">
                <a:solidFill>
                  <a:srgbClr val="FF0000"/>
                </a:solidFill>
                <a:latin typeface="Meiryo UI" panose="020B0604030504040204" pitchFamily="50" charset="-128"/>
                <a:ea typeface="Meiryo UI" panose="020B0604030504040204" pitchFamily="50" charset="-128"/>
                <a:cs typeface="Arial" pitchFamily="34" charset="0"/>
              </a:rPr>
              <a:t>※</a:t>
            </a:r>
            <a:r>
              <a:rPr lang="en-US" altLang="ja-JP" sz="1400" dirty="0">
                <a:latin typeface="Meiryo UI" panose="020B0604030504040204" pitchFamily="50" charset="-128"/>
                <a:ea typeface="Meiryo UI" panose="020B0604030504040204" pitchFamily="50" charset="-128"/>
                <a:cs typeface="Arial" pitchFamily="34" charset="0"/>
              </a:rPr>
              <a:t>7) HRAP may ask Honda Japan to help the verification at the Expert meeting with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dirty="0">
                <a:solidFill>
                  <a:srgbClr val="FF0000"/>
                </a:solidFill>
                <a:latin typeface="Meiryo UI" panose="020B0604030504040204" pitchFamily="50" charset="-128"/>
                <a:ea typeface="Meiryo UI" panose="020B0604030504040204" pitchFamily="50" charset="-128"/>
                <a:cs typeface="Arial" pitchFamily="34" charset="0"/>
              </a:rPr>
              <a:t>.</a:t>
            </a:r>
            <a:endParaRPr lang="en-US" altLang="ja-JP" sz="1400" dirty="0">
              <a:latin typeface="Meiryo UI" panose="020B0604030504040204" pitchFamily="50" charset="-128"/>
              <a:ea typeface="Meiryo UI" panose="020B0604030504040204" pitchFamily="50" charset="-128"/>
              <a:cs typeface="Arial" pitchFamily="34" charset="0"/>
            </a:endParaRPr>
          </a:p>
        </p:txBody>
      </p:sp>
    </p:spTree>
    <p:extLst>
      <p:ext uri="{BB962C8B-B14F-4D97-AF65-F5344CB8AC3E}">
        <p14:creationId xmlns:p14="http://schemas.microsoft.com/office/powerpoint/2010/main" val="42072134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2"/>
          <p:cNvSpPr txBox="1">
            <a:spLocks noChangeArrowheads="1"/>
          </p:cNvSpPr>
          <p:nvPr/>
        </p:nvSpPr>
        <p:spPr bwMode="auto">
          <a:xfrm>
            <a:off x="133262" y="44451"/>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2000">
                <a:solidFill>
                  <a:srgbClr val="FFFFFF"/>
                </a:solidFill>
                <a:latin typeface="Meiryo UI" panose="020B0604030504040204" pitchFamily="50" charset="-128"/>
                <a:ea typeface="Meiryo UI" panose="020B0604030504040204" pitchFamily="50" charset="-128"/>
                <a:cs typeface="Arial" pitchFamily="34" charset="0"/>
              </a:rPr>
              <a:t>6.</a:t>
            </a:r>
            <a:r>
              <a:rPr lang="ja-JP" altLang="en-US" sz="2000">
                <a:solidFill>
                  <a:srgbClr val="FFFFFF"/>
                </a:solidFill>
                <a:latin typeface="Meiryo UI" panose="020B0604030504040204" pitchFamily="50" charset="-128"/>
                <a:ea typeface="Meiryo UI" panose="020B0604030504040204" pitchFamily="50" charset="-128"/>
                <a:cs typeface="Arial" pitchFamily="34" charset="0"/>
              </a:rPr>
              <a:t> </a:t>
            </a:r>
            <a:r>
              <a:rPr lang="en-US" altLang="ja-JP" sz="2000">
                <a:solidFill>
                  <a:srgbClr val="FFFFFF"/>
                </a:solidFill>
                <a:latin typeface="Meiryo UI" panose="020B0604030504040204" pitchFamily="50" charset="-128"/>
                <a:ea typeface="Meiryo UI" panose="020B0604030504040204" pitchFamily="50" charset="-128"/>
                <a:cs typeface="Arial" pitchFamily="34" charset="0"/>
              </a:rPr>
              <a:t>Preconditions (5/5)</a:t>
            </a:r>
            <a:endParaRPr lang="en-US" altLang="ja-JP" sz="1100">
              <a:solidFill>
                <a:srgbClr val="FFFFFF"/>
              </a:solidFill>
              <a:latin typeface="HGPｺﾞｼｯｸE" pitchFamily="50" charset="-128"/>
              <a:ea typeface="HGPｺﾞｼｯｸE" pitchFamily="50" charset="-128"/>
              <a:cs typeface="Arial" pitchFamily="34" charset="0"/>
            </a:endParaRPr>
          </a:p>
        </p:txBody>
      </p:sp>
      <p:sp>
        <p:nvSpPr>
          <p:cNvPr id="11" name="Text Box 2"/>
          <p:cNvSpPr txBox="1">
            <a:spLocks noChangeArrowheads="1"/>
          </p:cNvSpPr>
          <p:nvPr/>
        </p:nvSpPr>
        <p:spPr bwMode="auto">
          <a:xfrm>
            <a:off x="71882" y="574986"/>
            <a:ext cx="9072118" cy="54178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457200" marR="0" lvl="0" indent="-457200" algn="l" defTabSz="914400" rtl="0" eaLnBrk="1" fontAlgn="base" latinLnBrk="0" hangingPunct="1">
              <a:lnSpc>
                <a:spcPct val="110000"/>
              </a:lnSpc>
              <a:spcBef>
                <a:spcPts val="300"/>
              </a:spcBef>
              <a:spcAft>
                <a:spcPct val="0"/>
              </a:spcAft>
              <a:buClrTx/>
              <a:buSzTx/>
              <a:buFontTx/>
              <a:buNone/>
              <a:tabLst/>
              <a:defRPr/>
            </a:pPr>
            <a:r>
              <a:rPr kumimoji="1" lang="ja-JP" altLang="en-US" sz="1400" b="1" i="0" u="sng" strike="noStrike" kern="1200" cap="none" spc="0" normalizeH="0" baseline="0" noProof="0" dirty="0">
                <a:ln>
                  <a:noFill/>
                </a:ln>
                <a:effectLst/>
                <a:uLnTx/>
                <a:uFillTx/>
                <a:latin typeface="Meiryo UI" panose="020B0604030504040204" pitchFamily="50" charset="-128"/>
                <a:ea typeface="Meiryo UI" panose="020B0604030504040204" pitchFamily="50" charset="-128"/>
              </a:rPr>
              <a:t>前提条件</a:t>
            </a:r>
            <a:endParaRPr lang="en-US" altLang="ja-JP" sz="1400" b="1" u="sng" dirty="0">
              <a:latin typeface="Meiryo UI" panose="020B0604030504040204" pitchFamily="50" charset="-128"/>
              <a:ea typeface="Meiryo UI" panose="020B0604030504040204" pitchFamily="50" charset="-128"/>
            </a:endParaRPr>
          </a:p>
          <a:p>
            <a:pPr lvl="0" algn="l" eaLnBrk="1" hangingPunct="1">
              <a:lnSpc>
                <a:spcPct val="110000"/>
              </a:lnSpc>
              <a:spcBef>
                <a:spcPts val="600"/>
              </a:spcBef>
              <a:defRPr/>
            </a:pPr>
            <a:r>
              <a:rPr lang="en-US" altLang="ja-JP" sz="1400" dirty="0">
                <a:latin typeface="Meiryo UI" panose="020B0604030504040204" pitchFamily="50" charset="-128"/>
                <a:ea typeface="Meiryo UI" panose="020B0604030504040204" pitchFamily="50" charset="-128"/>
              </a:rPr>
              <a:t>     3)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latin typeface="Meiryo UI" panose="020B0604030504040204" pitchFamily="50" charset="-128"/>
                <a:ea typeface="Meiryo UI" panose="020B0604030504040204" pitchFamily="50" charset="-128"/>
              </a:rPr>
              <a:t>適用部品のバラツキ（製造バラツキ</a:t>
            </a:r>
            <a:r>
              <a:rPr lang="en-US" altLang="ja-JP" sz="1400" dirty="0">
                <a:latin typeface="Meiryo UI" panose="020B0604030504040204" pitchFamily="50" charset="-128"/>
                <a:ea typeface="Meiryo UI" panose="020B0604030504040204" pitchFamily="50" charset="-128"/>
              </a:rPr>
              <a:t>/</a:t>
            </a:r>
            <a:r>
              <a:rPr lang="ja-JP" altLang="en-US" sz="1400" dirty="0">
                <a:latin typeface="Meiryo UI" panose="020B0604030504040204" pitchFamily="50" charset="-128"/>
                <a:ea typeface="Meiryo UI" panose="020B0604030504040204" pitchFamily="50" charset="-128"/>
              </a:rPr>
              <a:t>寸法バラツキなど）評価について；</a:t>
            </a:r>
            <a:endParaRPr lang="en-US" altLang="ja-JP" sz="1400" dirty="0">
              <a:latin typeface="Meiryo UI" panose="020B0604030504040204" pitchFamily="50" charset="-128"/>
              <a:ea typeface="Meiryo UI" panose="020B0604030504040204" pitchFamily="50" charset="-128"/>
            </a:endParaRPr>
          </a:p>
          <a:p>
            <a:pPr lvl="0" algn="l" eaLnBrk="1" hangingPunct="1">
              <a:lnSpc>
                <a:spcPct val="110000"/>
              </a:lnSpc>
              <a:spcBef>
                <a:spcPts val="600"/>
              </a:spcBef>
              <a:defRPr/>
            </a:pPr>
            <a:r>
              <a:rPr lang="ja-JP" altLang="en-US" sz="1400" dirty="0">
                <a:latin typeface="Meiryo UI" panose="020B0604030504040204" pitchFamily="50" charset="-128"/>
                <a:ea typeface="Meiryo UI" panose="020B0604030504040204" pitchFamily="50" charset="-128"/>
              </a:rPr>
              <a:t>       </a:t>
            </a:r>
            <a:r>
              <a:rPr lang="en-US" altLang="ja-JP" sz="1400" dirty="0">
                <a:latin typeface="Meiryo UI" panose="020B0604030504040204" pitchFamily="50" charset="-128"/>
                <a:ea typeface="Meiryo UI" panose="020B0604030504040204" pitchFamily="50" charset="-128"/>
              </a:rPr>
              <a:t>-</a:t>
            </a:r>
            <a:r>
              <a:rPr lang="ja-JP" altLang="en-US" sz="1400" dirty="0">
                <a:latin typeface="Meiryo UI" panose="020B0604030504040204" pitchFamily="50" charset="-128"/>
                <a:ea typeface="Meiryo UI" panose="020B0604030504040204" pitchFamily="50" charset="-128"/>
              </a:rPr>
              <a:t>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latin typeface="Meiryo UI" panose="020B0604030504040204" pitchFamily="50" charset="-128"/>
                <a:ea typeface="Meiryo UI" panose="020B0604030504040204" pitchFamily="50" charset="-128"/>
              </a:rPr>
              <a:t>は、</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latin typeface="Meiryo UI" panose="020B0604030504040204" pitchFamily="50" charset="-128"/>
                <a:ea typeface="Meiryo UI" panose="020B0604030504040204" pitchFamily="50" charset="-128"/>
              </a:rPr>
              <a:t>製品の製造バラツキ</a:t>
            </a:r>
            <a:r>
              <a:rPr lang="en-US" altLang="ja-JP" sz="1400" dirty="0">
                <a:latin typeface="Meiryo UI" panose="020B0604030504040204" pitchFamily="50" charset="-128"/>
                <a:ea typeface="Meiryo UI" panose="020B0604030504040204" pitchFamily="50" charset="-128"/>
              </a:rPr>
              <a:t>/</a:t>
            </a:r>
            <a:r>
              <a:rPr lang="ja-JP" altLang="en-US" sz="1400" dirty="0">
                <a:latin typeface="Meiryo UI" panose="020B0604030504040204" pitchFamily="50" charset="-128"/>
                <a:ea typeface="Meiryo UI" panose="020B0604030504040204" pitchFamily="50" charset="-128"/>
              </a:rPr>
              <a:t>寸法バラツキ</a:t>
            </a:r>
            <a:r>
              <a:rPr lang="en-US" altLang="ja-JP" sz="1400" dirty="0">
                <a:latin typeface="Meiryo UI" panose="020B0604030504040204" pitchFamily="50" charset="-128"/>
                <a:ea typeface="Meiryo UI" panose="020B0604030504040204" pitchFamily="50" charset="-128"/>
              </a:rPr>
              <a:t>/</a:t>
            </a:r>
            <a:r>
              <a:rPr lang="ja-JP" altLang="en-US" sz="1400" dirty="0">
                <a:latin typeface="Meiryo UI" panose="020B0604030504040204" pitchFamily="50" charset="-128"/>
                <a:ea typeface="Meiryo UI" panose="020B0604030504040204" pitchFamily="50" charset="-128"/>
              </a:rPr>
              <a:t>耐久劣化を含め、社内耐久評価基準を満足し、</a:t>
            </a:r>
            <a:br>
              <a:rPr lang="en-US" altLang="ja-JP" sz="1400" dirty="0">
                <a:latin typeface="Meiryo UI" panose="020B0604030504040204" pitchFamily="50" charset="-128"/>
                <a:ea typeface="Meiryo UI" panose="020B0604030504040204" pitchFamily="50" charset="-128"/>
              </a:rPr>
            </a:br>
            <a:r>
              <a:rPr lang="ja-JP" altLang="en-US" sz="1400" dirty="0">
                <a:latin typeface="Meiryo UI" panose="020B0604030504040204" pitchFamily="50" charset="-128"/>
                <a:ea typeface="Meiryo UI" panose="020B0604030504040204" pitchFamily="50" charset="-128"/>
              </a:rPr>
              <a:t> 信頼性を保証すること。</a:t>
            </a:r>
            <a:endParaRPr lang="en-US" altLang="ja-JP" sz="1400" dirty="0">
              <a:latin typeface="Meiryo UI" panose="020B0604030504040204" pitchFamily="50" charset="-128"/>
              <a:ea typeface="Meiryo UI" panose="020B0604030504040204" pitchFamily="50" charset="-128"/>
            </a:endParaRPr>
          </a:p>
          <a:p>
            <a:pPr algn="l" eaLnBrk="1" hangingPunct="1">
              <a:lnSpc>
                <a:spcPct val="110000"/>
              </a:lnSpc>
              <a:spcBef>
                <a:spcPts val="600"/>
              </a:spcBef>
              <a:defRPr/>
            </a:pPr>
            <a:r>
              <a:rPr lang="ja-JP" altLang="en-US" sz="1400" dirty="0">
                <a:latin typeface="Meiryo UI" panose="020B0604030504040204" pitchFamily="50" charset="-128"/>
                <a:ea typeface="Meiryo UI" panose="020B0604030504040204" pitchFamily="50" charset="-128"/>
              </a:rPr>
              <a:t>       </a:t>
            </a:r>
            <a:r>
              <a:rPr lang="en-US" altLang="ja-JP" sz="1400" dirty="0">
                <a:latin typeface="Meiryo UI" panose="020B0604030504040204" pitchFamily="50" charset="-128"/>
                <a:ea typeface="Meiryo UI" panose="020B0604030504040204" pitchFamily="50" charset="-128"/>
              </a:rPr>
              <a:t>-</a:t>
            </a:r>
            <a:r>
              <a:rPr lang="ja-JP" altLang="en-US" sz="1400" dirty="0">
                <a:latin typeface="Meiryo UI" panose="020B0604030504040204" pitchFamily="50" charset="-128"/>
                <a:ea typeface="Meiryo UI" panose="020B0604030504040204" pitchFamily="50" charset="-128"/>
              </a:rPr>
              <a:t> </a:t>
            </a:r>
            <a:r>
              <a:rPr lang="en-US" altLang="ja-JP" sz="1400" dirty="0">
                <a:latin typeface="Meiryo UI" panose="020B0604030504040204" pitchFamily="50" charset="-128"/>
                <a:ea typeface="Meiryo UI" panose="020B0604030504040204" pitchFamily="50" charset="-128"/>
              </a:rPr>
              <a:t>Honda</a:t>
            </a:r>
            <a:r>
              <a:rPr lang="ja-JP" altLang="en-US" sz="1400" dirty="0">
                <a:latin typeface="Meiryo UI" panose="020B0604030504040204" pitchFamily="50" charset="-128"/>
                <a:ea typeface="Meiryo UI" panose="020B0604030504040204" pitchFamily="50" charset="-128"/>
              </a:rPr>
              <a:t>は、評価に於いて</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latin typeface="Meiryo UI" panose="020B0604030504040204" pitchFamily="50" charset="-128"/>
                <a:ea typeface="Meiryo UI" panose="020B0604030504040204" pitchFamily="50" charset="-128"/>
              </a:rPr>
              <a:t>製品の寸法、製造ﾊﾞﾗﾂｷ上下限品でのﾃｽﾄ結果が必要になった場合、</a:t>
            </a:r>
            <a:r>
              <a:rPr lang="en-US" altLang="ja-JP" sz="1400" dirty="0">
                <a:latin typeface="Meiryo UI" panose="020B0604030504040204" pitchFamily="50" charset="-128"/>
                <a:ea typeface="Meiryo UI" panose="020B0604030504040204" pitchFamily="50" charset="-128"/>
              </a:rPr>
              <a:t>EMS</a:t>
            </a:r>
            <a:r>
              <a:rPr lang="ja-JP" altLang="en-US" sz="1400" dirty="0">
                <a:latin typeface="Meiryo UI" panose="020B0604030504040204" pitchFamily="50" charset="-128"/>
                <a:ea typeface="Meiryo UI" panose="020B0604030504040204" pitchFamily="50" charset="-128"/>
              </a:rPr>
              <a:t>要求書</a:t>
            </a:r>
            <a:br>
              <a:rPr lang="en-US" altLang="ja-JP" sz="1400" dirty="0">
                <a:latin typeface="Meiryo UI" panose="020B0604030504040204" pitchFamily="50" charset="-128"/>
                <a:ea typeface="Meiryo UI" panose="020B0604030504040204" pitchFamily="50" charset="-128"/>
              </a:rPr>
            </a:br>
            <a:r>
              <a:rPr lang="ja-JP" altLang="en-US" sz="1400" dirty="0">
                <a:latin typeface="Meiryo UI" panose="020B0604030504040204" pitchFamily="50" charset="-128"/>
                <a:ea typeface="Meiryo UI" panose="020B0604030504040204" pitchFamily="50" charset="-128"/>
              </a:rPr>
              <a:t>  に記載し、それを請求する。</a:t>
            </a:r>
            <a:br>
              <a:rPr lang="en-US" altLang="ja-JP" sz="1400" dirty="0">
                <a:latin typeface="Meiryo UI" panose="020B0604030504040204" pitchFamily="50" charset="-128"/>
                <a:ea typeface="Meiryo UI" panose="020B0604030504040204" pitchFamily="50" charset="-128"/>
              </a:rPr>
            </a:br>
            <a:r>
              <a:rPr lang="ja-JP" altLang="en-US" sz="1400" dirty="0">
                <a:latin typeface="Meiryo UI" panose="020B0604030504040204" pitchFamily="50" charset="-128"/>
                <a:ea typeface="Meiryo UI" panose="020B0604030504040204" pitchFamily="50" charset="-128"/>
              </a:rPr>
              <a:t> 要求詳細（バラツキ）については、</a:t>
            </a:r>
            <a:r>
              <a:rPr lang="en-US" altLang="ja-JP" sz="1400" dirty="0">
                <a:latin typeface="Meiryo UI" panose="020B0604030504040204" pitchFamily="50" charset="-128"/>
                <a:ea typeface="Meiryo UI" panose="020B0604030504040204" pitchFamily="50" charset="-128"/>
              </a:rPr>
              <a:t>Honda</a:t>
            </a:r>
            <a:r>
              <a:rPr lang="ja-JP" altLang="en-US" sz="1400" dirty="0">
                <a:latin typeface="Meiryo UI" panose="020B0604030504040204" pitchFamily="50" charset="-128"/>
                <a:ea typeface="Meiryo UI" panose="020B0604030504040204" pitchFamily="50" charset="-128"/>
              </a:rPr>
              <a:t>と</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latin typeface="Meiryo UI" panose="020B0604030504040204" pitchFamily="50" charset="-128"/>
                <a:ea typeface="Meiryo UI" panose="020B0604030504040204" pitchFamily="50" charset="-128"/>
              </a:rPr>
              <a:t>との間で協議の上、設定すること</a:t>
            </a:r>
            <a:br>
              <a:rPr lang="en-US" altLang="ja-JP" sz="1400" dirty="0">
                <a:latin typeface="Meiryo UI" panose="020B0604030504040204" pitchFamily="50" charset="-128"/>
                <a:ea typeface="Meiryo UI" panose="020B0604030504040204" pitchFamily="50" charset="-128"/>
              </a:rPr>
            </a:br>
            <a:endParaRPr lang="en-US" altLang="ja-JP" sz="1400" dirty="0">
              <a:latin typeface="Meiryo UI" panose="020B0604030504040204" pitchFamily="50" charset="-128"/>
              <a:ea typeface="Meiryo UI" panose="020B0604030504040204" pitchFamily="50" charset="-128"/>
            </a:endParaRPr>
          </a:p>
          <a:p>
            <a:pPr algn="l" eaLnBrk="1" hangingPunct="1">
              <a:lnSpc>
                <a:spcPct val="110000"/>
              </a:lnSpc>
              <a:spcBef>
                <a:spcPts val="600"/>
              </a:spcBef>
              <a:defRPr/>
            </a:pPr>
            <a:r>
              <a:rPr kumimoji="1" lang="en-US" altLang="ja-JP" sz="1400" b="0" i="0" u="none" strike="noStrike" kern="1200" cap="none" spc="0" normalizeH="0" noProof="0" dirty="0">
                <a:ln>
                  <a:noFill/>
                </a:ln>
                <a:effectLst/>
                <a:uLnTx/>
                <a:uFillTx/>
                <a:latin typeface="Meiryo UI" panose="020B0604030504040204" pitchFamily="50" charset="-128"/>
                <a:ea typeface="Meiryo UI" panose="020B0604030504040204" pitchFamily="50" charset="-128"/>
              </a:rPr>
              <a:t>    </a:t>
            </a:r>
            <a:r>
              <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4) </a:t>
            </a:r>
            <a:r>
              <a:rPr kumimoji="1" lang="ja-JP" altLang="en-US"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量産開始前（段確</a:t>
            </a:r>
            <a:r>
              <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Lot/</a:t>
            </a:r>
            <a:r>
              <a:rPr kumimoji="1" lang="ja-JP" altLang="en-US"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品確</a:t>
            </a:r>
            <a:r>
              <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Lot</a:t>
            </a:r>
            <a:r>
              <a:rPr kumimoji="1" lang="ja-JP" altLang="en-US"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）迄に、製造技術と品質管理技術（工程管理表項目検証含む）を確立すること。</a:t>
            </a:r>
            <a:endPar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endParaRPr>
          </a:p>
          <a:p>
            <a:pPr marL="179388" marR="0" lvl="0" indent="0" algn="l" defTabSz="914400" rtl="0" eaLnBrk="1" fontAlgn="base" latinLnBrk="0" hangingPunct="1">
              <a:lnSpc>
                <a:spcPct val="110000"/>
              </a:lnSpc>
              <a:spcBef>
                <a:spcPts val="600"/>
              </a:spcBef>
              <a:spcAft>
                <a:spcPct val="0"/>
              </a:spcAft>
              <a:buClrTx/>
              <a:buSzTx/>
              <a:buFontTx/>
              <a:buNone/>
              <a:tabLst>
                <a:tab pos="442913" algn="l"/>
              </a:tabLst>
              <a:defRPr/>
            </a:pPr>
            <a:r>
              <a:rPr kumimoji="1" lang="ja-JP" altLang="en-US"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     確立後は、工程管理項目・品質管理項目・仕様変更を行わない。</a:t>
            </a:r>
            <a:endPar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endParaRPr>
          </a:p>
          <a:p>
            <a:pPr marL="179388" marR="0" lvl="2" indent="0" algn="l" defTabSz="914400" rtl="0" eaLnBrk="1" fontAlgn="base" latinLnBrk="0" hangingPunct="1">
              <a:lnSpc>
                <a:spcPct val="110000"/>
              </a:lnSpc>
              <a:spcBef>
                <a:spcPts val="600"/>
              </a:spcBef>
              <a:spcAft>
                <a:spcPct val="0"/>
              </a:spcAft>
              <a:buClrTx/>
              <a:buSzTx/>
              <a:buFontTx/>
              <a:buNone/>
              <a:tabLst>
                <a:tab pos="442913" algn="l"/>
              </a:tabLst>
              <a:defRPr/>
            </a:pPr>
            <a:r>
              <a:rPr kumimoji="1" lang="ja-JP" altLang="en-US"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     </a:t>
            </a:r>
            <a:r>
              <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a:t>
            </a:r>
            <a:r>
              <a:rPr kumimoji="1" lang="ja-JP" altLang="en-US"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工程確認項目</a:t>
            </a:r>
            <a:r>
              <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a:t>
            </a:r>
            <a:r>
              <a:rPr kumimoji="1" lang="ja-JP" altLang="en-US"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ライン品質管理項目は、生産ライン検証を実施し明確化する。</a:t>
            </a:r>
            <a:br>
              <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br>
            <a:endParaRPr lang="en-US" altLang="ja-JP" sz="1400" dirty="0">
              <a:latin typeface="Meiryo UI" panose="020B0604030504040204" pitchFamily="50" charset="-128"/>
              <a:ea typeface="Meiryo UI" panose="020B0604030504040204" pitchFamily="50" charset="-128"/>
            </a:endParaRPr>
          </a:p>
          <a:p>
            <a:pPr marL="179388" marR="0" lvl="2" indent="0" algn="l" defTabSz="914400" rtl="0" eaLnBrk="1" fontAlgn="base" latinLnBrk="0" hangingPunct="1">
              <a:lnSpc>
                <a:spcPct val="110000"/>
              </a:lnSpc>
              <a:spcBef>
                <a:spcPts val="600"/>
              </a:spcBef>
              <a:spcAft>
                <a:spcPct val="0"/>
              </a:spcAft>
              <a:buClrTx/>
              <a:buSzTx/>
              <a:tabLst>
                <a:tab pos="442913" algn="l"/>
              </a:tabLst>
              <a:defRPr/>
            </a:pPr>
            <a:r>
              <a:rPr lang="ja-JP" altLang="en-US" sz="1400" dirty="0">
                <a:latin typeface="Meiryo UI" panose="020B0604030504040204" pitchFamily="50" charset="-128"/>
                <a:ea typeface="Meiryo UI" panose="020B0604030504040204" pitchFamily="50" charset="-128"/>
              </a:rPr>
              <a:t> </a:t>
            </a:r>
            <a:r>
              <a:rPr lang="en-US" altLang="ja-JP" sz="1400" dirty="0">
                <a:latin typeface="Meiryo UI" panose="020B0604030504040204" pitchFamily="50" charset="-128"/>
                <a:ea typeface="Meiryo UI" panose="020B0604030504040204" pitchFamily="50" charset="-128"/>
              </a:rPr>
              <a:t>5)</a:t>
            </a:r>
            <a:r>
              <a:rPr lang="ja-JP" altLang="en-US" sz="1400" dirty="0">
                <a:latin typeface="Meiryo UI" panose="020B0604030504040204" pitchFamily="50" charset="-128"/>
                <a:ea typeface="Meiryo UI" panose="020B0604030504040204" pitchFamily="50" charset="-128"/>
              </a:rPr>
              <a:t> </a:t>
            </a:r>
            <a:r>
              <a:rPr lang="en-US" altLang="ja-JP" sz="1400" dirty="0">
                <a:solidFill>
                  <a:srgbClr val="FF0000"/>
                </a:solidFill>
                <a:latin typeface="Meiryo UI" panose="020B0604030504040204" pitchFamily="50" charset="-128"/>
                <a:ea typeface="Meiryo UI" panose="020B0604030504040204" pitchFamily="50" charset="-128"/>
              </a:rPr>
              <a:t>6WZX</a:t>
            </a:r>
            <a:r>
              <a:rPr lang="ja-JP" altLang="en-US" sz="1400" dirty="0">
                <a:latin typeface="Meiryo UI" panose="020B0604030504040204" pitchFamily="50" charset="-128"/>
                <a:ea typeface="Meiryo UI" panose="020B0604030504040204" pitchFamily="50" charset="-128"/>
              </a:rPr>
              <a:t>の量産立上り日程に量産開始できること。</a:t>
            </a:r>
            <a:endParaRPr lang="en-US" altLang="ja-JP" sz="1400" dirty="0">
              <a:latin typeface="Meiryo UI" panose="020B0604030504040204" pitchFamily="50" charset="-128"/>
              <a:ea typeface="Meiryo UI" panose="020B0604030504040204" pitchFamily="50" charset="-128"/>
            </a:endParaRPr>
          </a:p>
          <a:p>
            <a:pPr marL="179388" marR="0" lvl="2" indent="0" algn="l" defTabSz="914400" rtl="0" eaLnBrk="1" fontAlgn="base" latinLnBrk="0" hangingPunct="1">
              <a:lnSpc>
                <a:spcPct val="110000"/>
              </a:lnSpc>
              <a:spcBef>
                <a:spcPts val="600"/>
              </a:spcBef>
              <a:spcAft>
                <a:spcPct val="0"/>
              </a:spcAft>
              <a:buClrTx/>
              <a:buSzTx/>
              <a:tabLst>
                <a:tab pos="442913" algn="l"/>
              </a:tabLst>
              <a:defRPr/>
            </a:pPr>
            <a:endParaRPr lang="en-US" altLang="ja-JP" sz="1400" dirty="0">
              <a:solidFill>
                <a:srgbClr val="0000FF"/>
              </a:solidFill>
              <a:latin typeface="Meiryo UI" panose="020B0604030504040204" pitchFamily="50" charset="-128"/>
              <a:ea typeface="Meiryo UI" panose="020B0604030504040204" pitchFamily="50" charset="-128"/>
              <a:cs typeface="Arial" pitchFamily="34" charset="0"/>
            </a:endParaRPr>
          </a:p>
          <a:p>
            <a:pPr marL="179388" marR="0" lvl="2" indent="0" algn="l" defTabSz="914400" rtl="0" eaLnBrk="1" fontAlgn="base" latinLnBrk="0" hangingPunct="1">
              <a:lnSpc>
                <a:spcPct val="110000"/>
              </a:lnSpc>
              <a:spcBef>
                <a:spcPts val="600"/>
              </a:spcBef>
              <a:spcAft>
                <a:spcPct val="0"/>
              </a:spcAft>
              <a:buClrTx/>
              <a:buSzTx/>
              <a:tabLst>
                <a:tab pos="442913" algn="l"/>
              </a:tabLst>
              <a:defRPr/>
            </a:pPr>
            <a:r>
              <a:rPr lang="ja-JP" altLang="en-US" sz="1400" dirty="0">
                <a:solidFill>
                  <a:srgbClr val="0000FF"/>
                </a:solidFill>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6)</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latin typeface="Meiryo UI" panose="020B0604030504040204" pitchFamily="50" charset="-128"/>
                <a:ea typeface="Meiryo UI" panose="020B0604030504040204" pitchFamily="50" charset="-128"/>
              </a:rPr>
              <a:t>の</a:t>
            </a:r>
            <a:r>
              <a:rPr lang="en-US" altLang="ja-JP" sz="1400" dirty="0">
                <a:latin typeface="Meiryo UI" panose="020B0604030504040204" pitchFamily="50" charset="-128"/>
                <a:ea typeface="Meiryo UI" panose="020B0604030504040204" pitchFamily="50" charset="-128"/>
              </a:rPr>
              <a:t>ENG</a:t>
            </a:r>
            <a:r>
              <a:rPr lang="ja-JP" altLang="en-US" sz="1400" dirty="0">
                <a:latin typeface="Meiryo UI" panose="020B0604030504040204" pitchFamily="50" charset="-128"/>
                <a:ea typeface="Meiryo UI" panose="020B0604030504040204" pitchFamily="50" charset="-128"/>
              </a:rPr>
              <a:t>マネージメントシステム最適化のみで、</a:t>
            </a:r>
            <a:r>
              <a:rPr lang="en-US" altLang="ja-JP" sz="1400" dirty="0">
                <a:latin typeface="Meiryo UI" panose="020B0604030504040204" pitchFamily="50" charset="-128"/>
                <a:ea typeface="Meiryo UI" panose="020B0604030504040204" pitchFamily="50" charset="-128"/>
              </a:rPr>
              <a:t>Honda</a:t>
            </a:r>
            <a:r>
              <a:rPr lang="ja-JP" altLang="en-US" sz="1400" dirty="0">
                <a:latin typeface="Meiryo UI" panose="020B0604030504040204" pitchFamily="50" charset="-128"/>
                <a:ea typeface="Meiryo UI" panose="020B0604030504040204" pitchFamily="50" charset="-128"/>
              </a:rPr>
              <a:t>目標性能を達成できない事象が発生した場合は、</a:t>
            </a:r>
            <a:endParaRPr lang="en-US" altLang="ja-JP" sz="1400" dirty="0">
              <a:latin typeface="Meiryo UI" panose="020B0604030504040204" pitchFamily="50" charset="-128"/>
              <a:ea typeface="Meiryo UI" panose="020B0604030504040204" pitchFamily="50" charset="-128"/>
            </a:endParaRPr>
          </a:p>
          <a:p>
            <a:pPr marL="179388" lvl="1" indent="0" algn="l" eaLnBrk="1" hangingPunct="1">
              <a:lnSpc>
                <a:spcPct val="110000"/>
              </a:lnSpc>
              <a:spcBef>
                <a:spcPts val="600"/>
              </a:spcBef>
              <a:tabLst>
                <a:tab pos="442913" algn="l"/>
              </a:tabLst>
              <a:defRPr/>
            </a:pPr>
            <a:r>
              <a:rPr lang="ja-JP" altLang="en-US" sz="1400" dirty="0">
                <a:latin typeface="Meiryo UI" panose="020B0604030504040204" pitchFamily="50" charset="-128"/>
                <a:ea typeface="Meiryo UI" panose="020B0604030504040204" pitchFamily="50" charset="-128"/>
              </a:rPr>
              <a:t>     両社双方 </a:t>
            </a:r>
            <a:r>
              <a:rPr lang="en-US" altLang="ja-JP" sz="1400" dirty="0">
                <a:latin typeface="Meiryo UI" panose="020B0604030504040204" pitchFamily="50" charset="-128"/>
                <a:ea typeface="Meiryo UI" panose="020B0604030504040204" pitchFamily="50" charset="-128"/>
              </a:rPr>
              <a:t>(HONDA </a:t>
            </a:r>
            <a:r>
              <a:rPr lang="ja-JP" altLang="en-US" sz="1400" dirty="0">
                <a:latin typeface="Meiryo UI" panose="020B0604030504040204" pitchFamily="50" charset="-128"/>
                <a:ea typeface="Meiryo UI" panose="020B0604030504040204" pitchFamily="50" charset="-128"/>
              </a:rPr>
              <a:t>および</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dirty="0">
                <a:latin typeface="Meiryo UI" panose="020B0604030504040204" pitchFamily="50" charset="-128"/>
                <a:ea typeface="Meiryo UI" panose="020B0604030504040204" pitchFamily="50" charset="-128"/>
              </a:rPr>
              <a:t>)</a:t>
            </a:r>
            <a:r>
              <a:rPr lang="ja-JP" altLang="en-US" sz="1400" dirty="0">
                <a:latin typeface="Meiryo UI" panose="020B0604030504040204" pitchFamily="50" charset="-128"/>
                <a:ea typeface="Meiryo UI" panose="020B0604030504040204" pitchFamily="50" charset="-128"/>
              </a:rPr>
              <a:t> で協議の上、対応を決める。</a:t>
            </a:r>
            <a:br>
              <a:rPr lang="en-US" altLang="ja-JP" sz="1400" dirty="0">
                <a:latin typeface="Meiryo UI" panose="020B0604030504040204" pitchFamily="50" charset="-128"/>
                <a:ea typeface="Meiryo UI" panose="020B0604030504040204" pitchFamily="50" charset="-128"/>
              </a:rPr>
            </a:br>
            <a:br>
              <a:rPr lang="en-US" altLang="ja-JP" sz="1400" dirty="0">
                <a:latin typeface="Meiryo UI" panose="020B0604030504040204" pitchFamily="50" charset="-128"/>
                <a:ea typeface="Meiryo UI" panose="020B0604030504040204" pitchFamily="50" charset="-128"/>
              </a:rPr>
            </a:br>
            <a:r>
              <a:rPr lang="en-US" altLang="ja-JP" sz="1400" dirty="0">
                <a:solidFill>
                  <a:srgbClr val="FF0000"/>
                </a:solidFill>
                <a:latin typeface="Meiryo UI" panose="020B0604030504040204" pitchFamily="50" charset="-128"/>
                <a:ea typeface="Meiryo UI" panose="020B0604030504040204" pitchFamily="50" charset="-128"/>
              </a:rPr>
              <a:t>※</a:t>
            </a:r>
            <a:r>
              <a:rPr lang="en-US" altLang="ja-JP" sz="1400" dirty="0">
                <a:latin typeface="Meiryo UI" panose="020B0604030504040204" pitchFamily="50" charset="-128"/>
                <a:ea typeface="Meiryo UI" panose="020B0604030504040204" pitchFamily="50" charset="-128"/>
              </a:rPr>
              <a:t>7)</a:t>
            </a:r>
            <a:r>
              <a:rPr lang="ja-JP" altLang="en-US" sz="1400" dirty="0">
                <a:latin typeface="Meiryo UI" panose="020B0604030504040204" pitchFamily="50" charset="-128"/>
                <a:ea typeface="Meiryo UI" panose="020B0604030504040204" pitchFamily="50" charset="-128"/>
              </a:rPr>
              <a:t>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solidFill>
                  <a:srgbClr val="0000FF"/>
                </a:solidFill>
                <a:latin typeface="Meiryo UI" panose="020B0604030504040204" pitchFamily="50" charset="-128"/>
                <a:ea typeface="Meiryo UI" panose="020B0604030504040204" pitchFamily="50" charset="-128"/>
                <a:cs typeface="Arial" pitchFamily="34" charset="0"/>
              </a:rPr>
              <a:t>と</a:t>
            </a:r>
            <a:r>
              <a:rPr lang="ja-JP" altLang="en-US" sz="1400" dirty="0">
                <a:latin typeface="Meiryo UI" panose="020B0604030504040204" pitchFamily="50" charset="-128"/>
                <a:ea typeface="Meiryo UI" panose="020B0604030504040204" pitchFamily="50" charset="-128"/>
                <a:cs typeface="Arial" pitchFamily="34" charset="0"/>
              </a:rPr>
              <a:t>の</a:t>
            </a:r>
            <a:r>
              <a:rPr lang="en-US" altLang="ja-JP" sz="1400" dirty="0">
                <a:latin typeface="Meiryo UI" panose="020B0604030504040204" pitchFamily="50" charset="-128"/>
                <a:ea typeface="Meiryo UI" panose="020B0604030504040204" pitchFamily="50" charset="-128"/>
                <a:cs typeface="Arial" pitchFamily="34" charset="0"/>
              </a:rPr>
              <a:t>Expert meeting</a:t>
            </a:r>
            <a:r>
              <a:rPr lang="ja-JP" altLang="en-US" sz="1400" dirty="0">
                <a:latin typeface="Meiryo UI" panose="020B0604030504040204" pitchFamily="50" charset="-128"/>
                <a:ea typeface="Meiryo UI" panose="020B0604030504040204" pitchFamily="50" charset="-128"/>
                <a:cs typeface="Arial" pitchFamily="34" charset="0"/>
              </a:rPr>
              <a:t>において、</a:t>
            </a:r>
            <a:r>
              <a:rPr lang="en-US" altLang="ja-JP" sz="1400" dirty="0">
                <a:latin typeface="Meiryo UI" panose="020B0604030504040204" pitchFamily="50" charset="-128"/>
                <a:ea typeface="Meiryo UI" panose="020B0604030504040204" pitchFamily="50" charset="-128"/>
                <a:cs typeface="Arial" pitchFamily="34" charset="0"/>
              </a:rPr>
              <a:t>Honda Japan</a:t>
            </a:r>
            <a:r>
              <a:rPr lang="ja-JP" altLang="en-US" sz="1400" dirty="0">
                <a:latin typeface="Meiryo UI" panose="020B0604030504040204" pitchFamily="50" charset="-128"/>
                <a:ea typeface="Meiryo UI" panose="020B0604030504040204" pitchFamily="50" charset="-128"/>
                <a:cs typeface="Arial" pitchFamily="34" charset="0"/>
              </a:rPr>
              <a:t>へ</a:t>
            </a:r>
            <a:endParaRPr lang="en-US" altLang="ja-JP" sz="1400" dirty="0">
              <a:latin typeface="Meiryo UI" panose="020B0604030504040204" pitchFamily="50" charset="-128"/>
              <a:ea typeface="Meiryo UI" panose="020B0604030504040204" pitchFamily="50" charset="-128"/>
              <a:cs typeface="Arial" pitchFamily="34" charset="0"/>
            </a:endParaRPr>
          </a:p>
          <a:p>
            <a:pPr marL="179388" lvl="1" indent="0" algn="l" eaLnBrk="1" hangingPunct="1">
              <a:lnSpc>
                <a:spcPct val="110000"/>
              </a:lnSpc>
              <a:spcBef>
                <a:spcPts val="600"/>
              </a:spcBef>
              <a:tabLst>
                <a:tab pos="442913" algn="l"/>
              </a:tabLst>
              <a:defRPr/>
            </a:pPr>
            <a:r>
              <a:rPr lang="en-US" altLang="ja-JP" sz="1400" dirty="0">
                <a:latin typeface="Meiryo UI" panose="020B0604030504040204" pitchFamily="50" charset="-128"/>
                <a:ea typeface="Meiryo UI" panose="020B0604030504040204" pitchFamily="50" charset="-128"/>
                <a:cs typeface="Arial" pitchFamily="34" charset="0"/>
              </a:rPr>
              <a:t>       </a:t>
            </a:r>
            <a:r>
              <a:rPr lang="ja-JP" altLang="en-US" sz="1400" dirty="0">
                <a:latin typeface="Meiryo UI" panose="020B0604030504040204" pitchFamily="50" charset="-128"/>
                <a:ea typeface="Meiryo UI" panose="020B0604030504040204" pitchFamily="50" charset="-128"/>
                <a:cs typeface="Arial" pitchFamily="34" charset="0"/>
              </a:rPr>
              <a:t>その検証のサポート依頼する場合がある。</a:t>
            </a:r>
            <a:endParaRPr kumimoji="1" lang="ja-JP" altLang="en-US" sz="1400" b="0" i="0" u="none" strike="noStrike" kern="1200" cap="none" spc="0" normalizeH="0" noProof="0" dirty="0">
              <a:ln>
                <a:noFill/>
              </a:ln>
              <a:effectLst/>
              <a:uLnTx/>
              <a:uFillTx/>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37120504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ext Box 2"/>
          <p:cNvSpPr txBox="1">
            <a:spLocks noChangeArrowheads="1"/>
          </p:cNvSpPr>
          <p:nvPr/>
        </p:nvSpPr>
        <p:spPr bwMode="auto">
          <a:xfrm>
            <a:off x="5245100" y="571728"/>
            <a:ext cx="4051300" cy="61247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キックオフミーティングの目的</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委託開発適用範囲</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委託元と</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Bosch</a:t>
            </a:r>
            <a:endPar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基本コンセプト</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成果物</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委託業務役割責任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RASIC</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要約）</a:t>
            </a: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前提条件</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判断（評価判断、委託完了判断・対価の判断）</a:t>
            </a:r>
            <a:r>
              <a:rPr lang="ja-JP" altLang="en-US" sz="1400" b="1" dirty="0">
                <a:solidFill>
                  <a:srgbClr val="000000"/>
                </a:solidFill>
                <a:latin typeface="Meiryo UI" panose="020B0604030504040204" pitchFamily="50" charset="-128"/>
                <a:ea typeface="Meiryo UI" panose="020B0604030504040204" pitchFamily="50" charset="-128"/>
                <a:cs typeface="Arial" pitchFamily="34" charset="0"/>
              </a:rPr>
              <a:t>およびタイミング</a:t>
            </a:r>
            <a:br>
              <a:rPr kumimoji="1" lang="en-US" altLang="ja-JP" sz="14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br>
            <a:r>
              <a:rPr kumimoji="1" lang="ja-JP" altLang="en-US" sz="14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支払い基準</a:t>
            </a:r>
            <a:r>
              <a:rPr kumimoji="1" lang="en-US" altLang="ja-JP" sz="14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a:t>
            </a:r>
            <a:r>
              <a:rPr kumimoji="1" lang="ja-JP" altLang="en-US" sz="14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開発費定義　</a:t>
            </a:r>
            <a:r>
              <a:rPr kumimoji="1" lang="ja-JP" altLang="en-US"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　　　　　　　　　　　　　　　　　　　　　　　　　　　　　　　　　　　　　　　　　　　　　</a:t>
            </a:r>
            <a:endParaRPr kumimoji="1" lang="en-US" altLang="ja-JP"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endParaRPr kumimoji="1" lang="en-US" altLang="ja-JP"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プロジェクトマネージメント</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概要・基本諸元説明</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適用法規概要</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Engine</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Management</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System</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概要</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構成部品（</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Bosch</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部品）</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indent="-342900" algn="l" eaLnBrk="1" hangingPunct="1">
              <a:spcBef>
                <a:spcPts val="0"/>
              </a:spcBef>
              <a:buFont typeface="+mj-lt"/>
              <a:buAutoNum type="arabicPeriod"/>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仕様差</a:t>
            </a:r>
            <a:br>
              <a:rPr lang="en-US" altLang="ja-JP" sz="1400" dirty="0">
                <a:solidFill>
                  <a:schemeClr val="bg1">
                    <a:lumMod val="65000"/>
                  </a:schemeClr>
                </a:solidFill>
                <a:latin typeface="Meiryo UI" panose="020B0604030504040204" pitchFamily="50" charset="-128"/>
                <a:ea typeface="Meiryo UI" panose="020B0604030504040204" pitchFamily="50" charset="-128"/>
                <a:cs typeface="Arial" pitchFamily="34" charset="0"/>
              </a:rPr>
            </a:br>
            <a:r>
              <a:rPr lang="ja-JP" altLang="en-US" sz="1400" dirty="0">
                <a:solidFill>
                  <a:schemeClr val="bg1">
                    <a:lumMod val="65000"/>
                  </a:schemeClr>
                </a:solidFill>
                <a:latin typeface="Meiryo UI" panose="020B0604030504040204" pitchFamily="50" charset="-128"/>
                <a:ea typeface="Meiryo UI" panose="020B0604030504040204" pitchFamily="50" charset="-128"/>
                <a:cs typeface="Arial" pitchFamily="34" charset="0"/>
              </a:rPr>
              <a:t>・プロジェクト情報</a:t>
            </a:r>
            <a:r>
              <a:rPr lang="en-US" altLang="ja-JP" sz="1400" dirty="0">
                <a:solidFill>
                  <a:schemeClr val="bg1">
                    <a:lumMod val="65000"/>
                  </a:schemeClr>
                </a:solidFill>
                <a:latin typeface="Meiryo UI" panose="020B0604030504040204" pitchFamily="50" charset="-128"/>
                <a:ea typeface="Meiryo UI" panose="020B0604030504040204" pitchFamily="50" charset="-128"/>
                <a:cs typeface="Arial" pitchFamily="34" charset="0"/>
              </a:rPr>
              <a:t>/</a:t>
            </a:r>
            <a:r>
              <a:rPr lang="ja-JP" altLang="en-US" sz="1400" dirty="0">
                <a:solidFill>
                  <a:schemeClr val="bg1">
                    <a:lumMod val="65000"/>
                  </a:schemeClr>
                </a:solidFill>
                <a:latin typeface="Meiryo UI" panose="020B0604030504040204" pitchFamily="50" charset="-128"/>
                <a:ea typeface="Meiryo UI" panose="020B0604030504040204" pitchFamily="50" charset="-128"/>
                <a:cs typeface="Arial" pitchFamily="34" charset="0"/>
              </a:rPr>
              <a:t>関連部品</a:t>
            </a:r>
            <a:r>
              <a:rPr lang="en-US" altLang="ja-JP" sz="1400" dirty="0">
                <a:solidFill>
                  <a:schemeClr val="bg1">
                    <a:lumMod val="65000"/>
                  </a:schemeClr>
                </a:solidFill>
                <a:latin typeface="Meiryo UI" panose="020B0604030504040204" pitchFamily="50" charset="-128"/>
                <a:ea typeface="Meiryo UI" panose="020B0604030504040204" pitchFamily="50" charset="-128"/>
                <a:cs typeface="Arial" pitchFamily="34" charset="0"/>
              </a:rPr>
              <a:t>Spec</a:t>
            </a:r>
            <a:r>
              <a:rPr lang="ja-JP" altLang="en-US" sz="1400" dirty="0">
                <a:solidFill>
                  <a:schemeClr val="bg1">
                    <a:lumMod val="65000"/>
                  </a:schemeClr>
                </a:solidFill>
                <a:latin typeface="Meiryo UI" panose="020B0604030504040204" pitchFamily="50" charset="-128"/>
                <a:ea typeface="Meiryo UI" panose="020B0604030504040204" pitchFamily="50" charset="-128"/>
                <a:cs typeface="Arial" pitchFamily="34" charset="0"/>
              </a:rPr>
              <a:t>説明</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車載機能・装備説明</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信頼性保証要件</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要求＆ＣＲ</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成果物検証・品質検証</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lang="en-US" altLang="ja-JP" sz="1400" dirty="0">
                <a:solidFill>
                  <a:schemeClr val="bg1">
                    <a:lumMod val="65000"/>
                  </a:schemeClr>
                </a:solidFill>
                <a:latin typeface="Meiryo UI" panose="020B0604030504040204" pitchFamily="50" charset="-128"/>
                <a:ea typeface="Meiryo UI" panose="020B0604030504040204" pitchFamily="50" charset="-128"/>
                <a:cs typeface="Arial" pitchFamily="34" charset="0"/>
              </a:rPr>
              <a:t>EMS</a:t>
            </a:r>
            <a:r>
              <a:rPr lang="ja-JP" altLang="en-US" sz="1400" dirty="0">
                <a:solidFill>
                  <a:schemeClr val="bg1">
                    <a:lumMod val="65000"/>
                  </a:schemeClr>
                </a:solidFill>
                <a:latin typeface="Meiryo UI" panose="020B0604030504040204" pitchFamily="50" charset="-128"/>
                <a:ea typeface="Meiryo UI" panose="020B0604030504040204" pitchFamily="50" charset="-128"/>
                <a:cs typeface="Arial" pitchFamily="34" charset="0"/>
              </a:rPr>
              <a:t>シート</a:t>
            </a:r>
            <a:endParaRPr lang="en-US" altLang="ja-JP" sz="1400" noProof="0" dirty="0">
              <a:solidFill>
                <a:schemeClr val="bg1">
                  <a:lumMod val="65000"/>
                </a:schemeClr>
              </a:solidFill>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lang="ja-JP" altLang="en-US" sz="1400" noProof="0" dirty="0">
                <a:solidFill>
                  <a:schemeClr val="bg1">
                    <a:lumMod val="65000"/>
                  </a:schemeClr>
                </a:solidFill>
                <a:latin typeface="Meiryo UI" panose="020B0604030504040204" pitchFamily="50" charset="-128"/>
                <a:ea typeface="Meiryo UI" panose="020B0604030504040204" pitchFamily="50" charset="-128"/>
                <a:cs typeface="Arial" pitchFamily="34" charset="0"/>
              </a:rPr>
              <a:t>エキスパート</a:t>
            </a:r>
            <a:r>
              <a:rPr lang="en-US" altLang="ja-JP" sz="1400" noProof="0" dirty="0">
                <a:solidFill>
                  <a:schemeClr val="bg1">
                    <a:lumMod val="65000"/>
                  </a:schemeClr>
                </a:solidFill>
                <a:latin typeface="Meiryo UI" panose="020B0604030504040204" pitchFamily="50" charset="-128"/>
                <a:ea typeface="Meiryo UI" panose="020B0604030504040204" pitchFamily="50" charset="-128"/>
                <a:cs typeface="Arial" pitchFamily="34" charset="0"/>
              </a:rPr>
              <a:t>MTG</a:t>
            </a:r>
            <a:r>
              <a:rPr lang="ja-JP" altLang="en-US" sz="1400" noProof="0" dirty="0">
                <a:solidFill>
                  <a:schemeClr val="bg1">
                    <a:lumMod val="65000"/>
                  </a:schemeClr>
                </a:solidFill>
                <a:latin typeface="Meiryo UI" panose="020B0604030504040204" pitchFamily="50" charset="-128"/>
                <a:ea typeface="Meiryo UI" panose="020B0604030504040204" pitchFamily="50" charset="-128"/>
                <a:cs typeface="Arial" pitchFamily="34" charset="0"/>
              </a:rPr>
              <a:t>について</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サポート業務</a:t>
            </a: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その他の開発ガイドライン</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開発日程</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開発体制表</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p:txBody>
      </p:sp>
      <p:sp>
        <p:nvSpPr>
          <p:cNvPr id="6" name="Text Box 2"/>
          <p:cNvSpPr txBox="1">
            <a:spLocks noChangeArrowheads="1"/>
          </p:cNvSpPr>
          <p:nvPr/>
        </p:nvSpPr>
        <p:spPr bwMode="auto">
          <a:xfrm>
            <a:off x="133262" y="44450"/>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20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Contents</a:t>
            </a:r>
            <a:r>
              <a:rPr kumimoji="1" lang="ja-JP" altLang="en-US" sz="20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　（目次）</a:t>
            </a:r>
            <a:endParaRPr kumimoji="1" lang="en-US" altLang="ja-JP" sz="1100" b="0" i="0" u="none" strike="noStrike" kern="1200" cap="none" spc="0" normalizeH="0" baseline="0" noProof="0">
              <a:ln>
                <a:noFill/>
              </a:ln>
              <a:solidFill>
                <a:srgbClr val="FFFFFF"/>
              </a:solidFill>
              <a:effectLst/>
              <a:uLnTx/>
              <a:uFillTx/>
              <a:latin typeface="HGPｺﾞｼｯｸE" pitchFamily="50" charset="-128"/>
              <a:ea typeface="HGPｺﾞｼｯｸE" pitchFamily="50" charset="-128"/>
              <a:cs typeface="Arial" pitchFamily="34" charset="0"/>
            </a:endParaRPr>
          </a:p>
        </p:txBody>
      </p:sp>
      <p:sp>
        <p:nvSpPr>
          <p:cNvPr id="7" name="Text Box 2"/>
          <p:cNvSpPr txBox="1">
            <a:spLocks noChangeArrowheads="1"/>
          </p:cNvSpPr>
          <p:nvPr/>
        </p:nvSpPr>
        <p:spPr bwMode="auto">
          <a:xfrm>
            <a:off x="0" y="571728"/>
            <a:ext cx="5321300" cy="6124754"/>
          </a:xfrm>
          <a:prstGeom prst="rect">
            <a:avLst/>
          </a:prstGeom>
          <a:noFill/>
          <a:ln>
            <a:noFill/>
          </a:ln>
          <a:effec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Purpose of</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lang="en-US" altLang="ja-JP" sz="1400" dirty="0">
                <a:solidFill>
                  <a:schemeClr val="bg1">
                    <a:lumMod val="65000"/>
                  </a:schemeClr>
                </a:solidFill>
                <a:latin typeface="Meiryo UI" panose="020B0604030504040204" pitchFamily="50" charset="-128"/>
                <a:ea typeface="Meiryo UI" panose="020B0604030504040204" pitchFamily="50" charset="-128"/>
                <a:cs typeface="Arial" pitchFamily="34" charset="0"/>
              </a:rPr>
              <a:t>K</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ick-off Meeting</a:t>
            </a:r>
            <a:endPar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Scope of Development Work</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err="1">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Entrustor</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and </a:t>
            </a:r>
            <a:r>
              <a:rPr kumimoji="1" lang="en-US" altLang="ja-JP" sz="1400" b="0" i="0" u="none" strike="noStrike" kern="1200" cap="none" spc="0" normalizeH="0" baseline="0" noProof="0" dirty="0" err="1">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Entrustee</a:t>
            </a:r>
            <a:endPar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Basic Concept / Deliverables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Role</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&amp;</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Responsibility (Samples of RASIC)</a:t>
            </a:r>
            <a:endPar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Preconditions</a:t>
            </a:r>
          </a:p>
          <a:p>
            <a:pPr marL="450850" marR="0" lvl="0" indent="-45085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Judgments (on Evaluation, Completion of Development Work Entrusted by Honda and  Payment Amount) and Timings</a:t>
            </a:r>
            <a:br>
              <a:rPr kumimoji="1" lang="en-US" altLang="ja-JP" sz="14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br>
            <a:r>
              <a:rPr kumimoji="1" lang="en-US" altLang="ja-JP" sz="14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Payment Criteria / Definition of Development Fee </a:t>
            </a:r>
          </a:p>
          <a:p>
            <a:pPr marL="450850" marR="0" lvl="0" indent="-45085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Project Management </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Engine Overview</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and</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Basic Specification </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Applicable Regulations Overview</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Engine</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Management</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System Overview</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 Components</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(Bosch components)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Engine S</a:t>
            </a:r>
            <a:r>
              <a:rPr lang="en-US" altLang="ja-JP" sz="1400" dirty="0">
                <a:solidFill>
                  <a:schemeClr val="bg1">
                    <a:lumMod val="65000"/>
                  </a:schemeClr>
                </a:solidFill>
                <a:latin typeface="Meiryo UI" panose="020B0604030504040204" pitchFamily="50" charset="-128"/>
                <a:ea typeface="Meiryo UI" panose="020B0604030504040204" pitchFamily="50" charset="-128"/>
                <a:cs typeface="Arial" pitchFamily="34" charset="0"/>
              </a:rPr>
              <a:t>pec Comparison from Base Model</a:t>
            </a:r>
            <a:br>
              <a:rPr lang="en-US" altLang="ja-JP" sz="1400" dirty="0">
                <a:solidFill>
                  <a:schemeClr val="bg1">
                    <a:lumMod val="65000"/>
                  </a:schemeClr>
                </a:solidFill>
                <a:latin typeface="Meiryo UI" panose="020B0604030504040204" pitchFamily="50" charset="-128"/>
                <a:ea typeface="Meiryo UI" panose="020B0604030504040204" pitchFamily="50" charset="-128"/>
                <a:cs typeface="Arial" pitchFamily="34" charset="0"/>
              </a:rPr>
            </a:br>
            <a:r>
              <a:rPr lang="en-US" altLang="ja-JP" sz="1400" dirty="0">
                <a:solidFill>
                  <a:schemeClr val="bg1">
                    <a:lumMod val="65000"/>
                  </a:schemeClr>
                </a:solidFill>
                <a:latin typeface="Meiryo UI" panose="020B0604030504040204" pitchFamily="50" charset="-128"/>
                <a:ea typeface="Meiryo UI" panose="020B0604030504040204" pitchFamily="50" charset="-128"/>
                <a:cs typeface="Arial" pitchFamily="34" charset="0"/>
              </a:rPr>
              <a:t>Project information / Non-Bosch</a:t>
            </a:r>
            <a:r>
              <a:rPr lang="ja-JP" altLang="en-US" sz="1400" dirty="0">
                <a:solidFill>
                  <a:schemeClr val="bg1">
                    <a:lumMod val="65000"/>
                  </a:schemeClr>
                </a:solidFill>
                <a:latin typeface="Meiryo UI" panose="020B0604030504040204" pitchFamily="50" charset="-128"/>
                <a:ea typeface="Meiryo UI" panose="020B0604030504040204" pitchFamily="50" charset="-128"/>
                <a:cs typeface="Arial" pitchFamily="34" charset="0"/>
              </a:rPr>
              <a:t> </a:t>
            </a:r>
            <a:r>
              <a:rPr lang="en-US" altLang="ja-JP" sz="1400" dirty="0">
                <a:solidFill>
                  <a:schemeClr val="bg1">
                    <a:lumMod val="65000"/>
                  </a:schemeClr>
                </a:solidFill>
                <a:latin typeface="Meiryo UI" panose="020B0604030504040204" pitchFamily="50" charset="-128"/>
                <a:ea typeface="Meiryo UI" panose="020B0604030504040204" pitchFamily="50" charset="-128"/>
                <a:cs typeface="Arial" pitchFamily="34" charset="0"/>
              </a:rPr>
              <a:t>Components</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In-Vehicle</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Functions</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Relating</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ECU </a:t>
            </a:r>
            <a:r>
              <a:rPr lang="en-US" altLang="ja-JP" sz="1400" dirty="0">
                <a:solidFill>
                  <a:schemeClr val="bg1">
                    <a:lumMod val="65000"/>
                  </a:schemeClr>
                </a:solidFill>
                <a:latin typeface="Meiryo UI" panose="020B0604030504040204" pitchFamily="50" charset="-128"/>
                <a:ea typeface="Meiryo UI" panose="020B0604030504040204" pitchFamily="50" charset="-128"/>
                <a:cs typeface="Arial" pitchFamily="34" charset="0"/>
              </a:rPr>
              <a:t>and</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Features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Reliability</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Assurance</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 Requirement and CR </a:t>
            </a:r>
            <a:endParaRPr kumimoji="1" lang="ja-JP" altLang="en-US" sz="1400" b="0" i="0" u="none" strike="dbl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anose="020B0604020202020204" pitchFamily="34" charset="0"/>
              </a:rPr>
              <a:t>EMS Report Maturity and Quality Verification</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lang="en-US" altLang="ja-JP" sz="1400" dirty="0">
                <a:solidFill>
                  <a:schemeClr val="bg1">
                    <a:lumMod val="65000"/>
                  </a:schemeClr>
                </a:solidFill>
                <a:latin typeface="Meiryo UI" panose="020B0604030504040204" pitchFamily="50" charset="-128"/>
                <a:ea typeface="Meiryo UI" panose="020B0604030504040204" pitchFamily="50" charset="-128"/>
                <a:cs typeface="Arial" panose="020B0604020202020204" pitchFamily="34" charset="0"/>
              </a:rPr>
              <a:t>EMS Sheet</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anose="020B0604020202020204"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lang="en-US" altLang="ja-JP" sz="1400" dirty="0">
                <a:solidFill>
                  <a:schemeClr val="bg1">
                    <a:lumMod val="65000"/>
                  </a:schemeClr>
                </a:solidFill>
                <a:latin typeface="Meiryo UI" panose="020B0604030504040204" pitchFamily="50" charset="-128"/>
                <a:ea typeface="Meiryo UI" panose="020B0604030504040204" pitchFamily="50" charset="-128"/>
                <a:cs typeface="Arial" panose="020B0604020202020204" pitchFamily="34" charset="0"/>
              </a:rPr>
              <a:t>Expert Meeting</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anose="020B0604020202020204"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anose="020B0604020202020204" pitchFamily="34" charset="0"/>
              </a:rPr>
              <a:t>Necessary</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Support</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Miscellaneous Guidelines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Development Schedule</a:t>
            </a:r>
            <a:endPar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Development Organization Chart</a:t>
            </a:r>
          </a:p>
        </p:txBody>
      </p:sp>
    </p:spTree>
    <p:extLst>
      <p:ext uri="{BB962C8B-B14F-4D97-AF65-F5344CB8AC3E}">
        <p14:creationId xmlns:p14="http://schemas.microsoft.com/office/powerpoint/2010/main" val="35306059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2"/>
          <p:cNvSpPr txBox="1">
            <a:spLocks noChangeArrowheads="1"/>
          </p:cNvSpPr>
          <p:nvPr/>
        </p:nvSpPr>
        <p:spPr bwMode="auto">
          <a:xfrm>
            <a:off x="133262" y="44451"/>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2000">
                <a:solidFill>
                  <a:srgbClr val="FFFFFF"/>
                </a:solidFill>
                <a:latin typeface="Meiryo UI" panose="020B0604030504040204" pitchFamily="50" charset="-128"/>
                <a:ea typeface="Meiryo UI" panose="020B0604030504040204" pitchFamily="50" charset="-128"/>
                <a:cs typeface="Arial" pitchFamily="34" charset="0"/>
              </a:rPr>
              <a:t>7. Judgments and Timings (1/7)</a:t>
            </a:r>
            <a:endParaRPr lang="en-US" altLang="ja-JP" sz="1100">
              <a:solidFill>
                <a:srgbClr val="FFFFFF"/>
              </a:solidFill>
              <a:latin typeface="HGPｺﾞｼｯｸE" pitchFamily="50" charset="-128"/>
              <a:ea typeface="HGPｺﾞｼｯｸE" pitchFamily="50" charset="-128"/>
              <a:cs typeface="Arial" pitchFamily="34" charset="0"/>
            </a:endParaRPr>
          </a:p>
        </p:txBody>
      </p:sp>
      <p:sp>
        <p:nvSpPr>
          <p:cNvPr id="7" name="Text Box 2"/>
          <p:cNvSpPr txBox="1">
            <a:spLocks noChangeArrowheads="1"/>
          </p:cNvSpPr>
          <p:nvPr/>
        </p:nvSpPr>
        <p:spPr bwMode="auto">
          <a:xfrm>
            <a:off x="81378" y="557829"/>
            <a:ext cx="9036496" cy="5777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l" eaLnBrk="1" hangingPunct="1">
              <a:lnSpc>
                <a:spcPct val="110000"/>
              </a:lnSpc>
              <a:spcBef>
                <a:spcPts val="300"/>
              </a:spcBef>
            </a:pPr>
            <a:r>
              <a:rPr lang="en-US" altLang="ja-JP" sz="1600" b="1" u="sng" dirty="0">
                <a:latin typeface="Meiryo UI" panose="020B0604030504040204" pitchFamily="50" charset="-128"/>
                <a:ea typeface="Meiryo UI" panose="020B0604030504040204" pitchFamily="50" charset="-128"/>
                <a:cs typeface="Arial" pitchFamily="34" charset="0"/>
              </a:rPr>
              <a:t>Judgments (Evaluation, Completion of Development Work, Payment Amount)</a:t>
            </a:r>
            <a:endParaRPr lang="ja-JP" altLang="en-US" sz="1600" b="1" u="sng" dirty="0">
              <a:latin typeface="Meiryo UI" panose="020B0604030504040204" pitchFamily="50" charset="-128"/>
              <a:ea typeface="Meiryo UI" panose="020B0604030504040204" pitchFamily="50" charset="-128"/>
              <a:cs typeface="Arial" pitchFamily="34" charset="0"/>
            </a:endParaRPr>
          </a:p>
          <a:p>
            <a:pPr marL="360363" lvl="1" indent="-257175" algn="l" eaLnBrk="1" hangingPunct="1">
              <a:lnSpc>
                <a:spcPct val="110000"/>
              </a:lnSpc>
              <a:spcBef>
                <a:spcPts val="300"/>
              </a:spcBef>
            </a:pPr>
            <a:r>
              <a:rPr lang="en-US" altLang="ja-JP" sz="1400" dirty="0">
                <a:latin typeface="Meiryo UI" panose="020B0604030504040204" pitchFamily="50" charset="-128"/>
                <a:ea typeface="Meiryo UI" panose="020B0604030504040204" pitchFamily="50" charset="-128"/>
                <a:cs typeface="Arial" pitchFamily="34" charset="0"/>
              </a:rPr>
              <a:t>1)</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Honda will make a final judgment of the prototype development completion at the end of the development stage to determine that trial manufacturing at Honda can proceed to mass</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production manufacturing at manufacturer, it define as V3 prototype technical evaluation. </a:t>
            </a:r>
            <a:br>
              <a:rPr lang="en-US" altLang="ja-JP" sz="1400" dirty="0">
                <a:latin typeface="Meiryo UI" panose="020B0604030504040204" pitchFamily="50" charset="-128"/>
                <a:ea typeface="Meiryo UI" panose="020B0604030504040204" pitchFamily="50" charset="-128"/>
                <a:cs typeface="Arial" pitchFamily="34" charset="0"/>
              </a:rPr>
            </a:br>
            <a:r>
              <a:rPr lang="en-US" altLang="ja-JP" sz="1400" b="1" dirty="0">
                <a:latin typeface="Meiryo UI" panose="020B0604030504040204" pitchFamily="50" charset="-128"/>
                <a:ea typeface="Meiryo UI" panose="020B0604030504040204" pitchFamily="50" charset="-128"/>
                <a:cs typeface="Arial" pitchFamily="34" charset="0"/>
              </a:rPr>
              <a:t>= V3 judgment </a:t>
            </a:r>
            <a:r>
              <a:rPr lang="en-US" altLang="ja-JP" sz="1400" dirty="0">
                <a:latin typeface="Meiryo UI" panose="020B0604030504040204" pitchFamily="50" charset="-128"/>
                <a:ea typeface="Meiryo UI" panose="020B0604030504040204" pitchFamily="50" charset="-128"/>
                <a:cs typeface="Arial" pitchFamily="34" charset="0"/>
              </a:rPr>
              <a:t>(Honda)</a:t>
            </a:r>
            <a:br>
              <a:rPr lang="en-US" altLang="ja-JP" sz="1400" dirty="0">
                <a:latin typeface="Meiryo UI" panose="020B0604030504040204" pitchFamily="50" charset="-128"/>
                <a:ea typeface="Meiryo UI" panose="020B0604030504040204" pitchFamily="50" charset="-128"/>
                <a:cs typeface="Arial" pitchFamily="34" charset="0"/>
              </a:rPr>
            </a:br>
            <a:endParaRPr lang="ja-JP" altLang="en-US" sz="1400" dirty="0">
              <a:latin typeface="Meiryo UI" panose="020B0604030504040204" pitchFamily="50" charset="-128"/>
              <a:ea typeface="Meiryo UI" panose="020B0604030504040204" pitchFamily="50" charset="-128"/>
              <a:cs typeface="Arial" pitchFamily="34" charset="0"/>
            </a:endParaRPr>
          </a:p>
          <a:p>
            <a:pPr marL="360363" lvl="1" indent="-257175" algn="l" eaLnBrk="1" hangingPunct="1">
              <a:lnSpc>
                <a:spcPct val="110000"/>
              </a:lnSpc>
              <a:spcBef>
                <a:spcPts val="300"/>
              </a:spcBef>
            </a:pPr>
            <a:r>
              <a:rPr lang="en-US" altLang="ja-JP" sz="1400" dirty="0">
                <a:latin typeface="Meiryo UI" panose="020B0604030504040204" pitchFamily="50" charset="-128"/>
                <a:ea typeface="Meiryo UI" panose="020B0604030504040204" pitchFamily="50" charset="-128"/>
                <a:cs typeface="Arial" pitchFamily="34" charset="0"/>
              </a:rPr>
              <a:t>2)</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After the</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final prototype technical judgment by Honda, the mass</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production preparation stage will</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be</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started</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and judged for mass production quality maturation at </a:t>
            </a:r>
            <a:r>
              <a:rPr lang="en-US" altLang="ja-JP" sz="1400" dirty="0">
                <a:solidFill>
                  <a:srgbClr val="FF0000"/>
                </a:solidFill>
                <a:latin typeface="Meiryo UI" panose="020B0604030504040204" pitchFamily="50" charset="-128"/>
                <a:ea typeface="Meiryo UI" panose="020B0604030504040204" pitchFamily="50" charset="-128"/>
                <a:cs typeface="Arial" pitchFamily="34" charset="0"/>
              </a:rPr>
              <a:t>HAB</a:t>
            </a:r>
            <a:r>
              <a:rPr lang="en-US" altLang="ja-JP" sz="1400" dirty="0">
                <a:latin typeface="Meiryo UI" panose="020B0604030504040204" pitchFamily="50" charset="-128"/>
                <a:ea typeface="Meiryo UI" panose="020B0604030504040204" pitchFamily="50" charset="-128"/>
                <a:cs typeface="Arial" pitchFamily="34" charset="0"/>
              </a:rPr>
              <a:t> </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b="1" dirty="0">
                <a:latin typeface="Meiryo UI" panose="020B0604030504040204" pitchFamily="50" charset="-128"/>
                <a:ea typeface="Meiryo UI" panose="020B0604030504040204" pitchFamily="50" charset="-128"/>
                <a:cs typeface="Arial" pitchFamily="34" charset="0"/>
              </a:rPr>
              <a:t>=  DAN/QC</a:t>
            </a:r>
            <a:r>
              <a:rPr lang="ja-JP" altLang="en-US" sz="1400" b="1" dirty="0">
                <a:latin typeface="Meiryo UI" panose="020B0604030504040204" pitchFamily="50" charset="-128"/>
                <a:ea typeface="Meiryo UI" panose="020B0604030504040204" pitchFamily="50" charset="-128"/>
                <a:cs typeface="Arial" pitchFamily="34" charset="0"/>
              </a:rPr>
              <a:t> </a:t>
            </a:r>
            <a:r>
              <a:rPr lang="en-US" altLang="ja-JP" sz="1400" b="1" dirty="0">
                <a:latin typeface="Meiryo UI" panose="020B0604030504040204" pitchFamily="50" charset="-128"/>
                <a:ea typeface="Meiryo UI" panose="020B0604030504040204" pitchFamily="50" charset="-128"/>
                <a:cs typeface="Arial" pitchFamily="34" charset="0"/>
              </a:rPr>
              <a:t>Stage judgment</a:t>
            </a:r>
            <a:br>
              <a:rPr lang="en-US" altLang="ja-JP" sz="1400" b="1" dirty="0">
                <a:latin typeface="Meiryo UI" panose="020B0604030504040204" pitchFamily="50" charset="-128"/>
                <a:ea typeface="Meiryo UI" panose="020B0604030504040204" pitchFamily="50" charset="-128"/>
                <a:cs typeface="Arial" pitchFamily="34" charset="0"/>
              </a:rPr>
            </a:br>
            <a:endParaRPr lang="ja-JP" altLang="en-US" sz="1400" b="1" dirty="0">
              <a:latin typeface="Meiryo UI" panose="020B0604030504040204" pitchFamily="50" charset="-128"/>
              <a:ea typeface="Meiryo UI" panose="020B0604030504040204" pitchFamily="50" charset="-128"/>
              <a:cs typeface="Arial" pitchFamily="34" charset="0"/>
            </a:endParaRPr>
          </a:p>
          <a:p>
            <a:pPr marL="360363" lvl="1" indent="-257175" algn="l" eaLnBrk="1" hangingPunct="1">
              <a:lnSpc>
                <a:spcPct val="110000"/>
              </a:lnSpc>
              <a:spcBef>
                <a:spcPts val="300"/>
              </a:spcBef>
              <a:buAutoNum type="arabicParenR" startAt="3"/>
            </a:pPr>
            <a:r>
              <a:rPr lang="en-US" altLang="ja-JP" sz="1400" dirty="0">
                <a:latin typeface="Meiryo UI" panose="020B0604030504040204" pitchFamily="50" charset="-128"/>
                <a:ea typeface="Meiryo UI" panose="020B0604030504040204" pitchFamily="50" charset="-128"/>
                <a:cs typeface="Arial" pitchFamily="34" charset="0"/>
              </a:rPr>
              <a:t>The determination of SOP is judged by </a:t>
            </a:r>
            <a:r>
              <a:rPr lang="en-US" altLang="ja-JP" sz="1400" dirty="0">
                <a:solidFill>
                  <a:srgbClr val="FF0000"/>
                </a:solidFill>
                <a:latin typeface="Meiryo UI" panose="020B0604030504040204" pitchFamily="50" charset="-128"/>
                <a:ea typeface="Meiryo UI" panose="020B0604030504040204" pitchFamily="50" charset="-128"/>
                <a:cs typeface="Arial" pitchFamily="34" charset="0"/>
              </a:rPr>
              <a:t>HAB</a:t>
            </a:r>
            <a:r>
              <a:rPr lang="en-US" altLang="ja-JP" sz="1400" dirty="0">
                <a:latin typeface="Meiryo UI" panose="020B0604030504040204" pitchFamily="50" charset="-128"/>
                <a:ea typeface="Meiryo UI" panose="020B0604030504040204" pitchFamily="50" charset="-128"/>
                <a:cs typeface="Arial" pitchFamily="34" charset="0"/>
              </a:rPr>
              <a:t>, it includes quality inspection of process line with observers, it is defined as the E2 (T-Kaku) judgment </a:t>
            </a:r>
            <a:r>
              <a:rPr lang="en-US" altLang="ja-JP" sz="1400" b="1" dirty="0">
                <a:latin typeface="Meiryo UI" panose="020B0604030504040204" pitchFamily="50" charset="-128"/>
                <a:ea typeface="Meiryo UI" panose="020B0604030504040204" pitchFamily="50" charset="-128"/>
                <a:cs typeface="Arial" pitchFamily="34" charset="0"/>
              </a:rPr>
              <a:t>= E2-Stage judgment</a:t>
            </a:r>
            <a:br>
              <a:rPr lang="en-US" altLang="ja-JP" sz="1400" b="1" dirty="0">
                <a:latin typeface="Meiryo UI" panose="020B0604030504040204" pitchFamily="50" charset="-128"/>
                <a:ea typeface="Meiryo UI" panose="020B0604030504040204" pitchFamily="50" charset="-128"/>
                <a:cs typeface="Arial" pitchFamily="34" charset="0"/>
              </a:rPr>
            </a:br>
            <a:endParaRPr lang="en-US" altLang="ja-JP" sz="1400" b="1" dirty="0">
              <a:latin typeface="Meiryo UI" panose="020B0604030504040204" pitchFamily="50" charset="-128"/>
              <a:ea typeface="Meiryo UI" panose="020B0604030504040204" pitchFamily="50" charset="-128"/>
              <a:cs typeface="Arial" pitchFamily="34" charset="0"/>
            </a:endParaRPr>
          </a:p>
          <a:p>
            <a:pPr marL="103188" lvl="1" indent="0" algn="l" eaLnBrk="1" hangingPunct="1">
              <a:lnSpc>
                <a:spcPct val="110000"/>
              </a:lnSpc>
              <a:spcBef>
                <a:spcPts val="300"/>
              </a:spcBef>
            </a:pPr>
            <a:r>
              <a:rPr lang="en-US" altLang="ja-JP" sz="1400" dirty="0">
                <a:latin typeface="Meiryo UI" panose="020B0604030504040204" pitchFamily="50" charset="-128"/>
                <a:ea typeface="Meiryo UI" panose="020B0604030504040204" pitchFamily="50" charset="-128"/>
                <a:cs typeface="Arial" pitchFamily="34" charset="0"/>
              </a:rPr>
              <a:t>4)</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The evaluation judgment of Development Work is made by the vehicle calibration results and </a:t>
            </a:r>
          </a:p>
          <a:p>
            <a:pPr marL="103188" lvl="1" indent="0" algn="l" eaLnBrk="1" hangingPunct="1">
              <a:lnSpc>
                <a:spcPct val="110000"/>
              </a:lnSpc>
              <a:spcBef>
                <a:spcPts val="300"/>
              </a:spcBef>
            </a:pP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the judgment of EMS output each of the above stated evaluation events. </a:t>
            </a:r>
          </a:p>
          <a:p>
            <a:pPr marL="103188" lvl="1" indent="0" algn="l" eaLnBrk="1" hangingPunct="1">
              <a:lnSpc>
                <a:spcPct val="110000"/>
              </a:lnSpc>
              <a:spcBef>
                <a:spcPts val="300"/>
              </a:spcBef>
            </a:pP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The deliverables will be assessed to determine an equivalent value for payment after the each </a:t>
            </a:r>
          </a:p>
          <a:p>
            <a:pPr marL="103188" lvl="1" indent="0" algn="l" eaLnBrk="1" hangingPunct="1">
              <a:lnSpc>
                <a:spcPct val="110000"/>
              </a:lnSpc>
              <a:spcBef>
                <a:spcPts val="300"/>
              </a:spcBef>
            </a:pPr>
            <a:r>
              <a:rPr lang="en-US" altLang="ja-JP" sz="1400" dirty="0">
                <a:latin typeface="Meiryo UI" panose="020B0604030504040204" pitchFamily="50" charset="-128"/>
                <a:ea typeface="Meiryo UI" panose="020B0604030504040204" pitchFamily="50" charset="-128"/>
                <a:cs typeface="Arial" pitchFamily="34" charset="0"/>
              </a:rPr>
              <a:t>   </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evaluation result. </a:t>
            </a:r>
          </a:p>
          <a:p>
            <a:pPr marL="103188" lvl="1" indent="0" algn="l" eaLnBrk="1" hangingPunct="1">
              <a:lnSpc>
                <a:spcPct val="110000"/>
              </a:lnSpc>
              <a:spcBef>
                <a:spcPts val="300"/>
              </a:spcBef>
            </a:pP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The payment is judged and approved based on each deliverable`s equivalent value ( technical </a:t>
            </a:r>
          </a:p>
          <a:p>
            <a:pPr marL="103188" lvl="1" indent="0" algn="l" eaLnBrk="1" hangingPunct="1">
              <a:lnSpc>
                <a:spcPct val="110000"/>
              </a:lnSpc>
              <a:spcBef>
                <a:spcPts val="300"/>
              </a:spcBef>
            </a:pPr>
            <a:r>
              <a:rPr lang="en-US" altLang="ja-JP" sz="1400" dirty="0">
                <a:latin typeface="Meiryo UI" panose="020B0604030504040204" pitchFamily="50" charset="-128"/>
                <a:ea typeface="Meiryo UI" panose="020B0604030504040204" pitchFamily="50" charset="-128"/>
                <a:cs typeface="Arial" pitchFamily="34" charset="0"/>
              </a:rPr>
              <a:t>    report, electrical data, graph, actual test part) </a:t>
            </a:r>
            <a:r>
              <a:rPr lang="en-US" altLang="ja-JP" sz="1400" b="1" dirty="0">
                <a:latin typeface="Meiryo UI" panose="020B0604030504040204" pitchFamily="50" charset="-128"/>
                <a:ea typeface="Meiryo UI" panose="020B0604030504040204" pitchFamily="50" charset="-128"/>
                <a:cs typeface="Arial" pitchFamily="34" charset="0"/>
              </a:rPr>
              <a:t>= deliverable midterm inspection. </a:t>
            </a:r>
          </a:p>
          <a:p>
            <a:pPr marL="360363" lvl="1" indent="0" algn="l" eaLnBrk="1" hangingPunct="1">
              <a:lnSpc>
                <a:spcPct val="110000"/>
              </a:lnSpc>
              <a:spcBef>
                <a:spcPts val="300"/>
              </a:spcBef>
            </a:pPr>
            <a:r>
              <a:rPr lang="en-US" altLang="ja-JP" sz="1400" dirty="0">
                <a:latin typeface="Meiryo UI" panose="020B0604030504040204" pitchFamily="50" charset="-128"/>
                <a:ea typeface="Meiryo UI" panose="020B0604030504040204" pitchFamily="50" charset="-128"/>
                <a:cs typeface="Arial" pitchFamily="34" charset="0"/>
              </a:rPr>
              <a:t>The payment, equivalent value, shall be correlated at the initial development stage</a:t>
            </a:r>
          </a:p>
          <a:p>
            <a:pPr marL="360363" lvl="1" indent="0" algn="l" eaLnBrk="1" hangingPunct="1">
              <a:lnSpc>
                <a:spcPct val="110000"/>
              </a:lnSpc>
              <a:spcBef>
                <a:spcPts val="300"/>
              </a:spcBef>
            </a:pPr>
            <a:r>
              <a:rPr lang="en-US" altLang="ja-JP" sz="1400" dirty="0">
                <a:latin typeface="Meiryo UI" panose="020B0604030504040204" pitchFamily="50" charset="-128"/>
                <a:ea typeface="Meiryo UI" panose="020B0604030504040204" pitchFamily="50" charset="-128"/>
                <a:cs typeface="Arial" pitchFamily="34" charset="0"/>
              </a:rPr>
              <a:t>according to the payment ratio on the following page. The agreed upon payment will be</a:t>
            </a:r>
          </a:p>
          <a:p>
            <a:pPr marL="360363" lvl="1" indent="0" algn="l" eaLnBrk="1" hangingPunct="1">
              <a:lnSpc>
                <a:spcPct val="110000"/>
              </a:lnSpc>
              <a:spcBef>
                <a:spcPts val="300"/>
              </a:spcBef>
            </a:pPr>
            <a:r>
              <a:rPr lang="en-US" altLang="ja-JP" sz="1400" dirty="0">
                <a:latin typeface="Meiryo UI" panose="020B0604030504040204" pitchFamily="50" charset="-128"/>
                <a:ea typeface="Meiryo UI" panose="020B0604030504040204" pitchFamily="50" charset="-128"/>
                <a:cs typeface="Arial" pitchFamily="34" charset="0"/>
              </a:rPr>
              <a:t>clearly stated on the contract. </a:t>
            </a:r>
            <a:endParaRPr lang="en-US" altLang="ja-JP" sz="1600" u="sng" dirty="0">
              <a:latin typeface="Meiryo UI" panose="020B0604030504040204" pitchFamily="50" charset="-128"/>
              <a:ea typeface="Meiryo UI" panose="020B0604030504040204" pitchFamily="50" charset="-128"/>
              <a:cs typeface="Arial" pitchFamily="34" charset="0"/>
            </a:endParaRPr>
          </a:p>
        </p:txBody>
      </p:sp>
    </p:spTree>
    <p:extLst>
      <p:ext uri="{BB962C8B-B14F-4D97-AF65-F5344CB8AC3E}">
        <p14:creationId xmlns:p14="http://schemas.microsoft.com/office/powerpoint/2010/main" val="5433518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Box 2"/>
          <p:cNvSpPr txBox="1">
            <a:spLocks noChangeArrowheads="1"/>
          </p:cNvSpPr>
          <p:nvPr/>
        </p:nvSpPr>
        <p:spPr bwMode="auto">
          <a:xfrm>
            <a:off x="81378" y="557829"/>
            <a:ext cx="9062622" cy="14029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l" eaLnBrk="1" hangingPunct="1">
              <a:lnSpc>
                <a:spcPct val="110000"/>
              </a:lnSpc>
              <a:spcBef>
                <a:spcPts val="300"/>
              </a:spcBef>
            </a:pPr>
            <a:r>
              <a:rPr lang="en-US" altLang="ja-JP" sz="1600" b="1" u="sng" dirty="0">
                <a:latin typeface="Meiryo UI" panose="020B0604030504040204" pitchFamily="50" charset="-128"/>
                <a:ea typeface="Meiryo UI" panose="020B0604030504040204" pitchFamily="50" charset="-128"/>
                <a:cs typeface="Arial" pitchFamily="34" charset="0"/>
              </a:rPr>
              <a:t>Judgments (Evaluation, Completion of Development Work, Payment Amount)</a:t>
            </a:r>
          </a:p>
          <a:p>
            <a:pPr marL="103188" lvl="1" indent="0" algn="l" eaLnBrk="1" hangingPunct="1">
              <a:lnSpc>
                <a:spcPct val="110000"/>
              </a:lnSpc>
              <a:spcBef>
                <a:spcPts val="300"/>
              </a:spcBef>
            </a:pPr>
            <a:r>
              <a:rPr lang="en-US" altLang="ja-JP" sz="1400" dirty="0">
                <a:latin typeface="Meiryo UI" panose="020B0604030504040204" pitchFamily="50" charset="-128"/>
                <a:ea typeface="Meiryo UI" panose="020B0604030504040204" pitchFamily="50" charset="-128"/>
                <a:cs typeface="Arial" pitchFamily="34" charset="0"/>
              </a:rPr>
              <a:t>  5) The judgment on completion of Development Work is determined when the mass production </a:t>
            </a:r>
          </a:p>
          <a:p>
            <a:pPr marL="74613" indent="0" algn="l" eaLnBrk="1" hangingPunct="1">
              <a:lnSpc>
                <a:spcPct val="110000"/>
              </a:lnSpc>
              <a:spcBef>
                <a:spcPts val="300"/>
              </a:spcBef>
            </a:pPr>
            <a:r>
              <a:rPr lang="en-US" altLang="ja-JP" sz="1400" dirty="0">
                <a:latin typeface="Meiryo UI" panose="020B0604030504040204" pitchFamily="50" charset="-128"/>
                <a:ea typeface="Meiryo UI" panose="020B0604030504040204" pitchFamily="50" charset="-128"/>
                <a:cs typeface="Arial" pitchFamily="34" charset="0"/>
              </a:rPr>
              <a:t>      data is release (MP-1) to </a:t>
            </a:r>
            <a:r>
              <a:rPr lang="en-US" altLang="ja-JP" sz="1400" dirty="0">
                <a:solidFill>
                  <a:srgbClr val="FF0000"/>
                </a:solidFill>
                <a:latin typeface="Meiryo UI" panose="020B0604030504040204" pitchFamily="50" charset="-128"/>
                <a:ea typeface="Meiryo UI" panose="020B0604030504040204" pitchFamily="50" charset="-128"/>
                <a:cs typeface="Arial" pitchFamily="34" charset="0"/>
              </a:rPr>
              <a:t>HAB </a:t>
            </a:r>
            <a:r>
              <a:rPr lang="en-US" altLang="ja-JP" sz="1400" dirty="0">
                <a:latin typeface="Meiryo UI" panose="020B0604030504040204" pitchFamily="50" charset="-128"/>
                <a:ea typeface="Meiryo UI" panose="020B0604030504040204" pitchFamily="50" charset="-128"/>
                <a:cs typeface="Arial" pitchFamily="34" charset="0"/>
              </a:rPr>
              <a:t>for the launch up production line event. </a:t>
            </a:r>
          </a:p>
          <a:p>
            <a:pPr marL="533400" lvl="1" indent="-266700" algn="l" eaLnBrk="1" hangingPunct="1">
              <a:lnSpc>
                <a:spcPct val="110000"/>
              </a:lnSpc>
              <a:spcBef>
                <a:spcPts val="300"/>
              </a:spcBef>
            </a:pPr>
            <a:r>
              <a:rPr lang="en-US" altLang="ja-JP" sz="1400" dirty="0">
                <a:latin typeface="Meiryo UI" panose="020B0604030504040204" pitchFamily="50" charset="-128"/>
                <a:ea typeface="Meiryo UI" panose="020B0604030504040204" pitchFamily="50" charset="-128"/>
                <a:cs typeface="Arial" pitchFamily="34" charset="0"/>
              </a:rPr>
              <a:t>  (Considering the development flow, the mass production data application timing is DAN-lot or QC-lot, however it is defined at Kick-off timing. )</a:t>
            </a:r>
            <a:endParaRPr lang="ja-JP" altLang="en-US" sz="1400" dirty="0">
              <a:latin typeface="Meiryo UI" panose="020B0604030504040204" pitchFamily="50" charset="-128"/>
              <a:ea typeface="Meiryo UI" panose="020B0604030504040204" pitchFamily="50" charset="-128"/>
              <a:cs typeface="Arial" pitchFamily="34" charset="0"/>
            </a:endParaRPr>
          </a:p>
        </p:txBody>
      </p:sp>
      <p:sp>
        <p:nvSpPr>
          <p:cNvPr id="7" name="Text Box 2"/>
          <p:cNvSpPr txBox="1">
            <a:spLocks noChangeArrowheads="1"/>
          </p:cNvSpPr>
          <p:nvPr/>
        </p:nvSpPr>
        <p:spPr bwMode="auto">
          <a:xfrm>
            <a:off x="133262" y="44451"/>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2000">
                <a:solidFill>
                  <a:srgbClr val="FFFFFF"/>
                </a:solidFill>
                <a:latin typeface="Meiryo UI" panose="020B0604030504040204" pitchFamily="50" charset="-128"/>
                <a:ea typeface="Meiryo UI" panose="020B0604030504040204" pitchFamily="50" charset="-128"/>
                <a:cs typeface="Arial" pitchFamily="34" charset="0"/>
              </a:rPr>
              <a:t>7. Judgments and Timings (2/7)</a:t>
            </a:r>
            <a:endParaRPr lang="en-US" altLang="ja-JP" sz="1100">
              <a:solidFill>
                <a:srgbClr val="FFFFFF"/>
              </a:solidFill>
              <a:latin typeface="HGPｺﾞｼｯｸE" pitchFamily="50" charset="-128"/>
              <a:ea typeface="HGPｺﾞｼｯｸE" pitchFamily="50" charset="-128"/>
              <a:cs typeface="Arial" pitchFamily="34" charset="0"/>
            </a:endParaRPr>
          </a:p>
        </p:txBody>
      </p:sp>
    </p:spTree>
    <p:extLst>
      <p:ext uri="{BB962C8B-B14F-4D97-AF65-F5344CB8AC3E}">
        <p14:creationId xmlns:p14="http://schemas.microsoft.com/office/powerpoint/2010/main" val="9121172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Box 2"/>
          <p:cNvSpPr txBox="1">
            <a:spLocks noChangeArrowheads="1"/>
          </p:cNvSpPr>
          <p:nvPr/>
        </p:nvSpPr>
        <p:spPr bwMode="auto">
          <a:xfrm>
            <a:off x="133262" y="44451"/>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2000">
                <a:solidFill>
                  <a:srgbClr val="FFFFFF"/>
                </a:solidFill>
                <a:latin typeface="Meiryo UI" panose="020B0604030504040204" pitchFamily="50" charset="-128"/>
                <a:ea typeface="Meiryo UI" panose="020B0604030504040204" pitchFamily="50" charset="-128"/>
                <a:cs typeface="Arial" pitchFamily="34" charset="0"/>
              </a:rPr>
              <a:t>7. </a:t>
            </a:r>
            <a:r>
              <a:rPr kumimoji="1" lang="en-US" altLang="ja-JP" sz="20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Judgments and Timings </a:t>
            </a:r>
            <a:r>
              <a:rPr lang="en-US" altLang="ja-JP" sz="2000">
                <a:solidFill>
                  <a:srgbClr val="FFFFFF"/>
                </a:solidFill>
                <a:latin typeface="Meiryo UI" panose="020B0604030504040204" pitchFamily="50" charset="-128"/>
                <a:ea typeface="Meiryo UI" panose="020B0604030504040204" pitchFamily="50" charset="-128"/>
                <a:cs typeface="Arial" pitchFamily="34" charset="0"/>
              </a:rPr>
              <a:t>(3/7)</a:t>
            </a:r>
            <a:endParaRPr lang="en-US" altLang="ja-JP" sz="1100">
              <a:solidFill>
                <a:srgbClr val="FFFFFF"/>
              </a:solidFill>
              <a:latin typeface="HGPｺﾞｼｯｸE" pitchFamily="50" charset="-128"/>
              <a:ea typeface="HGPｺﾞｼｯｸE" pitchFamily="50" charset="-128"/>
              <a:cs typeface="Arial" pitchFamily="34" charset="0"/>
            </a:endParaRPr>
          </a:p>
        </p:txBody>
      </p:sp>
      <p:sp>
        <p:nvSpPr>
          <p:cNvPr id="6" name="Text Box 2"/>
          <p:cNvSpPr txBox="1">
            <a:spLocks noChangeArrowheads="1"/>
          </p:cNvSpPr>
          <p:nvPr/>
        </p:nvSpPr>
        <p:spPr bwMode="auto">
          <a:xfrm>
            <a:off x="81379" y="565544"/>
            <a:ext cx="9062621" cy="40180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l" eaLnBrk="1" hangingPunct="1">
              <a:lnSpc>
                <a:spcPct val="110000"/>
              </a:lnSpc>
              <a:spcBef>
                <a:spcPts val="300"/>
              </a:spcBef>
            </a:pPr>
            <a:r>
              <a:rPr lang="ja-JP" altLang="en-US" sz="1600" b="1" u="sng" dirty="0">
                <a:latin typeface="Meiryo UI" panose="020B0604030504040204" pitchFamily="50" charset="-128"/>
                <a:ea typeface="Meiryo UI" panose="020B0604030504040204" pitchFamily="50" charset="-128"/>
              </a:rPr>
              <a:t>判断（評価判断・委託完了判断・対価の判断）</a:t>
            </a:r>
          </a:p>
          <a:p>
            <a:pPr marL="539750" lvl="1" indent="-366713" algn="l" eaLnBrk="1" hangingPunct="1">
              <a:spcBef>
                <a:spcPts val="300"/>
              </a:spcBef>
            </a:pPr>
            <a:r>
              <a:rPr lang="ja-JP" altLang="en-US" sz="1400" dirty="0">
                <a:latin typeface="Meiryo UI" panose="020B0604030504040204" pitchFamily="50" charset="-128"/>
                <a:ea typeface="Meiryo UI" panose="020B0604030504040204" pitchFamily="50" charset="-128"/>
              </a:rPr>
              <a:t>１）</a:t>
            </a:r>
            <a:r>
              <a:rPr lang="en-US" altLang="ja-JP" sz="1400" dirty="0">
                <a:latin typeface="Meiryo UI" panose="020B0604030504040204" pitchFamily="50" charset="-128"/>
                <a:ea typeface="Meiryo UI" panose="020B0604030504040204" pitchFamily="50" charset="-128"/>
              </a:rPr>
              <a:t>Kick-off</a:t>
            </a:r>
            <a:r>
              <a:rPr lang="ja-JP" altLang="en-US" sz="1400" dirty="0">
                <a:latin typeface="Meiryo UI" panose="020B0604030504040204" pitchFamily="50" charset="-128"/>
                <a:ea typeface="Meiryo UI" panose="020B0604030504040204" pitchFamily="50" charset="-128"/>
              </a:rPr>
              <a:t>から量産移行時の、量産</a:t>
            </a:r>
            <a:r>
              <a:rPr lang="en-US" altLang="ja-JP" sz="1400" dirty="0">
                <a:latin typeface="Meiryo UI" panose="020B0604030504040204" pitchFamily="50" charset="-128"/>
                <a:ea typeface="Meiryo UI" panose="020B0604030504040204" pitchFamily="50" charset="-128"/>
              </a:rPr>
              <a:t>Go</a:t>
            </a:r>
            <a:r>
              <a:rPr lang="ja-JP" altLang="en-US" sz="1400" dirty="0">
                <a:latin typeface="Meiryo UI" panose="020B0604030504040204" pitchFamily="50" charset="-128"/>
                <a:ea typeface="Meiryo UI" panose="020B0604030504040204" pitchFamily="50" charset="-128"/>
              </a:rPr>
              <a:t>判断を</a:t>
            </a:r>
            <a:r>
              <a:rPr lang="en-US" altLang="ja-JP" sz="1400" dirty="0">
                <a:latin typeface="Meiryo UI" panose="020B0604030504040204" pitchFamily="50" charset="-128"/>
                <a:ea typeface="Meiryo UI" panose="020B0604030504040204" pitchFamily="50" charset="-128"/>
              </a:rPr>
              <a:t>V3</a:t>
            </a:r>
            <a:r>
              <a:rPr lang="ja-JP" altLang="en-US" sz="1400" dirty="0">
                <a:latin typeface="Meiryo UI" panose="020B0604030504040204" pitchFamily="50" charset="-128"/>
                <a:ea typeface="Meiryo UI" panose="020B0604030504040204" pitchFamily="50" charset="-128"/>
              </a:rPr>
              <a:t>評価と定義され、この量産</a:t>
            </a:r>
            <a:r>
              <a:rPr lang="en-US" altLang="ja-JP" sz="1400" dirty="0">
                <a:latin typeface="Meiryo UI" panose="020B0604030504040204" pitchFamily="50" charset="-128"/>
                <a:ea typeface="Meiryo UI" panose="020B0604030504040204" pitchFamily="50" charset="-128"/>
              </a:rPr>
              <a:t>Go</a:t>
            </a:r>
            <a:r>
              <a:rPr lang="ja-JP" altLang="en-US" sz="1400" dirty="0">
                <a:latin typeface="Meiryo UI" panose="020B0604030504040204" pitchFamily="50" charset="-128"/>
                <a:ea typeface="Meiryo UI" panose="020B0604030504040204" pitchFamily="50" charset="-128"/>
              </a:rPr>
              <a:t>可否に対する試作最終技術判断は</a:t>
            </a:r>
            <a:endParaRPr lang="en-US" altLang="ja-JP" sz="1400" dirty="0">
              <a:latin typeface="Meiryo UI" panose="020B0604030504040204" pitchFamily="50" charset="-128"/>
              <a:ea typeface="Meiryo UI" panose="020B0604030504040204" pitchFamily="50" charset="-128"/>
            </a:endParaRPr>
          </a:p>
          <a:p>
            <a:pPr marL="539750" lvl="1" indent="-366713" algn="l" eaLnBrk="1" hangingPunct="1">
              <a:spcBef>
                <a:spcPts val="300"/>
              </a:spcBef>
            </a:pPr>
            <a:r>
              <a:rPr lang="ja-JP" altLang="en-US" sz="1400" dirty="0">
                <a:latin typeface="Meiryo UI" panose="020B0604030504040204" pitchFamily="50" charset="-128"/>
                <a:ea typeface="Meiryo UI" panose="020B0604030504040204" pitchFamily="50" charset="-128"/>
              </a:rPr>
              <a:t>      生産工場が行う。 </a:t>
            </a:r>
            <a:r>
              <a:rPr lang="en-US" altLang="ja-JP" sz="1400" b="1" dirty="0">
                <a:latin typeface="Meiryo UI" panose="020B0604030504040204" pitchFamily="50" charset="-128"/>
                <a:ea typeface="Meiryo UI" panose="020B0604030504040204" pitchFamily="50" charset="-128"/>
              </a:rPr>
              <a:t>= V3</a:t>
            </a:r>
            <a:r>
              <a:rPr lang="ja-JP" altLang="en-US" sz="1400" b="1" dirty="0">
                <a:latin typeface="Meiryo UI" panose="020B0604030504040204" pitchFamily="50" charset="-128"/>
                <a:ea typeface="Meiryo UI" panose="020B0604030504040204" pitchFamily="50" charset="-128"/>
              </a:rPr>
              <a:t>判断（</a:t>
            </a:r>
            <a:r>
              <a:rPr lang="en-US" altLang="ja-JP" sz="1400" dirty="0">
                <a:latin typeface="Meiryo UI" panose="020B0604030504040204" pitchFamily="50" charset="-128"/>
                <a:ea typeface="Meiryo UI" panose="020B0604030504040204" pitchFamily="50" charset="-128"/>
              </a:rPr>
              <a:t>Honda</a:t>
            </a:r>
            <a:r>
              <a:rPr lang="ja-JP" altLang="en-US" sz="1400" b="1" dirty="0">
                <a:latin typeface="Meiryo UI" panose="020B0604030504040204" pitchFamily="50" charset="-128"/>
                <a:ea typeface="Meiryo UI" panose="020B0604030504040204" pitchFamily="50" charset="-128"/>
              </a:rPr>
              <a:t>）</a:t>
            </a:r>
            <a:br>
              <a:rPr lang="en-US" altLang="ja-JP" sz="1400" b="1" dirty="0">
                <a:latin typeface="Meiryo UI" panose="020B0604030504040204" pitchFamily="50" charset="-128"/>
                <a:ea typeface="Meiryo UI" panose="020B0604030504040204" pitchFamily="50" charset="-128"/>
              </a:rPr>
            </a:br>
            <a:endParaRPr lang="ja-JP" altLang="en-US" sz="1400" b="1" dirty="0">
              <a:latin typeface="Meiryo UI" panose="020B0604030504040204" pitchFamily="50" charset="-128"/>
              <a:ea typeface="Meiryo UI" panose="020B0604030504040204" pitchFamily="50" charset="-128"/>
            </a:endParaRPr>
          </a:p>
          <a:p>
            <a:pPr marL="539750" lvl="1" indent="-366713" algn="l" eaLnBrk="1" hangingPunct="1">
              <a:spcBef>
                <a:spcPts val="300"/>
              </a:spcBef>
            </a:pPr>
            <a:r>
              <a:rPr lang="ja-JP" altLang="en-US" sz="1400" dirty="0">
                <a:latin typeface="Meiryo UI" panose="020B0604030504040204" pitchFamily="50" charset="-128"/>
                <a:ea typeface="Meiryo UI" panose="020B0604030504040204" pitchFamily="50" charset="-128"/>
              </a:rPr>
              <a:t>２）</a:t>
            </a:r>
            <a:r>
              <a:rPr lang="en-US" altLang="ja-JP" sz="1400" dirty="0">
                <a:latin typeface="Meiryo UI" panose="020B0604030504040204" pitchFamily="50" charset="-128"/>
                <a:ea typeface="Meiryo UI" panose="020B0604030504040204" pitchFamily="50" charset="-128"/>
              </a:rPr>
              <a:t>Honda</a:t>
            </a:r>
            <a:r>
              <a:rPr lang="ja-JP" altLang="en-US" sz="1400" dirty="0">
                <a:latin typeface="Meiryo UI" panose="020B0604030504040204" pitchFamily="50" charset="-128"/>
                <a:ea typeface="Meiryo UI" panose="020B0604030504040204" pitchFamily="50" charset="-128"/>
              </a:rPr>
              <a:t>の最終技術判断の後、</a:t>
            </a:r>
            <a:r>
              <a:rPr lang="en-US" altLang="ja-JP" sz="1400" dirty="0">
                <a:solidFill>
                  <a:srgbClr val="FF0000"/>
                </a:solidFill>
                <a:latin typeface="Meiryo UI" panose="020B0604030504040204" pitchFamily="50" charset="-128"/>
                <a:ea typeface="Meiryo UI" panose="020B0604030504040204" pitchFamily="50" charset="-128"/>
              </a:rPr>
              <a:t>HAB</a:t>
            </a:r>
            <a:r>
              <a:rPr lang="ja-JP" altLang="en-US" sz="1400" dirty="0">
                <a:latin typeface="Meiryo UI" panose="020B0604030504040204" pitchFamily="50" charset="-128"/>
                <a:ea typeface="Meiryo UI" panose="020B0604030504040204" pitchFamily="50" charset="-128"/>
              </a:rPr>
              <a:t>にて量産品質熟成判断が行われる　</a:t>
            </a:r>
            <a:r>
              <a:rPr lang="en-US" altLang="ja-JP" sz="1400" b="1" dirty="0">
                <a:latin typeface="Meiryo UI" panose="020B0604030504040204" pitchFamily="50" charset="-128"/>
                <a:ea typeface="Meiryo UI" panose="020B0604030504040204" pitchFamily="50" charset="-128"/>
              </a:rPr>
              <a:t>= </a:t>
            </a:r>
            <a:r>
              <a:rPr lang="ja-JP" altLang="en-US" sz="1400" b="1" dirty="0">
                <a:latin typeface="Meiryo UI" panose="020B0604030504040204" pitchFamily="50" charset="-128"/>
                <a:ea typeface="Meiryo UI" panose="020B0604030504040204" pitchFamily="50" charset="-128"/>
              </a:rPr>
              <a:t>段確</a:t>
            </a:r>
            <a:r>
              <a:rPr lang="en-US" altLang="ja-JP" sz="1400" b="1" dirty="0">
                <a:latin typeface="Meiryo UI" panose="020B0604030504040204" pitchFamily="50" charset="-128"/>
                <a:ea typeface="Meiryo UI" panose="020B0604030504040204" pitchFamily="50" charset="-128"/>
              </a:rPr>
              <a:t>/</a:t>
            </a:r>
            <a:r>
              <a:rPr lang="ja-JP" altLang="en-US" sz="1400" b="1" dirty="0">
                <a:latin typeface="Meiryo UI" panose="020B0604030504040204" pitchFamily="50" charset="-128"/>
                <a:ea typeface="Meiryo UI" panose="020B0604030504040204" pitchFamily="50" charset="-128"/>
              </a:rPr>
              <a:t>品確判断（</a:t>
            </a:r>
            <a:r>
              <a:rPr lang="en-US" altLang="ja-JP" sz="1400" dirty="0">
                <a:latin typeface="Meiryo UI" panose="020B0604030504040204" pitchFamily="50" charset="-128"/>
                <a:ea typeface="Meiryo UI" panose="020B0604030504040204" pitchFamily="50" charset="-128"/>
              </a:rPr>
              <a:t> </a:t>
            </a:r>
            <a:r>
              <a:rPr lang="en-US" altLang="ja-JP" sz="1400" dirty="0">
                <a:solidFill>
                  <a:srgbClr val="FF0000"/>
                </a:solidFill>
                <a:latin typeface="Meiryo UI" panose="020B0604030504040204" pitchFamily="50" charset="-128"/>
                <a:ea typeface="Meiryo UI" panose="020B0604030504040204" pitchFamily="50" charset="-128"/>
              </a:rPr>
              <a:t>HAB</a:t>
            </a:r>
            <a:r>
              <a:rPr lang="en-US" altLang="ja-JP" sz="1400" b="1" dirty="0">
                <a:latin typeface="Meiryo UI" panose="020B0604030504040204" pitchFamily="50" charset="-128"/>
                <a:ea typeface="Meiryo UI" panose="020B0604030504040204" pitchFamily="50" charset="-128"/>
              </a:rPr>
              <a:t> </a:t>
            </a:r>
            <a:r>
              <a:rPr lang="ja-JP" altLang="en-US" sz="1400" b="1" dirty="0">
                <a:latin typeface="Meiryo UI" panose="020B0604030504040204" pitchFamily="50" charset="-128"/>
                <a:ea typeface="Meiryo UI" panose="020B0604030504040204" pitchFamily="50" charset="-128"/>
              </a:rPr>
              <a:t>）</a:t>
            </a:r>
            <a:br>
              <a:rPr lang="en-US" altLang="ja-JP" sz="1400" b="1" dirty="0">
                <a:latin typeface="Meiryo UI" panose="020B0604030504040204" pitchFamily="50" charset="-128"/>
                <a:ea typeface="Meiryo UI" panose="020B0604030504040204" pitchFamily="50" charset="-128"/>
              </a:rPr>
            </a:br>
            <a:endParaRPr lang="ja-JP" altLang="en-US" sz="1400" b="1" dirty="0">
              <a:latin typeface="Meiryo UI" panose="020B0604030504040204" pitchFamily="50" charset="-128"/>
              <a:ea typeface="Meiryo UI" panose="020B0604030504040204" pitchFamily="50" charset="-128"/>
            </a:endParaRPr>
          </a:p>
          <a:p>
            <a:pPr marL="539750" lvl="1" indent="-366713" algn="l" eaLnBrk="1" hangingPunct="1">
              <a:spcBef>
                <a:spcPts val="300"/>
              </a:spcBef>
            </a:pPr>
            <a:r>
              <a:rPr lang="ja-JP" altLang="en-US" sz="1400" dirty="0">
                <a:latin typeface="Meiryo UI" panose="020B0604030504040204" pitchFamily="50" charset="-128"/>
                <a:ea typeface="Meiryo UI" panose="020B0604030504040204" pitchFamily="50" charset="-128"/>
              </a:rPr>
              <a:t>３）量産開始の決定は</a:t>
            </a:r>
            <a:r>
              <a:rPr lang="en-US" altLang="ja-JP" sz="1400" dirty="0">
                <a:solidFill>
                  <a:srgbClr val="FF0000"/>
                </a:solidFill>
                <a:latin typeface="Meiryo UI" panose="020B0604030504040204" pitchFamily="50" charset="-128"/>
                <a:ea typeface="Meiryo UI" panose="020B0604030504040204" pitchFamily="50" charset="-128"/>
              </a:rPr>
              <a:t>HAB</a:t>
            </a:r>
            <a:r>
              <a:rPr lang="ja-JP" altLang="en-US" sz="1400" dirty="0">
                <a:latin typeface="Meiryo UI" panose="020B0604030504040204" pitchFamily="50" charset="-128"/>
                <a:ea typeface="Meiryo UI" panose="020B0604030504040204" pitchFamily="50" charset="-128"/>
              </a:rPr>
              <a:t>にて、</a:t>
            </a:r>
            <a:r>
              <a:rPr lang="en-US" altLang="ja-JP" sz="1400" dirty="0">
                <a:latin typeface="Meiryo UI" panose="020B0604030504040204" pitchFamily="50" charset="-128"/>
                <a:ea typeface="Meiryo UI" panose="020B0604030504040204" pitchFamily="50" charset="-128"/>
              </a:rPr>
              <a:t>E2</a:t>
            </a:r>
            <a:r>
              <a:rPr lang="ja-JP" altLang="en-US" sz="1400" dirty="0">
                <a:latin typeface="Meiryo UI" panose="020B0604030504040204" pitchFamily="50" charset="-128"/>
                <a:ea typeface="Meiryo UI" panose="020B0604030504040204" pitchFamily="50" charset="-128"/>
              </a:rPr>
              <a:t>判断（Ｔ確判断）で定義され、品質立会いイベントや工程監査結果を含めて</a:t>
            </a:r>
            <a:endParaRPr lang="en-US" altLang="ja-JP" sz="1400" dirty="0">
              <a:latin typeface="Meiryo UI" panose="020B0604030504040204" pitchFamily="50" charset="-128"/>
              <a:ea typeface="Meiryo UI" panose="020B0604030504040204" pitchFamily="50" charset="-128"/>
            </a:endParaRPr>
          </a:p>
          <a:p>
            <a:pPr marL="539750" lvl="1" indent="-366713" algn="l" eaLnBrk="1" hangingPunct="1">
              <a:spcBef>
                <a:spcPts val="300"/>
              </a:spcBef>
            </a:pPr>
            <a:r>
              <a:rPr lang="ja-JP" altLang="en-US" sz="1400" dirty="0">
                <a:latin typeface="Meiryo UI" panose="020B0604030504040204" pitchFamily="50" charset="-128"/>
                <a:ea typeface="Meiryo UI" panose="020B0604030504040204" pitchFamily="50" charset="-128"/>
              </a:rPr>
              <a:t>      行われる </a:t>
            </a:r>
            <a:r>
              <a:rPr lang="en-US" altLang="ja-JP" sz="1400" b="1" dirty="0">
                <a:latin typeface="Meiryo UI" panose="020B0604030504040204" pitchFamily="50" charset="-128"/>
                <a:ea typeface="Meiryo UI" panose="020B0604030504040204" pitchFamily="50" charset="-128"/>
              </a:rPr>
              <a:t>= E2</a:t>
            </a:r>
            <a:r>
              <a:rPr lang="ja-JP" altLang="en-US" sz="1400" b="1" dirty="0">
                <a:latin typeface="Meiryo UI" panose="020B0604030504040204" pitchFamily="50" charset="-128"/>
                <a:ea typeface="Meiryo UI" panose="020B0604030504040204" pitchFamily="50" charset="-128"/>
              </a:rPr>
              <a:t>判断（</a:t>
            </a:r>
            <a:r>
              <a:rPr lang="en-US" altLang="ja-JP" sz="1400" b="1" dirty="0">
                <a:latin typeface="Meiryo UI" panose="020B0604030504040204" pitchFamily="50" charset="-128"/>
                <a:ea typeface="Meiryo UI" panose="020B0604030504040204" pitchFamily="50" charset="-128"/>
              </a:rPr>
              <a:t> </a:t>
            </a:r>
            <a:r>
              <a:rPr lang="en-US" altLang="ja-JP" sz="1400" b="1" dirty="0">
                <a:solidFill>
                  <a:srgbClr val="FF0000"/>
                </a:solidFill>
                <a:latin typeface="Meiryo UI" panose="020B0604030504040204" pitchFamily="50" charset="-128"/>
                <a:ea typeface="Meiryo UI" panose="020B0604030504040204" pitchFamily="50" charset="-128"/>
              </a:rPr>
              <a:t>HAB</a:t>
            </a:r>
            <a:r>
              <a:rPr lang="en-US" altLang="ja-JP" sz="1400" b="1" dirty="0">
                <a:latin typeface="Meiryo UI" panose="020B0604030504040204" pitchFamily="50" charset="-128"/>
                <a:ea typeface="Meiryo UI" panose="020B0604030504040204" pitchFamily="50" charset="-128"/>
              </a:rPr>
              <a:t> </a:t>
            </a:r>
            <a:r>
              <a:rPr lang="ja-JP" altLang="en-US" sz="1400" b="1" dirty="0">
                <a:latin typeface="Meiryo UI" panose="020B0604030504040204" pitchFamily="50" charset="-128"/>
                <a:ea typeface="Meiryo UI" panose="020B0604030504040204" pitchFamily="50" charset="-128"/>
              </a:rPr>
              <a:t>）</a:t>
            </a:r>
            <a:br>
              <a:rPr lang="en-US" altLang="ja-JP" sz="1400" b="1" dirty="0">
                <a:latin typeface="Meiryo UI" panose="020B0604030504040204" pitchFamily="50" charset="-128"/>
                <a:ea typeface="Meiryo UI" panose="020B0604030504040204" pitchFamily="50" charset="-128"/>
              </a:rPr>
            </a:br>
            <a:endParaRPr lang="en-US" altLang="ja-JP" sz="1400" b="1" dirty="0">
              <a:latin typeface="Meiryo UI" panose="020B0604030504040204" pitchFamily="50" charset="-128"/>
              <a:ea typeface="Meiryo UI" panose="020B0604030504040204" pitchFamily="50" charset="-128"/>
            </a:endParaRPr>
          </a:p>
          <a:p>
            <a:pPr marL="539750" lvl="2" indent="-366713" algn="l" eaLnBrk="1" hangingPunct="1">
              <a:spcBef>
                <a:spcPts val="300"/>
              </a:spcBef>
            </a:pPr>
            <a:r>
              <a:rPr lang="ja-JP" altLang="en-US" sz="1400" dirty="0">
                <a:latin typeface="Meiryo UI" panose="020B0604030504040204" pitchFamily="50" charset="-128"/>
                <a:ea typeface="Meiryo UI" panose="020B0604030504040204" pitchFamily="50" charset="-128"/>
              </a:rPr>
              <a:t>４）委託評価判断は、上記評価イベント時に</a:t>
            </a:r>
            <a:r>
              <a:rPr lang="en-US" altLang="ja-JP" sz="1400" dirty="0">
                <a:latin typeface="Meiryo UI" panose="020B0604030504040204" pitchFamily="50" charset="-128"/>
                <a:ea typeface="Meiryo UI" panose="020B0604030504040204" pitchFamily="50" charset="-128"/>
              </a:rPr>
              <a:t>EMS</a:t>
            </a:r>
            <a:r>
              <a:rPr lang="ja-JP" altLang="en-US" sz="1400" dirty="0">
                <a:latin typeface="Meiryo UI" panose="020B0604030504040204" pitchFamily="50" charset="-128"/>
                <a:ea typeface="Meiryo UI" panose="020B0604030504040204" pitchFamily="50" charset="-128"/>
              </a:rPr>
              <a:t>シートで設定した要求回答及び車両の出来栄えで判断される。</a:t>
            </a:r>
            <a:r>
              <a:rPr lang="en-US" altLang="ja-JP" sz="1400" dirty="0">
                <a:latin typeface="Meiryo UI" panose="020B0604030504040204" pitchFamily="50" charset="-128"/>
                <a:ea typeface="Meiryo UI" panose="020B0604030504040204" pitchFamily="50" charset="-128"/>
              </a:rPr>
              <a:t> </a:t>
            </a:r>
          </a:p>
          <a:p>
            <a:pPr marL="539750" lvl="2" indent="-366713" algn="l" eaLnBrk="1" hangingPunct="1">
              <a:spcBef>
                <a:spcPts val="300"/>
              </a:spcBef>
            </a:pPr>
            <a:r>
              <a:rPr lang="ja-JP" altLang="en-US" sz="1400" dirty="0">
                <a:latin typeface="Meiryo UI" panose="020B0604030504040204" pitchFamily="50" charset="-128"/>
                <a:ea typeface="Meiryo UI" panose="020B0604030504040204" pitchFamily="50" charset="-128"/>
              </a:rPr>
              <a:t>      この評価結果後、成果物を束ね対価の判断を行う。対価は、成果物（技術レポート、データ、グラフ、</a:t>
            </a:r>
            <a:endParaRPr lang="en-US" altLang="ja-JP" sz="1400" dirty="0">
              <a:latin typeface="Meiryo UI" panose="020B0604030504040204" pitchFamily="50" charset="-128"/>
              <a:ea typeface="Meiryo UI" panose="020B0604030504040204" pitchFamily="50" charset="-128"/>
            </a:endParaRPr>
          </a:p>
          <a:p>
            <a:pPr marL="539750" lvl="2" indent="-366713" algn="l" eaLnBrk="1" hangingPunct="1">
              <a:spcBef>
                <a:spcPts val="300"/>
              </a:spcBef>
            </a:pPr>
            <a:r>
              <a:rPr lang="ja-JP" altLang="en-US" sz="1400" dirty="0">
                <a:latin typeface="Meiryo UI" panose="020B0604030504040204" pitchFamily="50" charset="-128"/>
                <a:ea typeface="Meiryo UI" panose="020B0604030504040204" pitchFamily="50" charset="-128"/>
              </a:rPr>
              <a:t>      部品評価現物）が提出された段階で承認判断される。</a:t>
            </a:r>
            <a:r>
              <a:rPr lang="en-US" altLang="ja-JP" sz="1400" b="1" dirty="0">
                <a:latin typeface="Meiryo UI" panose="020B0604030504040204" pitchFamily="50" charset="-128"/>
                <a:ea typeface="Meiryo UI" panose="020B0604030504040204" pitchFamily="50" charset="-128"/>
              </a:rPr>
              <a:t>= </a:t>
            </a:r>
            <a:r>
              <a:rPr lang="ja-JP" altLang="en-US" sz="1400" b="1" dirty="0">
                <a:latin typeface="Meiryo UI" panose="020B0604030504040204" pitchFamily="50" charset="-128"/>
                <a:ea typeface="Meiryo UI" panose="020B0604030504040204" pitchFamily="50" charset="-128"/>
              </a:rPr>
              <a:t>成果物中間検収</a:t>
            </a:r>
            <a:endParaRPr lang="en-US" altLang="ja-JP" sz="1400" b="1" dirty="0">
              <a:latin typeface="Meiryo UI" panose="020B0604030504040204" pitchFamily="50" charset="-128"/>
              <a:ea typeface="Meiryo UI" panose="020B0604030504040204" pitchFamily="50" charset="-128"/>
            </a:endParaRPr>
          </a:p>
          <a:p>
            <a:pPr marL="539750" lvl="2" indent="-366713" algn="l" eaLnBrk="1" hangingPunct="1">
              <a:spcBef>
                <a:spcPts val="300"/>
              </a:spcBef>
            </a:pPr>
            <a:r>
              <a:rPr lang="ja-JP" altLang="en-US" sz="1400" b="1" dirty="0">
                <a:latin typeface="Meiryo UI" panose="020B0604030504040204" pitchFamily="50" charset="-128"/>
                <a:ea typeface="Meiryo UI" panose="020B0604030504040204" pitchFamily="50" charset="-128"/>
              </a:rPr>
              <a:t>      </a:t>
            </a:r>
            <a:r>
              <a:rPr lang="ja-JP" altLang="en-US" sz="1400" dirty="0">
                <a:latin typeface="Meiryo UI" panose="020B0604030504040204" pitchFamily="50" charset="-128"/>
                <a:ea typeface="Meiryo UI" panose="020B0604030504040204" pitchFamily="50" charset="-128"/>
              </a:rPr>
              <a:t>対価は、次ページ比率に沿って、契書（</a:t>
            </a:r>
            <a:r>
              <a:rPr lang="en-US" altLang="ja-JP" sz="1400" dirty="0">
                <a:latin typeface="Meiryo UI" panose="020B0604030504040204" pitchFamily="50" charset="-128"/>
                <a:ea typeface="Meiryo UI" panose="020B0604030504040204" pitchFamily="50" charset="-128"/>
              </a:rPr>
              <a:t>SOW</a:t>
            </a:r>
            <a:r>
              <a:rPr lang="ja-JP" altLang="en-US" sz="1400" dirty="0">
                <a:latin typeface="Meiryo UI" panose="020B0604030504040204" pitchFamily="50" charset="-128"/>
                <a:ea typeface="Meiryo UI" panose="020B0604030504040204" pitchFamily="50" charset="-128"/>
              </a:rPr>
              <a:t>）に明記し、支払い額を初期段階で合意する。</a:t>
            </a:r>
            <a:endParaRPr lang="en-US" altLang="ja-JP" sz="1400" dirty="0">
              <a:latin typeface="Meiryo UI" panose="020B0604030504040204" pitchFamily="50" charset="-128"/>
              <a:ea typeface="Meiryo UI" panose="020B0604030504040204" pitchFamily="50" charset="-128"/>
            </a:endParaRPr>
          </a:p>
          <a:p>
            <a:pPr marL="539750" lvl="2" indent="-366713" algn="l" eaLnBrk="1" hangingPunct="1">
              <a:spcBef>
                <a:spcPts val="300"/>
              </a:spcBef>
            </a:pPr>
            <a:endParaRPr lang="en-US" altLang="ja-JP" sz="1400" dirty="0">
              <a:latin typeface="Meiryo UI" panose="020B0604030504040204" pitchFamily="50" charset="-128"/>
              <a:ea typeface="Meiryo UI" panose="020B0604030504040204" pitchFamily="50" charset="-128"/>
            </a:endParaRPr>
          </a:p>
          <a:p>
            <a:pPr marL="539750" lvl="2" indent="-366713" algn="l" eaLnBrk="1" hangingPunct="1">
              <a:spcBef>
                <a:spcPts val="300"/>
              </a:spcBef>
            </a:pPr>
            <a:r>
              <a:rPr lang="ja-JP" altLang="en-US" sz="1400" dirty="0">
                <a:latin typeface="Meiryo UI" panose="020B0604030504040204" pitchFamily="50" charset="-128"/>
                <a:ea typeface="Meiryo UI" panose="020B0604030504040204" pitchFamily="50" charset="-128"/>
              </a:rPr>
              <a:t>５）委託開発完了判断は、量産適用データ（</a:t>
            </a:r>
            <a:r>
              <a:rPr lang="en-US" altLang="ja-JP" sz="1400" dirty="0">
                <a:latin typeface="Meiryo UI" panose="020B0604030504040204" pitchFamily="50" charset="-128"/>
                <a:ea typeface="Meiryo UI" panose="020B0604030504040204" pitchFamily="50" charset="-128"/>
              </a:rPr>
              <a:t>MP1</a:t>
            </a:r>
            <a:r>
              <a:rPr lang="ja-JP" altLang="en-US" sz="1400" dirty="0">
                <a:latin typeface="Meiryo UI" panose="020B0604030504040204" pitchFamily="50" charset="-128"/>
                <a:ea typeface="Meiryo UI" panose="020B0604030504040204" pitchFamily="50" charset="-128"/>
              </a:rPr>
              <a:t>）が</a:t>
            </a:r>
            <a:r>
              <a:rPr lang="en-US" altLang="ja-JP" sz="1400" dirty="0">
                <a:solidFill>
                  <a:srgbClr val="FF0000"/>
                </a:solidFill>
                <a:latin typeface="Meiryo UI" panose="020B0604030504040204" pitchFamily="50" charset="-128"/>
                <a:ea typeface="Meiryo UI" panose="020B0604030504040204" pitchFamily="50" charset="-128"/>
              </a:rPr>
              <a:t>HAB</a:t>
            </a:r>
            <a:r>
              <a:rPr lang="ja-JP" altLang="en-US" sz="1400" dirty="0">
                <a:latin typeface="Meiryo UI" panose="020B0604030504040204" pitchFamily="50" charset="-128"/>
                <a:ea typeface="Meiryo UI" panose="020B0604030504040204" pitchFamily="50" charset="-128"/>
              </a:rPr>
              <a:t>立上げ</a:t>
            </a:r>
            <a:r>
              <a:rPr lang="en-US" altLang="ja-JP" sz="1400" dirty="0">
                <a:latin typeface="Meiryo UI" panose="020B0604030504040204" pitchFamily="50" charset="-128"/>
                <a:ea typeface="Meiryo UI" panose="020B0604030504040204" pitchFamily="50" charset="-128"/>
              </a:rPr>
              <a:t>Lot</a:t>
            </a:r>
            <a:r>
              <a:rPr lang="ja-JP" altLang="en-US" sz="1400" dirty="0">
                <a:latin typeface="Meiryo UI" panose="020B0604030504040204" pitchFamily="50" charset="-128"/>
                <a:ea typeface="Meiryo UI" panose="020B0604030504040204" pitchFamily="50" charset="-128"/>
              </a:rPr>
              <a:t>へ適用出来た段階と定義する。</a:t>
            </a:r>
            <a:br>
              <a:rPr lang="en-US" altLang="ja-JP" sz="1400" dirty="0">
                <a:latin typeface="Meiryo UI" panose="020B0604030504040204" pitchFamily="50" charset="-128"/>
                <a:ea typeface="Meiryo UI" panose="020B0604030504040204" pitchFamily="50" charset="-128"/>
              </a:rPr>
            </a:br>
            <a:r>
              <a:rPr lang="en-US" altLang="ja-JP" sz="1400" dirty="0">
                <a:latin typeface="Meiryo UI" panose="020B0604030504040204" pitchFamily="50" charset="-128"/>
                <a:ea typeface="Meiryo UI" panose="020B0604030504040204" pitchFamily="50" charset="-128"/>
              </a:rPr>
              <a:t>(</a:t>
            </a:r>
            <a:r>
              <a:rPr lang="ja-JP" altLang="en-US" sz="1400" dirty="0">
                <a:latin typeface="Meiryo UI" panose="020B0604030504040204" pitchFamily="50" charset="-128"/>
                <a:ea typeface="Meiryo UI" panose="020B0604030504040204" pitchFamily="50" charset="-128"/>
              </a:rPr>
              <a:t>開発フローに依って、</a:t>
            </a:r>
            <a:r>
              <a:rPr lang="en-US" altLang="ja-JP" sz="1400" dirty="0">
                <a:latin typeface="Meiryo UI" panose="020B0604030504040204" pitchFamily="50" charset="-128"/>
                <a:ea typeface="Meiryo UI" panose="020B0604030504040204" pitchFamily="50" charset="-128"/>
              </a:rPr>
              <a:t> </a:t>
            </a:r>
            <a:r>
              <a:rPr lang="ja-JP" altLang="en-US" sz="1400" dirty="0">
                <a:latin typeface="Meiryo UI" panose="020B0604030504040204" pitchFamily="50" charset="-128"/>
                <a:ea typeface="Meiryo UI" panose="020B0604030504040204" pitchFamily="50" charset="-128"/>
              </a:rPr>
              <a:t>量産品質</a:t>
            </a:r>
            <a:r>
              <a:rPr lang="en-US" altLang="ja-JP" sz="1400" dirty="0">
                <a:latin typeface="Meiryo UI" panose="020B0604030504040204" pitchFamily="50" charset="-128"/>
                <a:ea typeface="Meiryo UI" panose="020B0604030504040204" pitchFamily="50" charset="-128"/>
              </a:rPr>
              <a:t>Lot</a:t>
            </a:r>
            <a:r>
              <a:rPr lang="ja-JP" altLang="en-US" sz="1400" dirty="0">
                <a:latin typeface="Meiryo UI" panose="020B0604030504040204" pitchFamily="50" charset="-128"/>
                <a:ea typeface="Meiryo UI" panose="020B0604030504040204" pitchFamily="50" charset="-128"/>
              </a:rPr>
              <a:t>とは、段確</a:t>
            </a:r>
            <a:r>
              <a:rPr lang="en-US" altLang="ja-JP" sz="1400" dirty="0">
                <a:latin typeface="Meiryo UI" panose="020B0604030504040204" pitchFamily="50" charset="-128"/>
                <a:ea typeface="Meiryo UI" panose="020B0604030504040204" pitchFamily="50" charset="-128"/>
              </a:rPr>
              <a:t>Lot</a:t>
            </a:r>
            <a:r>
              <a:rPr lang="ja-JP" altLang="en-US" sz="1400" dirty="0">
                <a:latin typeface="Meiryo UI" panose="020B0604030504040204" pitchFamily="50" charset="-128"/>
                <a:ea typeface="Meiryo UI" panose="020B0604030504040204" pitchFamily="50" charset="-128"/>
              </a:rPr>
              <a:t>又は品確</a:t>
            </a:r>
            <a:r>
              <a:rPr lang="en-US" altLang="ja-JP" sz="1400" dirty="0">
                <a:latin typeface="Meiryo UI" panose="020B0604030504040204" pitchFamily="50" charset="-128"/>
                <a:ea typeface="Meiryo UI" panose="020B0604030504040204" pitchFamily="50" charset="-128"/>
              </a:rPr>
              <a:t>Lot</a:t>
            </a:r>
            <a:r>
              <a:rPr lang="ja-JP" altLang="en-US" sz="1400" dirty="0">
                <a:latin typeface="Meiryo UI" panose="020B0604030504040204" pitchFamily="50" charset="-128"/>
                <a:ea typeface="Meiryo UI" panose="020B0604030504040204" pitchFamily="50" charset="-128"/>
              </a:rPr>
              <a:t>を示す：</a:t>
            </a:r>
            <a:r>
              <a:rPr lang="en-US" altLang="ja-JP" sz="1400" dirty="0">
                <a:latin typeface="Meiryo UI" panose="020B0604030504040204" pitchFamily="50" charset="-128"/>
                <a:ea typeface="Meiryo UI" panose="020B0604030504040204" pitchFamily="50" charset="-128"/>
              </a:rPr>
              <a:t>Kick-off </a:t>
            </a:r>
            <a:r>
              <a:rPr lang="ja-JP" altLang="en-US" sz="1400" dirty="0">
                <a:latin typeface="Meiryo UI" panose="020B0604030504040204" pitchFamily="50" charset="-128"/>
                <a:ea typeface="Meiryo UI" panose="020B0604030504040204" pitchFamily="50" charset="-128"/>
              </a:rPr>
              <a:t>時に定義</a:t>
            </a:r>
            <a:r>
              <a:rPr lang="en-US" altLang="ja-JP" sz="1400" dirty="0">
                <a:latin typeface="Meiryo UI" panose="020B0604030504040204" pitchFamily="50" charset="-128"/>
                <a:ea typeface="Meiryo UI" panose="020B0604030504040204" pitchFamily="50" charset="-128"/>
              </a:rPr>
              <a:t>)</a:t>
            </a:r>
          </a:p>
        </p:txBody>
      </p:sp>
    </p:spTree>
    <p:extLst>
      <p:ext uri="{BB962C8B-B14F-4D97-AF65-F5344CB8AC3E}">
        <p14:creationId xmlns:p14="http://schemas.microsoft.com/office/powerpoint/2010/main" val="37292106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表 7"/>
          <p:cNvGraphicFramePr>
            <a:graphicFrameLocks noGrp="1"/>
          </p:cNvGraphicFramePr>
          <p:nvPr>
            <p:extLst>
              <p:ext uri="{D42A27DB-BD31-4B8C-83A1-F6EECF244321}">
                <p14:modId xmlns:p14="http://schemas.microsoft.com/office/powerpoint/2010/main" val="3003733134"/>
              </p:ext>
            </p:extLst>
          </p:nvPr>
        </p:nvGraphicFramePr>
        <p:xfrm>
          <a:off x="207223" y="1525553"/>
          <a:ext cx="8775605" cy="3257133"/>
        </p:xfrm>
        <a:graphic>
          <a:graphicData uri="http://schemas.openxmlformats.org/drawingml/2006/table">
            <a:tbl>
              <a:tblPr firstRow="1" bandRow="1">
                <a:tableStyleId>{5940675A-B579-460E-94D1-54222C63F5DA}</a:tableStyleId>
              </a:tblPr>
              <a:tblGrid>
                <a:gridCol w="310874">
                  <a:extLst>
                    <a:ext uri="{9D8B030D-6E8A-4147-A177-3AD203B41FA5}">
                      <a16:colId xmlns:a16="http://schemas.microsoft.com/office/drawing/2014/main" val="20000"/>
                    </a:ext>
                  </a:extLst>
                </a:gridCol>
                <a:gridCol w="5016137">
                  <a:extLst>
                    <a:ext uri="{9D8B030D-6E8A-4147-A177-3AD203B41FA5}">
                      <a16:colId xmlns:a16="http://schemas.microsoft.com/office/drawing/2014/main" val="20001"/>
                    </a:ext>
                  </a:extLst>
                </a:gridCol>
                <a:gridCol w="3448594">
                  <a:extLst>
                    <a:ext uri="{9D8B030D-6E8A-4147-A177-3AD203B41FA5}">
                      <a16:colId xmlns:a16="http://schemas.microsoft.com/office/drawing/2014/main" val="20002"/>
                    </a:ext>
                  </a:extLst>
                </a:gridCol>
              </a:tblGrid>
              <a:tr h="144016">
                <a:tc>
                  <a:txBody>
                    <a:bodyPr/>
                    <a:lstStyle/>
                    <a:p>
                      <a:endParaRPr kumimoji="1" lang="ja-JP" altLang="en-US" sz="1400">
                        <a:solidFill>
                          <a:schemeClr val="tx1"/>
                        </a:solidFill>
                        <a:latin typeface="Meiryo UI" panose="020B0604030504040204" pitchFamily="50" charset="-128"/>
                        <a:cs typeface="Arial" pitchFamily="34" charset="0"/>
                      </a:endParaRPr>
                    </a:p>
                  </a:txBody>
                  <a:tcPr/>
                </a:tc>
                <a:tc>
                  <a:txBody>
                    <a:bodyPr/>
                    <a:lstStyle/>
                    <a:p>
                      <a:r>
                        <a:rPr kumimoji="1" lang="en-US" altLang="ja-JP" sz="1400">
                          <a:solidFill>
                            <a:schemeClr val="tx1"/>
                          </a:solidFill>
                        </a:rPr>
                        <a:t>Milestone/content</a:t>
                      </a:r>
                      <a:endParaRPr kumimoji="1" lang="ja-JP" altLang="en-US" sz="1400">
                        <a:solidFill>
                          <a:schemeClr val="tx1"/>
                        </a:solidFill>
                        <a:latin typeface="Meiryo UI" panose="020B0604030504040204" pitchFamily="50" charset="-128"/>
                        <a:cs typeface="Arial" pitchFamily="34" charset="0"/>
                      </a:endParaRPr>
                    </a:p>
                  </a:txBody>
                  <a:tcPr/>
                </a:tc>
                <a:tc>
                  <a:txBody>
                    <a:bodyPr/>
                    <a:lstStyle/>
                    <a:p>
                      <a:r>
                        <a:rPr kumimoji="1" lang="en-US" altLang="ja-JP" sz="1400">
                          <a:solidFill>
                            <a:schemeClr val="tx1"/>
                          </a:solidFill>
                        </a:rPr>
                        <a:t>Payment schedule</a:t>
                      </a:r>
                      <a:endParaRPr kumimoji="1" lang="ja-JP" altLang="en-US" sz="1400">
                        <a:solidFill>
                          <a:schemeClr val="tx1"/>
                        </a:solidFill>
                        <a:latin typeface="Meiryo UI" panose="020B0604030504040204" pitchFamily="50" charset="-128"/>
                        <a:cs typeface="Arial" pitchFamily="34" charset="0"/>
                      </a:endParaRPr>
                    </a:p>
                  </a:txBody>
                  <a:tcPr/>
                </a:tc>
                <a:extLst>
                  <a:ext uri="{0D108BD9-81ED-4DB2-BD59-A6C34878D82A}">
                    <a16:rowId xmlns:a16="http://schemas.microsoft.com/office/drawing/2014/main" val="10000"/>
                  </a:ext>
                </a:extLst>
              </a:tr>
              <a:tr h="362312">
                <a:tc>
                  <a:txBody>
                    <a:bodyPr/>
                    <a:lstStyle/>
                    <a:p>
                      <a:endParaRPr kumimoji="1" lang="ja-JP" altLang="en-US" sz="1400">
                        <a:solidFill>
                          <a:schemeClr val="tx1"/>
                        </a:solidFill>
                        <a:latin typeface="Meiryo UI" panose="020B0604030504040204" pitchFamily="50" charset="-128"/>
                        <a:cs typeface="Arial" pitchFamily="34"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dirty="0">
                          <a:solidFill>
                            <a:schemeClr val="tx1"/>
                          </a:solidFill>
                        </a:rPr>
                        <a:t>Meet the </a:t>
                      </a:r>
                      <a:r>
                        <a:rPr kumimoji="1" lang="en-US" altLang="ja-JP" sz="1400" dirty="0">
                          <a:solidFill>
                            <a:srgbClr val="FF0000"/>
                          </a:solidFill>
                        </a:rPr>
                        <a:t>A00-0</a:t>
                      </a:r>
                      <a:r>
                        <a:rPr kumimoji="1" lang="ja-JP" altLang="en-US" sz="1400" dirty="0">
                          <a:solidFill>
                            <a:schemeClr val="tx1"/>
                          </a:solidFill>
                        </a:rPr>
                        <a:t> </a:t>
                      </a:r>
                      <a:r>
                        <a:rPr kumimoji="1" lang="en-US" altLang="ja-JP" sz="1400" dirty="0">
                          <a:solidFill>
                            <a:schemeClr val="tx1"/>
                          </a:solidFill>
                        </a:rPr>
                        <a:t>phase planning achievement level</a:t>
                      </a:r>
                      <a:endParaRPr kumimoji="1" lang="ja-JP" altLang="en-US" sz="1400" dirty="0">
                        <a:solidFill>
                          <a:schemeClr val="tx1"/>
                        </a:solidFill>
                        <a:latin typeface="Meiryo UI" panose="020B0604030504040204" pitchFamily="50" charset="-128"/>
                        <a:cs typeface="Arial" pitchFamily="34"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dirty="0">
                          <a:solidFill>
                            <a:schemeClr val="tx1"/>
                          </a:solidFill>
                        </a:rPr>
                        <a:t>Within 1 month after all deliverable is delivered for </a:t>
                      </a:r>
                      <a:r>
                        <a:rPr kumimoji="1" lang="en-US" altLang="ja-JP" sz="1400" dirty="0">
                          <a:solidFill>
                            <a:srgbClr val="FF0000"/>
                          </a:solidFill>
                        </a:rPr>
                        <a:t>A00-0</a:t>
                      </a:r>
                      <a:endParaRPr kumimoji="1" lang="en-US" altLang="ja-JP" sz="1400" dirty="0">
                        <a:solidFill>
                          <a:srgbClr val="FF0000"/>
                        </a:solidFill>
                        <a:latin typeface="Meiryo UI" panose="020B0604030504040204" pitchFamily="50" charset="-128"/>
                        <a:cs typeface="Arial" pitchFamily="34" charset="0"/>
                      </a:endParaRPr>
                    </a:p>
                  </a:txBody>
                  <a:tcPr/>
                </a:tc>
                <a:extLst>
                  <a:ext uri="{0D108BD9-81ED-4DB2-BD59-A6C34878D82A}">
                    <a16:rowId xmlns:a16="http://schemas.microsoft.com/office/drawing/2014/main" val="10002"/>
                  </a:ext>
                </a:extLst>
              </a:tr>
              <a:tr h="520206">
                <a:tc>
                  <a:txBody>
                    <a:bodyPr/>
                    <a:lstStyle/>
                    <a:p>
                      <a:endParaRPr kumimoji="1" lang="ja-JP" altLang="en-US" sz="1400">
                        <a:solidFill>
                          <a:schemeClr val="tx1"/>
                        </a:solidFill>
                        <a:latin typeface="Meiryo UI" panose="020B0604030504040204" pitchFamily="50" charset="-128"/>
                        <a:cs typeface="Arial" pitchFamily="34"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dirty="0">
                          <a:solidFill>
                            <a:schemeClr val="tx1"/>
                          </a:solidFill>
                        </a:rPr>
                        <a:t>Meet the A00-1 phase planning achievement level</a:t>
                      </a:r>
                      <a:endParaRPr kumimoji="1" lang="ja-JP" altLang="en-US" sz="1400" dirty="0">
                        <a:solidFill>
                          <a:schemeClr val="tx1"/>
                        </a:solidFill>
                        <a:latin typeface="Meiryo UI" panose="020B0604030504040204" pitchFamily="50" charset="-128"/>
                        <a:cs typeface="Arial" pitchFamily="34"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dirty="0">
                          <a:solidFill>
                            <a:schemeClr val="tx1"/>
                          </a:solidFill>
                        </a:rPr>
                        <a:t>Within 1 month after all deliverable is delivered for</a:t>
                      </a:r>
                      <a:r>
                        <a:rPr kumimoji="1" lang="en-US" altLang="ja-JP" sz="1400" baseline="0" dirty="0">
                          <a:solidFill>
                            <a:schemeClr val="tx1"/>
                          </a:solidFill>
                        </a:rPr>
                        <a:t> </a:t>
                      </a:r>
                      <a:r>
                        <a:rPr kumimoji="1" lang="en-US" altLang="ja-JP" sz="1400" baseline="0" dirty="0">
                          <a:solidFill>
                            <a:srgbClr val="FF0000"/>
                          </a:solidFill>
                        </a:rPr>
                        <a:t>A00-1</a:t>
                      </a:r>
                      <a:endParaRPr kumimoji="1" lang="en-US" altLang="ja-JP" sz="1400" dirty="0">
                        <a:solidFill>
                          <a:srgbClr val="FF0000"/>
                        </a:solidFill>
                        <a:latin typeface="Meiryo UI" panose="020B0604030504040204" pitchFamily="50" charset="-128"/>
                        <a:cs typeface="Arial" pitchFamily="34" charset="0"/>
                      </a:endParaRPr>
                    </a:p>
                  </a:txBody>
                  <a:tcPr/>
                </a:tc>
                <a:extLst>
                  <a:ext uri="{0D108BD9-81ED-4DB2-BD59-A6C34878D82A}">
                    <a16:rowId xmlns:a16="http://schemas.microsoft.com/office/drawing/2014/main" val="10003"/>
                  </a:ext>
                </a:extLst>
              </a:tr>
              <a:tr h="520206">
                <a:tc>
                  <a:txBody>
                    <a:bodyPr/>
                    <a:lstStyle/>
                    <a:p>
                      <a:endParaRPr kumimoji="1" lang="ja-JP" altLang="en-US" sz="1400">
                        <a:solidFill>
                          <a:schemeClr val="tx1"/>
                        </a:solidFill>
                        <a:latin typeface="Meiryo UI" panose="020B0604030504040204" pitchFamily="50" charset="-128"/>
                        <a:cs typeface="Arial" pitchFamily="34"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dirty="0">
                          <a:solidFill>
                            <a:schemeClr val="tx1"/>
                          </a:solidFill>
                        </a:rPr>
                        <a:t>Meet the </a:t>
                      </a:r>
                      <a:r>
                        <a:rPr kumimoji="1" lang="en-US" altLang="ja-JP" sz="1400" dirty="0">
                          <a:solidFill>
                            <a:srgbClr val="FF0000"/>
                          </a:solidFill>
                        </a:rPr>
                        <a:t>A00-2</a:t>
                      </a:r>
                      <a:r>
                        <a:rPr kumimoji="1" lang="en-US" altLang="ja-JP" sz="1400" baseline="0" dirty="0">
                          <a:solidFill>
                            <a:schemeClr val="tx1"/>
                          </a:solidFill>
                        </a:rPr>
                        <a:t> </a:t>
                      </a:r>
                      <a:r>
                        <a:rPr kumimoji="1" lang="en-US" altLang="ja-JP" sz="1400" dirty="0">
                          <a:solidFill>
                            <a:schemeClr val="tx1"/>
                          </a:solidFill>
                        </a:rPr>
                        <a:t>phase planning achievement level</a:t>
                      </a:r>
                      <a:endParaRPr kumimoji="1" lang="ja-JP" altLang="en-US" sz="1400" dirty="0">
                        <a:solidFill>
                          <a:schemeClr val="tx1"/>
                        </a:solidFill>
                        <a:latin typeface="Meiryo UI" panose="020B0604030504040204" pitchFamily="50" charset="-128"/>
                        <a:cs typeface="Arial" pitchFamily="34"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dirty="0">
                          <a:solidFill>
                            <a:schemeClr val="tx1"/>
                          </a:solidFill>
                        </a:rPr>
                        <a:t>Within 1 month after all deliverable is delivered for</a:t>
                      </a:r>
                      <a:r>
                        <a:rPr kumimoji="1" lang="en-US" altLang="ja-JP" sz="1400" baseline="0" dirty="0">
                          <a:solidFill>
                            <a:schemeClr val="tx1"/>
                          </a:solidFill>
                        </a:rPr>
                        <a:t> </a:t>
                      </a:r>
                      <a:r>
                        <a:rPr kumimoji="1" lang="en-US" altLang="ja-JP" sz="1400" baseline="0" dirty="0">
                          <a:solidFill>
                            <a:srgbClr val="FF0000"/>
                          </a:solidFill>
                        </a:rPr>
                        <a:t>A00-2</a:t>
                      </a:r>
                      <a:endParaRPr kumimoji="1" lang="en-US" altLang="ja-JP" sz="1400" dirty="0">
                        <a:solidFill>
                          <a:srgbClr val="FF0000"/>
                        </a:solidFill>
                        <a:latin typeface="Meiryo UI" panose="020B0604030504040204" pitchFamily="50" charset="-128"/>
                        <a:cs typeface="Arial" pitchFamily="34" charset="0"/>
                      </a:endParaRPr>
                    </a:p>
                  </a:txBody>
                  <a:tcPr/>
                </a:tc>
                <a:extLst>
                  <a:ext uri="{0D108BD9-81ED-4DB2-BD59-A6C34878D82A}">
                    <a16:rowId xmlns:a16="http://schemas.microsoft.com/office/drawing/2014/main" val="2193407975"/>
                  </a:ext>
                </a:extLst>
              </a:tr>
              <a:tr h="520206">
                <a:tc>
                  <a:txBody>
                    <a:bodyPr/>
                    <a:lstStyle/>
                    <a:p>
                      <a:endParaRPr kumimoji="1" lang="ja-JP" altLang="en-US" sz="1400">
                        <a:solidFill>
                          <a:schemeClr val="tx1"/>
                        </a:solidFill>
                        <a:latin typeface="Meiryo UI" panose="020B0604030504040204" pitchFamily="50" charset="-128"/>
                        <a:cs typeface="Arial" pitchFamily="34"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dirty="0">
                          <a:solidFill>
                            <a:schemeClr val="tx1"/>
                          </a:solidFill>
                        </a:rPr>
                        <a:t>Meet the </a:t>
                      </a:r>
                      <a:r>
                        <a:rPr kumimoji="1" lang="en-US" altLang="ja-JP" sz="1400" dirty="0">
                          <a:solidFill>
                            <a:srgbClr val="FF0000"/>
                          </a:solidFill>
                        </a:rPr>
                        <a:t>MP0</a:t>
                      </a:r>
                      <a:r>
                        <a:rPr kumimoji="1" lang="en-US" altLang="ja-JP" sz="1400" dirty="0">
                          <a:solidFill>
                            <a:schemeClr val="tx1"/>
                          </a:solidFill>
                        </a:rPr>
                        <a:t> evaluation which means no problem for future</a:t>
                      </a:r>
                      <a:r>
                        <a:rPr kumimoji="1" lang="en-US" altLang="ja-JP" sz="1400" baseline="0" dirty="0">
                          <a:solidFill>
                            <a:schemeClr val="tx1"/>
                          </a:solidFill>
                        </a:rPr>
                        <a:t> mass production. </a:t>
                      </a:r>
                      <a:endParaRPr kumimoji="1" lang="ja-JP" altLang="en-US" sz="1400" dirty="0">
                        <a:solidFill>
                          <a:schemeClr val="tx1"/>
                        </a:solidFill>
                        <a:latin typeface="Meiryo UI" panose="020B0604030504040204" pitchFamily="50" charset="-128"/>
                        <a:cs typeface="Arial" pitchFamily="34"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dirty="0">
                          <a:solidFill>
                            <a:schemeClr val="tx1"/>
                          </a:solidFill>
                        </a:rPr>
                        <a:t>Within 1 month after all deliverable is delivered for</a:t>
                      </a:r>
                      <a:r>
                        <a:rPr kumimoji="1" lang="en-US" altLang="ja-JP" sz="1400" baseline="0" dirty="0">
                          <a:solidFill>
                            <a:schemeClr val="tx1"/>
                          </a:solidFill>
                        </a:rPr>
                        <a:t> </a:t>
                      </a:r>
                      <a:r>
                        <a:rPr kumimoji="1" lang="en-US" altLang="ja-JP" sz="1400" baseline="0" dirty="0">
                          <a:solidFill>
                            <a:srgbClr val="FF0000"/>
                          </a:solidFill>
                        </a:rPr>
                        <a:t>MP0</a:t>
                      </a:r>
                      <a:endParaRPr kumimoji="1" lang="en-US" altLang="ja-JP" sz="1400" dirty="0">
                        <a:solidFill>
                          <a:srgbClr val="FF0000"/>
                        </a:solidFill>
                        <a:latin typeface="Meiryo UI" panose="020B0604030504040204" pitchFamily="50" charset="-128"/>
                        <a:cs typeface="Arial" pitchFamily="34" charset="0"/>
                      </a:endParaRPr>
                    </a:p>
                  </a:txBody>
                  <a:tcPr/>
                </a:tc>
                <a:extLst>
                  <a:ext uri="{0D108BD9-81ED-4DB2-BD59-A6C34878D82A}">
                    <a16:rowId xmlns:a16="http://schemas.microsoft.com/office/drawing/2014/main" val="2636506996"/>
                  </a:ext>
                </a:extLst>
              </a:tr>
              <a:tr h="562352">
                <a:tc>
                  <a:txBody>
                    <a:bodyPr/>
                    <a:lstStyle/>
                    <a:p>
                      <a:endParaRPr kumimoji="1" lang="ja-JP" altLang="en-US" sz="1400">
                        <a:solidFill>
                          <a:schemeClr val="tx1"/>
                        </a:solidFill>
                        <a:latin typeface="Meiryo UI" panose="020B0604030504040204" pitchFamily="50" charset="-128"/>
                        <a:cs typeface="Arial" pitchFamily="34" charset="0"/>
                      </a:endParaRPr>
                    </a:p>
                  </a:txBody>
                  <a:tcPr/>
                </a:tc>
                <a:tc>
                  <a:txBody>
                    <a:bodyPr/>
                    <a:lstStyle/>
                    <a:p>
                      <a:r>
                        <a:rPr kumimoji="1" lang="en-US" altLang="ja-JP" sz="1400" dirty="0">
                          <a:solidFill>
                            <a:schemeClr val="tx1"/>
                          </a:solidFill>
                        </a:rPr>
                        <a:t>At</a:t>
                      </a:r>
                      <a:r>
                        <a:rPr kumimoji="1" lang="en-US" altLang="ja-JP" sz="1400" baseline="0" dirty="0">
                          <a:solidFill>
                            <a:schemeClr val="tx1"/>
                          </a:solidFill>
                        </a:rPr>
                        <a:t> </a:t>
                      </a:r>
                      <a:r>
                        <a:rPr kumimoji="1" lang="en-US" altLang="ja-JP" sz="1400" baseline="0" dirty="0">
                          <a:solidFill>
                            <a:srgbClr val="FF0000"/>
                          </a:solidFill>
                        </a:rPr>
                        <a:t>MP1 </a:t>
                      </a:r>
                      <a:r>
                        <a:rPr kumimoji="1" lang="en-US" altLang="ja-JP" sz="1400" baseline="0" dirty="0">
                          <a:solidFill>
                            <a:schemeClr val="tx1"/>
                          </a:solidFill>
                        </a:rPr>
                        <a:t>evaluation, </a:t>
                      </a:r>
                      <a:r>
                        <a:rPr kumimoji="1" lang="en-US" altLang="ja-JP" sz="1400" dirty="0">
                          <a:solidFill>
                            <a:schemeClr val="tx1"/>
                          </a:solidFill>
                        </a:rPr>
                        <a:t>No concern of mass production variation which include all</a:t>
                      </a:r>
                      <a:r>
                        <a:rPr kumimoji="1" lang="en-US" altLang="ja-JP" sz="1400" baseline="0" dirty="0">
                          <a:solidFill>
                            <a:schemeClr val="tx1"/>
                          </a:solidFill>
                        </a:rPr>
                        <a:t> variants. </a:t>
                      </a:r>
                      <a:endParaRPr kumimoji="1" lang="ja-JP" altLang="en-US" sz="1400" dirty="0">
                        <a:solidFill>
                          <a:schemeClr val="tx1"/>
                        </a:solidFill>
                        <a:latin typeface="Meiryo UI" panose="020B0604030504040204" pitchFamily="50" charset="-128"/>
                        <a:cs typeface="Arial" pitchFamily="34"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dirty="0">
                          <a:solidFill>
                            <a:schemeClr val="tx1"/>
                          </a:solidFill>
                        </a:rPr>
                        <a:t>Within 1 month after all deliverable is delivered for </a:t>
                      </a:r>
                      <a:r>
                        <a:rPr kumimoji="1" lang="en-US" altLang="ja-JP" sz="1400" dirty="0">
                          <a:solidFill>
                            <a:srgbClr val="FF0000"/>
                          </a:solidFill>
                        </a:rPr>
                        <a:t>MP1</a:t>
                      </a:r>
                      <a:endParaRPr kumimoji="1" lang="en-US" altLang="ja-JP" sz="1400" dirty="0">
                        <a:solidFill>
                          <a:srgbClr val="FF0000"/>
                        </a:solidFill>
                        <a:latin typeface="Meiryo UI" panose="020B0604030504040204" pitchFamily="50" charset="-128"/>
                        <a:cs typeface="Arial" pitchFamily="34" charset="0"/>
                      </a:endParaRPr>
                    </a:p>
                  </a:txBody>
                  <a:tcPr/>
                </a:tc>
                <a:extLst>
                  <a:ext uri="{0D108BD9-81ED-4DB2-BD59-A6C34878D82A}">
                    <a16:rowId xmlns:a16="http://schemas.microsoft.com/office/drawing/2014/main" val="10004"/>
                  </a:ext>
                </a:extLst>
              </a:tr>
              <a:tr h="311203">
                <a:tc>
                  <a:txBody>
                    <a:bodyPr/>
                    <a:lstStyle/>
                    <a:p>
                      <a:endParaRPr kumimoji="1" lang="ja-JP" altLang="en-US" sz="1400">
                        <a:solidFill>
                          <a:schemeClr val="tx1"/>
                        </a:solidFill>
                        <a:latin typeface="Meiryo UI" panose="020B0604030504040204" pitchFamily="50" charset="-128"/>
                        <a:cs typeface="Arial" pitchFamily="34" charset="0"/>
                      </a:endParaRPr>
                    </a:p>
                  </a:txBody>
                  <a:tcPr/>
                </a:tc>
                <a:tc>
                  <a:txBody>
                    <a:bodyPr/>
                    <a:lstStyle/>
                    <a:p>
                      <a:r>
                        <a:rPr kumimoji="1" lang="en-US" altLang="ja-JP" sz="1400">
                          <a:solidFill>
                            <a:schemeClr val="tx1"/>
                          </a:solidFill>
                        </a:rPr>
                        <a:t>SOP</a:t>
                      </a:r>
                      <a:endParaRPr kumimoji="1" lang="ja-JP" altLang="en-US" sz="1400">
                        <a:solidFill>
                          <a:schemeClr val="tx1"/>
                        </a:solidFill>
                        <a:latin typeface="Meiryo UI" panose="020B0604030504040204" pitchFamily="50" charset="-128"/>
                        <a:cs typeface="Arial" pitchFamily="34"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dirty="0">
                          <a:solidFill>
                            <a:schemeClr val="tx1"/>
                          </a:solidFill>
                        </a:rPr>
                        <a:t>Within 2</a:t>
                      </a:r>
                      <a:r>
                        <a:rPr kumimoji="1" lang="en-US" altLang="ja-JP" sz="1400" baseline="0" dirty="0">
                          <a:solidFill>
                            <a:schemeClr val="tx1"/>
                          </a:solidFill>
                        </a:rPr>
                        <a:t> months </a:t>
                      </a:r>
                      <a:r>
                        <a:rPr kumimoji="1" lang="en-US" altLang="ja-JP" sz="1400" dirty="0">
                          <a:solidFill>
                            <a:schemeClr val="tx1"/>
                          </a:solidFill>
                        </a:rPr>
                        <a:t>After</a:t>
                      </a:r>
                      <a:r>
                        <a:rPr kumimoji="1" lang="en-US" altLang="ja-JP" sz="1400" baseline="0" dirty="0">
                          <a:solidFill>
                            <a:schemeClr val="tx1"/>
                          </a:solidFill>
                        </a:rPr>
                        <a:t> SOP </a:t>
                      </a:r>
                      <a:endParaRPr kumimoji="1" lang="ja-JP" altLang="en-US" sz="1400" dirty="0">
                        <a:solidFill>
                          <a:schemeClr val="tx1"/>
                        </a:solidFill>
                        <a:latin typeface="Meiryo UI" panose="020B0604030504040204" pitchFamily="50" charset="-128"/>
                        <a:cs typeface="Arial" pitchFamily="34" charset="0"/>
                      </a:endParaRPr>
                    </a:p>
                  </a:txBody>
                  <a:tcPr/>
                </a:tc>
                <a:extLst>
                  <a:ext uri="{0D108BD9-81ED-4DB2-BD59-A6C34878D82A}">
                    <a16:rowId xmlns:a16="http://schemas.microsoft.com/office/drawing/2014/main" val="10005"/>
                  </a:ext>
                </a:extLst>
              </a:tr>
            </a:tbl>
          </a:graphicData>
        </a:graphic>
      </p:graphicFrame>
      <p:sp>
        <p:nvSpPr>
          <p:cNvPr id="9" name="Text Box 2"/>
          <p:cNvSpPr txBox="1">
            <a:spLocks noChangeArrowheads="1"/>
          </p:cNvSpPr>
          <p:nvPr/>
        </p:nvSpPr>
        <p:spPr bwMode="auto">
          <a:xfrm>
            <a:off x="24344" y="620690"/>
            <a:ext cx="8936778" cy="904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l" eaLnBrk="1" hangingPunct="1">
              <a:lnSpc>
                <a:spcPct val="110000"/>
              </a:lnSpc>
            </a:pPr>
            <a:r>
              <a:rPr lang="en-US" altLang="ja-JP" sz="1600" b="1" u="sng">
                <a:latin typeface="Meiryo UI" panose="020B0604030504040204" pitchFamily="50" charset="-128"/>
                <a:ea typeface="Meiryo UI" panose="020B0604030504040204" pitchFamily="50" charset="-128"/>
                <a:cs typeface="Arial" pitchFamily="34" charset="0"/>
              </a:rPr>
              <a:t>Payment Schedule Guideline ( prescription)</a:t>
            </a:r>
          </a:p>
          <a:p>
            <a:pPr algn="l" eaLnBrk="1" hangingPunct="1">
              <a:lnSpc>
                <a:spcPct val="110000"/>
              </a:lnSpc>
            </a:pPr>
            <a:r>
              <a:rPr lang="en-US" altLang="ja-JP" sz="16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The detail payment of development will be described in the Statement of Work which includes the destination and model variations. </a:t>
            </a:r>
            <a:endParaRPr lang="ja-JP" altLang="en-US" sz="1200">
              <a:latin typeface="Meiryo UI" panose="020B0604030504040204" pitchFamily="50" charset="-128"/>
              <a:ea typeface="Meiryo UI" panose="020B0604030504040204" pitchFamily="50" charset="-128"/>
              <a:cs typeface="Arial" pitchFamily="34" charset="0"/>
            </a:endParaRPr>
          </a:p>
        </p:txBody>
      </p:sp>
      <p:sp>
        <p:nvSpPr>
          <p:cNvPr id="10" name="Text Box 2"/>
          <p:cNvSpPr txBox="1">
            <a:spLocks noChangeArrowheads="1"/>
          </p:cNvSpPr>
          <p:nvPr/>
        </p:nvSpPr>
        <p:spPr bwMode="auto">
          <a:xfrm>
            <a:off x="23025" y="5419633"/>
            <a:ext cx="9144000" cy="1107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l" eaLnBrk="1" hangingPunct="1">
              <a:lnSpc>
                <a:spcPct val="110000"/>
              </a:lnSpc>
            </a:pPr>
            <a:r>
              <a:rPr lang="en-US" altLang="ja-JP" sz="1600" b="1" u="sng" dirty="0">
                <a:latin typeface="Meiryo UI" panose="020B0604030504040204" pitchFamily="50" charset="-128"/>
                <a:ea typeface="Meiryo UI" panose="020B0604030504040204" pitchFamily="50" charset="-128"/>
                <a:cs typeface="Arial" pitchFamily="34" charset="0"/>
              </a:rPr>
              <a:t>Payment  Amount and schedule</a:t>
            </a:r>
            <a:r>
              <a:rPr lang="en-US" altLang="ja-JP" sz="1600" dirty="0">
                <a:latin typeface="Meiryo UI" panose="020B0604030504040204" pitchFamily="50" charset="-128"/>
                <a:ea typeface="Meiryo UI" panose="020B0604030504040204" pitchFamily="50" charset="-128"/>
                <a:cs typeface="Arial" pitchFamily="34" charset="0"/>
              </a:rPr>
              <a:t>     </a:t>
            </a:r>
          </a:p>
          <a:p>
            <a:pPr algn="l" eaLnBrk="1" hangingPunct="1">
              <a:lnSpc>
                <a:spcPct val="110000"/>
              </a:lnSpc>
            </a:pPr>
            <a:r>
              <a:rPr lang="en-US" altLang="ja-JP" sz="16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Payment amount and  schedule shall be discussed after getting quotation, and will show it in SOW. </a:t>
            </a:r>
            <a:br>
              <a:rPr lang="en-US" altLang="ja-JP" sz="1400" dirty="0">
                <a:latin typeface="Meiryo UI" panose="020B0604030504040204" pitchFamily="50" charset="-128"/>
                <a:ea typeface="Meiryo UI" panose="020B0604030504040204" pitchFamily="50" charset="-128"/>
                <a:cs typeface="Arial" pitchFamily="34" charset="0"/>
              </a:rPr>
            </a:br>
            <a:r>
              <a:rPr lang="en-US" altLang="ja-JP" sz="1400" dirty="0">
                <a:latin typeface="Meiryo UI" panose="020B0604030504040204" pitchFamily="50" charset="-128"/>
                <a:ea typeface="Meiryo UI" panose="020B0604030504040204" pitchFamily="50" charset="-128"/>
                <a:cs typeface="Arial" pitchFamily="34" charset="0"/>
              </a:rPr>
              <a:t>*Payment amount is mainly related to deliverables and payment schedule is at least once / year (based on discussion between Honda and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dirty="0">
                <a:latin typeface="Meiryo UI" panose="020B0604030504040204" pitchFamily="50" charset="-128"/>
                <a:ea typeface="Meiryo UI" panose="020B0604030504040204" pitchFamily="50" charset="-128"/>
                <a:cs typeface="Arial" pitchFamily="34" charset="0"/>
              </a:rPr>
              <a:t>).</a:t>
            </a:r>
            <a:endParaRPr lang="ja-JP" altLang="en-US" sz="1400" dirty="0">
              <a:latin typeface="Meiryo UI" panose="020B0604030504040204" pitchFamily="50" charset="-128"/>
              <a:ea typeface="Meiryo UI" panose="020B0604030504040204" pitchFamily="50" charset="-128"/>
              <a:cs typeface="Arial" pitchFamily="34" charset="0"/>
            </a:endParaRPr>
          </a:p>
        </p:txBody>
      </p:sp>
      <p:sp>
        <p:nvSpPr>
          <p:cNvPr id="7" name="Text Box 2"/>
          <p:cNvSpPr txBox="1">
            <a:spLocks noChangeArrowheads="1"/>
          </p:cNvSpPr>
          <p:nvPr/>
        </p:nvSpPr>
        <p:spPr bwMode="auto">
          <a:xfrm>
            <a:off x="133262" y="44451"/>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2000">
                <a:solidFill>
                  <a:srgbClr val="FFFFFF"/>
                </a:solidFill>
                <a:latin typeface="Meiryo UI" panose="020B0604030504040204" pitchFamily="50" charset="-128"/>
                <a:ea typeface="Meiryo UI" panose="020B0604030504040204" pitchFamily="50" charset="-128"/>
                <a:cs typeface="Arial" pitchFamily="34" charset="0"/>
              </a:rPr>
              <a:t>7. Judgments and Timings (4/7)</a:t>
            </a:r>
            <a:endParaRPr lang="en-US" altLang="ja-JP" sz="1100">
              <a:solidFill>
                <a:srgbClr val="FFFFFF"/>
              </a:solidFill>
              <a:latin typeface="HGPｺﾞｼｯｸE" pitchFamily="50" charset="-128"/>
              <a:ea typeface="HGPｺﾞｼｯｸE" pitchFamily="50" charset="-128"/>
              <a:cs typeface="Arial" pitchFamily="34" charset="0"/>
            </a:endParaRPr>
          </a:p>
        </p:txBody>
      </p:sp>
    </p:spTree>
    <p:extLst>
      <p:ext uri="{BB962C8B-B14F-4D97-AF65-F5344CB8AC3E}">
        <p14:creationId xmlns:p14="http://schemas.microsoft.com/office/powerpoint/2010/main" val="3350707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表 7"/>
          <p:cNvGraphicFramePr>
            <a:graphicFrameLocks noGrp="1"/>
          </p:cNvGraphicFramePr>
          <p:nvPr>
            <p:extLst>
              <p:ext uri="{D42A27DB-BD31-4B8C-83A1-F6EECF244321}">
                <p14:modId xmlns:p14="http://schemas.microsoft.com/office/powerpoint/2010/main" val="2996136784"/>
              </p:ext>
            </p:extLst>
          </p:nvPr>
        </p:nvGraphicFramePr>
        <p:xfrm>
          <a:off x="207223" y="1525553"/>
          <a:ext cx="8775605" cy="4100078"/>
        </p:xfrm>
        <a:graphic>
          <a:graphicData uri="http://schemas.openxmlformats.org/drawingml/2006/table">
            <a:tbl>
              <a:tblPr firstRow="1" bandRow="1">
                <a:tableStyleId>{5940675A-B579-460E-94D1-54222C63F5DA}</a:tableStyleId>
              </a:tblPr>
              <a:tblGrid>
                <a:gridCol w="310874">
                  <a:extLst>
                    <a:ext uri="{9D8B030D-6E8A-4147-A177-3AD203B41FA5}">
                      <a16:colId xmlns:a16="http://schemas.microsoft.com/office/drawing/2014/main" val="20000"/>
                    </a:ext>
                  </a:extLst>
                </a:gridCol>
                <a:gridCol w="5016137">
                  <a:extLst>
                    <a:ext uri="{9D8B030D-6E8A-4147-A177-3AD203B41FA5}">
                      <a16:colId xmlns:a16="http://schemas.microsoft.com/office/drawing/2014/main" val="20001"/>
                    </a:ext>
                  </a:extLst>
                </a:gridCol>
                <a:gridCol w="3448594">
                  <a:extLst>
                    <a:ext uri="{9D8B030D-6E8A-4147-A177-3AD203B41FA5}">
                      <a16:colId xmlns:a16="http://schemas.microsoft.com/office/drawing/2014/main" val="20002"/>
                    </a:ext>
                  </a:extLst>
                </a:gridCol>
              </a:tblGrid>
              <a:tr h="144016">
                <a:tc>
                  <a:txBody>
                    <a:bodyPr/>
                    <a:lstStyle/>
                    <a:p>
                      <a:endParaRPr kumimoji="1" lang="ja-JP" altLang="en-US" sz="1400">
                        <a:solidFill>
                          <a:schemeClr val="tx1"/>
                        </a:solidFill>
                        <a:latin typeface="Meiryo UI" panose="020B0604030504040204" pitchFamily="50" charset="-128"/>
                        <a:ea typeface="Meiryo UI" panose="020B0604030504040204" pitchFamily="50" charset="-128"/>
                        <a:cs typeface="Arial" pitchFamily="34" charset="0"/>
                      </a:endParaRPr>
                    </a:p>
                  </a:txBody>
                  <a:tcPr/>
                </a:tc>
                <a:tc>
                  <a:txBody>
                    <a:bodyPr/>
                    <a:lstStyle/>
                    <a:p>
                      <a:r>
                        <a:rPr kumimoji="1" lang="ja-JP" altLang="en-US" sz="1400">
                          <a:solidFill>
                            <a:schemeClr val="tx1"/>
                          </a:solidFill>
                        </a:rPr>
                        <a:t>マイルストーン</a:t>
                      </a:r>
                      <a:r>
                        <a:rPr kumimoji="1" lang="en-US" altLang="ja-JP" sz="1400">
                          <a:solidFill>
                            <a:schemeClr val="tx1"/>
                          </a:solidFill>
                        </a:rPr>
                        <a:t>/</a:t>
                      </a:r>
                      <a:r>
                        <a:rPr kumimoji="1" lang="ja-JP" altLang="en-US" sz="1400">
                          <a:solidFill>
                            <a:schemeClr val="tx1"/>
                          </a:solidFill>
                        </a:rPr>
                        <a:t>内容</a:t>
                      </a:r>
                      <a:endParaRPr kumimoji="1" lang="ja-JP" altLang="en-US" sz="1400">
                        <a:solidFill>
                          <a:schemeClr val="tx1"/>
                        </a:solidFill>
                        <a:latin typeface="Meiryo UI" panose="020B0604030504040204" pitchFamily="50" charset="-128"/>
                        <a:ea typeface="Meiryo UI" panose="020B0604030504040204" pitchFamily="50" charset="-128"/>
                        <a:cs typeface="Arial" pitchFamily="34" charset="0"/>
                      </a:endParaRPr>
                    </a:p>
                  </a:txBody>
                  <a:tcPr/>
                </a:tc>
                <a:tc>
                  <a:txBody>
                    <a:bodyPr/>
                    <a:lstStyle/>
                    <a:p>
                      <a:r>
                        <a:rPr kumimoji="1" lang="ja-JP" altLang="en-US" sz="1400">
                          <a:solidFill>
                            <a:schemeClr val="tx1"/>
                          </a:solidFill>
                        </a:rPr>
                        <a:t>支払い時期</a:t>
                      </a:r>
                      <a:endParaRPr kumimoji="1" lang="ja-JP" altLang="en-US" sz="1400">
                        <a:solidFill>
                          <a:schemeClr val="tx1"/>
                        </a:solidFill>
                        <a:latin typeface="Meiryo UI" panose="020B0604030504040204" pitchFamily="50" charset="-128"/>
                        <a:ea typeface="Meiryo UI" panose="020B0604030504040204" pitchFamily="50" charset="-128"/>
                        <a:cs typeface="Arial" pitchFamily="34" charset="0"/>
                      </a:endParaRPr>
                    </a:p>
                  </a:txBody>
                  <a:tcPr/>
                </a:tc>
                <a:extLst>
                  <a:ext uri="{0D108BD9-81ED-4DB2-BD59-A6C34878D82A}">
                    <a16:rowId xmlns:a16="http://schemas.microsoft.com/office/drawing/2014/main" val="10000"/>
                  </a:ext>
                </a:extLst>
              </a:tr>
              <a:tr h="362312">
                <a:tc>
                  <a:txBody>
                    <a:bodyPr/>
                    <a:lstStyle/>
                    <a:p>
                      <a:endParaRPr kumimoji="1" lang="ja-JP" altLang="en-US" sz="1400">
                        <a:solidFill>
                          <a:schemeClr val="tx1"/>
                        </a:solidFill>
                        <a:latin typeface="Meiryo UI" panose="020B0604030504040204" pitchFamily="50" charset="-128"/>
                        <a:ea typeface="Meiryo UI" panose="020B0604030504040204" pitchFamily="50" charset="-128"/>
                        <a:cs typeface="Arial" pitchFamily="34"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dirty="0">
                          <a:solidFill>
                            <a:srgbClr val="FF0000"/>
                          </a:solidFill>
                        </a:rPr>
                        <a:t>A00-0</a:t>
                      </a:r>
                      <a:r>
                        <a:rPr kumimoji="1" lang="ja-JP" altLang="en-US" sz="1400" dirty="0">
                          <a:solidFill>
                            <a:schemeClr val="tx1"/>
                          </a:solidFill>
                        </a:rPr>
                        <a:t> 時点での計画された目標を達成</a:t>
                      </a:r>
                      <a:endParaRPr kumimoji="1" lang="ja-JP" altLang="en-US" sz="1400" dirty="0">
                        <a:solidFill>
                          <a:schemeClr val="tx1"/>
                        </a:solidFill>
                        <a:latin typeface="Meiryo UI" panose="020B0604030504040204" pitchFamily="50" charset="-128"/>
                        <a:ea typeface="Meiryo UI" panose="020B0604030504040204" pitchFamily="50" charset="-128"/>
                        <a:cs typeface="Arial" pitchFamily="34"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dirty="0">
                          <a:solidFill>
                            <a:srgbClr val="FF0000"/>
                          </a:solidFill>
                        </a:rPr>
                        <a:t>A00-0</a:t>
                      </a:r>
                      <a:r>
                        <a:rPr kumimoji="1" lang="ja-JP" altLang="en-US" sz="1400" dirty="0">
                          <a:solidFill>
                            <a:srgbClr val="FF0000"/>
                          </a:solidFill>
                        </a:rPr>
                        <a:t> </a:t>
                      </a:r>
                      <a:r>
                        <a:rPr kumimoji="1" lang="ja-JP" altLang="en-US" sz="1400" dirty="0">
                          <a:solidFill>
                            <a:schemeClr val="tx1"/>
                          </a:solidFill>
                        </a:rPr>
                        <a:t>での成果物がすべて納入されてから</a:t>
                      </a:r>
                      <a:endParaRPr kumimoji="1" lang="en-US" altLang="ja-JP" sz="1400" dirty="0">
                        <a:solidFill>
                          <a:schemeClr val="tx1"/>
                        </a:solidFill>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dirty="0">
                          <a:solidFill>
                            <a:schemeClr val="tx1"/>
                          </a:solidFill>
                        </a:rPr>
                        <a:t>1</a:t>
                      </a:r>
                      <a:r>
                        <a:rPr kumimoji="1" lang="ja-JP" altLang="en-US" sz="1400" dirty="0">
                          <a:solidFill>
                            <a:schemeClr val="tx1"/>
                          </a:solidFill>
                        </a:rPr>
                        <a:t>か月以内</a:t>
                      </a:r>
                      <a:endParaRPr kumimoji="1" lang="en-US" altLang="ja-JP" sz="1400" dirty="0">
                        <a:solidFill>
                          <a:srgbClr val="FF0000"/>
                        </a:solidFill>
                        <a:latin typeface="Meiryo UI" panose="020B0604030504040204" pitchFamily="50" charset="-128"/>
                        <a:ea typeface="Meiryo UI" panose="020B0604030504040204" pitchFamily="50" charset="-128"/>
                        <a:cs typeface="Arial" pitchFamily="34" charset="0"/>
                      </a:endParaRPr>
                    </a:p>
                  </a:txBody>
                  <a:tcPr/>
                </a:tc>
                <a:extLst>
                  <a:ext uri="{0D108BD9-81ED-4DB2-BD59-A6C34878D82A}">
                    <a16:rowId xmlns:a16="http://schemas.microsoft.com/office/drawing/2014/main" val="10002"/>
                  </a:ext>
                </a:extLst>
              </a:tr>
              <a:tr h="520206">
                <a:tc>
                  <a:txBody>
                    <a:bodyPr/>
                    <a:lstStyle/>
                    <a:p>
                      <a:endParaRPr kumimoji="1" lang="ja-JP" altLang="en-US" sz="1400">
                        <a:solidFill>
                          <a:schemeClr val="tx1"/>
                        </a:solidFill>
                        <a:latin typeface="Meiryo UI" panose="020B0604030504040204" pitchFamily="50" charset="-128"/>
                        <a:ea typeface="Meiryo UI" panose="020B0604030504040204" pitchFamily="50" charset="-128"/>
                        <a:cs typeface="Arial"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dirty="0">
                          <a:solidFill>
                            <a:srgbClr val="FF0000"/>
                          </a:solidFill>
                        </a:rPr>
                        <a:t>A00-1</a:t>
                      </a:r>
                      <a:r>
                        <a:rPr kumimoji="1" lang="ja-JP" altLang="en-US" sz="1400" dirty="0">
                          <a:solidFill>
                            <a:srgbClr val="FF0000"/>
                          </a:solidFill>
                        </a:rPr>
                        <a:t> </a:t>
                      </a:r>
                      <a:r>
                        <a:rPr kumimoji="1" lang="ja-JP" altLang="en-US" sz="1400" dirty="0">
                          <a:solidFill>
                            <a:schemeClr val="tx1"/>
                          </a:solidFill>
                        </a:rPr>
                        <a:t>時点での計画された目標を達成</a:t>
                      </a:r>
                      <a:endParaRPr kumimoji="1" lang="ja-JP" altLang="en-US" sz="1400" dirty="0">
                        <a:solidFill>
                          <a:schemeClr val="tx1"/>
                        </a:solidFill>
                        <a:latin typeface="Meiryo UI" panose="020B0604030504040204" pitchFamily="50" charset="-128"/>
                        <a:ea typeface="Meiryo UI" panose="020B0604030504040204" pitchFamily="50" charset="-128"/>
                        <a:cs typeface="Arial"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baseline="0" dirty="0">
                          <a:solidFill>
                            <a:srgbClr val="FF0000"/>
                          </a:solidFill>
                        </a:rPr>
                        <a:t>A00-1</a:t>
                      </a:r>
                      <a:r>
                        <a:rPr kumimoji="1" lang="ja-JP" altLang="en-US" sz="1400" baseline="0" dirty="0">
                          <a:solidFill>
                            <a:srgbClr val="FF0000"/>
                          </a:solidFill>
                        </a:rPr>
                        <a:t> </a:t>
                      </a:r>
                      <a:r>
                        <a:rPr kumimoji="1" lang="ja-JP" altLang="en-US" sz="1400" dirty="0">
                          <a:solidFill>
                            <a:schemeClr val="tx1"/>
                          </a:solidFill>
                        </a:rPr>
                        <a:t>での成果物がすべて納入されてから</a:t>
                      </a:r>
                      <a:endParaRPr kumimoji="1" lang="en-US" altLang="ja-JP" sz="1400"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dirty="0">
                          <a:solidFill>
                            <a:schemeClr val="tx1"/>
                          </a:solidFill>
                        </a:rPr>
                        <a:t>1</a:t>
                      </a:r>
                      <a:r>
                        <a:rPr kumimoji="1" lang="ja-JP" altLang="en-US" sz="1400" dirty="0">
                          <a:solidFill>
                            <a:schemeClr val="tx1"/>
                          </a:solidFill>
                        </a:rPr>
                        <a:t>か月以内</a:t>
                      </a:r>
                      <a:endParaRPr kumimoji="1" lang="en-US" altLang="ja-JP" sz="1400" dirty="0">
                        <a:solidFill>
                          <a:srgbClr val="FF0000"/>
                        </a:solidFill>
                        <a:latin typeface="Meiryo UI" panose="020B0604030504040204" pitchFamily="50" charset="-128"/>
                        <a:ea typeface="Meiryo UI" panose="020B0604030504040204" pitchFamily="50" charset="-128"/>
                        <a:cs typeface="Arial" pitchFamily="34" charset="0"/>
                      </a:endParaRPr>
                    </a:p>
                  </a:txBody>
                  <a:tcPr/>
                </a:tc>
                <a:extLst>
                  <a:ext uri="{0D108BD9-81ED-4DB2-BD59-A6C34878D82A}">
                    <a16:rowId xmlns:a16="http://schemas.microsoft.com/office/drawing/2014/main" val="10003"/>
                  </a:ext>
                </a:extLst>
              </a:tr>
              <a:tr h="520206">
                <a:tc>
                  <a:txBody>
                    <a:bodyPr/>
                    <a:lstStyle/>
                    <a:p>
                      <a:endParaRPr kumimoji="1" lang="ja-JP" altLang="en-US" sz="1400">
                        <a:solidFill>
                          <a:schemeClr val="tx1"/>
                        </a:solidFill>
                        <a:latin typeface="Meiryo UI" panose="020B0604030504040204" pitchFamily="50" charset="-128"/>
                        <a:ea typeface="Meiryo UI" panose="020B0604030504040204" pitchFamily="50" charset="-128"/>
                        <a:cs typeface="Arial" pitchFamily="34"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dirty="0">
                          <a:solidFill>
                            <a:srgbClr val="FF0000"/>
                          </a:solidFill>
                        </a:rPr>
                        <a:t>A00-2</a:t>
                      </a:r>
                      <a:r>
                        <a:rPr kumimoji="1" lang="ja-JP" altLang="en-US" sz="1400" dirty="0">
                          <a:solidFill>
                            <a:srgbClr val="FF0000"/>
                          </a:solidFill>
                        </a:rPr>
                        <a:t> </a:t>
                      </a:r>
                      <a:r>
                        <a:rPr kumimoji="1" lang="ja-JP" altLang="en-US" sz="1400" dirty="0">
                          <a:solidFill>
                            <a:schemeClr val="tx1"/>
                          </a:solidFill>
                        </a:rPr>
                        <a:t>時点での計画された目標を達成</a:t>
                      </a:r>
                      <a:endParaRPr kumimoji="1" lang="ja-JP" altLang="en-US" sz="1400" dirty="0">
                        <a:solidFill>
                          <a:schemeClr val="tx1"/>
                        </a:solidFill>
                        <a:latin typeface="Meiryo UI" panose="020B0604030504040204" pitchFamily="50" charset="-128"/>
                        <a:ea typeface="Meiryo UI" panose="020B0604030504040204" pitchFamily="50" charset="-128"/>
                        <a:cs typeface="Arial"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baseline="0" dirty="0">
                          <a:solidFill>
                            <a:srgbClr val="FF0000"/>
                          </a:solidFill>
                        </a:rPr>
                        <a:t>A00-2</a:t>
                      </a:r>
                      <a:r>
                        <a:rPr kumimoji="1" lang="ja-JP" altLang="en-US" sz="1400" baseline="0" dirty="0">
                          <a:solidFill>
                            <a:srgbClr val="FF0000"/>
                          </a:solidFill>
                        </a:rPr>
                        <a:t> </a:t>
                      </a:r>
                      <a:r>
                        <a:rPr kumimoji="1" lang="ja-JP" altLang="en-US" sz="1400" dirty="0">
                          <a:solidFill>
                            <a:schemeClr val="tx1"/>
                          </a:solidFill>
                        </a:rPr>
                        <a:t>での成果物がすべて納入されてから</a:t>
                      </a:r>
                      <a:endParaRPr kumimoji="1" lang="en-US" altLang="ja-JP" sz="1400"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dirty="0">
                          <a:solidFill>
                            <a:schemeClr val="tx1"/>
                          </a:solidFill>
                        </a:rPr>
                        <a:t>1</a:t>
                      </a:r>
                      <a:r>
                        <a:rPr kumimoji="1" lang="ja-JP" altLang="en-US" sz="1400" dirty="0">
                          <a:solidFill>
                            <a:schemeClr val="tx1"/>
                          </a:solidFill>
                        </a:rPr>
                        <a:t>か月以内</a:t>
                      </a:r>
                      <a:endParaRPr kumimoji="1" lang="en-US" altLang="ja-JP" sz="1400" dirty="0">
                        <a:solidFill>
                          <a:srgbClr val="FF0000"/>
                        </a:solidFill>
                        <a:latin typeface="Meiryo UI" panose="020B0604030504040204" pitchFamily="50" charset="-128"/>
                        <a:ea typeface="Meiryo UI" panose="020B0604030504040204" pitchFamily="50" charset="-128"/>
                        <a:cs typeface="Arial" pitchFamily="34" charset="0"/>
                      </a:endParaRPr>
                    </a:p>
                  </a:txBody>
                  <a:tcPr/>
                </a:tc>
                <a:extLst>
                  <a:ext uri="{0D108BD9-81ED-4DB2-BD59-A6C34878D82A}">
                    <a16:rowId xmlns:a16="http://schemas.microsoft.com/office/drawing/2014/main" val="2193407975"/>
                  </a:ext>
                </a:extLst>
              </a:tr>
              <a:tr h="520206">
                <a:tc>
                  <a:txBody>
                    <a:bodyPr/>
                    <a:lstStyle/>
                    <a:p>
                      <a:endParaRPr kumimoji="1" lang="ja-JP" altLang="en-US" sz="1400">
                        <a:solidFill>
                          <a:schemeClr val="tx1"/>
                        </a:solidFill>
                        <a:latin typeface="Meiryo UI" panose="020B0604030504040204" pitchFamily="50" charset="-128"/>
                        <a:ea typeface="Meiryo UI" panose="020B0604030504040204" pitchFamily="50" charset="-128"/>
                        <a:cs typeface="Arial" pitchFamily="34"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dirty="0">
                          <a:solidFill>
                            <a:srgbClr val="FF0000"/>
                          </a:solidFill>
                        </a:rPr>
                        <a:t>MP0</a:t>
                      </a:r>
                      <a:r>
                        <a:rPr kumimoji="1" lang="ja-JP" altLang="en-US" sz="1400" dirty="0">
                          <a:solidFill>
                            <a:schemeClr val="tx1"/>
                          </a:solidFill>
                        </a:rPr>
                        <a:t>評価での将来の量産に向けての不具合ない開発達成</a:t>
                      </a:r>
                      <a:endParaRPr kumimoji="1" lang="ja-JP" altLang="en-US" sz="1400" dirty="0">
                        <a:solidFill>
                          <a:schemeClr val="tx1"/>
                        </a:solidFill>
                        <a:latin typeface="Meiryo UI" panose="020B0604030504040204" pitchFamily="50" charset="-128"/>
                        <a:ea typeface="Meiryo UI" panose="020B0604030504040204" pitchFamily="50" charset="-128"/>
                        <a:cs typeface="Arial"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baseline="0" dirty="0">
                          <a:solidFill>
                            <a:srgbClr val="FF0000"/>
                          </a:solidFill>
                        </a:rPr>
                        <a:t>MP0</a:t>
                      </a:r>
                      <a:r>
                        <a:rPr kumimoji="1" lang="ja-JP" altLang="en-US" sz="1400" baseline="0" dirty="0">
                          <a:solidFill>
                            <a:srgbClr val="FF0000"/>
                          </a:solidFill>
                        </a:rPr>
                        <a:t> </a:t>
                      </a:r>
                      <a:r>
                        <a:rPr kumimoji="1" lang="ja-JP" altLang="en-US" sz="1400" dirty="0">
                          <a:solidFill>
                            <a:schemeClr val="tx1"/>
                          </a:solidFill>
                        </a:rPr>
                        <a:t>での成果物がすべて納入されてから</a:t>
                      </a:r>
                      <a:endParaRPr kumimoji="1" lang="en-US" altLang="ja-JP" sz="1400"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dirty="0">
                          <a:solidFill>
                            <a:schemeClr val="tx1"/>
                          </a:solidFill>
                        </a:rPr>
                        <a:t>1</a:t>
                      </a:r>
                      <a:r>
                        <a:rPr kumimoji="1" lang="ja-JP" altLang="en-US" sz="1400" dirty="0">
                          <a:solidFill>
                            <a:schemeClr val="tx1"/>
                          </a:solidFill>
                        </a:rPr>
                        <a:t>か月以内</a:t>
                      </a:r>
                      <a:endParaRPr kumimoji="1" lang="en-US" altLang="ja-JP" sz="1400" dirty="0">
                        <a:solidFill>
                          <a:srgbClr val="FF0000"/>
                        </a:solidFill>
                        <a:latin typeface="Meiryo UI" panose="020B0604030504040204" pitchFamily="50" charset="-128"/>
                        <a:ea typeface="Meiryo UI" panose="020B0604030504040204" pitchFamily="50" charset="-128"/>
                        <a:cs typeface="Arial" pitchFamily="34" charset="0"/>
                      </a:endParaRPr>
                    </a:p>
                  </a:txBody>
                  <a:tcPr/>
                </a:tc>
                <a:extLst>
                  <a:ext uri="{0D108BD9-81ED-4DB2-BD59-A6C34878D82A}">
                    <a16:rowId xmlns:a16="http://schemas.microsoft.com/office/drawing/2014/main" val="2636506996"/>
                  </a:ext>
                </a:extLst>
              </a:tr>
              <a:tr h="562352">
                <a:tc>
                  <a:txBody>
                    <a:bodyPr/>
                    <a:lstStyle/>
                    <a:p>
                      <a:endParaRPr kumimoji="1" lang="ja-JP" altLang="en-US" sz="1400">
                        <a:solidFill>
                          <a:schemeClr val="tx1"/>
                        </a:solidFill>
                        <a:latin typeface="Meiryo UI" panose="020B0604030504040204" pitchFamily="50" charset="-128"/>
                        <a:ea typeface="Meiryo UI" panose="020B0604030504040204" pitchFamily="50" charset="-128"/>
                        <a:cs typeface="Arial" pitchFamily="34" charset="0"/>
                      </a:endParaRPr>
                    </a:p>
                  </a:txBody>
                  <a:tcPr/>
                </a:tc>
                <a:tc>
                  <a:txBody>
                    <a:bodyPr/>
                    <a:lstStyle/>
                    <a:p>
                      <a:r>
                        <a:rPr kumimoji="1" lang="en-US" altLang="ja-JP" sz="1400" baseline="0" dirty="0">
                          <a:solidFill>
                            <a:srgbClr val="FF0000"/>
                          </a:solidFill>
                        </a:rPr>
                        <a:t>MP1</a:t>
                      </a:r>
                      <a:r>
                        <a:rPr kumimoji="1" lang="ja-JP" altLang="en-US" sz="1400" baseline="0" dirty="0">
                          <a:solidFill>
                            <a:srgbClr val="FF0000"/>
                          </a:solidFill>
                        </a:rPr>
                        <a:t> </a:t>
                      </a:r>
                      <a:r>
                        <a:rPr kumimoji="1" lang="ja-JP" altLang="en-US" sz="1400" baseline="0" dirty="0">
                          <a:solidFill>
                            <a:schemeClr val="tx1"/>
                          </a:solidFill>
                        </a:rPr>
                        <a:t>評価にてすべての仕様に対して残項目なく開発が完了</a:t>
                      </a:r>
                      <a:endParaRPr kumimoji="1" lang="ja-JP" altLang="en-US" sz="1400" dirty="0">
                        <a:solidFill>
                          <a:schemeClr val="tx1"/>
                        </a:solidFill>
                        <a:latin typeface="Meiryo UI" panose="020B0604030504040204" pitchFamily="50" charset="-128"/>
                        <a:ea typeface="Meiryo UI" panose="020B0604030504040204" pitchFamily="50" charset="-128"/>
                        <a:cs typeface="Arial"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dirty="0">
                          <a:solidFill>
                            <a:srgbClr val="FF0000"/>
                          </a:solidFill>
                        </a:rPr>
                        <a:t>MP1</a:t>
                      </a:r>
                      <a:r>
                        <a:rPr kumimoji="1" lang="ja-JP" altLang="en-US" sz="1400" dirty="0">
                          <a:solidFill>
                            <a:srgbClr val="FF0000"/>
                          </a:solidFill>
                        </a:rPr>
                        <a:t> </a:t>
                      </a:r>
                      <a:r>
                        <a:rPr kumimoji="1" lang="ja-JP" altLang="en-US" sz="1400" dirty="0">
                          <a:solidFill>
                            <a:schemeClr val="tx1"/>
                          </a:solidFill>
                        </a:rPr>
                        <a:t>での成果物がすべて納入されてから</a:t>
                      </a:r>
                      <a:endParaRPr kumimoji="1" lang="en-US" altLang="ja-JP" sz="1400"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dirty="0">
                          <a:solidFill>
                            <a:schemeClr val="tx1"/>
                          </a:solidFill>
                        </a:rPr>
                        <a:t>1</a:t>
                      </a:r>
                      <a:r>
                        <a:rPr kumimoji="1" lang="ja-JP" altLang="en-US" sz="1400" dirty="0">
                          <a:solidFill>
                            <a:schemeClr val="tx1"/>
                          </a:solidFill>
                        </a:rPr>
                        <a:t>か月以内</a:t>
                      </a:r>
                      <a:endParaRPr kumimoji="1" lang="en-US" altLang="ja-JP" sz="1400" dirty="0">
                        <a:solidFill>
                          <a:srgbClr val="FF0000"/>
                        </a:solidFill>
                        <a:latin typeface="Meiryo UI" panose="020B0604030504040204" pitchFamily="50" charset="-128"/>
                        <a:ea typeface="Meiryo UI" panose="020B0604030504040204" pitchFamily="50" charset="-128"/>
                        <a:cs typeface="Arial" pitchFamily="34" charset="0"/>
                      </a:endParaRPr>
                    </a:p>
                  </a:txBody>
                  <a:tcPr/>
                </a:tc>
                <a:extLst>
                  <a:ext uri="{0D108BD9-81ED-4DB2-BD59-A6C34878D82A}">
                    <a16:rowId xmlns:a16="http://schemas.microsoft.com/office/drawing/2014/main" val="10004"/>
                  </a:ext>
                </a:extLst>
              </a:tr>
              <a:tr h="311203">
                <a:tc>
                  <a:txBody>
                    <a:bodyPr/>
                    <a:lstStyle/>
                    <a:p>
                      <a:endParaRPr kumimoji="1" lang="ja-JP" altLang="en-US" sz="1400">
                        <a:solidFill>
                          <a:schemeClr val="tx1"/>
                        </a:solidFill>
                        <a:latin typeface="Meiryo UI" panose="020B0604030504040204" pitchFamily="50" charset="-128"/>
                        <a:ea typeface="Meiryo UI" panose="020B0604030504040204" pitchFamily="50" charset="-128"/>
                        <a:cs typeface="Arial" pitchFamily="34" charset="0"/>
                      </a:endParaRPr>
                    </a:p>
                  </a:txBody>
                  <a:tcPr/>
                </a:tc>
                <a:tc>
                  <a:txBody>
                    <a:bodyPr/>
                    <a:lstStyle/>
                    <a:p>
                      <a:r>
                        <a:rPr kumimoji="1" lang="en-US" altLang="ja-JP" sz="1400">
                          <a:solidFill>
                            <a:schemeClr val="tx1"/>
                          </a:solidFill>
                        </a:rPr>
                        <a:t>SOP</a:t>
                      </a:r>
                      <a:r>
                        <a:rPr kumimoji="1" lang="ja-JP" altLang="en-US" sz="1400">
                          <a:solidFill>
                            <a:schemeClr val="tx1"/>
                          </a:solidFill>
                        </a:rPr>
                        <a:t>（量産開始）</a:t>
                      </a:r>
                      <a:endParaRPr kumimoji="1" lang="en-US" altLang="ja-JP" sz="1400">
                        <a:solidFill>
                          <a:schemeClr val="tx1"/>
                        </a:solidFill>
                      </a:endParaRPr>
                    </a:p>
                    <a:p>
                      <a:endParaRPr kumimoji="1" lang="ja-JP" altLang="en-US" sz="1400">
                        <a:solidFill>
                          <a:schemeClr val="tx1"/>
                        </a:solidFill>
                        <a:latin typeface="Meiryo UI" panose="020B0604030504040204" pitchFamily="50" charset="-128"/>
                        <a:ea typeface="Meiryo UI" panose="020B0604030504040204" pitchFamily="50" charset="-128"/>
                        <a:cs typeface="Arial" pitchFamily="34"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400" dirty="0">
                          <a:solidFill>
                            <a:schemeClr val="tx1"/>
                          </a:solidFill>
                        </a:rPr>
                        <a:t>量産開始から</a:t>
                      </a:r>
                      <a:r>
                        <a:rPr kumimoji="1" lang="en-US" altLang="ja-JP" sz="1400" dirty="0">
                          <a:solidFill>
                            <a:schemeClr val="tx1"/>
                          </a:solidFill>
                        </a:rPr>
                        <a:t>2</a:t>
                      </a:r>
                      <a:r>
                        <a:rPr kumimoji="1" lang="ja-JP" altLang="en-US" sz="1400" dirty="0">
                          <a:solidFill>
                            <a:schemeClr val="tx1"/>
                          </a:solidFill>
                        </a:rPr>
                        <a:t>か月以内</a:t>
                      </a:r>
                      <a:endParaRPr kumimoji="1" lang="ja-JP" altLang="en-US" sz="1400" dirty="0">
                        <a:solidFill>
                          <a:schemeClr val="tx1"/>
                        </a:solidFill>
                        <a:latin typeface="Meiryo UI" panose="020B0604030504040204" pitchFamily="50" charset="-128"/>
                        <a:ea typeface="Meiryo UI" panose="020B0604030504040204" pitchFamily="50" charset="-128"/>
                        <a:cs typeface="Arial" pitchFamily="34" charset="0"/>
                      </a:endParaRPr>
                    </a:p>
                  </a:txBody>
                  <a:tcPr/>
                </a:tc>
                <a:extLst>
                  <a:ext uri="{0D108BD9-81ED-4DB2-BD59-A6C34878D82A}">
                    <a16:rowId xmlns:a16="http://schemas.microsoft.com/office/drawing/2014/main" val="10005"/>
                  </a:ext>
                </a:extLst>
              </a:tr>
            </a:tbl>
          </a:graphicData>
        </a:graphic>
      </p:graphicFrame>
      <p:sp>
        <p:nvSpPr>
          <p:cNvPr id="9" name="Text Box 2"/>
          <p:cNvSpPr txBox="1">
            <a:spLocks noChangeArrowheads="1"/>
          </p:cNvSpPr>
          <p:nvPr/>
        </p:nvSpPr>
        <p:spPr bwMode="auto">
          <a:xfrm>
            <a:off x="24344" y="620690"/>
            <a:ext cx="8936778" cy="6340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l" eaLnBrk="1" hangingPunct="1">
              <a:lnSpc>
                <a:spcPct val="110000"/>
              </a:lnSpc>
            </a:pPr>
            <a:r>
              <a:rPr lang="ja-JP" altLang="en-US" sz="1600" b="1" u="sng">
                <a:latin typeface="Meiryo UI" panose="020B0604030504040204" pitchFamily="50" charset="-128"/>
                <a:ea typeface="Meiryo UI" panose="020B0604030504040204" pitchFamily="50" charset="-128"/>
                <a:cs typeface="Arial" pitchFamily="34" charset="0"/>
              </a:rPr>
              <a:t>支払い時期のガイドライン</a:t>
            </a:r>
            <a:r>
              <a:rPr lang="en-US" altLang="ja-JP" sz="1600" b="1" u="sng">
                <a:latin typeface="Meiryo UI" panose="020B0604030504040204" pitchFamily="50" charset="-128"/>
                <a:ea typeface="Meiryo UI" panose="020B0604030504040204" pitchFamily="50" charset="-128"/>
                <a:cs typeface="Arial" pitchFamily="34" charset="0"/>
              </a:rPr>
              <a:t> (</a:t>
            </a:r>
            <a:r>
              <a:rPr lang="ja-JP" altLang="en-US" sz="1600" b="1" u="sng">
                <a:latin typeface="Meiryo UI" panose="020B0604030504040204" pitchFamily="50" charset="-128"/>
                <a:ea typeface="Meiryo UI" panose="020B0604030504040204" pitchFamily="50" charset="-128"/>
                <a:cs typeface="Arial" pitchFamily="34" charset="0"/>
              </a:rPr>
              <a:t>規定</a:t>
            </a:r>
            <a:r>
              <a:rPr lang="en-US" altLang="ja-JP" sz="1600" b="1" u="sng">
                <a:latin typeface="Meiryo UI" panose="020B0604030504040204" pitchFamily="50" charset="-128"/>
                <a:ea typeface="Meiryo UI" panose="020B0604030504040204" pitchFamily="50" charset="-128"/>
                <a:cs typeface="Arial" pitchFamily="34" charset="0"/>
              </a:rPr>
              <a:t>)</a:t>
            </a:r>
          </a:p>
          <a:p>
            <a:pPr algn="l" eaLnBrk="1" hangingPunct="1">
              <a:lnSpc>
                <a:spcPct val="110000"/>
              </a:lnSpc>
            </a:pPr>
            <a:r>
              <a:rPr lang="en-US" altLang="ja-JP" sz="1600">
                <a:latin typeface="Meiryo UI" panose="020B0604030504040204" pitchFamily="50" charset="-128"/>
                <a:ea typeface="Meiryo UI" panose="020B0604030504040204" pitchFamily="50" charset="-128"/>
                <a:cs typeface="Arial" pitchFamily="34" charset="0"/>
              </a:rPr>
              <a:t>  </a:t>
            </a:r>
            <a:r>
              <a:rPr lang="ja-JP" altLang="en-US" sz="1400">
                <a:latin typeface="Meiryo UI" panose="020B0604030504040204" pitchFamily="50" charset="-128"/>
                <a:ea typeface="Meiryo UI" panose="020B0604030504040204" pitchFamily="50" charset="-128"/>
                <a:cs typeface="Arial" pitchFamily="34" charset="0"/>
              </a:rPr>
              <a:t>開発の支払いについての詳細は、開発の詳細支払いは、仕向地と生産機種の仕様を含んでいる作業明細書に述べられる。</a:t>
            </a:r>
            <a:endParaRPr lang="ja-JP" altLang="en-US" sz="1100">
              <a:latin typeface="Meiryo UI" panose="020B0604030504040204" pitchFamily="50" charset="-128"/>
              <a:ea typeface="Meiryo UI" panose="020B0604030504040204" pitchFamily="50" charset="-128"/>
              <a:cs typeface="Arial" pitchFamily="34" charset="0"/>
            </a:endParaRPr>
          </a:p>
        </p:txBody>
      </p:sp>
      <p:sp>
        <p:nvSpPr>
          <p:cNvPr id="10" name="Text Box 2"/>
          <p:cNvSpPr txBox="1">
            <a:spLocks noChangeArrowheads="1"/>
          </p:cNvSpPr>
          <p:nvPr/>
        </p:nvSpPr>
        <p:spPr bwMode="auto">
          <a:xfrm>
            <a:off x="23025" y="5669013"/>
            <a:ext cx="9144000" cy="1107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l" eaLnBrk="1" hangingPunct="1">
              <a:lnSpc>
                <a:spcPct val="110000"/>
              </a:lnSpc>
            </a:pPr>
            <a:r>
              <a:rPr lang="ja-JP" altLang="en-US" sz="1600" b="1" u="sng" dirty="0">
                <a:latin typeface="Meiryo UI" panose="020B0604030504040204" pitchFamily="50" charset="-128"/>
                <a:ea typeface="Meiryo UI" panose="020B0604030504040204" pitchFamily="50" charset="-128"/>
                <a:cs typeface="Arial" pitchFamily="34" charset="0"/>
              </a:rPr>
              <a:t>支払額と日程について</a:t>
            </a:r>
            <a:r>
              <a:rPr lang="en-US" altLang="ja-JP" sz="1600" dirty="0">
                <a:latin typeface="Meiryo UI" panose="020B0604030504040204" pitchFamily="50" charset="-128"/>
                <a:ea typeface="Meiryo UI" panose="020B0604030504040204" pitchFamily="50" charset="-128"/>
                <a:cs typeface="Arial" pitchFamily="34" charset="0"/>
              </a:rPr>
              <a:t>     </a:t>
            </a:r>
          </a:p>
          <a:p>
            <a:pPr algn="l" eaLnBrk="1" hangingPunct="1">
              <a:lnSpc>
                <a:spcPct val="110000"/>
              </a:lnSpc>
            </a:pPr>
            <a:r>
              <a:rPr lang="ja-JP" altLang="en-US" sz="1600" dirty="0">
                <a:latin typeface="Meiryo UI" panose="020B0604030504040204" pitchFamily="50" charset="-128"/>
                <a:ea typeface="Meiryo UI" panose="020B0604030504040204" pitchFamily="50" charset="-128"/>
                <a:cs typeface="Arial" pitchFamily="34" charset="0"/>
              </a:rPr>
              <a:t>     </a:t>
            </a:r>
            <a:r>
              <a:rPr lang="ja-JP" altLang="en-US" sz="1400" dirty="0">
                <a:latin typeface="Meiryo UI" panose="020B0604030504040204" pitchFamily="50" charset="-128"/>
                <a:ea typeface="Meiryo UI" panose="020B0604030504040204" pitchFamily="50" charset="-128"/>
                <a:cs typeface="Arial" pitchFamily="34" charset="0"/>
              </a:rPr>
              <a:t>支払い額および日程は見積書を得た後に議論され、</a:t>
            </a:r>
            <a:r>
              <a:rPr lang="en-US" altLang="ja-JP" sz="1400" dirty="0">
                <a:latin typeface="Meiryo UI" panose="020B0604030504040204" pitchFamily="50" charset="-128"/>
                <a:ea typeface="Meiryo UI" panose="020B0604030504040204" pitchFamily="50" charset="-128"/>
                <a:cs typeface="Arial" pitchFamily="34" charset="0"/>
              </a:rPr>
              <a:t>SOW</a:t>
            </a:r>
            <a:r>
              <a:rPr lang="ja-JP" altLang="en-US" sz="1400" dirty="0">
                <a:latin typeface="Meiryo UI" panose="020B0604030504040204" pitchFamily="50" charset="-128"/>
                <a:ea typeface="Meiryo UI" panose="020B0604030504040204" pitchFamily="50" charset="-128"/>
                <a:cs typeface="Arial" pitchFamily="34" charset="0"/>
              </a:rPr>
              <a:t>の中でそれを示すこと。 </a:t>
            </a:r>
            <a:endParaRPr lang="en-US" altLang="ja-JP" sz="1400" dirty="0">
              <a:latin typeface="Meiryo UI" panose="020B0604030504040204" pitchFamily="50" charset="-128"/>
              <a:ea typeface="Meiryo UI" panose="020B0604030504040204" pitchFamily="50" charset="-128"/>
              <a:cs typeface="Arial" pitchFamily="34" charset="0"/>
            </a:endParaRPr>
          </a:p>
          <a:p>
            <a:pPr algn="l" eaLnBrk="1" hangingPunct="1">
              <a:lnSpc>
                <a:spcPct val="110000"/>
              </a:lnSpc>
            </a:pP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a:t>
            </a:r>
            <a:r>
              <a:rPr lang="ja-JP" altLang="en-US" sz="1400" dirty="0">
                <a:latin typeface="Meiryo UI" panose="020B0604030504040204" pitchFamily="50" charset="-128"/>
                <a:ea typeface="Meiryo UI" panose="020B0604030504040204" pitchFamily="50" charset="-128"/>
                <a:cs typeface="Arial" pitchFamily="34" charset="0"/>
              </a:rPr>
              <a:t>支払い額は主として成果物と関連付けられる、また支払い日程については最低 年</a:t>
            </a:r>
            <a:r>
              <a:rPr lang="en-US" altLang="ja-JP" sz="1400" dirty="0">
                <a:latin typeface="Meiryo UI" panose="020B0604030504040204" pitchFamily="50" charset="-128"/>
                <a:ea typeface="Meiryo UI" panose="020B0604030504040204" pitchFamily="50" charset="-128"/>
                <a:cs typeface="Arial" pitchFamily="34" charset="0"/>
              </a:rPr>
              <a:t>1</a:t>
            </a:r>
            <a:r>
              <a:rPr lang="ja-JP" altLang="en-US" sz="1400" dirty="0">
                <a:latin typeface="Meiryo UI" panose="020B0604030504040204" pitchFamily="50" charset="-128"/>
                <a:ea typeface="Meiryo UI" panose="020B0604030504040204" pitchFamily="50" charset="-128"/>
                <a:cs typeface="Arial" pitchFamily="34" charset="0"/>
              </a:rPr>
              <a:t>回とする</a:t>
            </a:r>
            <a:endParaRPr lang="en-US" altLang="ja-JP" sz="1400" dirty="0">
              <a:latin typeface="Meiryo UI" panose="020B0604030504040204" pitchFamily="50" charset="-128"/>
              <a:ea typeface="Meiryo UI" panose="020B0604030504040204" pitchFamily="50" charset="-128"/>
              <a:cs typeface="Arial" pitchFamily="34" charset="0"/>
            </a:endParaRPr>
          </a:p>
          <a:p>
            <a:pPr algn="l" eaLnBrk="1" hangingPunct="1">
              <a:lnSpc>
                <a:spcPct val="110000"/>
              </a:lnSpc>
            </a:pP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(Honda</a:t>
            </a:r>
            <a:r>
              <a:rPr lang="ja-JP" altLang="en-US" sz="1400" dirty="0">
                <a:latin typeface="Meiryo UI" panose="020B0604030504040204" pitchFamily="50" charset="-128"/>
                <a:ea typeface="Meiryo UI" panose="020B0604030504040204" pitchFamily="50" charset="-128"/>
                <a:cs typeface="Arial" pitchFamily="34" charset="0"/>
              </a:rPr>
              <a:t>と</a:t>
            </a:r>
            <a:r>
              <a:rPr lang="en-US" altLang="ja-JP" sz="1400" dirty="0">
                <a:latin typeface="Meiryo UI" panose="020B0604030504040204" pitchFamily="50" charset="-128"/>
                <a:ea typeface="Meiryo UI" panose="020B0604030504040204" pitchFamily="50" charset="-128"/>
                <a:cs typeface="Arial" pitchFamily="34" charset="0"/>
              </a:rPr>
              <a:t>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solidFill>
                  <a:srgbClr val="0000FF"/>
                </a:solidFill>
                <a:latin typeface="Meiryo UI" panose="020B0604030504040204" pitchFamily="50" charset="-128"/>
                <a:ea typeface="Meiryo UI" panose="020B0604030504040204" pitchFamily="50" charset="-128"/>
                <a:cs typeface="Arial" pitchFamily="34" charset="0"/>
              </a:rPr>
              <a:t> </a:t>
            </a:r>
            <a:r>
              <a:rPr lang="ja-JP" altLang="en-US" sz="1400" dirty="0">
                <a:latin typeface="Meiryo UI" panose="020B0604030504040204" pitchFamily="50" charset="-128"/>
                <a:ea typeface="Meiryo UI" panose="020B0604030504040204" pitchFamily="50" charset="-128"/>
                <a:cs typeface="Arial" pitchFamily="34" charset="0"/>
              </a:rPr>
              <a:t>にて協議される</a:t>
            </a:r>
            <a:r>
              <a:rPr lang="en-US" altLang="ja-JP" sz="1400" dirty="0">
                <a:latin typeface="Meiryo UI" panose="020B0604030504040204" pitchFamily="50" charset="-128"/>
                <a:ea typeface="Meiryo UI" panose="020B0604030504040204" pitchFamily="50" charset="-128"/>
                <a:cs typeface="Arial" pitchFamily="34" charset="0"/>
              </a:rPr>
              <a:t>).</a:t>
            </a:r>
            <a:endParaRPr lang="ja-JP" altLang="en-US" sz="1400" dirty="0">
              <a:latin typeface="Meiryo UI" panose="020B0604030504040204" pitchFamily="50" charset="-128"/>
              <a:ea typeface="Meiryo UI" panose="020B0604030504040204" pitchFamily="50" charset="-128"/>
              <a:cs typeface="Arial" pitchFamily="34" charset="0"/>
            </a:endParaRPr>
          </a:p>
        </p:txBody>
      </p:sp>
      <p:sp>
        <p:nvSpPr>
          <p:cNvPr id="7" name="Text Box 2"/>
          <p:cNvSpPr txBox="1">
            <a:spLocks noChangeArrowheads="1"/>
          </p:cNvSpPr>
          <p:nvPr/>
        </p:nvSpPr>
        <p:spPr bwMode="auto">
          <a:xfrm>
            <a:off x="133262" y="44451"/>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2000">
                <a:solidFill>
                  <a:srgbClr val="FFFFFF"/>
                </a:solidFill>
                <a:latin typeface="Meiryo UI" panose="020B0604030504040204" pitchFamily="50" charset="-128"/>
                <a:ea typeface="Meiryo UI" panose="020B0604030504040204" pitchFamily="50" charset="-128"/>
                <a:cs typeface="Arial" pitchFamily="34" charset="0"/>
              </a:rPr>
              <a:t>7. </a:t>
            </a:r>
            <a:r>
              <a:rPr kumimoji="1" lang="en-US" altLang="ja-JP" sz="20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Judgments and Timings </a:t>
            </a:r>
            <a:r>
              <a:rPr lang="en-US" altLang="ja-JP" sz="2000">
                <a:solidFill>
                  <a:srgbClr val="FFFFFF"/>
                </a:solidFill>
                <a:latin typeface="Meiryo UI" panose="020B0604030504040204" pitchFamily="50" charset="-128"/>
                <a:ea typeface="Meiryo UI" panose="020B0604030504040204" pitchFamily="50" charset="-128"/>
                <a:cs typeface="Arial" pitchFamily="34" charset="0"/>
              </a:rPr>
              <a:t>(5/7)</a:t>
            </a:r>
            <a:endParaRPr lang="en-US" altLang="ja-JP" sz="1100">
              <a:solidFill>
                <a:srgbClr val="FFFFFF"/>
              </a:solidFill>
              <a:latin typeface="HGPｺﾞｼｯｸE" pitchFamily="50" charset="-128"/>
              <a:ea typeface="HGPｺﾞｼｯｸE" pitchFamily="50" charset="-128"/>
              <a:cs typeface="Arial" pitchFamily="34" charset="0"/>
            </a:endParaRPr>
          </a:p>
        </p:txBody>
      </p:sp>
    </p:spTree>
    <p:extLst>
      <p:ext uri="{BB962C8B-B14F-4D97-AF65-F5344CB8AC3E}">
        <p14:creationId xmlns:p14="http://schemas.microsoft.com/office/powerpoint/2010/main" val="4580468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a:spLocks noChangeArrowheads="1"/>
          </p:cNvSpPr>
          <p:nvPr/>
        </p:nvSpPr>
        <p:spPr bwMode="auto">
          <a:xfrm>
            <a:off x="207223" y="555373"/>
            <a:ext cx="8936778" cy="3546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l" eaLnBrk="1" hangingPunct="1">
              <a:lnSpc>
                <a:spcPct val="120000"/>
              </a:lnSpc>
            </a:pPr>
            <a:r>
              <a:rPr lang="en-US" altLang="ja-JP" sz="1600" b="1" u="sng">
                <a:latin typeface="Meiryo UI" panose="020B0604030504040204" pitchFamily="50" charset="-128"/>
                <a:ea typeface="Meiryo UI" panose="020B0604030504040204" pitchFamily="50" charset="-128"/>
                <a:cs typeface="Arial" pitchFamily="34" charset="0"/>
              </a:rPr>
              <a:t>Supplementation</a:t>
            </a:r>
            <a:r>
              <a:rPr lang="ja-JP" altLang="en-US" sz="1600" b="1" u="sng">
                <a:latin typeface="Meiryo UI" panose="020B0604030504040204" pitchFamily="50" charset="-128"/>
                <a:ea typeface="Meiryo UI" panose="020B0604030504040204" pitchFamily="50" charset="-128"/>
                <a:cs typeface="Arial" pitchFamily="34" charset="0"/>
              </a:rPr>
              <a:t>：</a:t>
            </a:r>
            <a:r>
              <a:rPr lang="en-US" altLang="ja-JP" sz="1600" b="1" u="sng">
                <a:latin typeface="Meiryo UI" panose="020B0604030504040204" pitchFamily="50" charset="-128"/>
                <a:ea typeface="Meiryo UI" panose="020B0604030504040204" pitchFamily="50" charset="-128"/>
                <a:cs typeface="Arial" pitchFamily="34" charset="0"/>
              </a:rPr>
              <a:t>Definition of </a:t>
            </a:r>
            <a:r>
              <a:rPr lang="en-US" altLang="ja-JP" sz="1600" b="1" u="sng">
                <a:latin typeface="Meiryo UI" panose="020B0604030504040204" pitchFamily="50" charset="-128"/>
                <a:ea typeface="+mn-ea"/>
                <a:cs typeface="Arial" pitchFamily="34" charset="0"/>
              </a:rPr>
              <a:t>Development Fee (Agreement of estimated cost) </a:t>
            </a:r>
            <a:endParaRPr lang="ja-JP" altLang="en-US" sz="1400" b="1">
              <a:latin typeface="Meiryo UI" panose="020B0604030504040204" pitchFamily="50" charset="-128"/>
              <a:ea typeface="+mn-ea"/>
              <a:cs typeface="Arial" pitchFamily="34" charset="0"/>
            </a:endParaRPr>
          </a:p>
        </p:txBody>
      </p:sp>
      <p:sp>
        <p:nvSpPr>
          <p:cNvPr id="7" name="Text Box 2"/>
          <p:cNvSpPr txBox="1">
            <a:spLocks noChangeArrowheads="1"/>
          </p:cNvSpPr>
          <p:nvPr/>
        </p:nvSpPr>
        <p:spPr bwMode="auto">
          <a:xfrm>
            <a:off x="61818" y="890919"/>
            <a:ext cx="9082182" cy="51398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179388" indent="-179388" algn="l" eaLnBrk="1" hangingPunct="1">
              <a:spcBef>
                <a:spcPts val="300"/>
              </a:spcBef>
            </a:pPr>
            <a:r>
              <a:rPr lang="en-US" altLang="ja-JP" sz="1400" dirty="0">
                <a:latin typeface="Meiryo UI" panose="020B0604030504040204" pitchFamily="50" charset="-128"/>
                <a:ea typeface="Meiryo UI" panose="020B0604030504040204" pitchFamily="50" charset="-128"/>
                <a:cs typeface="Arial" pitchFamily="34" charset="0"/>
              </a:rPr>
              <a:t>Background: </a:t>
            </a:r>
            <a:br>
              <a:rPr lang="en-US" altLang="ja-JP" sz="1400" dirty="0">
                <a:latin typeface="Meiryo UI" panose="020B0604030504040204" pitchFamily="50" charset="-128"/>
                <a:ea typeface="Meiryo UI" panose="020B0604030504040204" pitchFamily="50" charset="-128"/>
                <a:cs typeface="Arial" pitchFamily="34" charset="0"/>
              </a:rPr>
            </a:br>
            <a:r>
              <a:rPr lang="en-US" altLang="ja-JP" sz="1400" dirty="0">
                <a:latin typeface="Meiryo UI" panose="020B0604030504040204" pitchFamily="50" charset="-128"/>
                <a:ea typeface="Meiryo UI" panose="020B0604030504040204" pitchFamily="50" charset="-128"/>
                <a:cs typeface="Arial" pitchFamily="34" charset="0"/>
              </a:rPr>
              <a:t>Honda receives inexpensive production part from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solidFill>
                  <a:srgbClr val="0000FF"/>
                </a:solidFill>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what Honda applies it Honda model with </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solidFill>
                  <a:srgbClr val="0000FF"/>
                </a:solidFill>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standard specification part ( size, connector specification.)</a:t>
            </a:r>
            <a:br>
              <a:rPr lang="en-US" altLang="ja-JP" sz="1400" dirty="0">
                <a:latin typeface="Meiryo UI" panose="020B0604030504040204" pitchFamily="50" charset="-128"/>
                <a:ea typeface="Meiryo UI" panose="020B0604030504040204" pitchFamily="50" charset="-128"/>
                <a:cs typeface="Arial" pitchFamily="34" charset="0"/>
              </a:rPr>
            </a:b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solidFill>
                  <a:srgbClr val="0000FF"/>
                </a:solidFill>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guarantees the market quality with STD specification and</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solidFill>
                  <a:srgbClr val="0000FF"/>
                </a:solidFill>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develops to satisfy Honda requirement quality target. </a:t>
            </a:r>
          </a:p>
          <a:p>
            <a:pPr marL="179388" indent="-179388" algn="l" eaLnBrk="1" hangingPunct="1">
              <a:spcBef>
                <a:spcPts val="300"/>
              </a:spcBef>
            </a:pPr>
            <a:endParaRPr lang="en-US" altLang="ja-JP" sz="1400" dirty="0">
              <a:latin typeface="Meiryo UI" panose="020B0604030504040204" pitchFamily="50" charset="-128"/>
              <a:ea typeface="Meiryo UI" panose="020B0604030504040204" pitchFamily="50" charset="-128"/>
              <a:cs typeface="Arial" pitchFamily="34" charset="0"/>
            </a:endParaRPr>
          </a:p>
          <a:p>
            <a:pPr marL="179388" indent="-179388" algn="l" eaLnBrk="1" hangingPunct="1">
              <a:spcBef>
                <a:spcPts val="300"/>
              </a:spcBef>
            </a:pPr>
            <a:r>
              <a:rPr lang="en-US" altLang="ja-JP" sz="1400" dirty="0">
                <a:latin typeface="Meiryo UI" panose="020B0604030504040204" pitchFamily="50" charset="-128"/>
                <a:ea typeface="Meiryo UI" panose="020B0604030504040204" pitchFamily="50" charset="-128"/>
                <a:cs typeface="Arial" pitchFamily="34" charset="0"/>
              </a:rPr>
              <a:t>Development fee: </a:t>
            </a:r>
            <a:br>
              <a:rPr lang="en-US" altLang="ja-JP" sz="1400" dirty="0">
                <a:latin typeface="Meiryo UI" panose="020B0604030504040204" pitchFamily="50" charset="-128"/>
                <a:ea typeface="Meiryo UI" panose="020B0604030504040204" pitchFamily="50" charset="-128"/>
                <a:cs typeface="Arial" pitchFamily="34" charset="0"/>
              </a:rPr>
            </a:br>
            <a:r>
              <a:rPr lang="en-US" altLang="ja-JP" sz="1400" dirty="0">
                <a:latin typeface="Meiryo UI" panose="020B0604030504040204" pitchFamily="50" charset="-128"/>
                <a:ea typeface="Meiryo UI" panose="020B0604030504040204" pitchFamily="50" charset="-128"/>
                <a:cs typeface="Arial" pitchFamily="34" charset="0"/>
              </a:rPr>
              <a:t>Development area is defined as changes or additions to the</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solidFill>
                  <a:srgbClr val="0000FF"/>
                </a:solidFill>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standard design or specification. </a:t>
            </a:r>
          </a:p>
          <a:p>
            <a:pPr marL="179388" indent="-179388" algn="l" eaLnBrk="1" hangingPunct="1">
              <a:spcBef>
                <a:spcPts val="300"/>
              </a:spcBef>
            </a:pPr>
            <a:r>
              <a:rPr lang="en-US" altLang="ja-JP" sz="1400" dirty="0">
                <a:latin typeface="Meiryo UI" panose="020B0604030504040204" pitchFamily="50" charset="-128"/>
                <a:ea typeface="Meiryo UI" panose="020B0604030504040204" pitchFamily="50" charset="-128"/>
                <a:cs typeface="Arial" pitchFamily="34" charset="0"/>
              </a:rPr>
              <a:t>	These changes or additions will be paid under the Development Work fee by Honda for Honda exclusive modifications.</a:t>
            </a:r>
          </a:p>
          <a:p>
            <a:pPr marL="179388" indent="-179388" algn="l" eaLnBrk="1" hangingPunct="1">
              <a:spcBef>
                <a:spcPts val="300"/>
              </a:spcBef>
            </a:pPr>
            <a:endParaRPr lang="en-US" altLang="ja-JP" sz="1400" dirty="0">
              <a:latin typeface="Meiryo UI" panose="020B0604030504040204" pitchFamily="50" charset="-128"/>
              <a:ea typeface="Meiryo UI" panose="020B0604030504040204" pitchFamily="50" charset="-128"/>
              <a:cs typeface="Arial" pitchFamily="34" charset="0"/>
            </a:endParaRPr>
          </a:p>
          <a:p>
            <a:pPr marL="179388" indent="-179388" algn="l" eaLnBrk="1" hangingPunct="1">
              <a:spcBef>
                <a:spcPts val="300"/>
              </a:spcBef>
            </a:pPr>
            <a:r>
              <a:rPr lang="en-US" altLang="ja-JP" sz="1400" dirty="0">
                <a:latin typeface="Meiryo UI" panose="020B0604030504040204" pitchFamily="50" charset="-128"/>
                <a:ea typeface="Meiryo UI" panose="020B0604030504040204" pitchFamily="50" charset="-128"/>
                <a:cs typeface="Arial" pitchFamily="34" charset="0"/>
              </a:rPr>
              <a:t>Piece price (Part cost): </a:t>
            </a:r>
            <a:br>
              <a:rPr lang="en-US" altLang="ja-JP" sz="1400" dirty="0">
                <a:latin typeface="Meiryo UI" panose="020B0604030504040204" pitchFamily="50" charset="-128"/>
                <a:ea typeface="Meiryo UI" panose="020B0604030504040204" pitchFamily="50" charset="-128"/>
                <a:cs typeface="Arial" pitchFamily="34" charset="0"/>
              </a:rPr>
            </a:br>
            <a:r>
              <a:rPr lang="en-US" altLang="ja-JP" sz="1400" dirty="0">
                <a:latin typeface="Meiryo UI" panose="020B0604030504040204" pitchFamily="50" charset="-128"/>
                <a:ea typeface="Meiryo UI" panose="020B0604030504040204" pitchFamily="50" charset="-128"/>
                <a:cs typeface="Arial" pitchFamily="34" charset="0"/>
              </a:rPr>
              <a:t>This will be correlated between</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solidFill>
                  <a:srgbClr val="0000FF"/>
                </a:solidFill>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and Honda to establish the single part unit cost. </a:t>
            </a:r>
          </a:p>
          <a:p>
            <a:pPr marL="179388" indent="-179388" algn="l" eaLnBrk="1" hangingPunct="1">
              <a:spcBef>
                <a:spcPts val="300"/>
              </a:spcBef>
            </a:pPr>
            <a:r>
              <a:rPr lang="en-US" altLang="ja-JP" sz="1400" dirty="0">
                <a:latin typeface="Meiryo UI" panose="020B0604030504040204" pitchFamily="50" charset="-128"/>
                <a:ea typeface="Meiryo UI" panose="020B0604030504040204" pitchFamily="50" charset="-128"/>
                <a:cs typeface="Arial" pitchFamily="34" charset="0"/>
              </a:rPr>
              <a:t>	This cost covers the regulation of the assignment destination and standard features/specifications of</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solidFill>
                  <a:srgbClr val="0000FF"/>
                </a:solidFill>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parts that are applied to other OEMs. </a:t>
            </a:r>
            <a:br>
              <a:rPr lang="en-US" altLang="ja-JP" sz="1400" dirty="0">
                <a:latin typeface="Meiryo UI" panose="020B0604030504040204" pitchFamily="50" charset="-128"/>
                <a:ea typeface="Meiryo UI" panose="020B0604030504040204" pitchFamily="50" charset="-128"/>
                <a:cs typeface="Arial" pitchFamily="34" charset="0"/>
              </a:rPr>
            </a:br>
            <a:r>
              <a:rPr lang="en-US" altLang="ja-JP" sz="1400" dirty="0">
                <a:latin typeface="Meiryo UI" panose="020B0604030504040204" pitchFamily="50" charset="-128"/>
                <a:ea typeface="Meiryo UI" panose="020B0604030504040204" pitchFamily="50" charset="-128"/>
                <a:cs typeface="Arial" pitchFamily="34" charset="0"/>
              </a:rPr>
              <a:t>Specifically, standard specification covers and guarantees the regulation of assignment destination, basic features of the hardware structure, fundamental software which is applied to other OEMs, license fees, and patent fees.</a:t>
            </a:r>
          </a:p>
          <a:p>
            <a:pPr marL="179388" indent="-179388" algn="l" eaLnBrk="1" hangingPunct="1">
              <a:spcBef>
                <a:spcPts val="300"/>
              </a:spcBef>
            </a:pPr>
            <a:endParaRPr lang="en-US" altLang="ja-JP" sz="1400" dirty="0">
              <a:latin typeface="Meiryo UI" panose="020B0604030504040204" pitchFamily="50" charset="-128"/>
              <a:ea typeface="Meiryo UI" panose="020B0604030504040204" pitchFamily="50" charset="-128"/>
              <a:cs typeface="Arial" pitchFamily="34" charset="0"/>
            </a:endParaRPr>
          </a:p>
          <a:p>
            <a:pPr marL="179388" indent="-179388" algn="l" eaLnBrk="1" hangingPunct="1">
              <a:spcBef>
                <a:spcPts val="300"/>
              </a:spcBef>
            </a:pPr>
            <a:r>
              <a:rPr lang="en-US" altLang="ja-JP" sz="1400" dirty="0">
                <a:latin typeface="Meiryo UI" panose="020B0604030504040204" pitchFamily="50" charset="-128"/>
                <a:ea typeface="Meiryo UI" panose="020B0604030504040204" pitchFamily="50" charset="-128"/>
                <a:cs typeface="Arial" pitchFamily="34" charset="0"/>
              </a:rPr>
              <a:t>Quotation release timing: </a:t>
            </a:r>
            <a:br>
              <a:rPr lang="en-US" altLang="ja-JP" sz="1400" dirty="0">
                <a:latin typeface="Meiryo UI" panose="020B0604030504040204" pitchFamily="50" charset="-128"/>
                <a:ea typeface="Meiryo UI" panose="020B0604030504040204" pitchFamily="50" charset="-128"/>
                <a:cs typeface="Arial" pitchFamily="34" charset="0"/>
              </a:rPr>
            </a:br>
            <a:r>
              <a:rPr lang="en-US" altLang="ja-JP" sz="1400" dirty="0">
                <a:latin typeface="Meiryo UI" panose="020B0604030504040204" pitchFamily="50" charset="-128"/>
                <a:ea typeface="Meiryo UI" panose="020B0604030504040204" pitchFamily="50" charset="-128"/>
                <a:cs typeface="Arial" pitchFamily="34" charset="0"/>
              </a:rPr>
              <a:t>Submission of quotation shall be given to Honda within one month from kick-off meeting. </a:t>
            </a:r>
            <a:br>
              <a:rPr lang="en-US" altLang="ja-JP" sz="1400" dirty="0">
                <a:latin typeface="Meiryo UI" panose="020B0604030504040204" pitchFamily="50" charset="-128"/>
                <a:ea typeface="Meiryo UI" panose="020B0604030504040204" pitchFamily="50" charset="-128"/>
                <a:cs typeface="Arial" pitchFamily="34" charset="0"/>
              </a:rPr>
            </a:br>
            <a:r>
              <a:rPr lang="en-US" altLang="ja-JP" sz="1400" dirty="0">
                <a:latin typeface="Meiryo UI" panose="020B0604030504040204" pitchFamily="50" charset="-128"/>
                <a:ea typeface="Meiryo UI" panose="020B0604030504040204" pitchFamily="50" charset="-128"/>
                <a:cs typeface="Arial" pitchFamily="34" charset="0"/>
              </a:rPr>
              <a:t>To see the end page that show the quotation boundary condition. (agree both party.)</a:t>
            </a:r>
          </a:p>
        </p:txBody>
      </p:sp>
      <p:sp>
        <p:nvSpPr>
          <p:cNvPr id="6" name="Text Box 2"/>
          <p:cNvSpPr txBox="1">
            <a:spLocks noChangeArrowheads="1"/>
          </p:cNvSpPr>
          <p:nvPr/>
        </p:nvSpPr>
        <p:spPr bwMode="auto">
          <a:xfrm>
            <a:off x="133262" y="44451"/>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2000">
                <a:solidFill>
                  <a:srgbClr val="FFFFFF"/>
                </a:solidFill>
                <a:latin typeface="Meiryo UI" panose="020B0604030504040204" pitchFamily="50" charset="-128"/>
                <a:ea typeface="Meiryo UI" panose="020B0604030504040204" pitchFamily="50" charset="-128"/>
                <a:cs typeface="Arial" pitchFamily="34" charset="0"/>
              </a:rPr>
              <a:t>7. </a:t>
            </a:r>
            <a:r>
              <a:rPr kumimoji="1" lang="en-US" altLang="ja-JP" sz="20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Judgments and Timings </a:t>
            </a:r>
            <a:r>
              <a:rPr lang="en-US" altLang="ja-JP" sz="2000">
                <a:solidFill>
                  <a:srgbClr val="FFFFFF"/>
                </a:solidFill>
                <a:latin typeface="Meiryo UI" panose="020B0604030504040204" pitchFamily="50" charset="-128"/>
                <a:ea typeface="Meiryo UI" panose="020B0604030504040204" pitchFamily="50" charset="-128"/>
                <a:cs typeface="Arial" pitchFamily="34" charset="0"/>
              </a:rPr>
              <a:t>(6/7)</a:t>
            </a:r>
            <a:endParaRPr lang="en-US" altLang="ja-JP" sz="1100">
              <a:solidFill>
                <a:srgbClr val="FFFFFF"/>
              </a:solidFill>
              <a:latin typeface="HGPｺﾞｼｯｸE" pitchFamily="50" charset="-128"/>
              <a:ea typeface="HGPｺﾞｼｯｸE" pitchFamily="50" charset="-128"/>
              <a:cs typeface="Arial" pitchFamily="34" charset="0"/>
            </a:endParaRPr>
          </a:p>
        </p:txBody>
      </p:sp>
    </p:spTree>
    <p:extLst>
      <p:ext uri="{BB962C8B-B14F-4D97-AF65-F5344CB8AC3E}">
        <p14:creationId xmlns:p14="http://schemas.microsoft.com/office/powerpoint/2010/main" val="16760866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a:spLocks noChangeArrowheads="1"/>
          </p:cNvSpPr>
          <p:nvPr/>
        </p:nvSpPr>
        <p:spPr bwMode="auto">
          <a:xfrm>
            <a:off x="207223" y="555373"/>
            <a:ext cx="8936778" cy="3546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l" eaLnBrk="1" hangingPunct="1">
              <a:lnSpc>
                <a:spcPct val="120000"/>
              </a:lnSpc>
            </a:pPr>
            <a:r>
              <a:rPr lang="ja-JP" altLang="en-US" sz="1600" b="1" u="sng">
                <a:latin typeface="Meiryo UI" panose="020B0604030504040204" pitchFamily="50" charset="-128"/>
                <a:ea typeface="Meiryo UI" panose="020B0604030504040204" pitchFamily="50" charset="-128"/>
                <a:cs typeface="Arial" pitchFamily="34" charset="0"/>
              </a:rPr>
              <a:t>補足：委託開発費定義（見積り額の合意）</a:t>
            </a:r>
            <a:endParaRPr lang="ja-JP" altLang="en-US" sz="1400" b="1">
              <a:latin typeface="Meiryo UI" panose="020B0604030504040204" pitchFamily="50" charset="-128"/>
              <a:ea typeface="Meiryo UI" panose="020B0604030504040204" pitchFamily="50" charset="-128"/>
              <a:cs typeface="Arial" pitchFamily="34" charset="0"/>
            </a:endParaRPr>
          </a:p>
        </p:txBody>
      </p:sp>
      <p:sp>
        <p:nvSpPr>
          <p:cNvPr id="6" name="テキスト ボックス 5"/>
          <p:cNvSpPr txBox="1"/>
          <p:nvPr/>
        </p:nvSpPr>
        <p:spPr>
          <a:xfrm>
            <a:off x="61818" y="890919"/>
            <a:ext cx="8807862" cy="4585871"/>
          </a:xfrm>
          <a:prstGeom prst="rect">
            <a:avLst/>
          </a:prstGeom>
          <a:noFill/>
        </p:spPr>
        <p:txBody>
          <a:bodyPr wrap="square" rtlCol="0">
            <a:spAutoFit/>
          </a:bodyPr>
          <a:lstStyle/>
          <a:p>
            <a:pPr algn="l">
              <a:spcBef>
                <a:spcPts val="300"/>
              </a:spcBef>
            </a:pPr>
            <a:r>
              <a:rPr lang="ja-JP" altLang="en-US" sz="1400" dirty="0">
                <a:latin typeface="Meiryo UI" panose="020B0604030504040204" pitchFamily="50" charset="-128"/>
                <a:ea typeface="Meiryo UI" panose="020B0604030504040204" pitchFamily="50" charset="-128"/>
              </a:rPr>
              <a:t>背景</a:t>
            </a:r>
            <a:r>
              <a:rPr kumimoji="1" lang="ja-JP" altLang="en-US" sz="1400" dirty="0">
                <a:latin typeface="Meiryo UI" panose="020B0604030504040204" pitchFamily="50" charset="-128"/>
                <a:ea typeface="Meiryo UI" panose="020B0604030504040204" pitchFamily="50" charset="-128"/>
              </a:rPr>
              <a:t>：</a:t>
            </a:r>
            <a:br>
              <a:rPr lang="en-US" altLang="ja-JP" sz="1400" dirty="0">
                <a:latin typeface="Meiryo UI" panose="020B0604030504040204" pitchFamily="50" charset="-128"/>
                <a:ea typeface="Meiryo UI" panose="020B0604030504040204" pitchFamily="50" charset="-128"/>
              </a:rPr>
            </a:br>
            <a:r>
              <a:rPr lang="en-US" altLang="ja-JP" sz="1400" dirty="0">
                <a:latin typeface="Meiryo UI" panose="020B0604030504040204" pitchFamily="50" charset="-128"/>
                <a:ea typeface="Meiryo UI" panose="020B0604030504040204" pitchFamily="50" charset="-128"/>
              </a:rPr>
              <a:t>  </a:t>
            </a:r>
            <a:r>
              <a:rPr lang="ja-JP" altLang="en-US" sz="1400" dirty="0">
                <a:latin typeface="Meiryo UI" panose="020B0604030504040204" pitchFamily="50" charset="-128"/>
                <a:ea typeface="Meiryo UI" panose="020B0604030504040204" pitchFamily="50" charset="-128"/>
              </a:rPr>
              <a:t> </a:t>
            </a:r>
            <a:r>
              <a:rPr lang="en-US" altLang="ja-JP" sz="1400" dirty="0">
                <a:latin typeface="Meiryo UI" panose="020B0604030504040204" pitchFamily="50" charset="-128"/>
                <a:ea typeface="Meiryo UI" panose="020B0604030504040204" pitchFamily="50" charset="-128"/>
              </a:rPr>
              <a:t>Honda</a:t>
            </a:r>
            <a:r>
              <a:rPr kumimoji="1" lang="ja-JP" altLang="en-US" sz="1400" dirty="0">
                <a:latin typeface="Meiryo UI" panose="020B0604030504040204" pitchFamily="50" charset="-128"/>
                <a:ea typeface="Meiryo UI" panose="020B0604030504040204" pitchFamily="50" charset="-128"/>
              </a:rPr>
              <a:t>は、</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kumimoji="1" lang="ja-JP" altLang="en-US" sz="1400" dirty="0">
                <a:latin typeface="Meiryo UI" panose="020B0604030504040204" pitchFamily="50" charset="-128"/>
                <a:ea typeface="Meiryo UI" panose="020B0604030504040204" pitchFamily="50" charset="-128"/>
              </a:rPr>
              <a:t>標準仕様（</a:t>
            </a:r>
            <a:r>
              <a:rPr lang="ja-JP" altLang="en-US" sz="1400" dirty="0">
                <a:latin typeface="Meiryo UI" panose="020B0604030504040204" pitchFamily="50" charset="-128"/>
                <a:ea typeface="Meiryo UI" panose="020B0604030504040204" pitchFamily="50" charset="-128"/>
              </a:rPr>
              <a:t>サイズ</a:t>
            </a:r>
            <a:r>
              <a:rPr kumimoji="1" lang="ja-JP" altLang="en-US" sz="1400" dirty="0">
                <a:latin typeface="Meiryo UI" panose="020B0604030504040204" pitchFamily="50" charset="-128"/>
                <a:ea typeface="Meiryo UI" panose="020B0604030504040204" pitchFamily="50" charset="-128"/>
              </a:rPr>
              <a:t>、コネクター仕様）を踏襲し、適用する事で安価な製品提供を受ける</a:t>
            </a:r>
            <a:endParaRPr kumimoji="1" lang="en-US" altLang="ja-JP" sz="1400" dirty="0">
              <a:latin typeface="Meiryo UI" panose="020B0604030504040204" pitchFamily="50" charset="-128"/>
              <a:ea typeface="Meiryo UI" panose="020B0604030504040204" pitchFamily="50" charset="-128"/>
            </a:endParaRPr>
          </a:p>
          <a:p>
            <a:pPr algn="l">
              <a:spcBef>
                <a:spcPts val="300"/>
              </a:spcBef>
            </a:pPr>
            <a:r>
              <a:rPr lang="en-US" altLang="ja-JP" sz="1400" dirty="0">
                <a:solidFill>
                  <a:srgbClr val="FF0000"/>
                </a:solidFill>
                <a:latin typeface="Meiryo UI" panose="020B0604030504040204" pitchFamily="50" charset="-128"/>
                <a:ea typeface="Meiryo UI" panose="020B0604030504040204" pitchFamily="50" charset="-128"/>
              </a:rPr>
              <a:t>  </a:t>
            </a:r>
            <a:r>
              <a:rPr lang="ja-JP" altLang="en-US" sz="1400" dirty="0">
                <a:solidFill>
                  <a:srgbClr val="FF0000"/>
                </a:solidFill>
                <a:latin typeface="Meiryo UI" panose="020B0604030504040204" pitchFamily="50" charset="-128"/>
                <a:ea typeface="Meiryo UI" panose="020B0604030504040204" pitchFamily="50" charset="-128"/>
              </a:rPr>
              <a:t>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latin typeface="Meiryo UI" panose="020B0604030504040204" pitchFamily="50" charset="-128"/>
                <a:ea typeface="Meiryo UI" panose="020B0604030504040204" pitchFamily="50" charset="-128"/>
              </a:rPr>
              <a:t>は、標準仕様の市場品質を保証し、且つ</a:t>
            </a:r>
            <a:r>
              <a:rPr lang="en-US" altLang="ja-JP" sz="1400" dirty="0">
                <a:latin typeface="Meiryo UI" panose="020B0604030504040204" pitchFamily="50" charset="-128"/>
                <a:ea typeface="Meiryo UI" panose="020B0604030504040204" pitchFamily="50" charset="-128"/>
              </a:rPr>
              <a:t>Honda</a:t>
            </a:r>
            <a:r>
              <a:rPr lang="ja-JP" altLang="en-US" sz="1400" dirty="0">
                <a:latin typeface="Meiryo UI" panose="020B0604030504040204" pitchFamily="50" charset="-128"/>
                <a:ea typeface="Meiryo UI" panose="020B0604030504040204" pitchFamily="50" charset="-128"/>
              </a:rPr>
              <a:t>が要求する品質目標を満足する開発を行う</a:t>
            </a:r>
            <a:endParaRPr lang="en-US" altLang="ja-JP" sz="1400" dirty="0">
              <a:latin typeface="Meiryo UI" panose="020B0604030504040204" pitchFamily="50" charset="-128"/>
              <a:ea typeface="Meiryo UI" panose="020B0604030504040204" pitchFamily="50" charset="-128"/>
            </a:endParaRPr>
          </a:p>
          <a:p>
            <a:pPr algn="l">
              <a:spcBef>
                <a:spcPts val="300"/>
              </a:spcBef>
            </a:pPr>
            <a:endParaRPr kumimoji="1" lang="en-US" altLang="ja-JP" sz="1400" dirty="0">
              <a:latin typeface="Meiryo UI" panose="020B0604030504040204" pitchFamily="50" charset="-128"/>
              <a:ea typeface="Meiryo UI" panose="020B0604030504040204" pitchFamily="50" charset="-128"/>
            </a:endParaRPr>
          </a:p>
          <a:p>
            <a:pPr marL="360363" indent="-360363" algn="l">
              <a:spcBef>
                <a:spcPts val="300"/>
              </a:spcBef>
            </a:pPr>
            <a:r>
              <a:rPr lang="ja-JP" altLang="en-US" sz="1400" dirty="0">
                <a:latin typeface="Meiryo UI" panose="020B0604030504040204" pitchFamily="50" charset="-128"/>
                <a:ea typeface="Meiryo UI" panose="020B0604030504040204" pitchFamily="50" charset="-128"/>
              </a:rPr>
              <a:t>開発費とは：</a:t>
            </a:r>
            <a:endParaRPr lang="en-US" altLang="ja-JP" sz="1400" dirty="0">
              <a:latin typeface="Meiryo UI" panose="020B0604030504040204" pitchFamily="50" charset="-128"/>
              <a:ea typeface="Meiryo UI" panose="020B0604030504040204" pitchFamily="50" charset="-128"/>
            </a:endParaRPr>
          </a:p>
          <a:p>
            <a:pPr marL="360363" indent="-360363" algn="l">
              <a:spcBef>
                <a:spcPts val="300"/>
              </a:spcBef>
            </a:pPr>
            <a:r>
              <a:rPr lang="ja-JP" altLang="en-US" sz="1400" dirty="0">
                <a:latin typeface="Meiryo UI" panose="020B0604030504040204" pitchFamily="50" charset="-128"/>
                <a:ea typeface="Meiryo UI" panose="020B0604030504040204" pitchFamily="50" charset="-128"/>
              </a:rPr>
              <a:t>   上記を</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latin typeface="Meiryo UI" panose="020B0604030504040204" pitchFamily="50" charset="-128"/>
                <a:ea typeface="Meiryo UI" panose="020B0604030504040204" pitchFamily="50" charset="-128"/>
              </a:rPr>
              <a:t>標準仕様に対して変更箇所を加えた項目を開発領域とする。</a:t>
            </a:r>
            <a:endParaRPr lang="en-US" altLang="ja-JP" sz="1400" dirty="0">
              <a:latin typeface="Meiryo UI" panose="020B0604030504040204" pitchFamily="50" charset="-128"/>
              <a:ea typeface="Meiryo UI" panose="020B0604030504040204" pitchFamily="50" charset="-128"/>
            </a:endParaRPr>
          </a:p>
          <a:p>
            <a:pPr marL="360363" indent="-360363" algn="l">
              <a:spcBef>
                <a:spcPts val="300"/>
              </a:spcBef>
            </a:pPr>
            <a:r>
              <a:rPr lang="ja-JP" altLang="en-US" sz="1400" dirty="0">
                <a:latin typeface="Meiryo UI" panose="020B0604030504040204" pitchFamily="50" charset="-128"/>
                <a:ea typeface="Meiryo UI" panose="020B0604030504040204" pitchFamily="50" charset="-128"/>
              </a:rPr>
              <a:t>   この開発領域は</a:t>
            </a:r>
            <a:r>
              <a:rPr lang="en-US" altLang="ja-JP" sz="1400" dirty="0">
                <a:latin typeface="Meiryo UI" panose="020B0604030504040204" pitchFamily="50" charset="-128"/>
                <a:ea typeface="Meiryo UI" panose="020B0604030504040204" pitchFamily="50" charset="-128"/>
              </a:rPr>
              <a:t>Honda</a:t>
            </a:r>
            <a:r>
              <a:rPr lang="ja-JP" altLang="en-US" sz="1400" dirty="0">
                <a:latin typeface="Meiryo UI" panose="020B0604030504040204" pitchFamily="50" charset="-128"/>
                <a:ea typeface="Meiryo UI" panose="020B0604030504040204" pitchFamily="50" charset="-128"/>
              </a:rPr>
              <a:t>特有領域であり、変更に伴う費用</a:t>
            </a:r>
            <a:r>
              <a:rPr lang="en-US" altLang="ja-JP" sz="1400" dirty="0">
                <a:latin typeface="Meiryo UI" panose="020B0604030504040204" pitchFamily="50" charset="-128"/>
                <a:ea typeface="Meiryo UI" panose="020B0604030504040204" pitchFamily="50" charset="-128"/>
              </a:rPr>
              <a:t>Honda</a:t>
            </a:r>
            <a:r>
              <a:rPr lang="ja-JP" altLang="en-US" sz="1400" dirty="0">
                <a:latin typeface="Meiryo UI" panose="020B0604030504040204" pitchFamily="50" charset="-128"/>
                <a:ea typeface="Meiryo UI" panose="020B0604030504040204" pitchFamily="50" charset="-128"/>
              </a:rPr>
              <a:t>委託開発費で賄う</a:t>
            </a:r>
            <a:endParaRPr lang="en-US" altLang="ja-JP" sz="1400" dirty="0">
              <a:latin typeface="Meiryo UI" panose="020B0604030504040204" pitchFamily="50" charset="-128"/>
              <a:ea typeface="Meiryo UI" panose="020B0604030504040204" pitchFamily="50" charset="-128"/>
            </a:endParaRPr>
          </a:p>
          <a:p>
            <a:pPr marL="360363" indent="-360363" algn="l">
              <a:spcBef>
                <a:spcPts val="300"/>
              </a:spcBef>
            </a:pPr>
            <a:endParaRPr lang="en-US" altLang="ja-JP" sz="1400" dirty="0">
              <a:latin typeface="Meiryo UI" panose="020B0604030504040204" pitchFamily="50" charset="-128"/>
              <a:ea typeface="Meiryo UI" panose="020B0604030504040204" pitchFamily="50" charset="-128"/>
            </a:endParaRPr>
          </a:p>
          <a:p>
            <a:pPr marL="360363" indent="-360363" algn="l">
              <a:spcBef>
                <a:spcPts val="300"/>
              </a:spcBef>
            </a:pPr>
            <a:r>
              <a:rPr lang="ja-JP" altLang="en-US" sz="1400" dirty="0">
                <a:latin typeface="Meiryo UI" panose="020B0604030504040204" pitchFamily="50" charset="-128"/>
                <a:ea typeface="Meiryo UI" panose="020B0604030504040204" pitchFamily="50" charset="-128"/>
              </a:rPr>
              <a:t>部品費とは：</a:t>
            </a:r>
            <a:endParaRPr lang="en-US" altLang="ja-JP" sz="1400" dirty="0">
              <a:latin typeface="Meiryo UI" panose="020B0604030504040204" pitchFamily="50" charset="-128"/>
              <a:ea typeface="Meiryo UI" panose="020B0604030504040204" pitchFamily="50" charset="-128"/>
            </a:endParaRPr>
          </a:p>
          <a:p>
            <a:pPr marL="360363" indent="-360363" algn="l">
              <a:spcBef>
                <a:spcPts val="300"/>
              </a:spcBef>
            </a:pPr>
            <a:r>
              <a:rPr lang="ja-JP" altLang="en-US" sz="1400" dirty="0">
                <a:latin typeface="Meiryo UI" panose="020B0604030504040204" pitchFamily="50" charset="-128"/>
                <a:ea typeface="Meiryo UI" panose="020B0604030504040204" pitchFamily="50" charset="-128"/>
              </a:rPr>
              <a:t>   </a:t>
            </a:r>
            <a:r>
              <a:rPr lang="en-US" altLang="ja-JP" sz="1400" dirty="0">
                <a:latin typeface="Meiryo UI" panose="020B0604030504040204" pitchFamily="50" charset="-128"/>
                <a:ea typeface="Meiryo UI" panose="020B0604030504040204" pitchFamily="50" charset="-128"/>
              </a:rPr>
              <a:t>Honda</a:t>
            </a:r>
            <a:r>
              <a:rPr lang="ja-JP" altLang="en-US" sz="1400" dirty="0">
                <a:latin typeface="Meiryo UI" panose="020B0604030504040204" pitchFamily="50" charset="-128"/>
                <a:ea typeface="Meiryo UI" panose="020B0604030504040204" pitchFamily="50" charset="-128"/>
              </a:rPr>
              <a:t>と</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latin typeface="Meiryo UI" panose="020B0604030504040204" pitchFamily="50" charset="-128"/>
                <a:ea typeface="Meiryo UI" panose="020B0604030504040204" pitchFamily="50" charset="-128"/>
              </a:rPr>
              <a:t>間で取交された単体部品単価を意味する。</a:t>
            </a:r>
            <a:endParaRPr lang="en-US" altLang="ja-JP" sz="1400" dirty="0">
              <a:latin typeface="Meiryo UI" panose="020B0604030504040204" pitchFamily="50" charset="-128"/>
              <a:ea typeface="Meiryo UI" panose="020B0604030504040204" pitchFamily="50" charset="-128"/>
            </a:endParaRPr>
          </a:p>
          <a:p>
            <a:pPr marL="360363" indent="-360363" algn="l">
              <a:spcBef>
                <a:spcPts val="300"/>
              </a:spcBef>
            </a:pPr>
            <a:r>
              <a:rPr lang="ja-JP" altLang="en-US" sz="1400" dirty="0">
                <a:latin typeface="Meiryo UI" panose="020B0604030504040204" pitchFamily="50" charset="-128"/>
                <a:ea typeface="Meiryo UI" panose="020B0604030504040204" pitchFamily="50" charset="-128"/>
              </a:rPr>
              <a:t>   この部品費には</a:t>
            </a:r>
            <a:r>
              <a:rPr lang="en-US" altLang="ja-JP" sz="1400" dirty="0">
                <a:latin typeface="Meiryo UI" panose="020B0604030504040204" pitchFamily="50" charset="-128"/>
                <a:ea typeface="Meiryo UI" panose="020B0604030504040204" pitchFamily="50" charset="-128"/>
              </a:rPr>
              <a:t>Honda</a:t>
            </a:r>
            <a:r>
              <a:rPr lang="ja-JP" altLang="en-US" sz="1400" dirty="0">
                <a:latin typeface="Meiryo UI" panose="020B0604030504040204" pitchFamily="50" charset="-128"/>
                <a:ea typeface="Meiryo UI" panose="020B0604030504040204" pitchFamily="50" charset="-128"/>
              </a:rPr>
              <a:t>が指定する仕向け地の</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latin typeface="Meiryo UI" panose="020B0604030504040204" pitchFamily="50" charset="-128"/>
                <a:ea typeface="Meiryo UI" panose="020B0604030504040204" pitchFamily="50" charset="-128"/>
              </a:rPr>
              <a:t>殿が他社</a:t>
            </a:r>
            <a:r>
              <a:rPr lang="en-US" altLang="ja-JP" sz="1400" dirty="0">
                <a:latin typeface="Meiryo UI" panose="020B0604030504040204" pitchFamily="50" charset="-128"/>
                <a:ea typeface="Meiryo UI" panose="020B0604030504040204" pitchFamily="50" charset="-128"/>
              </a:rPr>
              <a:t>OEM</a:t>
            </a:r>
            <a:r>
              <a:rPr lang="ja-JP" altLang="en-US" sz="1400" dirty="0">
                <a:latin typeface="Meiryo UI" panose="020B0604030504040204" pitchFamily="50" charset="-128"/>
                <a:ea typeface="Meiryo UI" panose="020B0604030504040204" pitchFamily="50" charset="-128"/>
              </a:rPr>
              <a:t>へ販売する標準装備仕様を満足する</a:t>
            </a:r>
            <a:endParaRPr lang="en-US" altLang="ja-JP" sz="1400" dirty="0">
              <a:latin typeface="Meiryo UI" panose="020B0604030504040204" pitchFamily="50" charset="-128"/>
              <a:ea typeface="Meiryo UI" panose="020B0604030504040204" pitchFamily="50" charset="-128"/>
            </a:endParaRPr>
          </a:p>
          <a:p>
            <a:pPr marL="360363" indent="-360363" algn="l">
              <a:spcBef>
                <a:spcPts val="300"/>
              </a:spcBef>
            </a:pPr>
            <a:r>
              <a:rPr lang="ja-JP" altLang="en-US" sz="1400" dirty="0">
                <a:latin typeface="Meiryo UI" panose="020B0604030504040204" pitchFamily="50" charset="-128"/>
                <a:ea typeface="Meiryo UI" panose="020B0604030504040204" pitchFamily="50" charset="-128"/>
              </a:rPr>
              <a:t>   製品単価を意味する。</a:t>
            </a:r>
            <a:endParaRPr lang="en-US" altLang="ja-JP" sz="1400" dirty="0">
              <a:latin typeface="Meiryo UI" panose="020B0604030504040204" pitchFamily="50" charset="-128"/>
              <a:ea typeface="Meiryo UI" panose="020B0604030504040204" pitchFamily="50" charset="-128"/>
            </a:endParaRPr>
          </a:p>
          <a:p>
            <a:pPr marL="360363" indent="-360363" algn="l">
              <a:spcBef>
                <a:spcPts val="300"/>
              </a:spcBef>
            </a:pPr>
            <a:r>
              <a:rPr lang="ja-JP" altLang="en-US" sz="1400" dirty="0">
                <a:latin typeface="Meiryo UI" panose="020B0604030504040204" pitchFamily="50" charset="-128"/>
                <a:ea typeface="Meiryo UI" panose="020B0604030504040204" pitchFamily="50" charset="-128"/>
              </a:rPr>
              <a:t>   また、標準仕様とは、指定地区の法規、基本装備仕様を満足するハード構成と、他社</a:t>
            </a:r>
            <a:r>
              <a:rPr lang="en-US" altLang="ja-JP" sz="1400" dirty="0">
                <a:latin typeface="Meiryo UI" panose="020B0604030504040204" pitchFamily="50" charset="-128"/>
                <a:ea typeface="Meiryo UI" panose="020B0604030504040204" pitchFamily="50" charset="-128"/>
              </a:rPr>
              <a:t>OEM</a:t>
            </a:r>
            <a:r>
              <a:rPr lang="ja-JP" altLang="en-US" sz="1400" dirty="0">
                <a:latin typeface="Meiryo UI" panose="020B0604030504040204" pitchFamily="50" charset="-128"/>
                <a:ea typeface="Meiryo UI" panose="020B0604030504040204" pitchFamily="50" charset="-128"/>
              </a:rPr>
              <a:t>を含めた指定地区に</a:t>
            </a:r>
            <a:endParaRPr lang="en-US" altLang="ja-JP" sz="1400" dirty="0">
              <a:latin typeface="Meiryo UI" panose="020B0604030504040204" pitchFamily="50" charset="-128"/>
              <a:ea typeface="Meiryo UI" panose="020B0604030504040204" pitchFamily="50" charset="-128"/>
            </a:endParaRPr>
          </a:p>
          <a:p>
            <a:pPr marL="360363" indent="-360363" algn="l">
              <a:spcBef>
                <a:spcPts val="300"/>
              </a:spcBef>
            </a:pPr>
            <a:r>
              <a:rPr lang="ja-JP" altLang="en-US" sz="1400" dirty="0">
                <a:latin typeface="Meiryo UI" panose="020B0604030504040204" pitchFamily="50" charset="-128"/>
                <a:ea typeface="Meiryo UI" panose="020B0604030504040204" pitchFamily="50" charset="-128"/>
              </a:rPr>
              <a:t>   対応した基本プログラム（プラットフォーム）を備えた仕様構成を意味する。</a:t>
            </a:r>
            <a:endParaRPr lang="en-US" altLang="ja-JP" sz="1400" dirty="0">
              <a:latin typeface="Meiryo UI" panose="020B0604030504040204" pitchFamily="50" charset="-128"/>
              <a:ea typeface="Meiryo UI" panose="020B0604030504040204" pitchFamily="50" charset="-128"/>
            </a:endParaRPr>
          </a:p>
          <a:p>
            <a:pPr marL="360363" indent="-360363" algn="l">
              <a:spcBef>
                <a:spcPts val="300"/>
              </a:spcBef>
            </a:pPr>
            <a:r>
              <a:rPr lang="ja-JP" altLang="en-US" sz="1400" dirty="0">
                <a:latin typeface="Meiryo UI" panose="020B0604030504040204" pitchFamily="50" charset="-128"/>
                <a:ea typeface="Meiryo UI" panose="020B0604030504040204" pitchFamily="50" charset="-128"/>
              </a:rPr>
              <a:t>   依って、指定地域で必要となる特許費・ライセンス費など含む。</a:t>
            </a:r>
            <a:r>
              <a:rPr lang="en-US" altLang="ja-JP" sz="1400" dirty="0">
                <a:latin typeface="Meiryo UI" panose="020B0604030504040204" pitchFamily="50" charset="-128"/>
                <a:ea typeface="Meiryo UI" panose="020B0604030504040204" pitchFamily="50" charset="-128"/>
              </a:rPr>
              <a:t>	</a:t>
            </a:r>
          </a:p>
          <a:p>
            <a:pPr marL="360363" indent="-360363" algn="l">
              <a:spcBef>
                <a:spcPts val="300"/>
              </a:spcBef>
            </a:pPr>
            <a:endParaRPr lang="en-US" altLang="ja-JP" sz="1400" dirty="0">
              <a:latin typeface="Meiryo UI" panose="020B0604030504040204" pitchFamily="50" charset="-128"/>
              <a:ea typeface="Meiryo UI" panose="020B0604030504040204" pitchFamily="50" charset="-128"/>
            </a:endParaRPr>
          </a:p>
          <a:p>
            <a:pPr marL="360363" indent="-360363" algn="l">
              <a:spcBef>
                <a:spcPts val="300"/>
              </a:spcBef>
            </a:pPr>
            <a:r>
              <a:rPr lang="ja-JP" altLang="en-US" sz="1400" dirty="0">
                <a:latin typeface="Meiryo UI" panose="020B0604030504040204" pitchFamily="50" charset="-128"/>
                <a:ea typeface="Meiryo UI" panose="020B0604030504040204" pitchFamily="50" charset="-128"/>
              </a:rPr>
              <a:t>見積り提出規定：</a:t>
            </a:r>
            <a:endParaRPr lang="en-US" altLang="ja-JP" sz="1400" dirty="0">
              <a:latin typeface="Meiryo UI" panose="020B0604030504040204" pitchFamily="50" charset="-128"/>
              <a:ea typeface="Meiryo UI" panose="020B0604030504040204" pitchFamily="50" charset="-128"/>
            </a:endParaRPr>
          </a:p>
          <a:p>
            <a:pPr marL="360363" indent="-360363" algn="l">
              <a:spcBef>
                <a:spcPts val="300"/>
              </a:spcBef>
            </a:pPr>
            <a:r>
              <a:rPr lang="ja-JP" altLang="en-US" sz="1400" dirty="0">
                <a:latin typeface="Meiryo UI" panose="020B0604030504040204" pitchFamily="50" charset="-128"/>
                <a:ea typeface="Meiryo UI" panose="020B0604030504040204" pitchFamily="50" charset="-128"/>
              </a:rPr>
              <a:t>   見積り額提出は、</a:t>
            </a:r>
            <a:r>
              <a:rPr lang="en-US" altLang="ja-JP" sz="1400" dirty="0">
                <a:latin typeface="Meiryo UI" panose="020B0604030504040204" pitchFamily="50" charset="-128"/>
                <a:ea typeface="Meiryo UI" panose="020B0604030504040204" pitchFamily="50" charset="-128"/>
              </a:rPr>
              <a:t>Kick-off meeting</a:t>
            </a:r>
            <a:r>
              <a:rPr lang="ja-JP" altLang="en-US" sz="1400" dirty="0">
                <a:latin typeface="Meiryo UI" panose="020B0604030504040204" pitchFamily="50" charset="-128"/>
                <a:ea typeface="Meiryo UI" panose="020B0604030504040204" pitchFamily="50" charset="-128"/>
              </a:rPr>
              <a:t>後、</a:t>
            </a:r>
            <a:r>
              <a:rPr lang="en-US" altLang="ja-JP" sz="1400" dirty="0">
                <a:latin typeface="Meiryo UI" panose="020B0604030504040204" pitchFamily="50" charset="-128"/>
                <a:ea typeface="Meiryo UI" panose="020B0604030504040204" pitchFamily="50" charset="-128"/>
              </a:rPr>
              <a:t>1</a:t>
            </a:r>
            <a:r>
              <a:rPr lang="ja-JP" altLang="en-US" sz="1400" dirty="0">
                <a:latin typeface="Meiryo UI" panose="020B0604030504040204" pitchFamily="50" charset="-128"/>
                <a:ea typeface="Meiryo UI" panose="020B0604030504040204" pitchFamily="50" charset="-128"/>
              </a:rPr>
              <a:t>ヵ月以内の事。また、見積り条件は、末尾参照の事</a:t>
            </a:r>
            <a:endParaRPr lang="en-US" altLang="ja-JP" sz="1400" dirty="0">
              <a:latin typeface="Meiryo UI" panose="020B0604030504040204" pitchFamily="50" charset="-128"/>
              <a:ea typeface="Meiryo UI" panose="020B0604030504040204" pitchFamily="50" charset="-128"/>
            </a:endParaRPr>
          </a:p>
        </p:txBody>
      </p:sp>
      <p:sp>
        <p:nvSpPr>
          <p:cNvPr id="7" name="Text Box 2"/>
          <p:cNvSpPr txBox="1">
            <a:spLocks noChangeArrowheads="1"/>
          </p:cNvSpPr>
          <p:nvPr/>
        </p:nvSpPr>
        <p:spPr bwMode="auto">
          <a:xfrm>
            <a:off x="133262" y="44451"/>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2000">
                <a:solidFill>
                  <a:srgbClr val="FFFFFF"/>
                </a:solidFill>
                <a:latin typeface="Meiryo UI" panose="020B0604030504040204" pitchFamily="50" charset="-128"/>
                <a:ea typeface="Meiryo UI" panose="020B0604030504040204" pitchFamily="50" charset="-128"/>
                <a:cs typeface="Arial" pitchFamily="34" charset="0"/>
              </a:rPr>
              <a:t>7. </a:t>
            </a:r>
            <a:r>
              <a:rPr kumimoji="1" lang="en-US" altLang="ja-JP" sz="20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Judgments and Timings </a:t>
            </a:r>
            <a:r>
              <a:rPr lang="en-US" altLang="ja-JP" sz="2000">
                <a:solidFill>
                  <a:srgbClr val="FFFFFF"/>
                </a:solidFill>
                <a:latin typeface="Meiryo UI" panose="020B0604030504040204" pitchFamily="50" charset="-128"/>
                <a:ea typeface="Meiryo UI" panose="020B0604030504040204" pitchFamily="50" charset="-128"/>
                <a:cs typeface="Arial" pitchFamily="34" charset="0"/>
              </a:rPr>
              <a:t>(7/7)</a:t>
            </a:r>
            <a:endParaRPr lang="en-US" altLang="ja-JP" sz="2000">
              <a:solidFill>
                <a:srgbClr val="FFFFFF"/>
              </a:solidFill>
              <a:latin typeface="HGPｺﾞｼｯｸE" pitchFamily="50" charset="-128"/>
              <a:ea typeface="HGPｺﾞｼｯｸE" pitchFamily="50" charset="-128"/>
              <a:cs typeface="Arial" pitchFamily="34" charset="0"/>
            </a:endParaRPr>
          </a:p>
        </p:txBody>
      </p:sp>
    </p:spTree>
    <p:extLst>
      <p:ext uri="{BB962C8B-B14F-4D97-AF65-F5344CB8AC3E}">
        <p14:creationId xmlns:p14="http://schemas.microsoft.com/office/powerpoint/2010/main" val="90559546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ext Box 2"/>
          <p:cNvSpPr txBox="1">
            <a:spLocks noChangeArrowheads="1"/>
          </p:cNvSpPr>
          <p:nvPr/>
        </p:nvSpPr>
        <p:spPr bwMode="auto">
          <a:xfrm>
            <a:off x="5017111" y="571728"/>
            <a:ext cx="4126889" cy="61247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キックオフミーティングの目的</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委託開発適用範囲</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委託元と</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Bosch</a:t>
            </a:r>
            <a:endPar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基本コンセプト</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成果物</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委託業務役割責任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RASIC</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要約）</a:t>
            </a: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前提条件</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判断（評価判断、委託完了判断・対価の判断）およびタイミング</a:t>
            </a:r>
            <a:b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b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支払い基準</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開発費定義　　　</a:t>
            </a:r>
            <a:r>
              <a:rPr kumimoji="1" lang="ja-JP" altLang="en-US"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　　　　　　　　　　　　　　　　　　　　　　　　　　　　　　　　　　　　　　　　　　　</a:t>
            </a:r>
            <a:endParaRPr kumimoji="1" lang="en-US" altLang="ja-JP"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endParaRPr kumimoji="1" lang="en-US" altLang="ja-JP"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プロジェクトマネージメント</a:t>
            </a:r>
            <a:endParaRPr kumimoji="1" lang="en-US" altLang="ja-JP" sz="14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概要・基本諸元説明</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適用法規概要</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Engine</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Management</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System</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概要</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構成部品（</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Bosch</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部品）</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仕様差</a:t>
            </a:r>
            <a:b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b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・プロジェクト情報</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関連部品</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Spec</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説明</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車載機能・装備説明</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信頼性保証要件</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要求＆ＣＲ</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成果物検証・品質検証</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シート</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エキスパート</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MTG</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について</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サポート業務</a:t>
            </a: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その他の開発ガイドライン</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開発日程</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開発体制表</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p:txBody>
      </p:sp>
      <p:sp>
        <p:nvSpPr>
          <p:cNvPr id="6" name="Text Box 2"/>
          <p:cNvSpPr txBox="1">
            <a:spLocks noChangeArrowheads="1"/>
          </p:cNvSpPr>
          <p:nvPr/>
        </p:nvSpPr>
        <p:spPr bwMode="auto">
          <a:xfrm>
            <a:off x="133262" y="44450"/>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20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Contents</a:t>
            </a:r>
            <a:r>
              <a:rPr kumimoji="1" lang="ja-JP" altLang="en-US" sz="20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　（目次）</a:t>
            </a:r>
            <a:endParaRPr kumimoji="1" lang="en-US" altLang="ja-JP" sz="1100" b="0" i="0" u="none" strike="noStrike" kern="1200" cap="none" spc="0" normalizeH="0" baseline="0" noProof="0">
              <a:ln>
                <a:noFill/>
              </a:ln>
              <a:solidFill>
                <a:srgbClr val="FFFFFF"/>
              </a:solidFill>
              <a:effectLst/>
              <a:uLnTx/>
              <a:uFillTx/>
              <a:latin typeface="HGPｺﾞｼｯｸE" pitchFamily="50" charset="-128"/>
              <a:ea typeface="HGPｺﾞｼｯｸE" pitchFamily="50" charset="-128"/>
              <a:cs typeface="Arial" pitchFamily="34" charset="0"/>
            </a:endParaRPr>
          </a:p>
        </p:txBody>
      </p:sp>
      <p:sp>
        <p:nvSpPr>
          <p:cNvPr id="7" name="Text Box 2"/>
          <p:cNvSpPr txBox="1">
            <a:spLocks noChangeArrowheads="1"/>
          </p:cNvSpPr>
          <p:nvPr/>
        </p:nvSpPr>
        <p:spPr bwMode="auto">
          <a:xfrm>
            <a:off x="106623" y="571728"/>
            <a:ext cx="4910488" cy="5909310"/>
          </a:xfrm>
          <a:prstGeom prst="rect">
            <a:avLst/>
          </a:prstGeom>
          <a:noFill/>
          <a:ln>
            <a:noFill/>
          </a:ln>
          <a:effec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Purpose of</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Kick-off Meeting</a:t>
            </a:r>
            <a:endPar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Scope of Development Work</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err="1">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Entrustor</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and </a:t>
            </a:r>
            <a:r>
              <a:rPr kumimoji="1" lang="en-US" altLang="ja-JP" sz="1400" b="0" i="0" u="none" strike="noStrike" kern="1200" cap="none" spc="0" normalizeH="0" baseline="0" noProof="0" dirty="0" err="1">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Entrustee</a:t>
            </a:r>
            <a:endPar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Basic Concept / Deliverables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Role</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&amp;</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Responsibility (Samples of RASIC)</a:t>
            </a:r>
            <a:endPar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Preconditions</a:t>
            </a:r>
          </a:p>
          <a:p>
            <a:pPr marL="450850" marR="0" lvl="0" indent="-45085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Judgments (on Evaluation, Completion of Development Work Entrusted by Honda and  Payment Amount) and Timings</a:t>
            </a:r>
            <a:b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b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Payment Criteria / Definition of Development Fee </a:t>
            </a:r>
          </a:p>
          <a:p>
            <a:pPr marL="450850" marR="0" lvl="0" indent="-45085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Project Management </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Engine Overview</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and</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Basic Specification </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Applicable Regulations Overview</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Engine</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Management</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System Overview</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 Components</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(Bosch components)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Engine Spec Comparison from Base Model</a:t>
            </a:r>
            <a:b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b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Project information / Non-Bosch</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Components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In-Vehicle</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Functions</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Relating</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ECU and Features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Reliability</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Assurance</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 Requirement and CR </a:t>
            </a:r>
            <a:endParaRPr kumimoji="1" lang="ja-JP" altLang="en-US" sz="1400" b="0" i="0" u="none" strike="dbl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anose="020B0604020202020204" pitchFamily="34" charset="0"/>
              </a:rPr>
              <a:t>EMS Report Maturity and Quality Verification</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anose="020B0604020202020204" pitchFamily="34" charset="0"/>
              </a:rPr>
              <a:t>EMS Sheet</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anose="020B0604020202020204" pitchFamily="34" charset="0"/>
              </a:rPr>
              <a:t>Expert Meeting</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anose="020B0604020202020204" pitchFamily="34" charset="0"/>
              </a:rPr>
              <a:t>Necessary</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Support</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Miscellaneous Guidelines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Development Schedule</a:t>
            </a:r>
            <a:endPar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Development Organization Chart</a:t>
            </a:r>
          </a:p>
        </p:txBody>
      </p:sp>
    </p:spTree>
    <p:extLst>
      <p:ext uri="{BB962C8B-B14F-4D97-AF65-F5344CB8AC3E}">
        <p14:creationId xmlns:p14="http://schemas.microsoft.com/office/powerpoint/2010/main" val="13638565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タイトル 1"/>
          <p:cNvSpPr txBox="1">
            <a:spLocks/>
          </p:cNvSpPr>
          <p:nvPr>
            <p:custDataLst>
              <p:tags r:id="rId1"/>
            </p:custDataLst>
          </p:nvPr>
        </p:nvSpPr>
        <p:spPr>
          <a:xfrm>
            <a:off x="133262" y="671732"/>
            <a:ext cx="6655668" cy="219163"/>
          </a:xfrm>
          <a:prstGeom prst="rect">
            <a:avLst/>
          </a:prstGeom>
          <a:effectLst/>
          <a:extLs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wrap="none" lIns="0" tIns="0" rIns="0" bIns="0" anchor="t">
            <a:spAutoFit/>
          </a:bodyPr>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itchFamily="18" charset="0"/>
                <a:ea typeface="ＭＳ Ｐゴシック" pitchFamily="50" charset="-128"/>
              </a:defRPr>
            </a:lvl2pPr>
            <a:lvl3pPr algn="ctr" rtl="0" eaLnBrk="0" fontAlgn="base" hangingPunct="0">
              <a:spcBef>
                <a:spcPct val="0"/>
              </a:spcBef>
              <a:spcAft>
                <a:spcPct val="0"/>
              </a:spcAft>
              <a:defRPr kumimoji="1" sz="4400">
                <a:solidFill>
                  <a:schemeClr val="tx2"/>
                </a:solidFill>
                <a:latin typeface="Times New Roman" pitchFamily="18" charset="0"/>
                <a:ea typeface="ＭＳ Ｐゴシック" pitchFamily="50" charset="-128"/>
              </a:defRPr>
            </a:lvl3pPr>
            <a:lvl4pPr algn="ctr" rtl="0" eaLnBrk="0" fontAlgn="base" hangingPunct="0">
              <a:spcBef>
                <a:spcPct val="0"/>
              </a:spcBef>
              <a:spcAft>
                <a:spcPct val="0"/>
              </a:spcAft>
              <a:defRPr kumimoji="1" sz="4400">
                <a:solidFill>
                  <a:schemeClr val="tx2"/>
                </a:solidFill>
                <a:latin typeface="Times New Roman" pitchFamily="18" charset="0"/>
                <a:ea typeface="ＭＳ Ｐゴシック" pitchFamily="50" charset="-128"/>
              </a:defRPr>
            </a:lvl4pPr>
            <a:lvl5pPr algn="ctr" rtl="0" eaLnBrk="0" fontAlgn="base" hangingPunct="0">
              <a:spcBef>
                <a:spcPct val="0"/>
              </a:spcBef>
              <a:spcAft>
                <a:spcPct val="0"/>
              </a:spcAft>
              <a:defRPr kumimoji="1" sz="4400">
                <a:solidFill>
                  <a:schemeClr val="tx2"/>
                </a:solidFill>
                <a:latin typeface="Times New Roman" pitchFamily="18" charset="0"/>
                <a:ea typeface="ＭＳ Ｐゴシック" pitchFamily="50" charset="-128"/>
              </a:defRPr>
            </a:lvl5pPr>
            <a:lvl6pPr marL="457200" algn="ctr" rtl="0" fontAlgn="base">
              <a:spcBef>
                <a:spcPct val="0"/>
              </a:spcBef>
              <a:spcAft>
                <a:spcPct val="0"/>
              </a:spcAft>
              <a:defRPr kumimoji="1" sz="4400">
                <a:solidFill>
                  <a:schemeClr val="tx2"/>
                </a:solidFill>
                <a:latin typeface="Times New Roman" pitchFamily="18" charset="0"/>
                <a:ea typeface="ＭＳ Ｐゴシック" pitchFamily="50" charset="-128"/>
              </a:defRPr>
            </a:lvl6pPr>
            <a:lvl7pPr marL="914400" algn="ctr" rtl="0" fontAlgn="base">
              <a:spcBef>
                <a:spcPct val="0"/>
              </a:spcBef>
              <a:spcAft>
                <a:spcPct val="0"/>
              </a:spcAft>
              <a:defRPr kumimoji="1" sz="4400">
                <a:solidFill>
                  <a:schemeClr val="tx2"/>
                </a:solidFill>
                <a:latin typeface="Times New Roman" pitchFamily="18" charset="0"/>
                <a:ea typeface="ＭＳ Ｐゴシック" pitchFamily="50" charset="-128"/>
              </a:defRPr>
            </a:lvl7pPr>
            <a:lvl8pPr marL="1371600" algn="ctr" rtl="0" fontAlgn="base">
              <a:spcBef>
                <a:spcPct val="0"/>
              </a:spcBef>
              <a:spcAft>
                <a:spcPct val="0"/>
              </a:spcAft>
              <a:defRPr kumimoji="1" sz="4400">
                <a:solidFill>
                  <a:schemeClr val="tx2"/>
                </a:solidFill>
                <a:latin typeface="Times New Roman" pitchFamily="18" charset="0"/>
                <a:ea typeface="ＭＳ Ｐゴシック" pitchFamily="50" charset="-128"/>
              </a:defRPr>
            </a:lvl8pPr>
            <a:lvl9pPr marL="1828800" algn="ctr" rtl="0" fontAlgn="base">
              <a:spcBef>
                <a:spcPct val="0"/>
              </a:spcBef>
              <a:spcAft>
                <a:spcPct val="0"/>
              </a:spcAft>
              <a:defRPr kumimoji="1" sz="4400">
                <a:solidFill>
                  <a:schemeClr val="tx2"/>
                </a:solidFill>
                <a:latin typeface="Times New Roman" pitchFamily="18" charset="0"/>
                <a:ea typeface="ＭＳ Ｐゴシック" pitchFamily="50" charset="-128"/>
              </a:defRPr>
            </a:lvl9pPr>
          </a:lstStyle>
          <a:p>
            <a:pPr algn="l">
              <a:lnSpc>
                <a:spcPct val="89000"/>
              </a:lnSpc>
              <a:spcBef>
                <a:spcPts val="0"/>
              </a:spcBef>
              <a:spcAft>
                <a:spcPts val="0"/>
              </a:spcAft>
            </a:pPr>
            <a:r>
              <a:rPr lang="en-US" altLang="ja-JP" sz="1600" b="1" kern="0">
                <a:latin typeface="Meiryo UI" panose="020B0604030504040204" pitchFamily="50" charset="-128"/>
                <a:ea typeface="Meiryo UI" panose="020B0604030504040204" pitchFamily="50" charset="-128"/>
              </a:rPr>
              <a:t>Project Management</a:t>
            </a:r>
            <a:r>
              <a:rPr lang="en-GB" sz="1600" b="1" kern="0">
                <a:latin typeface="Meiryo UI" panose="020B0604030504040204" pitchFamily="50" charset="-128"/>
                <a:ea typeface="Meiryo UI" panose="020B0604030504040204" pitchFamily="50" charset="-128"/>
              </a:rPr>
              <a:t> </a:t>
            </a:r>
            <a:r>
              <a:rPr lang="en-GB" sz="1600" b="1" kern="0">
                <a:solidFill>
                  <a:srgbClr val="A80163"/>
                </a:solidFill>
                <a:latin typeface="Meiryo UI" panose="020B0604030504040204" pitchFamily="50" charset="-128"/>
                <a:ea typeface="Meiryo UI" panose="020B0604030504040204" pitchFamily="50" charset="-128"/>
              </a:rPr>
              <a:t>To Ensure the Schedule, and Deliverable</a:t>
            </a:r>
          </a:p>
        </p:txBody>
      </p:sp>
      <p:sp>
        <p:nvSpPr>
          <p:cNvPr id="7" name="コンテンツ プレースホルダー 2"/>
          <p:cNvSpPr txBox="1">
            <a:spLocks/>
          </p:cNvSpPr>
          <p:nvPr>
            <p:custDataLst>
              <p:tags r:id="rId2"/>
            </p:custDataLst>
          </p:nvPr>
        </p:nvSpPr>
        <p:spPr bwMode="auto">
          <a:xfrm>
            <a:off x="96897" y="1001772"/>
            <a:ext cx="8932804" cy="4902640"/>
          </a:xfrm>
          <a:prstGeom prst="rect">
            <a:avLst/>
          </a:prstGeom>
          <a:noFill/>
          <a:ln w="0">
            <a:noFill/>
            <a:miter lim="800000"/>
            <a:headEnd/>
            <a:tailEnd/>
          </a:ln>
          <a:effectLst/>
          <a:extLs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vert="horz" wrap="square" lIns="0" tIns="0" rIns="0" bIns="0" numCol="1" anchor="t" anchorCtr="0" compatLnSpc="1">
            <a:prstTxWarp prst="textNoShape">
              <a:avLst/>
            </a:prstTxWarp>
            <a:noAutofit/>
          </a:bodyPr>
          <a:lstStyle>
            <a:lvl1pPr marL="251460" indent="-251460" algn="l" rtl="0" eaLnBrk="1" fontAlgn="base" hangingPunct="1">
              <a:lnSpc>
                <a:spcPts val="2300"/>
              </a:lnSpc>
              <a:spcBef>
                <a:spcPts val="500"/>
              </a:spcBef>
              <a:spcAft>
                <a:spcPct val="0"/>
              </a:spcAft>
              <a:buClrTx/>
              <a:buSzPct val="100000"/>
              <a:buFontTx/>
              <a:buNone/>
              <a:defRPr kumimoji="1" sz="1800" b="0" i="0" u="none">
                <a:solidFill>
                  <a:schemeClr val="tx1"/>
                </a:solidFill>
                <a:latin typeface="Bosch Office Sans" panose="020B0604020202020204" pitchFamily="34" charset="0"/>
                <a:ea typeface="+mn-ea"/>
                <a:cs typeface="Arial" pitchFamily="34" charset="0"/>
              </a:defRPr>
            </a:lvl1pPr>
            <a:lvl2pPr marL="467360" indent="-467360" algn="l" rtl="0" eaLnBrk="1" fontAlgn="base" hangingPunct="1">
              <a:lnSpc>
                <a:spcPts val="2000"/>
              </a:lnSpc>
              <a:spcBef>
                <a:spcPts val="500"/>
              </a:spcBef>
              <a:spcAft>
                <a:spcPct val="0"/>
              </a:spcAft>
              <a:buClrTx/>
              <a:buSzPct val="100000"/>
              <a:buFontTx/>
              <a:buNone/>
              <a:defRPr kumimoji="1" sz="1600" b="0" i="0" u="none">
                <a:solidFill>
                  <a:schemeClr val="tx1"/>
                </a:solidFill>
                <a:latin typeface="Bosch Office Sans" panose="020B0604020202020204" pitchFamily="34" charset="0"/>
                <a:cs typeface="Arial" pitchFamily="34" charset="0"/>
              </a:defRPr>
            </a:lvl2pPr>
            <a:lvl3pPr marL="647700" indent="-647700" algn="l" rtl="0" eaLnBrk="1" fontAlgn="base" hangingPunct="1">
              <a:lnSpc>
                <a:spcPts val="1700"/>
              </a:lnSpc>
              <a:spcBef>
                <a:spcPts val="500"/>
              </a:spcBef>
              <a:spcAft>
                <a:spcPct val="0"/>
              </a:spcAft>
              <a:buClrTx/>
              <a:buSzPct val="100000"/>
              <a:buFontTx/>
              <a:buNone/>
              <a:defRPr kumimoji="1" sz="1400" b="0" i="0" u="none">
                <a:solidFill>
                  <a:schemeClr val="tx1"/>
                </a:solidFill>
                <a:latin typeface="Bosch Office Sans" panose="020B0604020202020204" pitchFamily="34" charset="0"/>
                <a:cs typeface="Arial" pitchFamily="34" charset="0"/>
              </a:defRPr>
            </a:lvl3pPr>
            <a:lvl4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4pPr>
            <a:lvl5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5pPr>
            <a:lvl6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6pPr>
            <a:lvl7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7pPr>
            <a:lvl8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8pPr>
            <a:lvl9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9pPr>
          </a:lstStyle>
          <a:p>
            <a:pPr marL="0" indent="0">
              <a:lnSpc>
                <a:spcPct val="105000"/>
              </a:lnSpc>
              <a:spcBef>
                <a:spcPts val="300"/>
              </a:spcBef>
              <a:spcAft>
                <a:spcPts val="0"/>
              </a:spcAft>
            </a:pPr>
            <a:r>
              <a:rPr lang="en-US" altLang="ja-JP" sz="1400" b="1" dirty="0">
                <a:solidFill>
                  <a:srgbClr val="0000FF"/>
                </a:solidFill>
                <a:latin typeface="Meiryo UI" panose="020B0604030504040204" pitchFamily="50" charset="-128"/>
                <a:ea typeface="Meiryo UI" panose="020B0604030504040204" pitchFamily="50" charset="-128"/>
              </a:rPr>
              <a:t>Bosch</a:t>
            </a:r>
            <a:r>
              <a:rPr lang="ja-JP" altLang="en-US" sz="1400" dirty="0">
                <a:solidFill>
                  <a:srgbClr val="0000FF"/>
                </a:solidFill>
                <a:latin typeface="Meiryo UI" panose="020B0604030504040204" pitchFamily="50" charset="-128"/>
                <a:ea typeface="Meiryo UI" panose="020B0604030504040204" pitchFamily="50" charset="-128"/>
              </a:rPr>
              <a:t> </a:t>
            </a:r>
            <a:r>
              <a:rPr lang="en-GB" sz="1400" b="1" kern="0" dirty="0">
                <a:latin typeface="Meiryo UI" panose="020B0604030504040204" pitchFamily="50" charset="-128"/>
              </a:rPr>
              <a:t>will manage the agreed development schedule to deliver the deliverables in time based on the condition described in kick-off material and the contract, with </a:t>
            </a:r>
            <a:r>
              <a:rPr lang="en-GB" sz="1400" b="1" u="sng" kern="0" dirty="0">
                <a:latin typeface="Meiryo UI" panose="020B0604030504040204" pitchFamily="50" charset="-128"/>
              </a:rPr>
              <a:t>following joint cooperation</a:t>
            </a:r>
            <a:r>
              <a:rPr lang="en-GB" sz="1400" b="1" kern="0" dirty="0">
                <a:latin typeface="Meiryo UI" panose="020B0604030504040204" pitchFamily="50" charset="-128"/>
              </a:rPr>
              <a:t>:</a:t>
            </a:r>
          </a:p>
          <a:p>
            <a:pPr marL="266700" indent="-250825">
              <a:lnSpc>
                <a:spcPct val="105000"/>
              </a:lnSpc>
              <a:spcBef>
                <a:spcPts val="300"/>
              </a:spcBef>
              <a:spcAft>
                <a:spcPts val="0"/>
              </a:spcAft>
              <a:buFont typeface="Wingdings 3" panose="05040102010807070707" pitchFamily="18" charset="2"/>
              <a:buChar char=""/>
            </a:pPr>
            <a:r>
              <a:rPr lang="en-GB" sz="1400" kern="0" dirty="0">
                <a:latin typeface="Meiryo UI" panose="020B0604030504040204" pitchFamily="50" charset="-128"/>
              </a:rPr>
              <a:t>Both parties shall promptly inform any condition/schedule/requirement change during the development by using CR (Change Request) format and process. </a:t>
            </a:r>
            <a:br>
              <a:rPr lang="en-GB" sz="1400" kern="0" dirty="0">
                <a:latin typeface="Meiryo UI" panose="020B0604030504040204" pitchFamily="50" charset="-128"/>
              </a:rPr>
            </a:br>
            <a:endParaRPr lang="en-GB" sz="1400" kern="0" dirty="0">
              <a:latin typeface="Meiryo UI" panose="020B0604030504040204" pitchFamily="50" charset="-128"/>
            </a:endParaRPr>
          </a:p>
          <a:p>
            <a:pPr marL="266700" indent="-250825">
              <a:lnSpc>
                <a:spcPct val="105000"/>
              </a:lnSpc>
              <a:spcBef>
                <a:spcPts val="300"/>
              </a:spcBef>
              <a:spcAft>
                <a:spcPts val="0"/>
              </a:spcAft>
              <a:buFont typeface="Wingdings 3" panose="05040102010807070707" pitchFamily="18" charset="2"/>
              <a:buChar char=""/>
            </a:pPr>
            <a:r>
              <a:rPr lang="en-GB" altLang="ja-JP" sz="1400" kern="0" dirty="0">
                <a:latin typeface="Meiryo UI" panose="020B0604030504040204" pitchFamily="50" charset="-128"/>
              </a:rPr>
              <a:t>In case risk of endangering milestones found with above mentioned changes, both parties jointly share and discuss, and decide recovery measures.</a:t>
            </a:r>
            <a:br>
              <a:rPr lang="en-GB" altLang="ja-JP" sz="1400" kern="0" dirty="0">
                <a:latin typeface="Meiryo UI" panose="020B0604030504040204" pitchFamily="50" charset="-128"/>
              </a:rPr>
            </a:br>
            <a:endParaRPr lang="en-GB" sz="1400" kern="0" dirty="0">
              <a:latin typeface="Meiryo UI" panose="020B0604030504040204" pitchFamily="50" charset="-128"/>
            </a:endParaRPr>
          </a:p>
          <a:p>
            <a:pPr marL="266700" indent="-250825">
              <a:lnSpc>
                <a:spcPct val="105000"/>
              </a:lnSpc>
              <a:spcBef>
                <a:spcPts val="300"/>
              </a:spcBef>
              <a:spcAft>
                <a:spcPts val="0"/>
              </a:spcAft>
              <a:buFont typeface="Wingdings 3" panose="05040102010807070707" pitchFamily="18" charset="2"/>
              <a:buChar char=""/>
            </a:pPr>
            <a:r>
              <a:rPr lang="en-US" altLang="ja-JP" sz="1400" dirty="0">
                <a:solidFill>
                  <a:srgbClr val="0000FF"/>
                </a:solidFill>
                <a:latin typeface="Meiryo UI" panose="020B0604030504040204" pitchFamily="50" charset="-128"/>
                <a:ea typeface="Meiryo UI" panose="020B0604030504040204" pitchFamily="50" charset="-128"/>
              </a:rPr>
              <a:t>Bosch</a:t>
            </a:r>
            <a:r>
              <a:rPr lang="ja-JP" altLang="en-US" sz="1400" dirty="0">
                <a:solidFill>
                  <a:srgbClr val="0000FF"/>
                </a:solidFill>
                <a:latin typeface="Meiryo UI" panose="020B0604030504040204" pitchFamily="50" charset="-128"/>
                <a:ea typeface="Meiryo UI" panose="020B0604030504040204" pitchFamily="50" charset="-128"/>
              </a:rPr>
              <a:t> </a:t>
            </a:r>
            <a:r>
              <a:rPr lang="en-GB" sz="1400" kern="0" dirty="0">
                <a:latin typeface="Meiryo UI" panose="020B0604030504040204" pitchFamily="50" charset="-128"/>
              </a:rPr>
              <a:t>is responsible to provide transparent</a:t>
            </a:r>
            <a:r>
              <a:rPr lang="ja-JP" altLang="en-US" sz="1400" kern="0" dirty="0">
                <a:latin typeface="Meiryo UI" panose="020B0604030504040204" pitchFamily="50" charset="-128"/>
              </a:rPr>
              <a:t> </a:t>
            </a:r>
            <a:r>
              <a:rPr lang="en-US" altLang="ja-JP" sz="1400" dirty="0">
                <a:solidFill>
                  <a:srgbClr val="0000FF"/>
                </a:solidFill>
                <a:latin typeface="Meiryo UI" panose="020B0604030504040204" pitchFamily="50" charset="-128"/>
                <a:ea typeface="Meiryo UI" panose="020B0604030504040204" pitchFamily="50" charset="-128"/>
              </a:rPr>
              <a:t>Bosch</a:t>
            </a:r>
            <a:r>
              <a:rPr lang="ja-JP" altLang="en-US" sz="1400" dirty="0">
                <a:solidFill>
                  <a:srgbClr val="0000FF"/>
                </a:solidFill>
                <a:latin typeface="Meiryo UI" panose="020B0604030504040204" pitchFamily="50" charset="-128"/>
                <a:ea typeface="Meiryo UI" panose="020B0604030504040204" pitchFamily="50" charset="-128"/>
              </a:rPr>
              <a:t> </a:t>
            </a:r>
            <a:r>
              <a:rPr lang="en-GB" sz="1400" kern="0" dirty="0">
                <a:latin typeface="Meiryo UI" panose="020B0604030504040204" pitchFamily="50" charset="-128"/>
              </a:rPr>
              <a:t>development schedule (Plan and Actual) and share with Honda the up-to-date development status as well as calibration maturity to visualize the schedule is kept.</a:t>
            </a:r>
            <a:br>
              <a:rPr lang="en-GB" sz="1400" kern="0" dirty="0">
                <a:latin typeface="Meiryo UI" panose="020B0604030504040204" pitchFamily="50" charset="-128"/>
              </a:rPr>
            </a:br>
            <a:endParaRPr lang="en-GB" sz="1400" kern="0" dirty="0">
              <a:latin typeface="Meiryo UI" panose="020B0604030504040204" pitchFamily="50" charset="-128"/>
            </a:endParaRPr>
          </a:p>
          <a:p>
            <a:pPr marL="266700" indent="-250825">
              <a:lnSpc>
                <a:spcPct val="105000"/>
              </a:lnSpc>
              <a:spcBef>
                <a:spcPts val="300"/>
              </a:spcBef>
              <a:spcAft>
                <a:spcPts val="0"/>
              </a:spcAft>
              <a:buFont typeface="Wingdings 3" panose="05040102010807070707" pitchFamily="18" charset="2"/>
              <a:buChar char=""/>
            </a:pPr>
            <a:r>
              <a:rPr lang="en-GB" sz="1400" kern="0" dirty="0">
                <a:latin typeface="Meiryo UI" panose="020B0604030504040204" pitchFamily="50" charset="-128"/>
              </a:rPr>
              <a:t>Addition to above measures,</a:t>
            </a:r>
            <a:r>
              <a:rPr lang="ja-JP" altLang="en-US" sz="1400" kern="0" dirty="0">
                <a:latin typeface="Meiryo UI" panose="020B0604030504040204" pitchFamily="50" charset="-128"/>
              </a:rPr>
              <a:t> </a:t>
            </a:r>
            <a:r>
              <a:rPr lang="en-US" altLang="ja-JP" sz="1400" dirty="0">
                <a:solidFill>
                  <a:srgbClr val="0000FF"/>
                </a:solidFill>
                <a:latin typeface="Meiryo UI" panose="020B0604030504040204" pitchFamily="50" charset="-128"/>
                <a:ea typeface="Meiryo UI" panose="020B0604030504040204" pitchFamily="50" charset="-128"/>
              </a:rPr>
              <a:t>Bosch</a:t>
            </a:r>
            <a:r>
              <a:rPr lang="ja-JP" altLang="en-US" sz="1400" dirty="0">
                <a:solidFill>
                  <a:srgbClr val="0000FF"/>
                </a:solidFill>
                <a:latin typeface="Meiryo UI" panose="020B0604030504040204" pitchFamily="50" charset="-128"/>
                <a:ea typeface="Meiryo UI" panose="020B0604030504040204" pitchFamily="50" charset="-128"/>
              </a:rPr>
              <a:t> </a:t>
            </a:r>
            <a:r>
              <a:rPr lang="en-GB" sz="1400" kern="0" dirty="0">
                <a:latin typeface="Meiryo UI" panose="020B0604030504040204" pitchFamily="50" charset="-128"/>
              </a:rPr>
              <a:t>management shall confirm the project status at least 1 month prior to each quality gates (deliverable due date), and in case delay found, install task force (upper management) recovery team to recover the project schedule.</a:t>
            </a:r>
            <a:br>
              <a:rPr lang="en-GB" sz="1400" kern="0" dirty="0">
                <a:latin typeface="Meiryo UI" panose="020B0604030504040204" pitchFamily="50" charset="-128"/>
              </a:rPr>
            </a:br>
            <a:endParaRPr lang="en-GB" sz="1400" kern="0" dirty="0">
              <a:latin typeface="Meiryo UI" panose="020B0604030504040204" pitchFamily="50" charset="-128"/>
            </a:endParaRPr>
          </a:p>
          <a:p>
            <a:pPr marL="266700" indent="-250825">
              <a:lnSpc>
                <a:spcPct val="105000"/>
              </a:lnSpc>
              <a:spcBef>
                <a:spcPts val="300"/>
              </a:spcBef>
              <a:spcAft>
                <a:spcPts val="0"/>
              </a:spcAft>
              <a:buFont typeface="Wingdings 3" panose="05040102010807070707" pitchFamily="18" charset="2"/>
              <a:buChar char=""/>
            </a:pPr>
            <a:r>
              <a:rPr lang="en-GB" sz="1400" kern="0" dirty="0">
                <a:latin typeface="Meiryo UI" panose="020B0604030504040204" pitchFamily="50" charset="-128"/>
              </a:rPr>
              <a:t>At the end of the project, Honda and</a:t>
            </a:r>
            <a:r>
              <a:rPr lang="ja-JP" altLang="en-US" sz="1400" kern="0" dirty="0">
                <a:latin typeface="Meiryo UI" panose="020B0604030504040204" pitchFamily="50" charset="-128"/>
              </a:rPr>
              <a:t> </a:t>
            </a:r>
            <a:r>
              <a:rPr lang="en-US" altLang="ja-JP" sz="1400" dirty="0">
                <a:solidFill>
                  <a:srgbClr val="0000FF"/>
                </a:solidFill>
                <a:latin typeface="Meiryo UI" panose="020B0604030504040204" pitchFamily="50" charset="-128"/>
                <a:ea typeface="Meiryo UI" panose="020B0604030504040204" pitchFamily="50" charset="-128"/>
              </a:rPr>
              <a:t>Bosch</a:t>
            </a:r>
            <a:r>
              <a:rPr lang="ja-JP" altLang="en-US" sz="1400" dirty="0">
                <a:solidFill>
                  <a:srgbClr val="0000FF"/>
                </a:solidFill>
                <a:latin typeface="Meiryo UI" panose="020B0604030504040204" pitchFamily="50" charset="-128"/>
                <a:ea typeface="Meiryo UI" panose="020B0604030504040204" pitchFamily="50" charset="-128"/>
              </a:rPr>
              <a:t> </a:t>
            </a:r>
            <a:r>
              <a:rPr lang="en-GB" sz="1400" kern="0" dirty="0">
                <a:latin typeface="Meiryo UI" panose="020B0604030504040204" pitchFamily="50" charset="-128"/>
              </a:rPr>
              <a:t>shall hold the joint review of the project achievements and </a:t>
            </a:r>
            <a:r>
              <a:rPr lang="en-GB" altLang="ja-JP" sz="1400" kern="0" dirty="0">
                <a:latin typeface="Meiryo UI" panose="020B0604030504040204" pitchFamily="50" charset="-128"/>
              </a:rPr>
              <a:t>conduct L&amp;L for any delayed incident. In case of needs, cost compensation shall be decided upon the route cause analysis.  </a:t>
            </a:r>
            <a:endParaRPr lang="en-GB" sz="1400" kern="0" dirty="0">
              <a:latin typeface="Meiryo UI" panose="020B0604030504040204" pitchFamily="50" charset="-128"/>
            </a:endParaRPr>
          </a:p>
        </p:txBody>
      </p:sp>
      <p:sp>
        <p:nvSpPr>
          <p:cNvPr id="6" name="Text Box 2"/>
          <p:cNvSpPr txBox="1">
            <a:spLocks noChangeArrowheads="1"/>
          </p:cNvSpPr>
          <p:nvPr/>
        </p:nvSpPr>
        <p:spPr bwMode="auto">
          <a:xfrm>
            <a:off x="133262" y="44451"/>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2000">
                <a:solidFill>
                  <a:srgbClr val="FFFFFF"/>
                </a:solidFill>
                <a:latin typeface="Meiryo UI" panose="020B0604030504040204" pitchFamily="50" charset="-128"/>
                <a:ea typeface="Meiryo UI" panose="020B0604030504040204" pitchFamily="50" charset="-128"/>
                <a:cs typeface="Arial" pitchFamily="34" charset="0"/>
              </a:rPr>
              <a:t>8. Project Management (1/5) </a:t>
            </a:r>
            <a:endParaRPr lang="en-US" altLang="ja-JP" sz="1100">
              <a:solidFill>
                <a:srgbClr val="FFFFFF"/>
              </a:solidFill>
              <a:latin typeface="HGPｺﾞｼｯｸE" pitchFamily="50" charset="-128"/>
              <a:ea typeface="HGPｺﾞｼｯｸE" pitchFamily="50" charset="-128"/>
              <a:cs typeface="Arial" pitchFamily="34" charset="0"/>
            </a:endParaRPr>
          </a:p>
        </p:txBody>
      </p:sp>
    </p:spTree>
    <p:extLst>
      <p:ext uri="{BB962C8B-B14F-4D97-AF65-F5344CB8AC3E}">
        <p14:creationId xmlns:p14="http://schemas.microsoft.com/office/powerpoint/2010/main" val="17246500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タイトル 1"/>
          <p:cNvSpPr txBox="1">
            <a:spLocks/>
          </p:cNvSpPr>
          <p:nvPr>
            <p:custDataLst>
              <p:tags r:id="rId1"/>
            </p:custDataLst>
          </p:nvPr>
        </p:nvSpPr>
        <p:spPr>
          <a:xfrm>
            <a:off x="96896" y="699551"/>
            <a:ext cx="5769208" cy="219163"/>
          </a:xfrm>
          <a:prstGeom prst="rect">
            <a:avLst/>
          </a:prstGeom>
          <a:effectLst/>
          <a:extLs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wrap="none" lIns="0" tIns="0" rIns="0" bIns="0" anchor="t">
            <a:spAutoFit/>
          </a:bodyPr>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itchFamily="18" charset="0"/>
                <a:ea typeface="ＭＳ Ｐゴシック" pitchFamily="50" charset="-128"/>
              </a:defRPr>
            </a:lvl2pPr>
            <a:lvl3pPr algn="ctr" rtl="0" eaLnBrk="0" fontAlgn="base" hangingPunct="0">
              <a:spcBef>
                <a:spcPct val="0"/>
              </a:spcBef>
              <a:spcAft>
                <a:spcPct val="0"/>
              </a:spcAft>
              <a:defRPr kumimoji="1" sz="4400">
                <a:solidFill>
                  <a:schemeClr val="tx2"/>
                </a:solidFill>
                <a:latin typeface="Times New Roman" pitchFamily="18" charset="0"/>
                <a:ea typeface="ＭＳ Ｐゴシック" pitchFamily="50" charset="-128"/>
              </a:defRPr>
            </a:lvl3pPr>
            <a:lvl4pPr algn="ctr" rtl="0" eaLnBrk="0" fontAlgn="base" hangingPunct="0">
              <a:spcBef>
                <a:spcPct val="0"/>
              </a:spcBef>
              <a:spcAft>
                <a:spcPct val="0"/>
              </a:spcAft>
              <a:defRPr kumimoji="1" sz="4400">
                <a:solidFill>
                  <a:schemeClr val="tx2"/>
                </a:solidFill>
                <a:latin typeface="Times New Roman" pitchFamily="18" charset="0"/>
                <a:ea typeface="ＭＳ Ｐゴシック" pitchFamily="50" charset="-128"/>
              </a:defRPr>
            </a:lvl4pPr>
            <a:lvl5pPr algn="ctr" rtl="0" eaLnBrk="0" fontAlgn="base" hangingPunct="0">
              <a:spcBef>
                <a:spcPct val="0"/>
              </a:spcBef>
              <a:spcAft>
                <a:spcPct val="0"/>
              </a:spcAft>
              <a:defRPr kumimoji="1" sz="4400">
                <a:solidFill>
                  <a:schemeClr val="tx2"/>
                </a:solidFill>
                <a:latin typeface="Times New Roman" pitchFamily="18" charset="0"/>
                <a:ea typeface="ＭＳ Ｐゴシック" pitchFamily="50" charset="-128"/>
              </a:defRPr>
            </a:lvl5pPr>
            <a:lvl6pPr marL="457200" algn="ctr" rtl="0" fontAlgn="base">
              <a:spcBef>
                <a:spcPct val="0"/>
              </a:spcBef>
              <a:spcAft>
                <a:spcPct val="0"/>
              </a:spcAft>
              <a:defRPr kumimoji="1" sz="4400">
                <a:solidFill>
                  <a:schemeClr val="tx2"/>
                </a:solidFill>
                <a:latin typeface="Times New Roman" pitchFamily="18" charset="0"/>
                <a:ea typeface="ＭＳ Ｐゴシック" pitchFamily="50" charset="-128"/>
              </a:defRPr>
            </a:lvl6pPr>
            <a:lvl7pPr marL="914400" algn="ctr" rtl="0" fontAlgn="base">
              <a:spcBef>
                <a:spcPct val="0"/>
              </a:spcBef>
              <a:spcAft>
                <a:spcPct val="0"/>
              </a:spcAft>
              <a:defRPr kumimoji="1" sz="4400">
                <a:solidFill>
                  <a:schemeClr val="tx2"/>
                </a:solidFill>
                <a:latin typeface="Times New Roman" pitchFamily="18" charset="0"/>
                <a:ea typeface="ＭＳ Ｐゴシック" pitchFamily="50" charset="-128"/>
              </a:defRPr>
            </a:lvl7pPr>
            <a:lvl8pPr marL="1371600" algn="ctr" rtl="0" fontAlgn="base">
              <a:spcBef>
                <a:spcPct val="0"/>
              </a:spcBef>
              <a:spcAft>
                <a:spcPct val="0"/>
              </a:spcAft>
              <a:defRPr kumimoji="1" sz="4400">
                <a:solidFill>
                  <a:schemeClr val="tx2"/>
                </a:solidFill>
                <a:latin typeface="Times New Roman" pitchFamily="18" charset="0"/>
                <a:ea typeface="ＭＳ Ｐゴシック" pitchFamily="50" charset="-128"/>
              </a:defRPr>
            </a:lvl8pPr>
            <a:lvl9pPr marL="1828800" algn="ctr" rtl="0" fontAlgn="base">
              <a:spcBef>
                <a:spcPct val="0"/>
              </a:spcBef>
              <a:spcAft>
                <a:spcPct val="0"/>
              </a:spcAft>
              <a:defRPr kumimoji="1" sz="4400">
                <a:solidFill>
                  <a:schemeClr val="tx2"/>
                </a:solidFill>
                <a:latin typeface="Times New Roman" pitchFamily="18" charset="0"/>
                <a:ea typeface="ＭＳ Ｐゴシック" pitchFamily="50" charset="-128"/>
              </a:defRPr>
            </a:lvl9pPr>
          </a:lstStyle>
          <a:p>
            <a:pPr algn="l">
              <a:lnSpc>
                <a:spcPct val="89000"/>
              </a:lnSpc>
              <a:spcBef>
                <a:spcPts val="0"/>
              </a:spcBef>
              <a:spcAft>
                <a:spcPts val="0"/>
              </a:spcAft>
            </a:pPr>
            <a:r>
              <a:rPr lang="ja-JP" altLang="en-US" sz="1600" b="1" kern="0">
                <a:latin typeface="Meiryo UI" panose="020B0604030504040204" pitchFamily="50" charset="-128"/>
                <a:ea typeface="Meiryo UI" panose="020B0604030504040204" pitchFamily="50" charset="-128"/>
              </a:rPr>
              <a:t>プロジェクトマネージメント  </a:t>
            </a:r>
            <a:r>
              <a:rPr lang="ja-JP" altLang="en-US" sz="1600" b="1" kern="0">
                <a:solidFill>
                  <a:srgbClr val="A80163"/>
                </a:solidFill>
                <a:latin typeface="Meiryo UI" panose="020B0604030504040204" pitchFamily="50" charset="-128"/>
                <a:ea typeface="Meiryo UI" panose="020B0604030504040204" pitchFamily="50" charset="-128"/>
              </a:rPr>
              <a:t>開発日程、成果物提出期日遵守について</a:t>
            </a:r>
            <a:endParaRPr lang="en-GB" sz="1600" b="1" kern="0">
              <a:solidFill>
                <a:srgbClr val="A80163"/>
              </a:solidFill>
              <a:latin typeface="Meiryo UI" panose="020B0604030504040204" pitchFamily="50" charset="-128"/>
              <a:ea typeface="Meiryo UI" panose="020B0604030504040204" pitchFamily="50" charset="-128"/>
            </a:endParaRPr>
          </a:p>
        </p:txBody>
      </p:sp>
      <p:sp>
        <p:nvSpPr>
          <p:cNvPr id="9" name="コンテンツ プレースホルダー 2"/>
          <p:cNvSpPr txBox="1">
            <a:spLocks/>
          </p:cNvSpPr>
          <p:nvPr>
            <p:custDataLst>
              <p:tags r:id="rId2"/>
            </p:custDataLst>
          </p:nvPr>
        </p:nvSpPr>
        <p:spPr bwMode="auto">
          <a:xfrm>
            <a:off x="96896" y="1035919"/>
            <a:ext cx="8955664" cy="4777052"/>
          </a:xfrm>
          <a:prstGeom prst="rect">
            <a:avLst/>
          </a:prstGeom>
          <a:noFill/>
          <a:ln w="0">
            <a:noFill/>
            <a:miter lim="800000"/>
            <a:headEnd/>
            <a:tailEnd/>
          </a:ln>
          <a:effectLst/>
          <a:extLs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vert="horz" wrap="square" lIns="0" tIns="0" rIns="0" bIns="0" numCol="1" anchor="t" anchorCtr="0" compatLnSpc="1">
            <a:prstTxWarp prst="textNoShape">
              <a:avLst/>
            </a:prstTxWarp>
            <a:noAutofit/>
          </a:bodyPr>
          <a:lstStyle>
            <a:lvl1pPr marL="251460" indent="-251460" algn="l" rtl="0" eaLnBrk="1" fontAlgn="base" hangingPunct="1">
              <a:lnSpc>
                <a:spcPts val="2300"/>
              </a:lnSpc>
              <a:spcBef>
                <a:spcPts val="500"/>
              </a:spcBef>
              <a:spcAft>
                <a:spcPct val="0"/>
              </a:spcAft>
              <a:buClrTx/>
              <a:buSzPct val="100000"/>
              <a:buFontTx/>
              <a:buNone/>
              <a:defRPr kumimoji="1" sz="1800" b="0" i="0" u="none">
                <a:solidFill>
                  <a:schemeClr val="tx1"/>
                </a:solidFill>
                <a:latin typeface="Bosch Office Sans" panose="020B0604020202020204" pitchFamily="34" charset="0"/>
                <a:ea typeface="+mn-ea"/>
                <a:cs typeface="Arial" pitchFamily="34" charset="0"/>
              </a:defRPr>
            </a:lvl1pPr>
            <a:lvl2pPr marL="467360" indent="-467360" algn="l" rtl="0" eaLnBrk="1" fontAlgn="base" hangingPunct="1">
              <a:lnSpc>
                <a:spcPts val="2000"/>
              </a:lnSpc>
              <a:spcBef>
                <a:spcPts val="500"/>
              </a:spcBef>
              <a:spcAft>
                <a:spcPct val="0"/>
              </a:spcAft>
              <a:buClrTx/>
              <a:buSzPct val="100000"/>
              <a:buFontTx/>
              <a:buNone/>
              <a:defRPr kumimoji="1" sz="1600" b="0" i="0" u="none">
                <a:solidFill>
                  <a:schemeClr val="tx1"/>
                </a:solidFill>
                <a:latin typeface="Bosch Office Sans" panose="020B0604020202020204" pitchFamily="34" charset="0"/>
                <a:cs typeface="Arial" pitchFamily="34" charset="0"/>
              </a:defRPr>
            </a:lvl2pPr>
            <a:lvl3pPr marL="647700" indent="-647700" algn="l" rtl="0" eaLnBrk="1" fontAlgn="base" hangingPunct="1">
              <a:lnSpc>
                <a:spcPts val="1700"/>
              </a:lnSpc>
              <a:spcBef>
                <a:spcPts val="500"/>
              </a:spcBef>
              <a:spcAft>
                <a:spcPct val="0"/>
              </a:spcAft>
              <a:buClrTx/>
              <a:buSzPct val="100000"/>
              <a:buFontTx/>
              <a:buNone/>
              <a:defRPr kumimoji="1" sz="1400" b="0" i="0" u="none">
                <a:solidFill>
                  <a:schemeClr val="tx1"/>
                </a:solidFill>
                <a:latin typeface="Bosch Office Sans" panose="020B0604020202020204" pitchFamily="34" charset="0"/>
                <a:cs typeface="Arial" pitchFamily="34" charset="0"/>
              </a:defRPr>
            </a:lvl3pPr>
            <a:lvl4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4pPr>
            <a:lvl5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5pPr>
            <a:lvl6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6pPr>
            <a:lvl7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7pPr>
            <a:lvl8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8pPr>
            <a:lvl9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9pPr>
          </a:lstStyle>
          <a:p>
            <a:pPr marL="0" indent="0">
              <a:lnSpc>
                <a:spcPts val="2000"/>
              </a:lnSpc>
              <a:spcBef>
                <a:spcPts val="600"/>
              </a:spcBef>
              <a:spcAft>
                <a:spcPts val="0"/>
              </a:spcAft>
            </a:pPr>
            <a:r>
              <a:rPr lang="en-US" altLang="ja-JP" sz="1400" dirty="0">
                <a:solidFill>
                  <a:srgbClr val="0000FF"/>
                </a:solidFill>
                <a:latin typeface="Meiryo UI" panose="020B0604030504040204" pitchFamily="50" charset="-128"/>
                <a:ea typeface="Meiryo UI" panose="020B0604030504040204" pitchFamily="50" charset="-128"/>
              </a:rPr>
              <a:t>Bosch</a:t>
            </a:r>
            <a:r>
              <a:rPr lang="ja-JP" altLang="en-US" sz="1400" b="1" kern="0" dirty="0">
                <a:latin typeface="Meiryo UI" panose="020B0604030504040204" pitchFamily="50" charset="-128"/>
                <a:ea typeface="Meiryo UI" panose="020B0604030504040204" pitchFamily="50" charset="-128"/>
              </a:rPr>
              <a:t>は</a:t>
            </a:r>
            <a:r>
              <a:rPr lang="ja-JP" altLang="en-US" sz="1400" b="1" u="sng" kern="0" dirty="0">
                <a:latin typeface="Meiryo UI" panose="020B0604030504040204" pitchFamily="50" charset="-128"/>
                <a:ea typeface="Meiryo UI" panose="020B0604030504040204" pitchFamily="50" charset="-128"/>
              </a:rPr>
              <a:t>下記協力を得て</a:t>
            </a:r>
            <a:r>
              <a:rPr lang="ja-JP" altLang="en-US" sz="1400" b="1" kern="0" dirty="0">
                <a:latin typeface="Meiryo UI" panose="020B0604030504040204" pitchFamily="50" charset="-128"/>
                <a:ea typeface="Meiryo UI" panose="020B0604030504040204" pitchFamily="50" charset="-128"/>
              </a:rPr>
              <a:t>、キックオフ資料・契約内容に基づき開発スケジュールの整合、また期日通りに成果物を提出する。</a:t>
            </a:r>
            <a:endParaRPr lang="en-GB" sz="1400" b="1" kern="0" dirty="0">
              <a:latin typeface="Meiryo UI" panose="020B0604030504040204" pitchFamily="50" charset="-128"/>
              <a:ea typeface="Meiryo UI" panose="020B0604030504040204" pitchFamily="50" charset="-128"/>
            </a:endParaRPr>
          </a:p>
          <a:p>
            <a:pPr marL="266700" indent="-250825">
              <a:lnSpc>
                <a:spcPts val="2000"/>
              </a:lnSpc>
              <a:spcBef>
                <a:spcPts val="600"/>
              </a:spcBef>
              <a:spcAft>
                <a:spcPts val="0"/>
              </a:spcAft>
              <a:buFont typeface="Wingdings 3" panose="05040102010807070707" pitchFamily="18" charset="2"/>
              <a:buChar char=""/>
            </a:pPr>
            <a:r>
              <a:rPr lang="ja-JP" altLang="en-US" sz="1400" kern="0" dirty="0">
                <a:latin typeface="Meiryo UI" panose="020B0604030504040204" pitchFamily="50" charset="-128"/>
                <a:ea typeface="Meiryo UI" panose="020B0604030504040204" pitchFamily="50" charset="-128"/>
              </a:rPr>
              <a:t>両社は開発中に発生した変更（要求仕様、日程、契約条件）は、</a:t>
            </a:r>
            <a:r>
              <a:rPr lang="en-US" altLang="ja-JP" sz="1400" kern="0" dirty="0">
                <a:latin typeface="Meiryo UI" panose="020B0604030504040204" pitchFamily="50" charset="-128"/>
                <a:ea typeface="Meiryo UI" panose="020B0604030504040204" pitchFamily="50" charset="-128"/>
              </a:rPr>
              <a:t>CR(Change request)</a:t>
            </a:r>
            <a:r>
              <a:rPr lang="ja-JP" altLang="en-US" sz="1400" kern="0" dirty="0">
                <a:latin typeface="Meiryo UI" panose="020B0604030504040204" pitchFamily="50" charset="-128"/>
                <a:ea typeface="Meiryo UI" panose="020B0604030504040204" pitchFamily="50" charset="-128"/>
              </a:rPr>
              <a:t>要求書・プロセスに基づき </a:t>
            </a:r>
            <a:br>
              <a:rPr lang="en-US" altLang="ja-JP" sz="1400" kern="0" dirty="0">
                <a:latin typeface="Meiryo UI" panose="020B0604030504040204" pitchFamily="50" charset="-128"/>
                <a:ea typeface="Meiryo UI" panose="020B0604030504040204" pitchFamily="50" charset="-128"/>
              </a:rPr>
            </a:br>
            <a:r>
              <a:rPr lang="ja-JP" altLang="en-US" sz="1400" kern="0" dirty="0">
                <a:latin typeface="Meiryo UI" panose="020B0604030504040204" pitchFamily="50" charset="-128"/>
                <a:ea typeface="Meiryo UI" panose="020B0604030504040204" pitchFamily="50" charset="-128"/>
              </a:rPr>
              <a:t>速やかに連絡を行う。</a:t>
            </a:r>
            <a:br>
              <a:rPr lang="en-US" altLang="ja-JP" sz="1400" kern="0" dirty="0">
                <a:latin typeface="Meiryo UI" panose="020B0604030504040204" pitchFamily="50" charset="-128"/>
                <a:ea typeface="Meiryo UI" panose="020B0604030504040204" pitchFamily="50" charset="-128"/>
              </a:rPr>
            </a:br>
            <a:endParaRPr lang="en-GB" sz="1400" kern="0" dirty="0">
              <a:latin typeface="Meiryo UI" panose="020B0604030504040204" pitchFamily="50" charset="-128"/>
              <a:ea typeface="Meiryo UI" panose="020B0604030504040204" pitchFamily="50" charset="-128"/>
            </a:endParaRPr>
          </a:p>
          <a:p>
            <a:pPr marL="266700" indent="-250825">
              <a:lnSpc>
                <a:spcPts val="2000"/>
              </a:lnSpc>
              <a:spcBef>
                <a:spcPts val="600"/>
              </a:spcBef>
              <a:spcAft>
                <a:spcPts val="0"/>
              </a:spcAft>
              <a:buFont typeface="Wingdings 3" panose="05040102010807070707" pitchFamily="18" charset="2"/>
              <a:buChar char=""/>
            </a:pPr>
            <a:r>
              <a:rPr lang="ja-JP" altLang="en-US" sz="1400" kern="0" dirty="0">
                <a:latin typeface="Meiryo UI" panose="020B0604030504040204" pitchFamily="50" charset="-128"/>
                <a:ea typeface="Meiryo UI" panose="020B0604030504040204" pitchFamily="50" charset="-128"/>
              </a:rPr>
              <a:t>上記変更に伴い日程の遅れが懸念される場合、両社は双方の協力を持ってリカバリー対策を検討、実施する。</a:t>
            </a:r>
            <a:br>
              <a:rPr lang="en-US" altLang="ja-JP" sz="1400" kern="0" dirty="0">
                <a:latin typeface="Meiryo UI" panose="020B0604030504040204" pitchFamily="50" charset="-128"/>
                <a:ea typeface="Meiryo UI" panose="020B0604030504040204" pitchFamily="50" charset="-128"/>
              </a:rPr>
            </a:br>
            <a:endParaRPr lang="en-GB" sz="1400" kern="0" dirty="0">
              <a:latin typeface="Meiryo UI" panose="020B0604030504040204" pitchFamily="50" charset="-128"/>
              <a:ea typeface="Meiryo UI" panose="020B0604030504040204" pitchFamily="50" charset="-128"/>
            </a:endParaRPr>
          </a:p>
          <a:p>
            <a:pPr marL="266700" indent="-250825">
              <a:lnSpc>
                <a:spcPts val="2000"/>
              </a:lnSpc>
              <a:spcBef>
                <a:spcPts val="600"/>
              </a:spcBef>
              <a:spcAft>
                <a:spcPts val="0"/>
              </a:spcAft>
              <a:buFont typeface="Wingdings 3" panose="05040102010807070707" pitchFamily="18" charset="2"/>
              <a:buChar char=""/>
            </a:pPr>
            <a:r>
              <a:rPr lang="en-US" altLang="ja-JP" sz="1400" dirty="0">
                <a:solidFill>
                  <a:srgbClr val="0000FF"/>
                </a:solidFill>
                <a:latin typeface="Meiryo UI" panose="020B0604030504040204" pitchFamily="50" charset="-128"/>
                <a:ea typeface="Meiryo UI" panose="020B0604030504040204" pitchFamily="50" charset="-128"/>
              </a:rPr>
              <a:t>Bosch</a:t>
            </a:r>
            <a:r>
              <a:rPr lang="ja-JP" altLang="en-US" sz="1400" kern="0" dirty="0">
                <a:latin typeface="Meiryo UI" panose="020B0604030504040204" pitchFamily="50" charset="-128"/>
                <a:ea typeface="Meiryo UI" panose="020B0604030504040204" pitchFamily="50" charset="-128"/>
              </a:rPr>
              <a:t>は開発中、予実管理を徹底し、</a:t>
            </a:r>
            <a:r>
              <a:rPr lang="en-US" altLang="ja-JP" sz="1400" kern="0" dirty="0">
                <a:latin typeface="Meiryo UI" panose="020B0604030504040204" pitchFamily="50" charset="-128"/>
                <a:ea typeface="Meiryo UI" panose="020B0604030504040204" pitchFamily="50" charset="-128"/>
              </a:rPr>
              <a:t>Honda</a:t>
            </a:r>
            <a:r>
              <a:rPr lang="ja-JP" altLang="en-US" sz="1400" kern="0" dirty="0">
                <a:latin typeface="Meiryo UI" panose="020B0604030504040204" pitchFamily="50" charset="-128"/>
                <a:ea typeface="Meiryo UI" panose="020B0604030504040204" pitchFamily="50" charset="-128"/>
              </a:rPr>
              <a:t>に対し開発・適合品熟度の進捗報告を随時行い、開発進捗の見える化を図る。</a:t>
            </a:r>
            <a:br>
              <a:rPr lang="en-US" altLang="ja-JP" sz="1400" kern="0" dirty="0">
                <a:latin typeface="Meiryo UI" panose="020B0604030504040204" pitchFamily="50" charset="-128"/>
                <a:ea typeface="Meiryo UI" panose="020B0604030504040204" pitchFamily="50" charset="-128"/>
              </a:rPr>
            </a:br>
            <a:endParaRPr lang="en-GB" sz="1400" kern="0" dirty="0">
              <a:latin typeface="Meiryo UI" panose="020B0604030504040204" pitchFamily="50" charset="-128"/>
              <a:ea typeface="Meiryo UI" panose="020B0604030504040204" pitchFamily="50" charset="-128"/>
            </a:endParaRPr>
          </a:p>
          <a:p>
            <a:pPr marL="266700" indent="-250825">
              <a:lnSpc>
                <a:spcPts val="2000"/>
              </a:lnSpc>
              <a:spcBef>
                <a:spcPts val="600"/>
              </a:spcBef>
              <a:spcAft>
                <a:spcPts val="0"/>
              </a:spcAft>
              <a:buFont typeface="Wingdings 3" panose="05040102010807070707" pitchFamily="18" charset="2"/>
              <a:buChar char=""/>
            </a:pPr>
            <a:r>
              <a:rPr lang="ja-JP" altLang="en-US" sz="1400" kern="0" dirty="0">
                <a:latin typeface="Meiryo UI" panose="020B0604030504040204" pitchFamily="50" charset="-128"/>
                <a:ea typeface="Meiryo UI" panose="020B0604030504040204" pitchFamily="50" charset="-128"/>
              </a:rPr>
              <a:t>上記に加え、</a:t>
            </a:r>
            <a:r>
              <a:rPr lang="en-US" altLang="ja-JP" sz="1400" dirty="0">
                <a:solidFill>
                  <a:srgbClr val="0000FF"/>
                </a:solidFill>
                <a:latin typeface="Meiryo UI" panose="020B0604030504040204" pitchFamily="50" charset="-128"/>
                <a:ea typeface="Meiryo UI" panose="020B0604030504040204" pitchFamily="50" charset="-128"/>
              </a:rPr>
              <a:t>Bosch</a:t>
            </a:r>
            <a:r>
              <a:rPr lang="ja-JP" altLang="en-US" sz="1400" kern="0" dirty="0">
                <a:latin typeface="Meiryo UI" panose="020B0604030504040204" pitchFamily="50" charset="-128"/>
                <a:ea typeface="Meiryo UI" panose="020B0604030504040204" pitchFamily="50" charset="-128"/>
              </a:rPr>
              <a:t>マネージメントは、</a:t>
            </a:r>
            <a:r>
              <a:rPr lang="en-US" altLang="ja-JP" sz="1400" kern="0" dirty="0">
                <a:latin typeface="Meiryo UI" panose="020B0604030504040204" pitchFamily="50" charset="-128"/>
                <a:ea typeface="Meiryo UI" panose="020B0604030504040204" pitchFamily="50" charset="-128"/>
              </a:rPr>
              <a:t>Honda</a:t>
            </a:r>
            <a:r>
              <a:rPr lang="ja-JP" altLang="en-US" sz="1400" kern="0" dirty="0">
                <a:latin typeface="Meiryo UI" panose="020B0604030504040204" pitchFamily="50" charset="-128"/>
                <a:ea typeface="Meiryo UI" panose="020B0604030504040204" pitchFamily="50" charset="-128"/>
              </a:rPr>
              <a:t>技評イベント（成果物提出期日）の最低</a:t>
            </a:r>
            <a:r>
              <a:rPr lang="en-US" altLang="ja-JP" sz="1400" kern="0" dirty="0">
                <a:latin typeface="Meiryo UI" panose="020B0604030504040204" pitchFamily="50" charset="-128"/>
                <a:ea typeface="Meiryo UI" panose="020B0604030504040204" pitchFamily="50" charset="-128"/>
              </a:rPr>
              <a:t>1</a:t>
            </a:r>
            <a:r>
              <a:rPr lang="ja-JP" altLang="en-US" sz="1400" kern="0" dirty="0">
                <a:latin typeface="Meiryo UI" panose="020B0604030504040204" pitchFamily="50" charset="-128"/>
                <a:ea typeface="Meiryo UI" panose="020B0604030504040204" pitchFamily="50" charset="-128"/>
              </a:rPr>
              <a:t>ヶ月前より開発進捗確認を</a:t>
            </a:r>
            <a:br>
              <a:rPr lang="en-US" altLang="ja-JP" sz="1400" kern="0" dirty="0">
                <a:latin typeface="Meiryo UI" panose="020B0604030504040204" pitchFamily="50" charset="-128"/>
                <a:ea typeface="Meiryo UI" panose="020B0604030504040204" pitchFamily="50" charset="-128"/>
              </a:rPr>
            </a:br>
            <a:r>
              <a:rPr lang="ja-JP" altLang="en-US" sz="1400" kern="0" dirty="0">
                <a:latin typeface="Meiryo UI" panose="020B0604030504040204" pitchFamily="50" charset="-128"/>
                <a:ea typeface="Meiryo UI" panose="020B0604030504040204" pitchFamily="50" charset="-128"/>
              </a:rPr>
              <a:t>行い、遅れが発生している場合はタスクフォース</a:t>
            </a:r>
            <a:r>
              <a:rPr lang="en-US" altLang="ja-JP" sz="1400" kern="0" dirty="0">
                <a:latin typeface="Meiryo UI" panose="020B0604030504040204" pitchFamily="50" charset="-128"/>
                <a:ea typeface="Meiryo UI" panose="020B0604030504040204" pitchFamily="50" charset="-128"/>
              </a:rPr>
              <a:t>(</a:t>
            </a:r>
            <a:r>
              <a:rPr lang="ja-JP" altLang="en-US" sz="1400" kern="0" dirty="0">
                <a:latin typeface="Meiryo UI" panose="020B0604030504040204" pitchFamily="50" charset="-128"/>
                <a:ea typeface="Meiryo UI" panose="020B0604030504040204" pitchFamily="50" charset="-128"/>
              </a:rPr>
              <a:t>上位者）による日程リカバリーを行う。</a:t>
            </a:r>
            <a:br>
              <a:rPr lang="en-US" altLang="ja-JP" sz="1400" kern="0" dirty="0">
                <a:latin typeface="Meiryo UI" panose="020B0604030504040204" pitchFamily="50" charset="-128"/>
                <a:ea typeface="Meiryo UI" panose="020B0604030504040204" pitchFamily="50" charset="-128"/>
              </a:rPr>
            </a:br>
            <a:endParaRPr lang="en-GB" sz="1400" kern="0" dirty="0">
              <a:latin typeface="Meiryo UI" panose="020B0604030504040204" pitchFamily="50" charset="-128"/>
              <a:ea typeface="Meiryo UI" panose="020B0604030504040204" pitchFamily="50" charset="-128"/>
            </a:endParaRPr>
          </a:p>
          <a:p>
            <a:pPr marL="266700" indent="-250825">
              <a:lnSpc>
                <a:spcPts val="2000"/>
              </a:lnSpc>
              <a:spcBef>
                <a:spcPts val="600"/>
              </a:spcBef>
              <a:spcAft>
                <a:spcPts val="0"/>
              </a:spcAft>
              <a:buFont typeface="Wingdings 3" panose="05040102010807070707" pitchFamily="18" charset="2"/>
              <a:buChar char=""/>
            </a:pPr>
            <a:r>
              <a:rPr lang="ja-JP" altLang="en-US" sz="1400" kern="0" dirty="0">
                <a:latin typeface="Meiryo UI" panose="020B0604030504040204" pitchFamily="50" charset="-128"/>
                <a:ea typeface="Meiryo UI" panose="020B0604030504040204" pitchFamily="50" charset="-128"/>
              </a:rPr>
              <a:t>開発終了時、両社は合同振り返りを実施し、開発の日程遅れがあった場合は原因解析を行い、必要に応じて費用相殺の</a:t>
            </a:r>
            <a:br>
              <a:rPr lang="en-US" altLang="ja-JP" sz="1400" kern="0" dirty="0">
                <a:latin typeface="Meiryo UI" panose="020B0604030504040204" pitchFamily="50" charset="-128"/>
                <a:ea typeface="Meiryo UI" panose="020B0604030504040204" pitchFamily="50" charset="-128"/>
              </a:rPr>
            </a:br>
            <a:r>
              <a:rPr lang="ja-JP" altLang="en-US" sz="1400" kern="0" dirty="0">
                <a:latin typeface="Meiryo UI" panose="020B0604030504040204" pitchFamily="50" charset="-128"/>
                <a:ea typeface="Meiryo UI" panose="020B0604030504040204" pitchFamily="50" charset="-128"/>
              </a:rPr>
              <a:t>判断を行う。</a:t>
            </a:r>
            <a:endParaRPr lang="en-GB" sz="1400" kern="0" dirty="0">
              <a:latin typeface="Meiryo UI" panose="020B0604030504040204" pitchFamily="50" charset="-128"/>
              <a:ea typeface="Meiryo UI" panose="020B0604030504040204" pitchFamily="50" charset="-128"/>
            </a:endParaRPr>
          </a:p>
        </p:txBody>
      </p:sp>
      <p:sp>
        <p:nvSpPr>
          <p:cNvPr id="6" name="Text Box 2"/>
          <p:cNvSpPr txBox="1">
            <a:spLocks noChangeArrowheads="1"/>
          </p:cNvSpPr>
          <p:nvPr/>
        </p:nvSpPr>
        <p:spPr bwMode="auto">
          <a:xfrm>
            <a:off x="133262" y="44451"/>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2000">
                <a:solidFill>
                  <a:srgbClr val="FFFFFF"/>
                </a:solidFill>
                <a:latin typeface="Meiryo UI" panose="020B0604030504040204" pitchFamily="50" charset="-128"/>
                <a:ea typeface="Meiryo UI" panose="020B0604030504040204" pitchFamily="50" charset="-128"/>
                <a:cs typeface="Arial" pitchFamily="34" charset="0"/>
              </a:rPr>
              <a:t>8. Project Management (2/5) </a:t>
            </a:r>
            <a:endParaRPr lang="en-US" altLang="ja-JP" sz="1100">
              <a:solidFill>
                <a:srgbClr val="FFFFFF"/>
              </a:solidFill>
              <a:latin typeface="HGPｺﾞｼｯｸE" pitchFamily="50" charset="-128"/>
              <a:ea typeface="HGPｺﾞｼｯｸE" pitchFamily="50" charset="-128"/>
              <a:cs typeface="Arial" pitchFamily="34" charset="0"/>
            </a:endParaRPr>
          </a:p>
        </p:txBody>
      </p:sp>
    </p:spTree>
    <p:extLst>
      <p:ext uri="{BB962C8B-B14F-4D97-AF65-F5344CB8AC3E}">
        <p14:creationId xmlns:p14="http://schemas.microsoft.com/office/powerpoint/2010/main" val="41999981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txBox="1">
            <a:spLocks/>
          </p:cNvSpPr>
          <p:nvPr>
            <p:custDataLst>
              <p:tags r:id="rId1"/>
            </p:custDataLst>
          </p:nvPr>
        </p:nvSpPr>
        <p:spPr>
          <a:xfrm>
            <a:off x="250829" y="624927"/>
            <a:ext cx="3625993" cy="246542"/>
          </a:xfrm>
          <a:prstGeom prst="rect">
            <a:avLst/>
          </a:prstGeom>
          <a:effectLst/>
          <a:extLs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wrap="none" lIns="0" tIns="0" rIns="0" bIns="0" anchor="t">
            <a:spAutoFit/>
          </a:bodyPr>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itchFamily="18" charset="0"/>
                <a:ea typeface="ＭＳ Ｐゴシック" pitchFamily="50" charset="-128"/>
              </a:defRPr>
            </a:lvl2pPr>
            <a:lvl3pPr algn="ctr" rtl="0" eaLnBrk="0" fontAlgn="base" hangingPunct="0">
              <a:spcBef>
                <a:spcPct val="0"/>
              </a:spcBef>
              <a:spcAft>
                <a:spcPct val="0"/>
              </a:spcAft>
              <a:defRPr kumimoji="1" sz="4400">
                <a:solidFill>
                  <a:schemeClr val="tx2"/>
                </a:solidFill>
                <a:latin typeface="Times New Roman" pitchFamily="18" charset="0"/>
                <a:ea typeface="ＭＳ Ｐゴシック" pitchFamily="50" charset="-128"/>
              </a:defRPr>
            </a:lvl3pPr>
            <a:lvl4pPr algn="ctr" rtl="0" eaLnBrk="0" fontAlgn="base" hangingPunct="0">
              <a:spcBef>
                <a:spcPct val="0"/>
              </a:spcBef>
              <a:spcAft>
                <a:spcPct val="0"/>
              </a:spcAft>
              <a:defRPr kumimoji="1" sz="4400">
                <a:solidFill>
                  <a:schemeClr val="tx2"/>
                </a:solidFill>
                <a:latin typeface="Times New Roman" pitchFamily="18" charset="0"/>
                <a:ea typeface="ＭＳ Ｐゴシック" pitchFamily="50" charset="-128"/>
              </a:defRPr>
            </a:lvl4pPr>
            <a:lvl5pPr algn="ctr" rtl="0" eaLnBrk="0" fontAlgn="base" hangingPunct="0">
              <a:spcBef>
                <a:spcPct val="0"/>
              </a:spcBef>
              <a:spcAft>
                <a:spcPct val="0"/>
              </a:spcAft>
              <a:defRPr kumimoji="1" sz="4400">
                <a:solidFill>
                  <a:schemeClr val="tx2"/>
                </a:solidFill>
                <a:latin typeface="Times New Roman" pitchFamily="18" charset="0"/>
                <a:ea typeface="ＭＳ Ｐゴシック" pitchFamily="50" charset="-128"/>
              </a:defRPr>
            </a:lvl5pPr>
            <a:lvl6pPr marL="457200" algn="ctr" rtl="0" fontAlgn="base">
              <a:spcBef>
                <a:spcPct val="0"/>
              </a:spcBef>
              <a:spcAft>
                <a:spcPct val="0"/>
              </a:spcAft>
              <a:defRPr kumimoji="1" sz="4400">
                <a:solidFill>
                  <a:schemeClr val="tx2"/>
                </a:solidFill>
                <a:latin typeface="Times New Roman" pitchFamily="18" charset="0"/>
                <a:ea typeface="ＭＳ Ｐゴシック" pitchFamily="50" charset="-128"/>
              </a:defRPr>
            </a:lvl6pPr>
            <a:lvl7pPr marL="914400" algn="ctr" rtl="0" fontAlgn="base">
              <a:spcBef>
                <a:spcPct val="0"/>
              </a:spcBef>
              <a:spcAft>
                <a:spcPct val="0"/>
              </a:spcAft>
              <a:defRPr kumimoji="1" sz="4400">
                <a:solidFill>
                  <a:schemeClr val="tx2"/>
                </a:solidFill>
                <a:latin typeface="Times New Roman" pitchFamily="18" charset="0"/>
                <a:ea typeface="ＭＳ Ｐゴシック" pitchFamily="50" charset="-128"/>
              </a:defRPr>
            </a:lvl7pPr>
            <a:lvl8pPr marL="1371600" algn="ctr" rtl="0" fontAlgn="base">
              <a:spcBef>
                <a:spcPct val="0"/>
              </a:spcBef>
              <a:spcAft>
                <a:spcPct val="0"/>
              </a:spcAft>
              <a:defRPr kumimoji="1" sz="4400">
                <a:solidFill>
                  <a:schemeClr val="tx2"/>
                </a:solidFill>
                <a:latin typeface="Times New Roman" pitchFamily="18" charset="0"/>
                <a:ea typeface="ＭＳ Ｐゴシック" pitchFamily="50" charset="-128"/>
              </a:defRPr>
            </a:lvl8pPr>
            <a:lvl9pPr marL="1828800" algn="ctr" rtl="0" fontAlgn="base">
              <a:spcBef>
                <a:spcPct val="0"/>
              </a:spcBef>
              <a:spcAft>
                <a:spcPct val="0"/>
              </a:spcAft>
              <a:defRPr kumimoji="1" sz="4400">
                <a:solidFill>
                  <a:schemeClr val="tx2"/>
                </a:solidFill>
                <a:latin typeface="Times New Roman" pitchFamily="18" charset="0"/>
                <a:ea typeface="ＭＳ Ｐゴシック" pitchFamily="50" charset="-128"/>
              </a:defRPr>
            </a:lvl9pPr>
          </a:lstStyle>
          <a:p>
            <a:pPr algn="l">
              <a:lnSpc>
                <a:spcPct val="89000"/>
              </a:lnSpc>
              <a:spcBef>
                <a:spcPts val="0"/>
              </a:spcBef>
              <a:spcAft>
                <a:spcPts val="0"/>
              </a:spcAft>
            </a:pPr>
            <a:r>
              <a:rPr lang="en-GB" altLang="ja-JP" sz="1800" kern="0">
                <a:solidFill>
                  <a:srgbClr val="A80163"/>
                </a:solidFill>
                <a:latin typeface="Meiryo UI" panose="020B0604030504040204" pitchFamily="50" charset="-128"/>
              </a:rPr>
              <a:t>Work Scope of Managerial Effort</a:t>
            </a:r>
            <a:endParaRPr lang="en-GB" sz="1800" kern="0">
              <a:solidFill>
                <a:srgbClr val="A80163"/>
              </a:solidFill>
              <a:latin typeface="Meiryo UI" panose="020B0604030504040204" pitchFamily="50" charset="-128"/>
            </a:endParaRPr>
          </a:p>
        </p:txBody>
      </p:sp>
      <p:sp>
        <p:nvSpPr>
          <p:cNvPr id="5" name="テキスト プレースホルダー 2_"/>
          <p:cNvSpPr txBox="1">
            <a:spLocks/>
          </p:cNvSpPr>
          <p:nvPr>
            <p:custDataLst>
              <p:tags r:id="rId2"/>
            </p:custDataLst>
          </p:nvPr>
        </p:nvSpPr>
        <p:spPr bwMode="auto">
          <a:xfrm>
            <a:off x="0" y="948233"/>
            <a:ext cx="9144000" cy="5870580"/>
          </a:xfrm>
          <a:prstGeom prst="rect">
            <a:avLst/>
          </a:prstGeom>
          <a:noFill/>
          <a:ln w="0">
            <a:noFill/>
            <a:miter lim="800000"/>
            <a:headEnd/>
            <a:tailEnd/>
          </a:ln>
          <a:effectLst/>
          <a:extLs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vert="horz" wrap="square" lIns="0" tIns="0" rIns="0" bIns="0" numCol="1" anchor="t" anchorCtr="0" compatLnSpc="1">
            <a:prstTxWarp prst="textNoShape">
              <a:avLst/>
            </a:prstTxWarp>
            <a:noAutofit/>
          </a:bodyPr>
          <a:lstStyle>
            <a:lvl1pPr marL="251460" indent="-251460" algn="l" rtl="0" eaLnBrk="1" fontAlgn="base" hangingPunct="1">
              <a:lnSpc>
                <a:spcPts val="2300"/>
              </a:lnSpc>
              <a:spcBef>
                <a:spcPts val="500"/>
              </a:spcBef>
              <a:spcAft>
                <a:spcPct val="0"/>
              </a:spcAft>
              <a:buClrTx/>
              <a:buSzPct val="100000"/>
              <a:buFontTx/>
              <a:buNone/>
              <a:defRPr kumimoji="1" sz="1800" b="0" i="0" u="none">
                <a:solidFill>
                  <a:schemeClr val="tx1"/>
                </a:solidFill>
                <a:latin typeface="Bosch Office Sans" panose="020B0604020202020204" pitchFamily="34" charset="0"/>
                <a:ea typeface="+mn-ea"/>
                <a:cs typeface="Arial" pitchFamily="34" charset="0"/>
              </a:defRPr>
            </a:lvl1pPr>
            <a:lvl2pPr marL="467360" indent="-467360" algn="l" rtl="0" eaLnBrk="1" fontAlgn="base" hangingPunct="1">
              <a:lnSpc>
                <a:spcPts val="2000"/>
              </a:lnSpc>
              <a:spcBef>
                <a:spcPts val="500"/>
              </a:spcBef>
              <a:spcAft>
                <a:spcPct val="0"/>
              </a:spcAft>
              <a:buClrTx/>
              <a:buSzPct val="100000"/>
              <a:buFontTx/>
              <a:buNone/>
              <a:defRPr kumimoji="1" sz="1600" b="0" i="0" u="none">
                <a:solidFill>
                  <a:schemeClr val="tx1"/>
                </a:solidFill>
                <a:latin typeface="Bosch Office Sans" panose="020B0604020202020204" pitchFamily="34" charset="0"/>
                <a:cs typeface="Arial" pitchFamily="34" charset="0"/>
              </a:defRPr>
            </a:lvl2pPr>
            <a:lvl3pPr marL="647700" indent="-647700" algn="l" rtl="0" eaLnBrk="1" fontAlgn="base" hangingPunct="1">
              <a:lnSpc>
                <a:spcPts val="1700"/>
              </a:lnSpc>
              <a:spcBef>
                <a:spcPts val="500"/>
              </a:spcBef>
              <a:spcAft>
                <a:spcPct val="0"/>
              </a:spcAft>
              <a:buClrTx/>
              <a:buSzPct val="100000"/>
              <a:buFontTx/>
              <a:buNone/>
              <a:defRPr kumimoji="1" sz="1400" b="0" i="0" u="none">
                <a:solidFill>
                  <a:schemeClr val="tx1"/>
                </a:solidFill>
                <a:latin typeface="Bosch Office Sans" panose="020B0604020202020204" pitchFamily="34" charset="0"/>
                <a:cs typeface="Arial" pitchFamily="34" charset="0"/>
              </a:defRPr>
            </a:lvl3pPr>
            <a:lvl4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4pPr>
            <a:lvl5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5pPr>
            <a:lvl6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6pPr>
            <a:lvl7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7pPr>
            <a:lvl8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8pPr>
            <a:lvl9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9pPr>
          </a:lstStyle>
          <a:p>
            <a:pPr>
              <a:lnSpc>
                <a:spcPct val="90000"/>
              </a:lnSpc>
              <a:spcAft>
                <a:spcPts val="0"/>
              </a:spcAft>
              <a:buFont typeface="Wingdings 3" panose="05040102010807070707" pitchFamily="18" charset="2"/>
              <a:buChar char=""/>
            </a:pPr>
            <a:r>
              <a:rPr lang="en-GB" sz="1400" b="1" u="sng" kern="0" dirty="0">
                <a:latin typeface="Meiryo UI" panose="020B0604030504040204" pitchFamily="50" charset="-128"/>
              </a:rPr>
              <a:t>Task and Responsibilities of Project Manager (</a:t>
            </a:r>
            <a:r>
              <a:rPr lang="en-GB" sz="1400" b="1" u="sng" kern="0" dirty="0" err="1">
                <a:latin typeface="Meiryo UI" panose="020B0604030504040204" pitchFamily="50" charset="-128"/>
              </a:rPr>
              <a:t>PjM</a:t>
            </a:r>
            <a:r>
              <a:rPr lang="en-GB" sz="1400" b="1" u="sng" kern="0" dirty="0">
                <a:latin typeface="Meiryo UI" panose="020B0604030504040204" pitchFamily="50" charset="-128"/>
              </a:rPr>
              <a:t>)</a:t>
            </a:r>
          </a:p>
          <a:p>
            <a:pPr marL="284163" indent="0">
              <a:lnSpc>
                <a:spcPct val="90000"/>
              </a:lnSpc>
              <a:spcAft>
                <a:spcPts val="0"/>
              </a:spcAft>
            </a:pPr>
            <a:r>
              <a:rPr lang="en-GB" altLang="ja-JP" sz="1400" kern="0" dirty="0">
                <a:latin typeface="Meiryo UI" panose="020B0604030504040204" pitchFamily="50" charset="-128"/>
              </a:rPr>
              <a:t> </a:t>
            </a:r>
            <a:r>
              <a:rPr lang="ja-JP" altLang="en-US" sz="1400" kern="0" dirty="0">
                <a:latin typeface="Meiryo UI" panose="020B0604030504040204" pitchFamily="50" charset="-128"/>
              </a:rPr>
              <a:t>    </a:t>
            </a:r>
            <a:r>
              <a:rPr lang="en-GB" altLang="ja-JP" sz="1400" kern="0" dirty="0">
                <a:latin typeface="Meiryo UI" panose="020B0604030504040204" pitchFamily="50" charset="-128"/>
              </a:rPr>
              <a:t> (1) Schedule management (to keep customer milestone)</a:t>
            </a:r>
          </a:p>
          <a:p>
            <a:pPr marL="284163" indent="0">
              <a:lnSpc>
                <a:spcPct val="90000"/>
              </a:lnSpc>
              <a:spcAft>
                <a:spcPts val="0"/>
              </a:spcAft>
            </a:pPr>
            <a:r>
              <a:rPr lang="en-GB" altLang="ja-JP" sz="1400" kern="0" dirty="0">
                <a:latin typeface="Meiryo UI" panose="020B0604030504040204" pitchFamily="50" charset="-128"/>
              </a:rPr>
              <a:t> </a:t>
            </a:r>
            <a:r>
              <a:rPr lang="ja-JP" altLang="en-US" sz="1400" kern="0" dirty="0">
                <a:latin typeface="Meiryo UI" panose="020B0604030504040204" pitchFamily="50" charset="-128"/>
              </a:rPr>
              <a:t>    </a:t>
            </a:r>
            <a:r>
              <a:rPr lang="en-GB" altLang="ja-JP" sz="1400" kern="0" dirty="0">
                <a:latin typeface="Meiryo UI" panose="020B0604030504040204" pitchFamily="50" charset="-128"/>
              </a:rPr>
              <a:t>     -  Schedule management and tracking</a:t>
            </a:r>
          </a:p>
          <a:p>
            <a:pPr marL="284163" indent="0">
              <a:lnSpc>
                <a:spcPct val="90000"/>
              </a:lnSpc>
              <a:spcAft>
                <a:spcPts val="0"/>
              </a:spcAft>
            </a:pPr>
            <a:r>
              <a:rPr lang="en-GB" altLang="ja-JP" sz="1400" kern="0" dirty="0">
                <a:latin typeface="Meiryo UI" panose="020B0604030504040204" pitchFamily="50" charset="-128"/>
              </a:rPr>
              <a:t>          -  Schedule update (in case of schedule changed)  </a:t>
            </a:r>
          </a:p>
          <a:p>
            <a:pPr marL="284163" indent="0">
              <a:lnSpc>
                <a:spcPct val="90000"/>
              </a:lnSpc>
              <a:spcBef>
                <a:spcPts val="600"/>
              </a:spcBef>
              <a:spcAft>
                <a:spcPts val="0"/>
              </a:spcAft>
            </a:pPr>
            <a:r>
              <a:rPr lang="en-GB" altLang="ja-JP" sz="1400" kern="0" dirty="0">
                <a:latin typeface="Meiryo UI" panose="020B0604030504040204" pitchFamily="50" charset="-128"/>
              </a:rPr>
              <a:t>          -  Coordination of development team with</a:t>
            </a:r>
            <a:r>
              <a:rPr lang="ja-JP" altLang="en-US" sz="1400" kern="0" dirty="0">
                <a:latin typeface="Meiryo UI" panose="020B0604030504040204" pitchFamily="50" charset="-128"/>
              </a:rPr>
              <a:t> </a:t>
            </a:r>
            <a:r>
              <a:rPr lang="en-US" altLang="ja-JP" sz="1400" dirty="0">
                <a:solidFill>
                  <a:srgbClr val="0000FF"/>
                </a:solidFill>
                <a:latin typeface="Meiryo UI" panose="020B0604030504040204" pitchFamily="50" charset="-128"/>
                <a:ea typeface="Meiryo UI" panose="020B0604030504040204" pitchFamily="50" charset="-128"/>
              </a:rPr>
              <a:t>Bosch</a:t>
            </a:r>
            <a:r>
              <a:rPr lang="ja-JP" altLang="en-US" sz="1400" dirty="0">
                <a:solidFill>
                  <a:srgbClr val="0000FF"/>
                </a:solidFill>
                <a:latin typeface="Meiryo UI" panose="020B0604030504040204" pitchFamily="50" charset="-128"/>
                <a:ea typeface="Meiryo UI" panose="020B0604030504040204" pitchFamily="50" charset="-128"/>
              </a:rPr>
              <a:t> </a:t>
            </a:r>
            <a:r>
              <a:rPr lang="en-GB" altLang="ja-JP" sz="1400" kern="0" dirty="0">
                <a:latin typeface="Meiryo UI" panose="020B0604030504040204" pitchFamily="50" charset="-128"/>
              </a:rPr>
              <a:t>-Calibration, SW, HW, Comp. </a:t>
            </a:r>
            <a:br>
              <a:rPr lang="en-GB" altLang="ja-JP" sz="1400" kern="0" dirty="0">
                <a:latin typeface="Meiryo UI" panose="020B0604030504040204" pitchFamily="50" charset="-128"/>
              </a:rPr>
            </a:br>
            <a:r>
              <a:rPr lang="en-GB" altLang="ja-JP" sz="1400" kern="0" dirty="0">
                <a:latin typeface="Meiryo UI" panose="020B0604030504040204" pitchFamily="50" charset="-128"/>
              </a:rPr>
              <a:t>             &amp; plant team and customer .(by daily communication, team meeting, regular meeting.)</a:t>
            </a:r>
          </a:p>
          <a:p>
            <a:pPr marL="284163" indent="0">
              <a:lnSpc>
                <a:spcPct val="90000"/>
              </a:lnSpc>
              <a:spcAft>
                <a:spcPts val="0"/>
              </a:spcAft>
            </a:pPr>
            <a:endParaRPr lang="en-GB" altLang="ja-JP" sz="1400" kern="0" dirty="0">
              <a:latin typeface="Meiryo UI" panose="020B0604030504040204" pitchFamily="50" charset="-128"/>
            </a:endParaRPr>
          </a:p>
          <a:p>
            <a:pPr marL="284163" indent="0">
              <a:lnSpc>
                <a:spcPct val="90000"/>
              </a:lnSpc>
              <a:spcAft>
                <a:spcPts val="0"/>
              </a:spcAft>
            </a:pPr>
            <a:r>
              <a:rPr lang="en-GB" altLang="ja-JP" sz="1400" kern="0" dirty="0">
                <a:latin typeface="Meiryo UI" panose="020B0604030504040204" pitchFamily="50" charset="-128"/>
              </a:rPr>
              <a:t>      (2) Quality &amp; specification management (to avoid quality problem) </a:t>
            </a:r>
          </a:p>
          <a:p>
            <a:pPr marL="284163" indent="0">
              <a:lnSpc>
                <a:spcPct val="90000"/>
              </a:lnSpc>
              <a:spcAft>
                <a:spcPts val="0"/>
              </a:spcAft>
            </a:pPr>
            <a:r>
              <a:rPr lang="en-GB" altLang="ja-JP" sz="1400" kern="0" dirty="0">
                <a:latin typeface="Meiryo UI" panose="020B0604030504040204" pitchFamily="50" charset="-128"/>
              </a:rPr>
              <a:t>          -  Coordination of technical topic (Customer &amp;</a:t>
            </a:r>
            <a:r>
              <a:rPr lang="ja-JP" altLang="en-US" sz="1400" kern="0" dirty="0">
                <a:latin typeface="Meiryo UI" panose="020B0604030504040204" pitchFamily="50" charset="-128"/>
              </a:rPr>
              <a:t> </a:t>
            </a:r>
            <a:r>
              <a:rPr lang="en-US" altLang="ja-JP" sz="1400" dirty="0">
                <a:solidFill>
                  <a:srgbClr val="0000FF"/>
                </a:solidFill>
                <a:latin typeface="Meiryo UI" panose="020B0604030504040204" pitchFamily="50" charset="-128"/>
                <a:ea typeface="Meiryo UI" panose="020B0604030504040204" pitchFamily="50" charset="-128"/>
              </a:rPr>
              <a:t>Bosch</a:t>
            </a:r>
            <a:r>
              <a:rPr lang="ja-JP" altLang="en-US" sz="1400" dirty="0">
                <a:solidFill>
                  <a:srgbClr val="0000FF"/>
                </a:solidFill>
                <a:latin typeface="Meiryo UI" panose="020B0604030504040204" pitchFamily="50" charset="-128"/>
                <a:ea typeface="Meiryo UI" panose="020B0604030504040204" pitchFamily="50" charset="-128"/>
              </a:rPr>
              <a:t> </a:t>
            </a:r>
            <a:r>
              <a:rPr lang="en-GB" altLang="ja-JP" sz="1400" kern="0" dirty="0">
                <a:latin typeface="Meiryo UI" panose="020B0604030504040204" pitchFamily="50" charset="-128"/>
              </a:rPr>
              <a:t>internal)</a:t>
            </a:r>
          </a:p>
          <a:p>
            <a:pPr marL="284163" indent="0">
              <a:lnSpc>
                <a:spcPct val="90000"/>
              </a:lnSpc>
              <a:spcAft>
                <a:spcPts val="0"/>
              </a:spcAft>
            </a:pPr>
            <a:r>
              <a:rPr lang="en-GB" altLang="ja-JP" sz="1400" kern="0" dirty="0">
                <a:latin typeface="Meiryo UI" panose="020B0604030504040204" pitchFamily="50" charset="-128"/>
              </a:rPr>
              <a:t>          -  List up of open items and follow up / review (with customer and</a:t>
            </a:r>
            <a:r>
              <a:rPr lang="ja-JP" altLang="en-US" sz="1400" kern="0" dirty="0">
                <a:latin typeface="Meiryo UI" panose="020B0604030504040204" pitchFamily="50" charset="-128"/>
              </a:rPr>
              <a:t> </a:t>
            </a:r>
            <a:r>
              <a:rPr lang="en-US" altLang="ja-JP" sz="1400" dirty="0">
                <a:solidFill>
                  <a:srgbClr val="0000FF"/>
                </a:solidFill>
                <a:latin typeface="Meiryo UI" panose="020B0604030504040204" pitchFamily="50" charset="-128"/>
                <a:ea typeface="Meiryo UI" panose="020B0604030504040204" pitchFamily="50" charset="-128"/>
              </a:rPr>
              <a:t>Bosch</a:t>
            </a:r>
            <a:r>
              <a:rPr lang="ja-JP" altLang="en-US" sz="1400" dirty="0">
                <a:solidFill>
                  <a:srgbClr val="0000FF"/>
                </a:solidFill>
                <a:latin typeface="Meiryo UI" panose="020B0604030504040204" pitchFamily="50" charset="-128"/>
                <a:ea typeface="Meiryo UI" panose="020B0604030504040204" pitchFamily="50" charset="-128"/>
              </a:rPr>
              <a:t> </a:t>
            </a:r>
            <a:r>
              <a:rPr lang="en-GB" altLang="ja-JP" sz="1400" kern="0" dirty="0">
                <a:latin typeface="Meiryo UI" panose="020B0604030504040204" pitchFamily="50" charset="-128"/>
              </a:rPr>
              <a:t>internal)</a:t>
            </a:r>
          </a:p>
          <a:p>
            <a:pPr marL="284163" indent="0">
              <a:lnSpc>
                <a:spcPct val="90000"/>
              </a:lnSpc>
              <a:spcAft>
                <a:spcPts val="0"/>
              </a:spcAft>
            </a:pPr>
            <a:r>
              <a:rPr lang="en-GB" altLang="ja-JP" sz="1400" kern="0" dirty="0">
                <a:latin typeface="Meiryo UI" panose="020B0604030504040204" pitchFamily="50" charset="-128"/>
              </a:rPr>
              <a:t>          -  Risk management (in case of critical, escalation to higher management)</a:t>
            </a:r>
          </a:p>
          <a:p>
            <a:pPr marL="284163" indent="0">
              <a:lnSpc>
                <a:spcPct val="90000"/>
              </a:lnSpc>
              <a:spcAft>
                <a:spcPts val="0"/>
              </a:spcAft>
            </a:pPr>
            <a:r>
              <a:rPr lang="en-GB" altLang="ja-JP" sz="1400" kern="0" dirty="0">
                <a:latin typeface="Meiryo UI" panose="020B0604030504040204" pitchFamily="50" charset="-128"/>
              </a:rPr>
              <a:t>          -  Follow</a:t>
            </a:r>
            <a:r>
              <a:rPr lang="ja-JP" altLang="en-US" sz="1400" kern="0" dirty="0">
                <a:latin typeface="Meiryo UI" panose="020B0604030504040204" pitchFamily="50" charset="-128"/>
              </a:rPr>
              <a:t> </a:t>
            </a:r>
            <a:r>
              <a:rPr lang="en-US" altLang="ja-JP" sz="1400" dirty="0">
                <a:solidFill>
                  <a:srgbClr val="0000FF"/>
                </a:solidFill>
                <a:latin typeface="Meiryo UI" panose="020B0604030504040204" pitchFamily="50" charset="-128"/>
                <a:ea typeface="Meiryo UI" panose="020B0604030504040204" pitchFamily="50" charset="-128"/>
              </a:rPr>
              <a:t>Bosch</a:t>
            </a:r>
            <a:r>
              <a:rPr lang="ja-JP" altLang="en-US" sz="1400" dirty="0">
                <a:solidFill>
                  <a:srgbClr val="0000FF"/>
                </a:solidFill>
                <a:latin typeface="Meiryo UI" panose="020B0604030504040204" pitchFamily="50" charset="-128"/>
                <a:ea typeface="Meiryo UI" panose="020B0604030504040204" pitchFamily="50" charset="-128"/>
              </a:rPr>
              <a:t> </a:t>
            </a:r>
            <a:r>
              <a:rPr lang="en-GB" altLang="ja-JP" sz="1400" kern="0" dirty="0">
                <a:latin typeface="Meiryo UI" panose="020B0604030504040204" pitchFamily="50" charset="-128"/>
              </a:rPr>
              <a:t>internal quality process</a:t>
            </a:r>
          </a:p>
          <a:p>
            <a:pPr marL="284163" indent="0">
              <a:lnSpc>
                <a:spcPct val="90000"/>
              </a:lnSpc>
              <a:spcAft>
                <a:spcPts val="0"/>
              </a:spcAft>
            </a:pPr>
            <a:r>
              <a:rPr lang="en-GB" altLang="ja-JP" sz="1400" kern="0" dirty="0">
                <a:latin typeface="Meiryo UI" panose="020B0604030504040204" pitchFamily="50" charset="-128"/>
              </a:rPr>
              <a:t>             (</a:t>
            </a:r>
            <a:r>
              <a:rPr lang="en-US" altLang="ja-JP" sz="1400" dirty="0">
                <a:solidFill>
                  <a:srgbClr val="0000FF"/>
                </a:solidFill>
                <a:latin typeface="Meiryo UI" panose="020B0604030504040204" pitchFamily="50" charset="-128"/>
                <a:ea typeface="Meiryo UI" panose="020B0604030504040204" pitchFamily="50" charset="-128"/>
              </a:rPr>
              <a:t>Bosch</a:t>
            </a:r>
            <a:r>
              <a:rPr lang="ja-JP" altLang="en-US" sz="1400" dirty="0">
                <a:solidFill>
                  <a:srgbClr val="0000FF"/>
                </a:solidFill>
                <a:latin typeface="Meiryo UI" panose="020B0604030504040204" pitchFamily="50" charset="-128"/>
                <a:ea typeface="Meiryo UI" panose="020B0604030504040204" pitchFamily="50" charset="-128"/>
              </a:rPr>
              <a:t> </a:t>
            </a:r>
            <a:r>
              <a:rPr lang="en-GB" altLang="ja-JP" sz="1400" kern="0" dirty="0">
                <a:latin typeface="Meiryo UI" panose="020B0604030504040204" pitchFamily="50" charset="-128"/>
              </a:rPr>
              <a:t>Quality gate, management process, document management,..) </a:t>
            </a:r>
          </a:p>
          <a:p>
            <a:pPr marL="284163" indent="0">
              <a:lnSpc>
                <a:spcPct val="90000"/>
              </a:lnSpc>
              <a:spcAft>
                <a:spcPts val="0"/>
              </a:spcAft>
            </a:pPr>
            <a:endParaRPr lang="en-GB" altLang="ja-JP" sz="1400" kern="0" dirty="0">
              <a:latin typeface="Meiryo UI" panose="020B0604030504040204" pitchFamily="50" charset="-128"/>
            </a:endParaRPr>
          </a:p>
          <a:p>
            <a:pPr marL="284163" indent="0">
              <a:lnSpc>
                <a:spcPct val="90000"/>
              </a:lnSpc>
              <a:spcAft>
                <a:spcPts val="0"/>
              </a:spcAft>
            </a:pPr>
            <a:r>
              <a:rPr lang="en-GB" altLang="ja-JP" sz="1400" kern="0" dirty="0">
                <a:latin typeface="Meiryo UI" panose="020B0604030504040204" pitchFamily="50" charset="-128"/>
              </a:rPr>
              <a:t>     (3) Cost management (to keep project budget)</a:t>
            </a:r>
          </a:p>
          <a:p>
            <a:pPr marL="284163" indent="0">
              <a:lnSpc>
                <a:spcPct val="90000"/>
              </a:lnSpc>
              <a:spcAft>
                <a:spcPts val="0"/>
              </a:spcAft>
            </a:pPr>
            <a:r>
              <a:rPr lang="en-GB" altLang="ja-JP" sz="1400" kern="0" dirty="0">
                <a:latin typeface="Meiryo UI" panose="020B0604030504040204" pitchFamily="50" charset="-128"/>
              </a:rPr>
              <a:t>          -  Management of project cost </a:t>
            </a:r>
          </a:p>
          <a:p>
            <a:pPr marL="284163" indent="0">
              <a:lnSpc>
                <a:spcPct val="90000"/>
              </a:lnSpc>
              <a:spcAft>
                <a:spcPts val="0"/>
              </a:spcAft>
            </a:pPr>
            <a:r>
              <a:rPr lang="en-GB" altLang="ja-JP" sz="1400" kern="0" dirty="0">
                <a:latin typeface="Meiryo UI" panose="020B0604030504040204" pitchFamily="50" charset="-128"/>
              </a:rPr>
              <a:t>          -  Management of Deliverable </a:t>
            </a:r>
          </a:p>
          <a:p>
            <a:pPr marL="284163" indent="0">
              <a:lnSpc>
                <a:spcPct val="90000"/>
              </a:lnSpc>
              <a:spcAft>
                <a:spcPts val="0"/>
              </a:spcAft>
            </a:pPr>
            <a:r>
              <a:rPr lang="en-GB" altLang="ja-JP" sz="1400" kern="0" dirty="0">
                <a:latin typeface="Meiryo UI" panose="020B0604030504040204" pitchFamily="50" charset="-128"/>
              </a:rPr>
              <a:t>          -  Coordination of CR topic</a:t>
            </a:r>
            <a:endParaRPr lang="en-GB" altLang="ja-JP" sz="1200" kern="0" dirty="0">
              <a:latin typeface="Meiryo UI" panose="020B0604030504040204" pitchFamily="50" charset="-128"/>
            </a:endParaRPr>
          </a:p>
          <a:p>
            <a:pPr marL="284163" indent="0">
              <a:lnSpc>
                <a:spcPct val="90000"/>
              </a:lnSpc>
              <a:spcAft>
                <a:spcPts val="0"/>
              </a:spcAft>
            </a:pPr>
            <a:endParaRPr lang="en-GB" altLang="ja-JP" sz="1400" kern="0" dirty="0">
              <a:latin typeface="Meiryo UI" panose="020B0604030504040204" pitchFamily="50" charset="-128"/>
            </a:endParaRPr>
          </a:p>
          <a:p>
            <a:pPr marL="284163" indent="0">
              <a:lnSpc>
                <a:spcPct val="90000"/>
              </a:lnSpc>
              <a:spcAft>
                <a:spcPts val="0"/>
              </a:spcAft>
            </a:pPr>
            <a:r>
              <a:rPr lang="en-GB" altLang="ja-JP" sz="1400" kern="0" dirty="0">
                <a:latin typeface="Meiryo UI" panose="020B0604030504040204" pitchFamily="50" charset="-128"/>
              </a:rPr>
              <a:t> </a:t>
            </a:r>
            <a:r>
              <a:rPr lang="en-GB" sz="1400" b="1" u="sng" kern="0" dirty="0">
                <a:latin typeface="Meiryo UI" panose="020B0604030504040204" pitchFamily="50" charset="-128"/>
              </a:rPr>
              <a:t>Main deliverable of </a:t>
            </a:r>
            <a:r>
              <a:rPr lang="en-GB" sz="1400" b="1" u="sng" kern="0" dirty="0" err="1">
                <a:latin typeface="Meiryo UI" panose="020B0604030504040204" pitchFamily="50" charset="-128"/>
              </a:rPr>
              <a:t>PjM</a:t>
            </a:r>
            <a:r>
              <a:rPr lang="en-GB" sz="1400" kern="0" dirty="0">
                <a:latin typeface="Meiryo UI" panose="020B0604030504040204" pitchFamily="50" charset="-128"/>
              </a:rPr>
              <a:t>		</a:t>
            </a:r>
          </a:p>
          <a:p>
            <a:pPr marL="284163" indent="0">
              <a:lnSpc>
                <a:spcPct val="90000"/>
              </a:lnSpc>
              <a:spcAft>
                <a:spcPts val="0"/>
              </a:spcAft>
            </a:pPr>
            <a:r>
              <a:rPr lang="en-GB" sz="1400" kern="0" dirty="0">
                <a:latin typeface="Meiryo UI" panose="020B0604030504040204" pitchFamily="50" charset="-128"/>
              </a:rPr>
              <a:t>   -  </a:t>
            </a:r>
            <a:r>
              <a:rPr lang="en-GB" sz="1400" b="1" kern="0" dirty="0">
                <a:latin typeface="Meiryo UI" panose="020B0604030504040204" pitchFamily="50" charset="-128"/>
              </a:rPr>
              <a:t>Overall project schedule </a:t>
            </a:r>
            <a:r>
              <a:rPr lang="ja-JP" altLang="en-US" sz="1400" b="1" kern="0" dirty="0">
                <a:latin typeface="Meiryo UI" panose="020B0604030504040204" pitchFamily="50" charset="-128"/>
              </a:rPr>
              <a:t>   </a:t>
            </a:r>
            <a:r>
              <a:rPr lang="en-GB" sz="1400" kern="0" dirty="0">
                <a:latin typeface="Meiryo UI" panose="020B0604030504040204" pitchFamily="50" charset="-128"/>
              </a:rPr>
              <a:t>commonly aligned with Honda (Schedule tracking &amp; updating)	</a:t>
            </a:r>
          </a:p>
          <a:p>
            <a:pPr marL="284163" indent="0">
              <a:lnSpc>
                <a:spcPct val="90000"/>
              </a:lnSpc>
              <a:spcAft>
                <a:spcPts val="0"/>
              </a:spcAft>
            </a:pPr>
            <a:r>
              <a:rPr lang="en-GB" sz="1400" kern="0" dirty="0">
                <a:latin typeface="Meiryo UI" panose="020B0604030504040204" pitchFamily="50" charset="-128"/>
              </a:rPr>
              <a:t>   -  </a:t>
            </a:r>
            <a:r>
              <a:rPr lang="en-GB" sz="1400" b="1" kern="0" dirty="0">
                <a:latin typeface="Meiryo UI" panose="020B0604030504040204" pitchFamily="50" charset="-128"/>
              </a:rPr>
              <a:t>OPL</a:t>
            </a:r>
            <a:r>
              <a:rPr lang="en-GB" sz="1400" kern="0" dirty="0">
                <a:latin typeface="Meiryo UI" panose="020B0604030504040204" pitchFamily="50" charset="-128"/>
              </a:rPr>
              <a:t> 		</a:t>
            </a:r>
            <a:r>
              <a:rPr lang="ja-JP" altLang="en-US" sz="1400" kern="0" dirty="0">
                <a:latin typeface="Meiryo UI" panose="020B0604030504040204" pitchFamily="50" charset="-128"/>
              </a:rPr>
              <a:t>       </a:t>
            </a:r>
            <a:r>
              <a:rPr lang="en-GB" sz="1400" kern="0" dirty="0">
                <a:latin typeface="Meiryo UI" panose="020B0604030504040204" pitchFamily="50" charset="-128"/>
              </a:rPr>
              <a:t>management file for schedule, quality, spec related items		</a:t>
            </a:r>
          </a:p>
          <a:p>
            <a:pPr marL="284163" indent="0">
              <a:lnSpc>
                <a:spcPct val="90000"/>
              </a:lnSpc>
              <a:spcAft>
                <a:spcPts val="0"/>
              </a:spcAft>
            </a:pPr>
            <a:r>
              <a:rPr lang="en-GB" sz="1400" kern="0" dirty="0">
                <a:latin typeface="Meiryo UI" panose="020B0604030504040204" pitchFamily="50" charset="-128"/>
              </a:rPr>
              <a:t>   -  </a:t>
            </a:r>
            <a:r>
              <a:rPr lang="en-GB" sz="1400" b="1" kern="0" dirty="0">
                <a:latin typeface="Meiryo UI" panose="020B0604030504040204" pitchFamily="50" charset="-128"/>
              </a:rPr>
              <a:t>Meeting minutes </a:t>
            </a:r>
            <a:r>
              <a:rPr lang="ja-JP" altLang="en-US" sz="1400" b="1" kern="0" dirty="0">
                <a:latin typeface="Meiryo UI" panose="020B0604030504040204" pitchFamily="50" charset="-128"/>
              </a:rPr>
              <a:t>    </a:t>
            </a:r>
            <a:r>
              <a:rPr lang="en-GB" sz="1400" kern="0" dirty="0">
                <a:latin typeface="Meiryo UI" panose="020B0604030504040204" pitchFamily="50" charset="-128"/>
              </a:rPr>
              <a:t>incl. schedule and quality management and also incl. common cost topics</a:t>
            </a:r>
          </a:p>
        </p:txBody>
      </p:sp>
      <p:sp>
        <p:nvSpPr>
          <p:cNvPr id="7" name="Text Box 2"/>
          <p:cNvSpPr txBox="1">
            <a:spLocks noChangeArrowheads="1"/>
          </p:cNvSpPr>
          <p:nvPr/>
        </p:nvSpPr>
        <p:spPr bwMode="auto">
          <a:xfrm>
            <a:off x="133262" y="44451"/>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2000">
                <a:solidFill>
                  <a:srgbClr val="FFFFFF"/>
                </a:solidFill>
                <a:latin typeface="Meiryo UI" panose="020B0604030504040204" pitchFamily="50" charset="-128"/>
                <a:ea typeface="Meiryo UI" panose="020B0604030504040204" pitchFamily="50" charset="-128"/>
                <a:cs typeface="Arial" pitchFamily="34" charset="0"/>
              </a:rPr>
              <a:t>8. Project Management (3/5) </a:t>
            </a:r>
            <a:endParaRPr lang="en-US" altLang="ja-JP" sz="1100">
              <a:solidFill>
                <a:srgbClr val="FFFFFF"/>
              </a:solidFill>
              <a:latin typeface="HGPｺﾞｼｯｸE" pitchFamily="50" charset="-128"/>
              <a:ea typeface="HGPｺﾞｼｯｸE" pitchFamily="50" charset="-128"/>
              <a:cs typeface="Arial" pitchFamily="34" charset="0"/>
            </a:endParaRPr>
          </a:p>
        </p:txBody>
      </p:sp>
    </p:spTree>
    <p:extLst>
      <p:ext uri="{BB962C8B-B14F-4D97-AF65-F5344CB8AC3E}">
        <p14:creationId xmlns:p14="http://schemas.microsoft.com/office/powerpoint/2010/main" val="65647224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txBox="1">
            <a:spLocks/>
          </p:cNvSpPr>
          <p:nvPr>
            <p:custDataLst>
              <p:tags r:id="rId1"/>
            </p:custDataLst>
          </p:nvPr>
        </p:nvSpPr>
        <p:spPr>
          <a:xfrm>
            <a:off x="250829" y="664116"/>
            <a:ext cx="2156039" cy="246542"/>
          </a:xfrm>
          <a:prstGeom prst="rect">
            <a:avLst/>
          </a:prstGeom>
          <a:effectLst/>
          <a:extLs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wrap="none" lIns="0" tIns="0" rIns="0" bIns="0" anchor="t">
            <a:spAutoFit/>
          </a:bodyPr>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itchFamily="18" charset="0"/>
                <a:ea typeface="ＭＳ Ｐゴシック" pitchFamily="50" charset="-128"/>
              </a:defRPr>
            </a:lvl2pPr>
            <a:lvl3pPr algn="ctr" rtl="0" eaLnBrk="0" fontAlgn="base" hangingPunct="0">
              <a:spcBef>
                <a:spcPct val="0"/>
              </a:spcBef>
              <a:spcAft>
                <a:spcPct val="0"/>
              </a:spcAft>
              <a:defRPr kumimoji="1" sz="4400">
                <a:solidFill>
                  <a:schemeClr val="tx2"/>
                </a:solidFill>
                <a:latin typeface="Times New Roman" pitchFamily="18" charset="0"/>
                <a:ea typeface="ＭＳ Ｐゴシック" pitchFamily="50" charset="-128"/>
              </a:defRPr>
            </a:lvl3pPr>
            <a:lvl4pPr algn="ctr" rtl="0" eaLnBrk="0" fontAlgn="base" hangingPunct="0">
              <a:spcBef>
                <a:spcPct val="0"/>
              </a:spcBef>
              <a:spcAft>
                <a:spcPct val="0"/>
              </a:spcAft>
              <a:defRPr kumimoji="1" sz="4400">
                <a:solidFill>
                  <a:schemeClr val="tx2"/>
                </a:solidFill>
                <a:latin typeface="Times New Roman" pitchFamily="18" charset="0"/>
                <a:ea typeface="ＭＳ Ｐゴシック" pitchFamily="50" charset="-128"/>
              </a:defRPr>
            </a:lvl4pPr>
            <a:lvl5pPr algn="ctr" rtl="0" eaLnBrk="0" fontAlgn="base" hangingPunct="0">
              <a:spcBef>
                <a:spcPct val="0"/>
              </a:spcBef>
              <a:spcAft>
                <a:spcPct val="0"/>
              </a:spcAft>
              <a:defRPr kumimoji="1" sz="4400">
                <a:solidFill>
                  <a:schemeClr val="tx2"/>
                </a:solidFill>
                <a:latin typeface="Times New Roman" pitchFamily="18" charset="0"/>
                <a:ea typeface="ＭＳ Ｐゴシック" pitchFamily="50" charset="-128"/>
              </a:defRPr>
            </a:lvl5pPr>
            <a:lvl6pPr marL="457200" algn="ctr" rtl="0" fontAlgn="base">
              <a:spcBef>
                <a:spcPct val="0"/>
              </a:spcBef>
              <a:spcAft>
                <a:spcPct val="0"/>
              </a:spcAft>
              <a:defRPr kumimoji="1" sz="4400">
                <a:solidFill>
                  <a:schemeClr val="tx2"/>
                </a:solidFill>
                <a:latin typeface="Times New Roman" pitchFamily="18" charset="0"/>
                <a:ea typeface="ＭＳ Ｐゴシック" pitchFamily="50" charset="-128"/>
              </a:defRPr>
            </a:lvl6pPr>
            <a:lvl7pPr marL="914400" algn="ctr" rtl="0" fontAlgn="base">
              <a:spcBef>
                <a:spcPct val="0"/>
              </a:spcBef>
              <a:spcAft>
                <a:spcPct val="0"/>
              </a:spcAft>
              <a:defRPr kumimoji="1" sz="4400">
                <a:solidFill>
                  <a:schemeClr val="tx2"/>
                </a:solidFill>
                <a:latin typeface="Times New Roman" pitchFamily="18" charset="0"/>
                <a:ea typeface="ＭＳ Ｐゴシック" pitchFamily="50" charset="-128"/>
              </a:defRPr>
            </a:lvl7pPr>
            <a:lvl8pPr marL="1371600" algn="ctr" rtl="0" fontAlgn="base">
              <a:spcBef>
                <a:spcPct val="0"/>
              </a:spcBef>
              <a:spcAft>
                <a:spcPct val="0"/>
              </a:spcAft>
              <a:defRPr kumimoji="1" sz="4400">
                <a:solidFill>
                  <a:schemeClr val="tx2"/>
                </a:solidFill>
                <a:latin typeface="Times New Roman" pitchFamily="18" charset="0"/>
                <a:ea typeface="ＭＳ Ｐゴシック" pitchFamily="50" charset="-128"/>
              </a:defRPr>
            </a:lvl8pPr>
            <a:lvl9pPr marL="1828800" algn="ctr" rtl="0" fontAlgn="base">
              <a:spcBef>
                <a:spcPct val="0"/>
              </a:spcBef>
              <a:spcAft>
                <a:spcPct val="0"/>
              </a:spcAft>
              <a:defRPr kumimoji="1" sz="4400">
                <a:solidFill>
                  <a:schemeClr val="tx2"/>
                </a:solidFill>
                <a:latin typeface="Times New Roman" pitchFamily="18" charset="0"/>
                <a:ea typeface="ＭＳ Ｐゴシック" pitchFamily="50" charset="-128"/>
              </a:defRPr>
            </a:lvl9pPr>
          </a:lstStyle>
          <a:p>
            <a:pPr algn="l">
              <a:lnSpc>
                <a:spcPct val="89000"/>
              </a:lnSpc>
              <a:spcBef>
                <a:spcPts val="0"/>
              </a:spcBef>
              <a:spcAft>
                <a:spcPts val="0"/>
              </a:spcAft>
            </a:pPr>
            <a:r>
              <a:rPr lang="ja-JP" altLang="en-US" sz="1800" kern="0">
                <a:solidFill>
                  <a:srgbClr val="A80163"/>
                </a:solidFill>
                <a:latin typeface="Meiryo UI" panose="020B0604030504040204" pitchFamily="50" charset="-128"/>
              </a:rPr>
              <a:t>管理業務の適用範囲 </a:t>
            </a:r>
            <a:endParaRPr lang="en-GB" sz="1800" kern="0">
              <a:solidFill>
                <a:srgbClr val="A80163"/>
              </a:solidFill>
              <a:latin typeface="Meiryo UI" panose="020B0604030504040204" pitchFamily="50" charset="-128"/>
            </a:endParaRPr>
          </a:p>
        </p:txBody>
      </p:sp>
      <p:sp>
        <p:nvSpPr>
          <p:cNvPr id="5" name="コンテンツ プレースホルダー 2"/>
          <p:cNvSpPr txBox="1">
            <a:spLocks/>
          </p:cNvSpPr>
          <p:nvPr>
            <p:custDataLst>
              <p:tags r:id="rId2"/>
            </p:custDataLst>
          </p:nvPr>
        </p:nvSpPr>
        <p:spPr bwMode="auto">
          <a:xfrm>
            <a:off x="73162" y="1039673"/>
            <a:ext cx="9018586" cy="5661573"/>
          </a:xfrm>
          <a:prstGeom prst="rect">
            <a:avLst/>
          </a:prstGeom>
          <a:noFill/>
          <a:ln w="0">
            <a:noFill/>
            <a:miter lim="800000"/>
            <a:headEnd/>
            <a:tailEnd/>
          </a:ln>
          <a:effectLst/>
          <a:extLs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vert="horz" wrap="square" lIns="0" tIns="0" rIns="0" bIns="0" numCol="1" anchor="t" anchorCtr="0" compatLnSpc="1">
            <a:prstTxWarp prst="textNoShape">
              <a:avLst/>
            </a:prstTxWarp>
            <a:noAutofit/>
          </a:bodyPr>
          <a:lstStyle>
            <a:lvl1pPr marL="251460" indent="-251460" algn="l" rtl="0" eaLnBrk="1" fontAlgn="base" hangingPunct="1">
              <a:lnSpc>
                <a:spcPts val="2300"/>
              </a:lnSpc>
              <a:spcBef>
                <a:spcPts val="500"/>
              </a:spcBef>
              <a:spcAft>
                <a:spcPct val="0"/>
              </a:spcAft>
              <a:buClrTx/>
              <a:buSzPct val="100000"/>
              <a:buFontTx/>
              <a:buNone/>
              <a:defRPr kumimoji="1" sz="1800" b="0" i="0" u="none">
                <a:solidFill>
                  <a:schemeClr val="tx1"/>
                </a:solidFill>
                <a:latin typeface="Bosch Office Sans" panose="020B0604020202020204" pitchFamily="34" charset="0"/>
                <a:ea typeface="+mn-ea"/>
                <a:cs typeface="Arial" pitchFamily="34" charset="0"/>
              </a:defRPr>
            </a:lvl1pPr>
            <a:lvl2pPr marL="467360" indent="-467360" algn="l" rtl="0" eaLnBrk="1" fontAlgn="base" hangingPunct="1">
              <a:lnSpc>
                <a:spcPts val="2000"/>
              </a:lnSpc>
              <a:spcBef>
                <a:spcPts val="500"/>
              </a:spcBef>
              <a:spcAft>
                <a:spcPct val="0"/>
              </a:spcAft>
              <a:buClrTx/>
              <a:buSzPct val="100000"/>
              <a:buFontTx/>
              <a:buNone/>
              <a:defRPr kumimoji="1" sz="1600" b="0" i="0" u="none">
                <a:solidFill>
                  <a:schemeClr val="tx1"/>
                </a:solidFill>
                <a:latin typeface="Bosch Office Sans" panose="020B0604020202020204" pitchFamily="34" charset="0"/>
                <a:cs typeface="Arial" pitchFamily="34" charset="0"/>
              </a:defRPr>
            </a:lvl2pPr>
            <a:lvl3pPr marL="647700" indent="-647700" algn="l" rtl="0" eaLnBrk="1" fontAlgn="base" hangingPunct="1">
              <a:lnSpc>
                <a:spcPts val="1700"/>
              </a:lnSpc>
              <a:spcBef>
                <a:spcPts val="500"/>
              </a:spcBef>
              <a:spcAft>
                <a:spcPct val="0"/>
              </a:spcAft>
              <a:buClrTx/>
              <a:buSzPct val="100000"/>
              <a:buFontTx/>
              <a:buNone/>
              <a:defRPr kumimoji="1" sz="1400" b="0" i="0" u="none">
                <a:solidFill>
                  <a:schemeClr val="tx1"/>
                </a:solidFill>
                <a:latin typeface="Bosch Office Sans" panose="020B0604020202020204" pitchFamily="34" charset="0"/>
                <a:cs typeface="Arial" pitchFamily="34" charset="0"/>
              </a:defRPr>
            </a:lvl3pPr>
            <a:lvl4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4pPr>
            <a:lvl5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5pPr>
            <a:lvl6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6pPr>
            <a:lvl7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7pPr>
            <a:lvl8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8pPr>
            <a:lvl9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9pPr>
          </a:lstStyle>
          <a:p>
            <a:pPr marL="0" indent="0">
              <a:lnSpc>
                <a:spcPts val="2000"/>
              </a:lnSpc>
              <a:spcBef>
                <a:spcPts val="600"/>
              </a:spcBef>
              <a:spcAft>
                <a:spcPts val="0"/>
              </a:spcAft>
            </a:pPr>
            <a:r>
              <a:rPr lang="en-US" altLang="ja-JP" sz="1400" b="1" kern="0" dirty="0" err="1">
                <a:solidFill>
                  <a:srgbClr val="000000"/>
                </a:solidFill>
                <a:latin typeface="Meiryo UI" panose="020B0604030504040204" pitchFamily="50" charset="-128"/>
                <a:ea typeface="Meiryo UI" panose="020B0604030504040204" pitchFamily="50" charset="-128"/>
              </a:rPr>
              <a:t>PjM</a:t>
            </a:r>
            <a:r>
              <a:rPr lang="en-US" altLang="ja-JP" sz="1400" b="1" kern="0" dirty="0">
                <a:solidFill>
                  <a:srgbClr val="000000"/>
                </a:solidFill>
                <a:latin typeface="Meiryo UI" panose="020B0604030504040204" pitchFamily="50" charset="-128"/>
                <a:ea typeface="Meiryo UI" panose="020B0604030504040204" pitchFamily="50" charset="-128"/>
              </a:rPr>
              <a:t>(</a:t>
            </a:r>
            <a:r>
              <a:rPr lang="ja-JP" altLang="en-US" sz="1400" b="1" kern="0" dirty="0">
                <a:solidFill>
                  <a:srgbClr val="000000"/>
                </a:solidFill>
                <a:latin typeface="Meiryo UI" panose="020B0604030504040204" pitchFamily="50" charset="-128"/>
                <a:ea typeface="Meiryo UI" panose="020B0604030504040204" pitchFamily="50" charset="-128"/>
              </a:rPr>
              <a:t>プロジェクト マネージャー</a:t>
            </a:r>
            <a:r>
              <a:rPr lang="en-US" altLang="ja-JP" sz="1400" b="1" kern="0" dirty="0">
                <a:solidFill>
                  <a:srgbClr val="000000"/>
                </a:solidFill>
                <a:latin typeface="Meiryo UI" panose="020B0604030504040204" pitchFamily="50" charset="-128"/>
                <a:ea typeface="Meiryo UI" panose="020B0604030504040204" pitchFamily="50" charset="-128"/>
              </a:rPr>
              <a:t>)</a:t>
            </a:r>
            <a:r>
              <a:rPr lang="ja-JP" altLang="en-US" sz="1400" b="1" kern="0" dirty="0">
                <a:solidFill>
                  <a:srgbClr val="000000"/>
                </a:solidFill>
                <a:latin typeface="Meiryo UI" panose="020B0604030504040204" pitchFamily="50" charset="-128"/>
                <a:ea typeface="Meiryo UI" panose="020B0604030504040204" pitchFamily="50" charset="-128"/>
              </a:rPr>
              <a:t>の業務内容と責任</a:t>
            </a:r>
            <a:endParaRPr lang="en-US" altLang="ja-JP" sz="1400" b="1" kern="0" dirty="0">
              <a:solidFill>
                <a:srgbClr val="000000"/>
              </a:solidFill>
              <a:latin typeface="Meiryo UI" panose="020B0604030504040204" pitchFamily="50" charset="-128"/>
              <a:ea typeface="Meiryo UI" panose="020B0604030504040204" pitchFamily="50" charset="-128"/>
            </a:endParaRPr>
          </a:p>
          <a:p>
            <a:pPr marL="512763" indent="-228600">
              <a:lnSpc>
                <a:spcPct val="90000"/>
              </a:lnSpc>
              <a:spcAft>
                <a:spcPts val="0"/>
              </a:spcAft>
              <a:buAutoNum type="arabicParenBoth"/>
            </a:pPr>
            <a:r>
              <a:rPr lang="ja-JP" altLang="en-US" sz="1400" kern="0" dirty="0">
                <a:solidFill>
                  <a:srgbClr val="000000"/>
                </a:solidFill>
                <a:latin typeface="Meiryo UI" panose="020B0604030504040204" pitchFamily="50" charset="-128"/>
                <a:ea typeface="Meiryo UI" panose="020B0604030504040204" pitchFamily="50" charset="-128"/>
              </a:rPr>
              <a:t>日程管理 </a:t>
            </a:r>
            <a:r>
              <a:rPr lang="en-US" altLang="ja-JP" sz="1400" kern="0" dirty="0">
                <a:solidFill>
                  <a:srgbClr val="000000"/>
                </a:solidFill>
                <a:latin typeface="Meiryo UI" panose="020B0604030504040204" pitchFamily="50" charset="-128"/>
                <a:ea typeface="Meiryo UI" panose="020B0604030504040204" pitchFamily="50" charset="-128"/>
              </a:rPr>
              <a:t>(Honda</a:t>
            </a:r>
            <a:r>
              <a:rPr lang="ja-JP" altLang="en-US" sz="1400" kern="0" dirty="0">
                <a:solidFill>
                  <a:srgbClr val="000000"/>
                </a:solidFill>
                <a:latin typeface="Meiryo UI" panose="020B0604030504040204" pitchFamily="50" charset="-128"/>
                <a:ea typeface="Meiryo UI" panose="020B0604030504040204" pitchFamily="50" charset="-128"/>
              </a:rPr>
              <a:t>のマイルストーンを守るため</a:t>
            </a:r>
            <a:r>
              <a:rPr lang="en-US" altLang="ja-JP" sz="1400" kern="0" dirty="0">
                <a:solidFill>
                  <a:srgbClr val="000000"/>
                </a:solidFill>
                <a:latin typeface="Meiryo UI" panose="020B0604030504040204" pitchFamily="50" charset="-128"/>
                <a:ea typeface="Meiryo UI" panose="020B0604030504040204" pitchFamily="50" charset="-128"/>
              </a:rPr>
              <a:t>)</a:t>
            </a:r>
          </a:p>
          <a:p>
            <a:pPr marL="284163" indent="0">
              <a:lnSpc>
                <a:spcPct val="90000"/>
              </a:lnSpc>
              <a:spcAft>
                <a:spcPts val="0"/>
              </a:spcAft>
            </a:pPr>
            <a:r>
              <a:rPr lang="en-GB" altLang="ja-JP" sz="1400" kern="0" dirty="0">
                <a:solidFill>
                  <a:srgbClr val="000000"/>
                </a:solidFill>
                <a:latin typeface="Meiryo UI" panose="020B0604030504040204" pitchFamily="50" charset="-128"/>
                <a:ea typeface="Meiryo UI" panose="020B0604030504040204" pitchFamily="50" charset="-128"/>
              </a:rPr>
              <a:t>          -  </a:t>
            </a:r>
            <a:r>
              <a:rPr lang="ja-JP" altLang="en-US" sz="1400" kern="0" dirty="0">
                <a:solidFill>
                  <a:srgbClr val="000000"/>
                </a:solidFill>
                <a:latin typeface="Meiryo UI" panose="020B0604030504040204" pitchFamily="50" charset="-128"/>
                <a:ea typeface="Meiryo UI" panose="020B0604030504040204" pitchFamily="50" charset="-128"/>
              </a:rPr>
              <a:t>日程の管理と推進</a:t>
            </a:r>
            <a:endParaRPr lang="en-US" altLang="ja-JP" sz="1400" kern="0" dirty="0">
              <a:solidFill>
                <a:srgbClr val="000000"/>
              </a:solidFill>
              <a:latin typeface="Meiryo UI" panose="020B0604030504040204" pitchFamily="50" charset="-128"/>
              <a:ea typeface="Meiryo UI" panose="020B0604030504040204" pitchFamily="50" charset="-128"/>
            </a:endParaRPr>
          </a:p>
          <a:p>
            <a:pPr marL="284163" indent="0">
              <a:lnSpc>
                <a:spcPct val="90000"/>
              </a:lnSpc>
              <a:spcAft>
                <a:spcPts val="0"/>
              </a:spcAft>
            </a:pPr>
            <a:r>
              <a:rPr lang="en-GB" altLang="ja-JP" sz="1400" kern="0" dirty="0">
                <a:solidFill>
                  <a:srgbClr val="000000"/>
                </a:solidFill>
                <a:latin typeface="Meiryo UI" panose="020B0604030504040204" pitchFamily="50" charset="-128"/>
                <a:ea typeface="Meiryo UI" panose="020B0604030504040204" pitchFamily="50" charset="-128"/>
              </a:rPr>
              <a:t>          -  </a:t>
            </a:r>
            <a:r>
              <a:rPr lang="ja-JP" altLang="en-US" sz="1400" kern="0" dirty="0">
                <a:solidFill>
                  <a:srgbClr val="000000"/>
                </a:solidFill>
                <a:latin typeface="Meiryo UI" panose="020B0604030504040204" pitchFamily="50" charset="-128"/>
                <a:ea typeface="Meiryo UI" panose="020B0604030504040204" pitchFamily="50" charset="-128"/>
              </a:rPr>
              <a:t>日程の更新（日程が変わった場合）</a:t>
            </a:r>
            <a:endParaRPr lang="en-GB" altLang="ja-JP" sz="1400" kern="0" dirty="0">
              <a:solidFill>
                <a:srgbClr val="000000"/>
              </a:solidFill>
              <a:latin typeface="Meiryo UI" panose="020B0604030504040204" pitchFamily="50" charset="-128"/>
              <a:ea typeface="Meiryo UI" panose="020B0604030504040204" pitchFamily="50" charset="-128"/>
            </a:endParaRPr>
          </a:p>
          <a:p>
            <a:pPr marL="284163" indent="0">
              <a:lnSpc>
                <a:spcPct val="90000"/>
              </a:lnSpc>
              <a:spcAft>
                <a:spcPts val="0"/>
              </a:spcAft>
            </a:pPr>
            <a:r>
              <a:rPr lang="en-GB" altLang="ja-JP" sz="1400" kern="0" dirty="0">
                <a:solidFill>
                  <a:srgbClr val="000000"/>
                </a:solidFill>
                <a:latin typeface="Meiryo UI" panose="020B0604030504040204" pitchFamily="50" charset="-128"/>
                <a:ea typeface="Meiryo UI" panose="020B0604030504040204" pitchFamily="50" charset="-128"/>
              </a:rPr>
              <a:t>          -  </a:t>
            </a:r>
            <a:r>
              <a:rPr lang="ja-JP" altLang="en-US" sz="1400" kern="0" dirty="0">
                <a:solidFill>
                  <a:srgbClr val="000000"/>
                </a:solidFill>
                <a:latin typeface="Meiryo UI" panose="020B0604030504040204" pitchFamily="50" charset="-128"/>
                <a:ea typeface="Meiryo UI" panose="020B0604030504040204" pitchFamily="50" charset="-128"/>
              </a:rPr>
              <a:t>開発チーム　</a:t>
            </a:r>
            <a:r>
              <a:rPr lang="en-US" altLang="ja-JP" sz="1400" kern="0" dirty="0">
                <a:solidFill>
                  <a:srgbClr val="000000"/>
                </a:solidFill>
                <a:latin typeface="Meiryo UI" panose="020B0604030504040204" pitchFamily="50" charset="-128"/>
                <a:ea typeface="Meiryo UI" panose="020B0604030504040204" pitchFamily="50" charset="-128"/>
              </a:rPr>
              <a:t>(</a:t>
            </a:r>
            <a:r>
              <a:rPr lang="en-US" altLang="ja-JP" sz="1400" dirty="0">
                <a:solidFill>
                  <a:srgbClr val="0000FF"/>
                </a:solidFill>
                <a:latin typeface="Meiryo UI" panose="020B0604030504040204" pitchFamily="50" charset="-128"/>
                <a:ea typeface="Meiryo UI" panose="020B0604030504040204" pitchFamily="50" charset="-128"/>
              </a:rPr>
              <a:t>Bosch</a:t>
            </a:r>
            <a:r>
              <a:rPr lang="en-GB" altLang="ja-JP" sz="1400" kern="0" dirty="0">
                <a:solidFill>
                  <a:srgbClr val="000000"/>
                </a:solidFill>
                <a:latin typeface="Meiryo UI" panose="020B0604030504040204" pitchFamily="50" charset="-128"/>
                <a:ea typeface="Meiryo UI" panose="020B0604030504040204" pitchFamily="50" charset="-128"/>
              </a:rPr>
              <a:t>- calibration, SW, HW, </a:t>
            </a:r>
            <a:r>
              <a:rPr lang="ja-JP" altLang="en-US" sz="1400" kern="0" dirty="0">
                <a:solidFill>
                  <a:srgbClr val="000000"/>
                </a:solidFill>
                <a:latin typeface="Meiryo UI" panose="020B0604030504040204" pitchFamily="50" charset="-128"/>
                <a:ea typeface="Meiryo UI" panose="020B0604030504040204" pitchFamily="50" charset="-128"/>
              </a:rPr>
              <a:t>工場</a:t>
            </a:r>
            <a:r>
              <a:rPr lang="en-US" altLang="ja-JP" sz="1400" kern="0" dirty="0">
                <a:solidFill>
                  <a:srgbClr val="000000"/>
                </a:solidFill>
                <a:latin typeface="Meiryo UI" panose="020B0604030504040204" pitchFamily="50" charset="-128"/>
                <a:ea typeface="Meiryo UI" panose="020B0604030504040204" pitchFamily="50" charset="-128"/>
              </a:rPr>
              <a:t>) </a:t>
            </a:r>
            <a:r>
              <a:rPr lang="ja-JP" altLang="en-US" sz="1400" kern="0" dirty="0">
                <a:solidFill>
                  <a:srgbClr val="000000"/>
                </a:solidFill>
                <a:latin typeface="Meiryo UI" panose="020B0604030504040204" pitchFamily="50" charset="-128"/>
                <a:ea typeface="Meiryo UI" panose="020B0604030504040204" pitchFamily="50" charset="-128"/>
              </a:rPr>
              <a:t>と顧客との調整</a:t>
            </a:r>
            <a:br>
              <a:rPr lang="en-US" altLang="ja-JP" sz="1400" kern="0" dirty="0">
                <a:solidFill>
                  <a:srgbClr val="000000"/>
                </a:solidFill>
                <a:latin typeface="Meiryo UI" panose="020B0604030504040204" pitchFamily="50" charset="-128"/>
                <a:ea typeface="Meiryo UI" panose="020B0604030504040204" pitchFamily="50" charset="-128"/>
              </a:rPr>
            </a:br>
            <a:r>
              <a:rPr lang="ja-JP" altLang="en-US" sz="1400" kern="0" dirty="0">
                <a:solidFill>
                  <a:srgbClr val="000000"/>
                </a:solidFill>
                <a:latin typeface="Meiryo UI" panose="020B0604030504040204" pitchFamily="50" charset="-128"/>
                <a:ea typeface="Meiryo UI" panose="020B0604030504040204" pitchFamily="50" charset="-128"/>
              </a:rPr>
              <a:t>           （日々のコミュニケーション、チーム打合せ、定例会）</a:t>
            </a:r>
            <a:endParaRPr lang="en-GB" altLang="ja-JP" sz="1400" kern="0" dirty="0">
              <a:solidFill>
                <a:srgbClr val="000000"/>
              </a:solidFill>
              <a:latin typeface="Meiryo UI" panose="020B0604030504040204" pitchFamily="50" charset="-128"/>
              <a:ea typeface="Meiryo UI" panose="020B0604030504040204" pitchFamily="50" charset="-128"/>
            </a:endParaRPr>
          </a:p>
          <a:p>
            <a:pPr marL="284163" indent="0">
              <a:lnSpc>
                <a:spcPct val="90000"/>
              </a:lnSpc>
              <a:spcAft>
                <a:spcPts val="0"/>
              </a:spcAft>
            </a:pPr>
            <a:endParaRPr lang="en-GB" altLang="ja-JP" sz="1400" kern="0" dirty="0">
              <a:solidFill>
                <a:srgbClr val="000000"/>
              </a:solidFill>
              <a:latin typeface="Meiryo UI" panose="020B0604030504040204" pitchFamily="50" charset="-128"/>
              <a:ea typeface="Meiryo UI" panose="020B0604030504040204" pitchFamily="50" charset="-128"/>
            </a:endParaRPr>
          </a:p>
          <a:p>
            <a:pPr marL="284163" indent="0">
              <a:lnSpc>
                <a:spcPct val="90000"/>
              </a:lnSpc>
              <a:spcAft>
                <a:spcPts val="0"/>
              </a:spcAft>
            </a:pPr>
            <a:r>
              <a:rPr lang="en-GB" altLang="ja-JP" sz="1400" kern="0" dirty="0">
                <a:solidFill>
                  <a:srgbClr val="000000"/>
                </a:solidFill>
                <a:latin typeface="Meiryo UI" panose="020B0604030504040204" pitchFamily="50" charset="-128"/>
                <a:ea typeface="Meiryo UI" panose="020B0604030504040204" pitchFamily="50" charset="-128"/>
              </a:rPr>
              <a:t> (2)</a:t>
            </a:r>
            <a:r>
              <a:rPr lang="ja-JP" altLang="en-US" sz="1400" kern="0" dirty="0">
                <a:solidFill>
                  <a:srgbClr val="000000"/>
                </a:solidFill>
                <a:latin typeface="Meiryo UI" panose="020B0604030504040204" pitchFamily="50" charset="-128"/>
                <a:ea typeface="Meiryo UI" panose="020B0604030504040204" pitchFamily="50" charset="-128"/>
              </a:rPr>
              <a:t>　品質と仕様の管理</a:t>
            </a:r>
            <a:r>
              <a:rPr lang="en-GB" altLang="ja-JP" sz="1400" kern="0" dirty="0">
                <a:solidFill>
                  <a:srgbClr val="000000"/>
                </a:solidFill>
                <a:latin typeface="Meiryo UI" panose="020B0604030504040204" pitchFamily="50" charset="-128"/>
                <a:ea typeface="Meiryo UI" panose="020B0604030504040204" pitchFamily="50" charset="-128"/>
              </a:rPr>
              <a:t> </a:t>
            </a:r>
            <a:r>
              <a:rPr lang="ja-JP" altLang="en-US" sz="1400" kern="0" dirty="0">
                <a:solidFill>
                  <a:srgbClr val="000000"/>
                </a:solidFill>
                <a:latin typeface="Meiryo UI" panose="020B0604030504040204" pitchFamily="50" charset="-128"/>
                <a:ea typeface="Meiryo UI" panose="020B0604030504040204" pitchFamily="50" charset="-128"/>
              </a:rPr>
              <a:t>（品質問題を避けるため）</a:t>
            </a:r>
            <a:endParaRPr lang="en-GB" altLang="ja-JP" sz="1400" kern="0" dirty="0">
              <a:solidFill>
                <a:srgbClr val="000000"/>
              </a:solidFill>
              <a:latin typeface="Meiryo UI" panose="020B0604030504040204" pitchFamily="50" charset="-128"/>
              <a:ea typeface="Meiryo UI" panose="020B0604030504040204" pitchFamily="50" charset="-128"/>
            </a:endParaRPr>
          </a:p>
          <a:p>
            <a:pPr marL="284163" indent="0">
              <a:lnSpc>
                <a:spcPct val="90000"/>
              </a:lnSpc>
              <a:spcAft>
                <a:spcPts val="0"/>
              </a:spcAft>
            </a:pPr>
            <a:r>
              <a:rPr lang="ja-JP" altLang="en-US" sz="1400" kern="0" dirty="0">
                <a:solidFill>
                  <a:srgbClr val="000000"/>
                </a:solidFill>
                <a:latin typeface="Meiryo UI" panose="020B0604030504040204" pitchFamily="50" charset="-128"/>
                <a:ea typeface="Meiryo UI" panose="020B0604030504040204" pitchFamily="50" charset="-128"/>
              </a:rPr>
              <a:t>　　　　 </a:t>
            </a:r>
            <a:r>
              <a:rPr lang="en-US" altLang="ja-JP" sz="1400" kern="0" dirty="0">
                <a:solidFill>
                  <a:srgbClr val="000000"/>
                </a:solidFill>
                <a:latin typeface="Meiryo UI" panose="020B0604030504040204" pitchFamily="50" charset="-128"/>
                <a:ea typeface="Meiryo UI" panose="020B0604030504040204" pitchFamily="50" charset="-128"/>
              </a:rPr>
              <a:t>- </a:t>
            </a:r>
            <a:r>
              <a:rPr lang="ja-JP" altLang="en-US" sz="1400" kern="0" dirty="0">
                <a:solidFill>
                  <a:srgbClr val="000000"/>
                </a:solidFill>
                <a:latin typeface="Meiryo UI" panose="020B0604030504040204" pitchFamily="50" charset="-128"/>
                <a:ea typeface="Meiryo UI" panose="020B0604030504040204" pitchFamily="50" charset="-128"/>
              </a:rPr>
              <a:t>技術的なトピックの調整（</a:t>
            </a:r>
            <a:r>
              <a:rPr lang="en-US" altLang="ja-JP" sz="1400" kern="0" dirty="0">
                <a:solidFill>
                  <a:srgbClr val="000000"/>
                </a:solidFill>
                <a:latin typeface="Meiryo UI" panose="020B0604030504040204" pitchFamily="50" charset="-128"/>
                <a:ea typeface="Meiryo UI" panose="020B0604030504040204" pitchFamily="50" charset="-128"/>
              </a:rPr>
              <a:t>Honda </a:t>
            </a:r>
            <a:r>
              <a:rPr lang="ja-JP" altLang="en-US" sz="1400" kern="0" dirty="0">
                <a:solidFill>
                  <a:srgbClr val="000000"/>
                </a:solidFill>
                <a:latin typeface="Meiryo UI" panose="020B0604030504040204" pitchFamily="50" charset="-128"/>
                <a:ea typeface="Meiryo UI" panose="020B0604030504040204" pitchFamily="50" charset="-128"/>
              </a:rPr>
              <a:t>と</a:t>
            </a:r>
            <a:r>
              <a:rPr lang="en-US" altLang="ja-JP" sz="1400" dirty="0">
                <a:solidFill>
                  <a:srgbClr val="0000FF"/>
                </a:solidFill>
                <a:latin typeface="Meiryo UI" panose="020B0604030504040204" pitchFamily="50" charset="-128"/>
                <a:ea typeface="Meiryo UI" panose="020B0604030504040204" pitchFamily="50" charset="-128"/>
              </a:rPr>
              <a:t>Bosch</a:t>
            </a:r>
            <a:r>
              <a:rPr lang="ja-JP" altLang="en-US" sz="1400" kern="0" dirty="0">
                <a:solidFill>
                  <a:srgbClr val="000000"/>
                </a:solidFill>
                <a:latin typeface="Meiryo UI" panose="020B0604030504040204" pitchFamily="50" charset="-128"/>
                <a:ea typeface="Meiryo UI" panose="020B0604030504040204" pitchFamily="50" charset="-128"/>
              </a:rPr>
              <a:t>内部）</a:t>
            </a:r>
            <a:endParaRPr lang="en-GB" altLang="ja-JP" sz="1400" kern="0" dirty="0">
              <a:solidFill>
                <a:srgbClr val="000000"/>
              </a:solidFill>
              <a:latin typeface="Meiryo UI" panose="020B0604030504040204" pitchFamily="50" charset="-128"/>
              <a:ea typeface="Meiryo UI" panose="020B0604030504040204" pitchFamily="50" charset="-128"/>
            </a:endParaRPr>
          </a:p>
          <a:p>
            <a:pPr marL="284163" indent="0">
              <a:lnSpc>
                <a:spcPct val="90000"/>
              </a:lnSpc>
              <a:spcAft>
                <a:spcPts val="0"/>
              </a:spcAft>
            </a:pPr>
            <a:r>
              <a:rPr lang="ja-JP" altLang="en-US" sz="1400" kern="0" dirty="0">
                <a:solidFill>
                  <a:srgbClr val="000000"/>
                </a:solidFill>
                <a:latin typeface="Meiryo UI" panose="020B0604030504040204" pitchFamily="50" charset="-128"/>
                <a:ea typeface="Meiryo UI" panose="020B0604030504040204" pitchFamily="50" charset="-128"/>
              </a:rPr>
              <a:t>　　　　 </a:t>
            </a:r>
            <a:r>
              <a:rPr lang="en-GB" altLang="ja-JP" sz="1400" kern="0" dirty="0">
                <a:solidFill>
                  <a:srgbClr val="000000"/>
                </a:solidFill>
                <a:latin typeface="Meiryo UI" panose="020B0604030504040204" pitchFamily="50" charset="-128"/>
                <a:ea typeface="Meiryo UI" panose="020B0604030504040204" pitchFamily="50" charset="-128"/>
              </a:rPr>
              <a:t>- </a:t>
            </a:r>
            <a:r>
              <a:rPr lang="ja-JP" altLang="en-US" sz="1400" kern="0" dirty="0">
                <a:solidFill>
                  <a:srgbClr val="000000"/>
                </a:solidFill>
                <a:latin typeface="Meiryo UI" panose="020B0604030504040204" pitchFamily="50" charset="-128"/>
                <a:ea typeface="Meiryo UI" panose="020B0604030504040204" pitchFamily="50" charset="-128"/>
              </a:rPr>
              <a:t>未解決項目のリストアップ、フォローとレビュー（</a:t>
            </a:r>
            <a:r>
              <a:rPr lang="en-US" altLang="ja-JP" sz="1400" kern="0" dirty="0">
                <a:solidFill>
                  <a:srgbClr val="000000"/>
                </a:solidFill>
                <a:latin typeface="Meiryo UI" panose="020B0604030504040204" pitchFamily="50" charset="-128"/>
                <a:ea typeface="Meiryo UI" panose="020B0604030504040204" pitchFamily="50" charset="-128"/>
              </a:rPr>
              <a:t>Honda </a:t>
            </a:r>
            <a:r>
              <a:rPr lang="ja-JP" altLang="en-US" sz="1400" kern="0" dirty="0">
                <a:solidFill>
                  <a:srgbClr val="000000"/>
                </a:solidFill>
                <a:latin typeface="Meiryo UI" panose="020B0604030504040204" pitchFamily="50" charset="-128"/>
                <a:ea typeface="Meiryo UI" panose="020B0604030504040204" pitchFamily="50" charset="-128"/>
              </a:rPr>
              <a:t>と </a:t>
            </a:r>
            <a:r>
              <a:rPr lang="en-US" altLang="ja-JP" sz="1400" dirty="0">
                <a:solidFill>
                  <a:srgbClr val="0000FF"/>
                </a:solidFill>
                <a:latin typeface="Meiryo UI" panose="020B0604030504040204" pitchFamily="50" charset="-128"/>
                <a:ea typeface="Meiryo UI" panose="020B0604030504040204" pitchFamily="50" charset="-128"/>
              </a:rPr>
              <a:t>Bosch</a:t>
            </a:r>
            <a:r>
              <a:rPr lang="ja-JP" altLang="en-US" sz="1400" kern="0" dirty="0">
                <a:solidFill>
                  <a:srgbClr val="000000"/>
                </a:solidFill>
                <a:latin typeface="Meiryo UI" panose="020B0604030504040204" pitchFamily="50" charset="-128"/>
                <a:ea typeface="Meiryo UI" panose="020B0604030504040204" pitchFamily="50" charset="-128"/>
              </a:rPr>
              <a:t>内部）</a:t>
            </a:r>
            <a:endParaRPr lang="en-US" altLang="ja-JP" sz="1400" kern="0" dirty="0">
              <a:solidFill>
                <a:srgbClr val="000000"/>
              </a:solidFill>
              <a:latin typeface="Meiryo UI" panose="020B0604030504040204" pitchFamily="50" charset="-128"/>
              <a:ea typeface="Meiryo UI" panose="020B0604030504040204" pitchFamily="50" charset="-128"/>
            </a:endParaRPr>
          </a:p>
          <a:p>
            <a:pPr marL="284163" indent="0">
              <a:lnSpc>
                <a:spcPct val="90000"/>
              </a:lnSpc>
              <a:spcAft>
                <a:spcPts val="0"/>
              </a:spcAft>
            </a:pPr>
            <a:r>
              <a:rPr lang="ja-JP" altLang="en-US" sz="1400" kern="0" dirty="0">
                <a:solidFill>
                  <a:srgbClr val="000000"/>
                </a:solidFill>
                <a:latin typeface="Meiryo UI" panose="020B0604030504040204" pitchFamily="50" charset="-128"/>
                <a:ea typeface="Meiryo UI" panose="020B0604030504040204" pitchFamily="50" charset="-128"/>
              </a:rPr>
              <a:t>　　　　 </a:t>
            </a:r>
            <a:r>
              <a:rPr lang="en-US" altLang="ja-JP" sz="1400" kern="0" dirty="0">
                <a:solidFill>
                  <a:srgbClr val="000000"/>
                </a:solidFill>
                <a:latin typeface="Meiryo UI" panose="020B0604030504040204" pitchFamily="50" charset="-128"/>
                <a:ea typeface="Meiryo UI" panose="020B0604030504040204" pitchFamily="50" charset="-128"/>
              </a:rPr>
              <a:t>- </a:t>
            </a:r>
            <a:r>
              <a:rPr lang="ja-JP" altLang="en-US" sz="1400" kern="0" dirty="0">
                <a:solidFill>
                  <a:srgbClr val="000000"/>
                </a:solidFill>
                <a:latin typeface="Meiryo UI" panose="020B0604030504040204" pitchFamily="50" charset="-128"/>
                <a:ea typeface="Meiryo UI" panose="020B0604030504040204" pitchFamily="50" charset="-128"/>
              </a:rPr>
              <a:t>リスク管理 </a:t>
            </a:r>
            <a:r>
              <a:rPr lang="en-US" altLang="ja-JP" sz="1400" kern="0" dirty="0">
                <a:solidFill>
                  <a:srgbClr val="000000"/>
                </a:solidFill>
                <a:latin typeface="Meiryo UI" panose="020B0604030504040204" pitchFamily="50" charset="-128"/>
                <a:ea typeface="Meiryo UI" panose="020B0604030504040204" pitchFamily="50" charset="-128"/>
              </a:rPr>
              <a:t>(</a:t>
            </a:r>
            <a:r>
              <a:rPr lang="ja-JP" altLang="en-US" sz="1400" kern="0" dirty="0">
                <a:solidFill>
                  <a:srgbClr val="000000"/>
                </a:solidFill>
                <a:latin typeface="Meiryo UI" panose="020B0604030504040204" pitchFamily="50" charset="-128"/>
                <a:ea typeface="Meiryo UI" panose="020B0604030504040204" pitchFamily="50" charset="-128"/>
              </a:rPr>
              <a:t>危機状況の場合は上位管理者への報告</a:t>
            </a:r>
            <a:r>
              <a:rPr lang="en-US" altLang="ja-JP" sz="1400" kern="0" dirty="0">
                <a:solidFill>
                  <a:srgbClr val="000000"/>
                </a:solidFill>
                <a:latin typeface="Meiryo UI" panose="020B0604030504040204" pitchFamily="50" charset="-128"/>
                <a:ea typeface="Meiryo UI" panose="020B0604030504040204" pitchFamily="50" charset="-128"/>
              </a:rPr>
              <a:t>)</a:t>
            </a:r>
          </a:p>
          <a:p>
            <a:pPr marL="284163" indent="0">
              <a:lnSpc>
                <a:spcPct val="90000"/>
              </a:lnSpc>
              <a:spcAft>
                <a:spcPts val="0"/>
              </a:spcAft>
            </a:pPr>
            <a:r>
              <a:rPr lang="ja-JP" altLang="en-US" sz="1400" kern="0" dirty="0">
                <a:solidFill>
                  <a:srgbClr val="000000"/>
                </a:solidFill>
                <a:latin typeface="Meiryo UI" panose="020B0604030504040204" pitchFamily="50" charset="-128"/>
                <a:ea typeface="Meiryo UI" panose="020B0604030504040204" pitchFamily="50" charset="-128"/>
              </a:rPr>
              <a:t>　　　　 </a:t>
            </a:r>
            <a:r>
              <a:rPr lang="en-US" altLang="ja-JP" sz="1400" kern="0" dirty="0">
                <a:solidFill>
                  <a:srgbClr val="000000"/>
                </a:solidFill>
                <a:latin typeface="Meiryo UI" panose="020B0604030504040204" pitchFamily="50" charset="-128"/>
                <a:ea typeface="Meiryo UI" panose="020B0604030504040204" pitchFamily="50" charset="-128"/>
              </a:rPr>
              <a:t>-</a:t>
            </a:r>
            <a:r>
              <a:rPr lang="ja-JP" altLang="en-US" sz="1400" kern="0" dirty="0">
                <a:solidFill>
                  <a:srgbClr val="000000"/>
                </a:solidFill>
                <a:latin typeface="Meiryo UI" panose="020B0604030504040204" pitchFamily="50" charset="-128"/>
                <a:ea typeface="Meiryo UI" panose="020B0604030504040204" pitchFamily="50" charset="-128"/>
              </a:rPr>
              <a:t> </a:t>
            </a:r>
            <a:r>
              <a:rPr lang="en-US" altLang="ja-JP" sz="1400" dirty="0">
                <a:solidFill>
                  <a:srgbClr val="0000FF"/>
                </a:solidFill>
                <a:latin typeface="Meiryo UI" panose="020B0604030504040204" pitchFamily="50" charset="-128"/>
                <a:ea typeface="Meiryo UI" panose="020B0604030504040204" pitchFamily="50" charset="-128"/>
              </a:rPr>
              <a:t>Bosch</a:t>
            </a:r>
            <a:r>
              <a:rPr lang="ja-JP" altLang="en-US" sz="1400" kern="0" dirty="0">
                <a:solidFill>
                  <a:srgbClr val="000000"/>
                </a:solidFill>
                <a:latin typeface="Meiryo UI" panose="020B0604030504040204" pitchFamily="50" charset="-128"/>
                <a:ea typeface="Meiryo UI" panose="020B0604030504040204" pitchFamily="50" charset="-128"/>
              </a:rPr>
              <a:t>内部の品質プロセスに準じること </a:t>
            </a:r>
            <a:r>
              <a:rPr lang="en-US" altLang="ja-JP" sz="1400" kern="0" dirty="0">
                <a:solidFill>
                  <a:srgbClr val="000000"/>
                </a:solidFill>
                <a:latin typeface="Meiryo UI" panose="020B0604030504040204" pitchFamily="50" charset="-128"/>
                <a:ea typeface="Meiryo UI" panose="020B0604030504040204" pitchFamily="50" charset="-128"/>
              </a:rPr>
              <a:t>(</a:t>
            </a:r>
            <a:r>
              <a:rPr lang="en-US" altLang="ja-JP" sz="1400" dirty="0">
                <a:solidFill>
                  <a:srgbClr val="0000FF"/>
                </a:solidFill>
                <a:latin typeface="Meiryo UI" panose="020B0604030504040204" pitchFamily="50" charset="-128"/>
                <a:ea typeface="Meiryo UI" panose="020B0604030504040204" pitchFamily="50" charset="-128"/>
              </a:rPr>
              <a:t>Bosch</a:t>
            </a:r>
            <a:r>
              <a:rPr lang="ja-JP" altLang="en-US" sz="1400" dirty="0">
                <a:solidFill>
                  <a:srgbClr val="0000FF"/>
                </a:solidFill>
                <a:latin typeface="Meiryo UI" panose="020B0604030504040204" pitchFamily="50" charset="-128"/>
                <a:ea typeface="Meiryo UI" panose="020B0604030504040204" pitchFamily="50" charset="-128"/>
              </a:rPr>
              <a:t> </a:t>
            </a:r>
            <a:r>
              <a:rPr lang="ja-JP" altLang="en-US" sz="1400" kern="0" dirty="0">
                <a:solidFill>
                  <a:srgbClr val="000000"/>
                </a:solidFill>
                <a:latin typeface="Meiryo UI" panose="020B0604030504040204" pitchFamily="50" charset="-128"/>
                <a:ea typeface="Meiryo UI" panose="020B0604030504040204" pitchFamily="50" charset="-128"/>
              </a:rPr>
              <a:t>クオリティゲート、管理プロセス，文書管理、など</a:t>
            </a:r>
            <a:r>
              <a:rPr lang="en-US" altLang="ja-JP" sz="1400" kern="0" dirty="0">
                <a:solidFill>
                  <a:srgbClr val="000000"/>
                </a:solidFill>
                <a:latin typeface="Meiryo UI" panose="020B0604030504040204" pitchFamily="50" charset="-128"/>
                <a:ea typeface="Meiryo UI" panose="020B0604030504040204" pitchFamily="50" charset="-128"/>
              </a:rPr>
              <a:t>)</a:t>
            </a:r>
            <a:endParaRPr lang="en-GB" altLang="ja-JP" sz="1400" kern="0" dirty="0">
              <a:solidFill>
                <a:srgbClr val="000000"/>
              </a:solidFill>
              <a:latin typeface="Meiryo UI" panose="020B0604030504040204" pitchFamily="50" charset="-128"/>
              <a:ea typeface="Meiryo UI" panose="020B0604030504040204" pitchFamily="50" charset="-128"/>
            </a:endParaRPr>
          </a:p>
          <a:p>
            <a:pPr marL="284163" indent="0">
              <a:lnSpc>
                <a:spcPct val="90000"/>
              </a:lnSpc>
              <a:spcAft>
                <a:spcPts val="0"/>
              </a:spcAft>
            </a:pPr>
            <a:endParaRPr lang="en-GB" altLang="ja-JP" sz="1400" kern="0" dirty="0">
              <a:solidFill>
                <a:srgbClr val="000000"/>
              </a:solidFill>
              <a:latin typeface="Meiryo UI" panose="020B0604030504040204" pitchFamily="50" charset="-128"/>
              <a:ea typeface="Meiryo UI" panose="020B0604030504040204" pitchFamily="50" charset="-128"/>
            </a:endParaRPr>
          </a:p>
          <a:p>
            <a:pPr marL="284163" indent="0">
              <a:lnSpc>
                <a:spcPct val="90000"/>
              </a:lnSpc>
              <a:spcAft>
                <a:spcPts val="0"/>
              </a:spcAft>
            </a:pPr>
            <a:r>
              <a:rPr lang="en-GB" altLang="ja-JP" sz="1400" kern="0" dirty="0">
                <a:solidFill>
                  <a:srgbClr val="000000"/>
                </a:solidFill>
                <a:latin typeface="Meiryo UI" panose="020B0604030504040204" pitchFamily="50" charset="-128"/>
                <a:ea typeface="Meiryo UI" panose="020B0604030504040204" pitchFamily="50" charset="-128"/>
              </a:rPr>
              <a:t> (3) </a:t>
            </a:r>
            <a:r>
              <a:rPr lang="ja-JP" altLang="en-US" sz="1400" kern="0" dirty="0">
                <a:solidFill>
                  <a:srgbClr val="000000"/>
                </a:solidFill>
                <a:latin typeface="Meiryo UI" panose="020B0604030504040204" pitchFamily="50" charset="-128"/>
                <a:ea typeface="Meiryo UI" panose="020B0604030504040204" pitchFamily="50" charset="-128"/>
              </a:rPr>
              <a:t>コスト管理</a:t>
            </a:r>
            <a:r>
              <a:rPr lang="en-GB" altLang="ja-JP" sz="1400" kern="0" dirty="0">
                <a:solidFill>
                  <a:srgbClr val="000000"/>
                </a:solidFill>
                <a:latin typeface="Meiryo UI" panose="020B0604030504040204" pitchFamily="50" charset="-128"/>
                <a:ea typeface="Meiryo UI" panose="020B0604030504040204" pitchFamily="50" charset="-128"/>
              </a:rPr>
              <a:t> (</a:t>
            </a:r>
            <a:r>
              <a:rPr lang="ja-JP" altLang="en-US" sz="1400" kern="0" dirty="0">
                <a:solidFill>
                  <a:srgbClr val="000000"/>
                </a:solidFill>
                <a:latin typeface="Meiryo UI" panose="020B0604030504040204" pitchFamily="50" charset="-128"/>
                <a:ea typeface="Meiryo UI" panose="020B0604030504040204" pitchFamily="50" charset="-128"/>
              </a:rPr>
              <a:t>プロジェクトの予算を守るため</a:t>
            </a:r>
            <a:r>
              <a:rPr lang="en-GB" altLang="ja-JP" sz="1400" kern="0" dirty="0">
                <a:solidFill>
                  <a:srgbClr val="000000"/>
                </a:solidFill>
                <a:latin typeface="Meiryo UI" panose="020B0604030504040204" pitchFamily="50" charset="-128"/>
                <a:ea typeface="Meiryo UI" panose="020B0604030504040204" pitchFamily="50" charset="-128"/>
              </a:rPr>
              <a:t>)</a:t>
            </a:r>
          </a:p>
          <a:p>
            <a:pPr marL="284163" indent="0">
              <a:lnSpc>
                <a:spcPct val="90000"/>
              </a:lnSpc>
              <a:spcAft>
                <a:spcPts val="0"/>
              </a:spcAft>
            </a:pPr>
            <a:r>
              <a:rPr lang="en-GB" altLang="ja-JP" sz="1400" kern="0" dirty="0">
                <a:solidFill>
                  <a:srgbClr val="000000"/>
                </a:solidFill>
                <a:latin typeface="Meiryo UI" panose="020B0604030504040204" pitchFamily="50" charset="-128"/>
                <a:ea typeface="Meiryo UI" panose="020B0604030504040204" pitchFamily="50" charset="-128"/>
              </a:rPr>
              <a:t>          -  </a:t>
            </a:r>
            <a:r>
              <a:rPr lang="ja-JP" altLang="en-US" sz="1400" kern="0" dirty="0">
                <a:solidFill>
                  <a:srgbClr val="000000"/>
                </a:solidFill>
                <a:latin typeface="Meiryo UI" panose="020B0604030504040204" pitchFamily="50" charset="-128"/>
                <a:ea typeface="Meiryo UI" panose="020B0604030504040204" pitchFamily="50" charset="-128"/>
              </a:rPr>
              <a:t>プロジェクトコストの管理</a:t>
            </a:r>
            <a:endParaRPr lang="en-US" altLang="ja-JP" sz="1400" kern="0" dirty="0">
              <a:solidFill>
                <a:srgbClr val="000000"/>
              </a:solidFill>
              <a:latin typeface="Meiryo UI" panose="020B0604030504040204" pitchFamily="50" charset="-128"/>
              <a:ea typeface="Meiryo UI" panose="020B0604030504040204" pitchFamily="50" charset="-128"/>
            </a:endParaRPr>
          </a:p>
          <a:p>
            <a:pPr marL="284163" indent="0">
              <a:lnSpc>
                <a:spcPct val="90000"/>
              </a:lnSpc>
              <a:spcAft>
                <a:spcPts val="0"/>
              </a:spcAft>
            </a:pPr>
            <a:r>
              <a:rPr lang="en-GB" altLang="ja-JP" sz="1400" kern="0" dirty="0">
                <a:solidFill>
                  <a:srgbClr val="000000"/>
                </a:solidFill>
                <a:latin typeface="Meiryo UI" panose="020B0604030504040204" pitchFamily="50" charset="-128"/>
                <a:ea typeface="Meiryo UI" panose="020B0604030504040204" pitchFamily="50" charset="-128"/>
              </a:rPr>
              <a:t>          -  </a:t>
            </a:r>
            <a:r>
              <a:rPr lang="ja-JP" altLang="en-US" sz="1400" kern="0" dirty="0">
                <a:solidFill>
                  <a:srgbClr val="000000"/>
                </a:solidFill>
                <a:latin typeface="Meiryo UI" panose="020B0604030504040204" pitchFamily="50" charset="-128"/>
                <a:ea typeface="Meiryo UI" panose="020B0604030504040204" pitchFamily="50" charset="-128"/>
              </a:rPr>
              <a:t>成果物の管理</a:t>
            </a:r>
            <a:endParaRPr lang="en-US" altLang="ja-JP" sz="1400" kern="0" dirty="0">
              <a:solidFill>
                <a:srgbClr val="000000"/>
              </a:solidFill>
              <a:latin typeface="Meiryo UI" panose="020B0604030504040204" pitchFamily="50" charset="-128"/>
              <a:ea typeface="Meiryo UI" panose="020B0604030504040204" pitchFamily="50" charset="-128"/>
            </a:endParaRPr>
          </a:p>
          <a:p>
            <a:pPr marL="284163" indent="0">
              <a:lnSpc>
                <a:spcPct val="90000"/>
              </a:lnSpc>
              <a:spcAft>
                <a:spcPts val="0"/>
              </a:spcAft>
            </a:pPr>
            <a:r>
              <a:rPr lang="en-GB" altLang="ja-JP" sz="1400" kern="0" dirty="0">
                <a:solidFill>
                  <a:srgbClr val="000000"/>
                </a:solidFill>
                <a:latin typeface="Meiryo UI" panose="020B0604030504040204" pitchFamily="50" charset="-128"/>
                <a:ea typeface="Meiryo UI" panose="020B0604030504040204" pitchFamily="50" charset="-128"/>
              </a:rPr>
              <a:t>          -  </a:t>
            </a:r>
            <a:r>
              <a:rPr lang="en-US" altLang="ja-JP" sz="1400" kern="0" dirty="0">
                <a:solidFill>
                  <a:srgbClr val="000000"/>
                </a:solidFill>
                <a:latin typeface="Meiryo UI" panose="020B0604030504040204" pitchFamily="50" charset="-128"/>
                <a:ea typeface="Meiryo UI" panose="020B0604030504040204" pitchFamily="50" charset="-128"/>
              </a:rPr>
              <a:t>CR</a:t>
            </a:r>
            <a:r>
              <a:rPr lang="ja-JP" altLang="en-US" sz="1400" kern="0" dirty="0">
                <a:solidFill>
                  <a:srgbClr val="000000"/>
                </a:solidFill>
                <a:latin typeface="Meiryo UI" panose="020B0604030504040204" pitchFamily="50" charset="-128"/>
                <a:ea typeface="Meiryo UI" panose="020B0604030504040204" pitchFamily="50" charset="-128"/>
              </a:rPr>
              <a:t>項目の調整</a:t>
            </a:r>
            <a:endParaRPr lang="en-US" altLang="ja-JP" sz="1400" kern="0" dirty="0">
              <a:solidFill>
                <a:srgbClr val="000000"/>
              </a:solidFill>
              <a:latin typeface="Meiryo UI" panose="020B0604030504040204" pitchFamily="50" charset="-128"/>
              <a:ea typeface="Meiryo UI" panose="020B0604030504040204" pitchFamily="50" charset="-128"/>
            </a:endParaRPr>
          </a:p>
          <a:p>
            <a:pPr marL="284163" indent="0">
              <a:lnSpc>
                <a:spcPct val="90000"/>
              </a:lnSpc>
              <a:spcAft>
                <a:spcPts val="0"/>
              </a:spcAft>
            </a:pPr>
            <a:endParaRPr lang="en-US" altLang="ja-JP" sz="1400" b="1" u="sng" kern="0" dirty="0">
              <a:solidFill>
                <a:srgbClr val="000000"/>
              </a:solidFill>
              <a:latin typeface="Meiryo UI" panose="020B0604030504040204" pitchFamily="50" charset="-128"/>
              <a:ea typeface="Meiryo UI" panose="020B0604030504040204" pitchFamily="50" charset="-128"/>
            </a:endParaRPr>
          </a:p>
          <a:p>
            <a:pPr marL="284163" indent="0">
              <a:lnSpc>
                <a:spcPct val="90000"/>
              </a:lnSpc>
              <a:spcAft>
                <a:spcPts val="0"/>
              </a:spcAft>
            </a:pPr>
            <a:r>
              <a:rPr lang="en-US" altLang="ja-JP" sz="1400" b="1" u="sng" kern="0" dirty="0" err="1">
                <a:solidFill>
                  <a:srgbClr val="000000"/>
                </a:solidFill>
                <a:latin typeface="Meiryo UI" panose="020B0604030504040204" pitchFamily="50" charset="-128"/>
                <a:ea typeface="Meiryo UI" panose="020B0604030504040204" pitchFamily="50" charset="-128"/>
              </a:rPr>
              <a:t>PjM</a:t>
            </a:r>
            <a:r>
              <a:rPr lang="ja-JP" altLang="en-US" sz="1400" b="1" u="sng" kern="0" dirty="0">
                <a:solidFill>
                  <a:srgbClr val="000000"/>
                </a:solidFill>
                <a:latin typeface="Meiryo UI" panose="020B0604030504040204" pitchFamily="50" charset="-128"/>
                <a:ea typeface="Meiryo UI" panose="020B0604030504040204" pitchFamily="50" charset="-128"/>
              </a:rPr>
              <a:t>の主な成果物</a:t>
            </a:r>
            <a:r>
              <a:rPr lang="en-GB" altLang="ja-JP" sz="1400" kern="0" dirty="0">
                <a:solidFill>
                  <a:srgbClr val="000000"/>
                </a:solidFill>
                <a:latin typeface="Meiryo UI" panose="020B0604030504040204" pitchFamily="50" charset="-128"/>
                <a:ea typeface="Meiryo UI" panose="020B0604030504040204" pitchFamily="50" charset="-128"/>
              </a:rPr>
              <a:t>		</a:t>
            </a:r>
          </a:p>
          <a:p>
            <a:pPr marL="284163" indent="0">
              <a:lnSpc>
                <a:spcPct val="90000"/>
              </a:lnSpc>
              <a:spcAft>
                <a:spcPts val="0"/>
              </a:spcAft>
            </a:pPr>
            <a:r>
              <a:rPr lang="en-GB" altLang="ja-JP" sz="1400" kern="0" dirty="0">
                <a:solidFill>
                  <a:srgbClr val="000000"/>
                </a:solidFill>
                <a:latin typeface="Meiryo UI" panose="020B0604030504040204" pitchFamily="50" charset="-128"/>
                <a:ea typeface="Meiryo UI" panose="020B0604030504040204" pitchFamily="50" charset="-128"/>
              </a:rPr>
              <a:t>          -  </a:t>
            </a:r>
            <a:r>
              <a:rPr lang="ja-JP" altLang="en-US" sz="1400" b="1" kern="0" dirty="0">
                <a:solidFill>
                  <a:srgbClr val="000000"/>
                </a:solidFill>
                <a:latin typeface="Meiryo UI" panose="020B0604030504040204" pitchFamily="50" charset="-128"/>
                <a:ea typeface="Meiryo UI" panose="020B0604030504040204" pitchFamily="50" charset="-128"/>
              </a:rPr>
              <a:t>プロジェクトの大日程</a:t>
            </a:r>
            <a:r>
              <a:rPr lang="en-GB" altLang="ja-JP" sz="1400" b="1" kern="0" dirty="0">
                <a:solidFill>
                  <a:srgbClr val="000000"/>
                </a:solidFill>
                <a:latin typeface="Meiryo UI" panose="020B0604030504040204" pitchFamily="50" charset="-128"/>
                <a:ea typeface="Meiryo UI" panose="020B0604030504040204" pitchFamily="50" charset="-128"/>
              </a:rPr>
              <a:t>	</a:t>
            </a:r>
            <a:r>
              <a:rPr lang="ja-JP" altLang="en-US" sz="1400" kern="0" dirty="0">
                <a:solidFill>
                  <a:srgbClr val="000000"/>
                </a:solidFill>
                <a:latin typeface="Meiryo UI" panose="020B0604030504040204" pitchFamily="50" charset="-128"/>
                <a:ea typeface="Meiryo UI" panose="020B0604030504040204" pitchFamily="50" charset="-128"/>
              </a:rPr>
              <a:t>スケジュールのトラッキングとアップデートを</a:t>
            </a:r>
            <a:r>
              <a:rPr lang="en-US" altLang="ja-JP" sz="1400" kern="0" dirty="0">
                <a:solidFill>
                  <a:srgbClr val="000000"/>
                </a:solidFill>
                <a:latin typeface="Meiryo UI" panose="020B0604030504040204" pitchFamily="50" charset="-128"/>
                <a:ea typeface="Meiryo UI" panose="020B0604030504040204" pitchFamily="50" charset="-128"/>
              </a:rPr>
              <a:t>Honda</a:t>
            </a:r>
            <a:r>
              <a:rPr lang="ja-JP" altLang="en-US" sz="1400" kern="0" dirty="0">
                <a:solidFill>
                  <a:srgbClr val="000000"/>
                </a:solidFill>
                <a:latin typeface="Meiryo UI" panose="020B0604030504040204" pitchFamily="50" charset="-128"/>
                <a:ea typeface="Meiryo UI" panose="020B0604030504040204" pitchFamily="50" charset="-128"/>
              </a:rPr>
              <a:t>と整合すること</a:t>
            </a:r>
            <a:r>
              <a:rPr lang="en-GB" altLang="ja-JP" sz="1400" kern="0" dirty="0">
                <a:solidFill>
                  <a:srgbClr val="000000"/>
                </a:solidFill>
                <a:latin typeface="Meiryo UI" panose="020B0604030504040204" pitchFamily="50" charset="-128"/>
                <a:ea typeface="Meiryo UI" panose="020B0604030504040204" pitchFamily="50" charset="-128"/>
              </a:rPr>
              <a:t>	</a:t>
            </a:r>
          </a:p>
          <a:p>
            <a:pPr marL="284163" indent="0">
              <a:lnSpc>
                <a:spcPct val="90000"/>
              </a:lnSpc>
              <a:spcAft>
                <a:spcPts val="0"/>
              </a:spcAft>
            </a:pPr>
            <a:r>
              <a:rPr lang="en-GB" altLang="ja-JP" sz="1400" kern="0" dirty="0">
                <a:solidFill>
                  <a:srgbClr val="000000"/>
                </a:solidFill>
                <a:latin typeface="Meiryo UI" panose="020B0604030504040204" pitchFamily="50" charset="-128"/>
                <a:ea typeface="Meiryo UI" panose="020B0604030504040204" pitchFamily="50" charset="-128"/>
              </a:rPr>
              <a:t>          -  </a:t>
            </a:r>
            <a:r>
              <a:rPr lang="en-GB" altLang="ja-JP" sz="1400" b="1" kern="0" dirty="0">
                <a:solidFill>
                  <a:srgbClr val="000000"/>
                </a:solidFill>
                <a:latin typeface="Meiryo UI" panose="020B0604030504040204" pitchFamily="50" charset="-128"/>
                <a:ea typeface="Meiryo UI" panose="020B0604030504040204" pitchFamily="50" charset="-128"/>
              </a:rPr>
              <a:t>OPL</a:t>
            </a:r>
            <a:r>
              <a:rPr lang="en-GB" altLang="ja-JP" sz="1400" kern="0" dirty="0">
                <a:solidFill>
                  <a:srgbClr val="000000"/>
                </a:solidFill>
                <a:latin typeface="Meiryo UI" panose="020B0604030504040204" pitchFamily="50" charset="-128"/>
                <a:ea typeface="Meiryo UI" panose="020B0604030504040204" pitchFamily="50" charset="-128"/>
              </a:rPr>
              <a:t> 		</a:t>
            </a:r>
            <a:r>
              <a:rPr lang="ja-JP" altLang="en-US" sz="1400" kern="0" dirty="0">
                <a:solidFill>
                  <a:srgbClr val="000000"/>
                </a:solidFill>
                <a:latin typeface="Meiryo UI" panose="020B0604030504040204" pitchFamily="50" charset="-128"/>
                <a:ea typeface="Meiryo UI" panose="020B0604030504040204" pitchFamily="50" charset="-128"/>
              </a:rPr>
              <a:t>スケジュール、品質、仕様に関するファイルの管理</a:t>
            </a:r>
            <a:r>
              <a:rPr lang="en-GB" altLang="ja-JP" sz="1400" kern="0" dirty="0">
                <a:solidFill>
                  <a:srgbClr val="000000"/>
                </a:solidFill>
                <a:latin typeface="Meiryo UI" panose="020B0604030504040204" pitchFamily="50" charset="-128"/>
                <a:ea typeface="Meiryo UI" panose="020B0604030504040204" pitchFamily="50" charset="-128"/>
              </a:rPr>
              <a:t>	</a:t>
            </a:r>
          </a:p>
          <a:p>
            <a:pPr marL="284163" indent="0">
              <a:lnSpc>
                <a:spcPct val="90000"/>
              </a:lnSpc>
              <a:spcAft>
                <a:spcPts val="0"/>
              </a:spcAft>
            </a:pPr>
            <a:r>
              <a:rPr lang="en-GB" altLang="ja-JP" sz="1400" kern="0" dirty="0">
                <a:solidFill>
                  <a:srgbClr val="000000"/>
                </a:solidFill>
                <a:latin typeface="Meiryo UI" panose="020B0604030504040204" pitchFamily="50" charset="-128"/>
                <a:ea typeface="Meiryo UI" panose="020B0604030504040204" pitchFamily="50" charset="-128"/>
              </a:rPr>
              <a:t>          -  </a:t>
            </a:r>
            <a:r>
              <a:rPr lang="ja-JP" altLang="en-US" sz="1400" b="1" kern="0" dirty="0">
                <a:solidFill>
                  <a:srgbClr val="000000"/>
                </a:solidFill>
                <a:latin typeface="Meiryo UI" panose="020B0604030504040204" pitchFamily="50" charset="-128"/>
                <a:ea typeface="Meiryo UI" panose="020B0604030504040204" pitchFamily="50" charset="-128"/>
              </a:rPr>
              <a:t>議事録</a:t>
            </a:r>
            <a:r>
              <a:rPr lang="en-US" altLang="ja-JP" sz="1400" b="1" kern="0" dirty="0">
                <a:solidFill>
                  <a:srgbClr val="000000"/>
                </a:solidFill>
                <a:latin typeface="Meiryo UI" panose="020B0604030504040204" pitchFamily="50" charset="-128"/>
                <a:ea typeface="Meiryo UI" panose="020B0604030504040204" pitchFamily="50" charset="-128"/>
              </a:rPr>
              <a:t>	</a:t>
            </a:r>
            <a:r>
              <a:rPr lang="en-GB" altLang="ja-JP" sz="1400" b="1" kern="0" dirty="0">
                <a:solidFill>
                  <a:srgbClr val="000000"/>
                </a:solidFill>
                <a:latin typeface="Meiryo UI" panose="020B0604030504040204" pitchFamily="50" charset="-128"/>
                <a:ea typeface="Meiryo UI" panose="020B0604030504040204" pitchFamily="50" charset="-128"/>
              </a:rPr>
              <a:t>	</a:t>
            </a:r>
            <a:r>
              <a:rPr lang="ja-JP" altLang="en-US" sz="1400" kern="0" dirty="0">
                <a:solidFill>
                  <a:srgbClr val="000000"/>
                </a:solidFill>
                <a:latin typeface="Meiryo UI" panose="020B0604030504040204" pitchFamily="50" charset="-128"/>
                <a:ea typeface="Meiryo UI" panose="020B0604030504040204" pitchFamily="50" charset="-128"/>
              </a:rPr>
              <a:t>スケジュール、品質、コスト管理に関する議事</a:t>
            </a:r>
            <a:endParaRPr lang="en-GB" altLang="ja-JP" sz="1400" kern="0" dirty="0">
              <a:solidFill>
                <a:srgbClr val="000000"/>
              </a:solidFill>
              <a:latin typeface="Meiryo UI" panose="020B0604030504040204" pitchFamily="50" charset="-128"/>
              <a:ea typeface="Meiryo UI" panose="020B0604030504040204" pitchFamily="50" charset="-128"/>
            </a:endParaRPr>
          </a:p>
        </p:txBody>
      </p:sp>
      <p:sp>
        <p:nvSpPr>
          <p:cNvPr id="7" name="Text Box 2"/>
          <p:cNvSpPr txBox="1">
            <a:spLocks noChangeArrowheads="1"/>
          </p:cNvSpPr>
          <p:nvPr/>
        </p:nvSpPr>
        <p:spPr bwMode="auto">
          <a:xfrm>
            <a:off x="133262" y="44451"/>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2000">
                <a:solidFill>
                  <a:srgbClr val="FFFFFF"/>
                </a:solidFill>
                <a:latin typeface="Meiryo UI" panose="020B0604030504040204" pitchFamily="50" charset="-128"/>
                <a:ea typeface="Meiryo UI" panose="020B0604030504040204" pitchFamily="50" charset="-128"/>
                <a:cs typeface="Arial" pitchFamily="34" charset="0"/>
              </a:rPr>
              <a:t>8. Project Management (4/5) </a:t>
            </a:r>
          </a:p>
        </p:txBody>
      </p:sp>
    </p:spTree>
    <p:extLst>
      <p:ext uri="{BB962C8B-B14F-4D97-AF65-F5344CB8AC3E}">
        <p14:creationId xmlns:p14="http://schemas.microsoft.com/office/powerpoint/2010/main" val="17023620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コンテンツ プレースホルダー 2"/>
          <p:cNvSpPr txBox="1">
            <a:spLocks/>
          </p:cNvSpPr>
          <p:nvPr>
            <p:custDataLst>
              <p:tags r:id="rId1"/>
            </p:custDataLst>
          </p:nvPr>
        </p:nvSpPr>
        <p:spPr bwMode="auto">
          <a:xfrm>
            <a:off x="525149" y="1400598"/>
            <a:ext cx="7939582" cy="1303413"/>
          </a:xfrm>
          <a:prstGeom prst="rect">
            <a:avLst/>
          </a:prstGeom>
          <a:noFill/>
          <a:ln w="0">
            <a:noFill/>
            <a:miter lim="800000"/>
            <a:headEnd/>
            <a:tailEnd/>
          </a:ln>
          <a:effectLst/>
          <a:extLs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vert="horz" wrap="square" lIns="0" tIns="0" rIns="0" bIns="0" numCol="1" anchor="t" anchorCtr="0" compatLnSpc="1">
            <a:prstTxWarp prst="textNoShape">
              <a:avLst/>
            </a:prstTxWarp>
            <a:noAutofit/>
          </a:bodyPr>
          <a:lstStyle>
            <a:lvl1pPr marL="251460" indent="-251460" algn="l" rtl="0" eaLnBrk="1" fontAlgn="base" hangingPunct="1">
              <a:lnSpc>
                <a:spcPts val="2300"/>
              </a:lnSpc>
              <a:spcBef>
                <a:spcPts val="500"/>
              </a:spcBef>
              <a:spcAft>
                <a:spcPct val="0"/>
              </a:spcAft>
              <a:buClrTx/>
              <a:buSzPct val="100000"/>
              <a:buFontTx/>
              <a:buNone/>
              <a:defRPr kumimoji="1" sz="1800" b="0" i="0" u="none">
                <a:solidFill>
                  <a:schemeClr val="tx1"/>
                </a:solidFill>
                <a:latin typeface="Bosch Office Sans" panose="020B0604020202020204" pitchFamily="34" charset="0"/>
                <a:ea typeface="+mn-ea"/>
                <a:cs typeface="Arial" pitchFamily="34" charset="0"/>
              </a:defRPr>
            </a:lvl1pPr>
            <a:lvl2pPr marL="467360" indent="-467360" algn="l" rtl="0" eaLnBrk="1" fontAlgn="base" hangingPunct="1">
              <a:lnSpc>
                <a:spcPts val="2000"/>
              </a:lnSpc>
              <a:spcBef>
                <a:spcPts val="500"/>
              </a:spcBef>
              <a:spcAft>
                <a:spcPct val="0"/>
              </a:spcAft>
              <a:buClrTx/>
              <a:buSzPct val="100000"/>
              <a:buFontTx/>
              <a:buNone/>
              <a:defRPr kumimoji="1" sz="1600" b="0" i="0" u="none">
                <a:solidFill>
                  <a:schemeClr val="tx1"/>
                </a:solidFill>
                <a:latin typeface="Bosch Office Sans" panose="020B0604020202020204" pitchFamily="34" charset="0"/>
                <a:cs typeface="Arial" pitchFamily="34" charset="0"/>
              </a:defRPr>
            </a:lvl2pPr>
            <a:lvl3pPr marL="647700" indent="-647700" algn="l" rtl="0" eaLnBrk="1" fontAlgn="base" hangingPunct="1">
              <a:lnSpc>
                <a:spcPts val="1700"/>
              </a:lnSpc>
              <a:spcBef>
                <a:spcPts val="500"/>
              </a:spcBef>
              <a:spcAft>
                <a:spcPct val="0"/>
              </a:spcAft>
              <a:buClrTx/>
              <a:buSzPct val="100000"/>
              <a:buFontTx/>
              <a:buNone/>
              <a:defRPr kumimoji="1" sz="1400" b="0" i="0" u="none">
                <a:solidFill>
                  <a:schemeClr val="tx1"/>
                </a:solidFill>
                <a:latin typeface="Bosch Office Sans" panose="020B0604020202020204" pitchFamily="34" charset="0"/>
                <a:cs typeface="Arial" pitchFamily="34" charset="0"/>
              </a:defRPr>
            </a:lvl3pPr>
            <a:lvl4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4pPr>
            <a:lvl5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5pPr>
            <a:lvl6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6pPr>
            <a:lvl7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7pPr>
            <a:lvl8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8pPr>
            <a:lvl9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9pPr>
          </a:lstStyle>
          <a:p>
            <a:pPr marL="0" indent="0">
              <a:lnSpc>
                <a:spcPct val="105000"/>
              </a:lnSpc>
              <a:spcBef>
                <a:spcPts val="600"/>
              </a:spcBef>
              <a:spcAft>
                <a:spcPts val="0"/>
              </a:spcAft>
            </a:pPr>
            <a:r>
              <a:rPr lang="en-US" sz="1600" b="1" u="sng" kern="0" dirty="0">
                <a:latin typeface="Meiryo UI" panose="020B0604030504040204" pitchFamily="50" charset="-128"/>
                <a:ea typeface="Meiryo UI" panose="020B0604030504040204" pitchFamily="50" charset="-128"/>
              </a:rPr>
              <a:t>OPL Detail</a:t>
            </a:r>
          </a:p>
          <a:p>
            <a:pPr marL="0" indent="0">
              <a:lnSpc>
                <a:spcPct val="105000"/>
              </a:lnSpc>
              <a:spcBef>
                <a:spcPts val="600"/>
              </a:spcBef>
              <a:spcAft>
                <a:spcPts val="0"/>
              </a:spcAft>
            </a:pPr>
            <a:r>
              <a:rPr lang="en-US" sz="1400" kern="0" dirty="0">
                <a:latin typeface="Meiryo UI" panose="020B0604030504040204" pitchFamily="50" charset="-128"/>
                <a:ea typeface="Meiryo UI" panose="020B0604030504040204" pitchFamily="50" charset="-128"/>
              </a:rPr>
              <a:t>Meeting minutes to be written in OPL by</a:t>
            </a:r>
            <a:r>
              <a:rPr lang="ja-JP" altLang="en-US" sz="1400" kern="0" dirty="0">
                <a:latin typeface="Meiryo UI" panose="020B0604030504040204" pitchFamily="50" charset="-128"/>
                <a:ea typeface="Meiryo UI" panose="020B0604030504040204" pitchFamily="50" charset="-128"/>
              </a:rPr>
              <a:t> </a:t>
            </a:r>
            <a:r>
              <a:rPr lang="en-US" altLang="ja-JP" sz="1400" dirty="0">
                <a:solidFill>
                  <a:srgbClr val="0000FF"/>
                </a:solidFill>
                <a:latin typeface="Meiryo UI" panose="020B0604030504040204" pitchFamily="50" charset="-128"/>
                <a:ea typeface="Meiryo UI" panose="020B0604030504040204" pitchFamily="50" charset="-128"/>
              </a:rPr>
              <a:t>Bosch</a:t>
            </a:r>
            <a:r>
              <a:rPr lang="ja-JP" altLang="en-US" sz="1400" dirty="0">
                <a:solidFill>
                  <a:srgbClr val="0000FF"/>
                </a:solidFill>
                <a:latin typeface="Meiryo UI" panose="020B0604030504040204" pitchFamily="50" charset="-128"/>
                <a:ea typeface="Meiryo UI" panose="020B0604030504040204" pitchFamily="50" charset="-128"/>
              </a:rPr>
              <a:t> </a:t>
            </a:r>
            <a:r>
              <a:rPr lang="en-US" sz="1400" kern="0" dirty="0" err="1">
                <a:latin typeface="Meiryo UI" panose="020B0604030504040204" pitchFamily="50" charset="-128"/>
                <a:ea typeface="Meiryo UI" panose="020B0604030504040204" pitchFamily="50" charset="-128"/>
              </a:rPr>
              <a:t>PjM</a:t>
            </a:r>
            <a:r>
              <a:rPr lang="en-US" sz="1400" kern="0" dirty="0">
                <a:latin typeface="Meiryo UI" panose="020B0604030504040204" pitchFamily="50" charset="-128"/>
                <a:ea typeface="Meiryo UI" panose="020B0604030504040204" pitchFamily="50" charset="-128"/>
              </a:rPr>
              <a:t> using OPL excel format.</a:t>
            </a:r>
          </a:p>
          <a:p>
            <a:pPr marL="0" indent="0">
              <a:lnSpc>
                <a:spcPct val="105000"/>
              </a:lnSpc>
              <a:spcBef>
                <a:spcPts val="600"/>
              </a:spcBef>
              <a:spcAft>
                <a:spcPts val="0"/>
              </a:spcAft>
            </a:pPr>
            <a:r>
              <a:rPr lang="en-US" sz="1400" kern="0" dirty="0">
                <a:latin typeface="Meiryo UI" panose="020B0604030504040204" pitchFamily="50" charset="-128"/>
                <a:ea typeface="Meiryo UI" panose="020B0604030504040204" pitchFamily="50" charset="-128"/>
              </a:rPr>
              <a:t>It shall be aligned with Honda in the meeting.</a:t>
            </a:r>
          </a:p>
          <a:p>
            <a:pPr marL="0" indent="0">
              <a:lnSpc>
                <a:spcPct val="105000"/>
              </a:lnSpc>
              <a:spcBef>
                <a:spcPts val="600"/>
              </a:spcBef>
              <a:spcAft>
                <a:spcPts val="0"/>
              </a:spcAft>
            </a:pPr>
            <a:r>
              <a:rPr lang="en-US" sz="1400" kern="0" dirty="0">
                <a:latin typeface="Meiryo UI" panose="020B0604030504040204" pitchFamily="50" charset="-128"/>
                <a:ea typeface="Meiryo UI" panose="020B0604030504040204" pitchFamily="50" charset="-128"/>
              </a:rPr>
              <a:t>Updated OPL and meeting material to be shared with Honda within meeting day.</a:t>
            </a:r>
          </a:p>
        </p:txBody>
      </p:sp>
      <p:sp>
        <p:nvSpPr>
          <p:cNvPr id="8" name="コンテンツ プレースホルダー 2"/>
          <p:cNvSpPr txBox="1">
            <a:spLocks/>
          </p:cNvSpPr>
          <p:nvPr>
            <p:custDataLst>
              <p:tags r:id="rId2"/>
            </p:custDataLst>
          </p:nvPr>
        </p:nvSpPr>
        <p:spPr bwMode="auto">
          <a:xfrm>
            <a:off x="525149" y="3618618"/>
            <a:ext cx="7508508" cy="1310370"/>
          </a:xfrm>
          <a:prstGeom prst="rect">
            <a:avLst/>
          </a:prstGeom>
          <a:noFill/>
          <a:ln w="0">
            <a:noFill/>
            <a:miter lim="800000"/>
            <a:headEnd/>
            <a:tailEnd/>
          </a:ln>
          <a:effectLst/>
          <a:extLs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vert="horz" wrap="square" lIns="0" tIns="0" rIns="0" bIns="0" numCol="1" anchor="t" anchorCtr="0" compatLnSpc="1">
            <a:prstTxWarp prst="textNoShape">
              <a:avLst/>
            </a:prstTxWarp>
            <a:noAutofit/>
          </a:bodyPr>
          <a:lstStyle>
            <a:lvl1pPr marL="251460" indent="-251460" algn="l" rtl="0" eaLnBrk="1" fontAlgn="base" hangingPunct="1">
              <a:lnSpc>
                <a:spcPts val="2300"/>
              </a:lnSpc>
              <a:spcBef>
                <a:spcPts val="500"/>
              </a:spcBef>
              <a:spcAft>
                <a:spcPct val="0"/>
              </a:spcAft>
              <a:buClrTx/>
              <a:buSzPct val="100000"/>
              <a:buFontTx/>
              <a:buNone/>
              <a:defRPr kumimoji="1" sz="1800" b="0" i="0" u="none">
                <a:solidFill>
                  <a:schemeClr val="tx1"/>
                </a:solidFill>
                <a:latin typeface="Bosch Office Sans" panose="020B0604020202020204" pitchFamily="34" charset="0"/>
                <a:ea typeface="+mn-ea"/>
                <a:cs typeface="Arial" pitchFamily="34" charset="0"/>
              </a:defRPr>
            </a:lvl1pPr>
            <a:lvl2pPr marL="467360" indent="-467360" algn="l" rtl="0" eaLnBrk="1" fontAlgn="base" hangingPunct="1">
              <a:lnSpc>
                <a:spcPts val="2000"/>
              </a:lnSpc>
              <a:spcBef>
                <a:spcPts val="500"/>
              </a:spcBef>
              <a:spcAft>
                <a:spcPct val="0"/>
              </a:spcAft>
              <a:buClrTx/>
              <a:buSzPct val="100000"/>
              <a:buFontTx/>
              <a:buNone/>
              <a:defRPr kumimoji="1" sz="1600" b="0" i="0" u="none">
                <a:solidFill>
                  <a:schemeClr val="tx1"/>
                </a:solidFill>
                <a:latin typeface="Bosch Office Sans" panose="020B0604020202020204" pitchFamily="34" charset="0"/>
                <a:cs typeface="Arial" pitchFamily="34" charset="0"/>
              </a:defRPr>
            </a:lvl2pPr>
            <a:lvl3pPr marL="647700" indent="-647700" algn="l" rtl="0" eaLnBrk="1" fontAlgn="base" hangingPunct="1">
              <a:lnSpc>
                <a:spcPts val="1700"/>
              </a:lnSpc>
              <a:spcBef>
                <a:spcPts val="500"/>
              </a:spcBef>
              <a:spcAft>
                <a:spcPct val="0"/>
              </a:spcAft>
              <a:buClrTx/>
              <a:buSzPct val="100000"/>
              <a:buFontTx/>
              <a:buNone/>
              <a:defRPr kumimoji="1" sz="1400" b="0" i="0" u="none">
                <a:solidFill>
                  <a:schemeClr val="tx1"/>
                </a:solidFill>
                <a:latin typeface="Bosch Office Sans" panose="020B0604020202020204" pitchFamily="34" charset="0"/>
                <a:cs typeface="Arial" pitchFamily="34" charset="0"/>
              </a:defRPr>
            </a:lvl3pPr>
            <a:lvl4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4pPr>
            <a:lvl5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5pPr>
            <a:lvl6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6pPr>
            <a:lvl7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7pPr>
            <a:lvl8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8pPr>
            <a:lvl9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9pPr>
          </a:lstStyle>
          <a:p>
            <a:pPr marL="0" indent="0">
              <a:lnSpc>
                <a:spcPct val="105000"/>
              </a:lnSpc>
              <a:spcBef>
                <a:spcPts val="600"/>
              </a:spcBef>
              <a:spcAft>
                <a:spcPts val="0"/>
              </a:spcAft>
            </a:pPr>
            <a:r>
              <a:rPr lang="en-US" altLang="ja-JP" sz="1600" b="1" u="sng" kern="0" dirty="0">
                <a:latin typeface="Meiryo UI" panose="020B0604030504040204" pitchFamily="50" charset="-128"/>
                <a:ea typeface="Meiryo UI" panose="020B0604030504040204" pitchFamily="50" charset="-128"/>
              </a:rPr>
              <a:t>OPL</a:t>
            </a:r>
            <a:r>
              <a:rPr lang="ja-JP" altLang="en-US" sz="1600" b="1" u="sng" kern="0" dirty="0">
                <a:latin typeface="Meiryo UI" panose="020B0604030504040204" pitchFamily="50" charset="-128"/>
                <a:ea typeface="Meiryo UI" panose="020B0604030504040204" pitchFamily="50" charset="-128"/>
              </a:rPr>
              <a:t>詳細</a:t>
            </a:r>
            <a:endParaRPr lang="en-US" altLang="ja-JP" sz="1600" b="1" u="sng" kern="0" dirty="0">
              <a:latin typeface="Meiryo UI" panose="020B0604030504040204" pitchFamily="50" charset="-128"/>
              <a:ea typeface="Meiryo UI" panose="020B0604030504040204" pitchFamily="50" charset="-128"/>
            </a:endParaRPr>
          </a:p>
          <a:p>
            <a:pPr marL="0" indent="0">
              <a:lnSpc>
                <a:spcPct val="105000"/>
              </a:lnSpc>
              <a:spcBef>
                <a:spcPts val="600"/>
              </a:spcBef>
              <a:spcAft>
                <a:spcPts val="0"/>
              </a:spcAft>
            </a:pPr>
            <a:r>
              <a:rPr lang="en-US" altLang="ja-JP" sz="1400" kern="0" dirty="0">
                <a:latin typeface="Meiryo UI" panose="020B0604030504040204" pitchFamily="50" charset="-128"/>
                <a:ea typeface="Meiryo UI" panose="020B0604030504040204" pitchFamily="50" charset="-128"/>
              </a:rPr>
              <a:t>OPL</a:t>
            </a:r>
            <a:r>
              <a:rPr lang="ja-JP" altLang="en-US" sz="1400" kern="0" dirty="0">
                <a:latin typeface="Meiryo UI" panose="020B0604030504040204" pitchFamily="50" charset="-128"/>
                <a:ea typeface="Meiryo UI" panose="020B0604030504040204" pitchFamily="50" charset="-128"/>
              </a:rPr>
              <a:t>ファイルを基に、</a:t>
            </a:r>
            <a:r>
              <a:rPr lang="en-US" altLang="ja-JP" sz="1400" dirty="0">
                <a:solidFill>
                  <a:srgbClr val="0000FF"/>
                </a:solidFill>
                <a:latin typeface="Meiryo UI" panose="020B0604030504040204" pitchFamily="50" charset="-128"/>
                <a:ea typeface="Meiryo UI" panose="020B0604030504040204" pitchFamily="50" charset="-128"/>
              </a:rPr>
              <a:t>Bosch</a:t>
            </a:r>
            <a:r>
              <a:rPr lang="ja-JP" altLang="en-US" sz="1400" dirty="0">
                <a:solidFill>
                  <a:srgbClr val="0000FF"/>
                </a:solidFill>
                <a:latin typeface="Meiryo UI" panose="020B0604030504040204" pitchFamily="50" charset="-128"/>
                <a:ea typeface="Meiryo UI" panose="020B0604030504040204" pitchFamily="50" charset="-128"/>
              </a:rPr>
              <a:t> </a:t>
            </a:r>
            <a:r>
              <a:rPr lang="ja-JP" altLang="en-US" sz="1400" kern="0" dirty="0">
                <a:latin typeface="Meiryo UI" panose="020B0604030504040204" pitchFamily="50" charset="-128"/>
                <a:ea typeface="Meiryo UI" panose="020B0604030504040204" pitchFamily="50" charset="-128"/>
              </a:rPr>
              <a:t>プロジェクトマネージャーは議事録を記載すること</a:t>
            </a:r>
            <a:endParaRPr lang="en-US" sz="1400" kern="0" dirty="0">
              <a:latin typeface="Meiryo UI" panose="020B0604030504040204" pitchFamily="50" charset="-128"/>
              <a:ea typeface="Meiryo UI" panose="020B0604030504040204" pitchFamily="50" charset="-128"/>
            </a:endParaRPr>
          </a:p>
          <a:p>
            <a:pPr marL="0" indent="0">
              <a:lnSpc>
                <a:spcPct val="105000"/>
              </a:lnSpc>
              <a:spcBef>
                <a:spcPts val="600"/>
              </a:spcBef>
              <a:spcAft>
                <a:spcPts val="0"/>
              </a:spcAft>
            </a:pPr>
            <a:r>
              <a:rPr lang="ja-JP" altLang="en-US" sz="1400" kern="0" dirty="0">
                <a:latin typeface="Meiryo UI" panose="020B0604030504040204" pitchFamily="50" charset="-128"/>
                <a:ea typeface="Meiryo UI" panose="020B0604030504040204" pitchFamily="50" charset="-128"/>
              </a:rPr>
              <a:t>打合せ内で</a:t>
            </a:r>
            <a:r>
              <a:rPr lang="en-US" altLang="ja-JP" sz="1400" kern="0" dirty="0">
                <a:latin typeface="Meiryo UI" panose="020B0604030504040204" pitchFamily="50" charset="-128"/>
                <a:ea typeface="Meiryo UI" panose="020B0604030504040204" pitchFamily="50" charset="-128"/>
              </a:rPr>
              <a:t>Honda</a:t>
            </a:r>
            <a:r>
              <a:rPr lang="ja-JP" altLang="en-US" sz="1400" kern="0" dirty="0">
                <a:latin typeface="Meiryo UI" panose="020B0604030504040204" pitchFamily="50" charset="-128"/>
                <a:ea typeface="Meiryo UI" panose="020B0604030504040204" pitchFamily="50" charset="-128"/>
              </a:rPr>
              <a:t> と整合すること</a:t>
            </a:r>
            <a:endParaRPr lang="en-US" altLang="ja-JP" sz="1400" kern="0" dirty="0">
              <a:latin typeface="Meiryo UI" panose="020B0604030504040204" pitchFamily="50" charset="-128"/>
              <a:ea typeface="Meiryo UI" panose="020B0604030504040204" pitchFamily="50" charset="-128"/>
            </a:endParaRPr>
          </a:p>
          <a:p>
            <a:pPr marL="0" indent="0">
              <a:lnSpc>
                <a:spcPct val="105000"/>
              </a:lnSpc>
              <a:spcBef>
                <a:spcPts val="600"/>
              </a:spcBef>
              <a:spcAft>
                <a:spcPts val="0"/>
              </a:spcAft>
            </a:pPr>
            <a:r>
              <a:rPr lang="ja-JP" altLang="en-US" sz="1400" kern="0" dirty="0">
                <a:latin typeface="Meiryo UI" panose="020B0604030504040204" pitchFamily="50" charset="-128"/>
                <a:ea typeface="Meiryo UI" panose="020B0604030504040204" pitchFamily="50" charset="-128"/>
              </a:rPr>
              <a:t>更新された</a:t>
            </a:r>
            <a:r>
              <a:rPr lang="en-US" altLang="ja-JP" sz="1400" kern="0" dirty="0">
                <a:latin typeface="Meiryo UI" panose="020B0604030504040204" pitchFamily="50" charset="-128"/>
                <a:ea typeface="Meiryo UI" panose="020B0604030504040204" pitchFamily="50" charset="-128"/>
              </a:rPr>
              <a:t>OPL</a:t>
            </a:r>
            <a:r>
              <a:rPr lang="ja-JP" altLang="en-US" sz="1400" kern="0" dirty="0">
                <a:latin typeface="Meiryo UI" panose="020B0604030504040204" pitchFamily="50" charset="-128"/>
                <a:ea typeface="Meiryo UI" panose="020B0604030504040204" pitchFamily="50" charset="-128"/>
              </a:rPr>
              <a:t>ファイルと資料は、その日中に</a:t>
            </a:r>
            <a:r>
              <a:rPr lang="en-US" altLang="ja-JP" sz="1400" kern="0" dirty="0">
                <a:latin typeface="Meiryo UI" panose="020B0604030504040204" pitchFamily="50" charset="-128"/>
                <a:ea typeface="Meiryo UI" panose="020B0604030504040204" pitchFamily="50" charset="-128"/>
              </a:rPr>
              <a:t>Honda</a:t>
            </a:r>
            <a:r>
              <a:rPr lang="ja-JP" altLang="en-US" sz="1400" kern="0" dirty="0">
                <a:latin typeface="Meiryo UI" panose="020B0604030504040204" pitchFamily="50" charset="-128"/>
                <a:ea typeface="Meiryo UI" panose="020B0604030504040204" pitchFamily="50" charset="-128"/>
              </a:rPr>
              <a:t>と共有すること</a:t>
            </a:r>
            <a:endParaRPr lang="en-US" sz="1400" kern="0" dirty="0">
              <a:latin typeface="Meiryo UI" panose="020B0604030504040204" pitchFamily="50" charset="-128"/>
              <a:ea typeface="Meiryo UI" panose="020B0604030504040204" pitchFamily="50" charset="-128"/>
            </a:endParaRPr>
          </a:p>
        </p:txBody>
      </p:sp>
      <p:sp>
        <p:nvSpPr>
          <p:cNvPr id="9" name="Text Box 2"/>
          <p:cNvSpPr txBox="1">
            <a:spLocks noChangeArrowheads="1"/>
          </p:cNvSpPr>
          <p:nvPr/>
        </p:nvSpPr>
        <p:spPr bwMode="auto">
          <a:xfrm>
            <a:off x="133262" y="44451"/>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2000">
                <a:solidFill>
                  <a:srgbClr val="FFFFFF"/>
                </a:solidFill>
                <a:latin typeface="Meiryo UI" panose="020B0604030504040204" pitchFamily="50" charset="-128"/>
                <a:ea typeface="Meiryo UI" panose="020B0604030504040204" pitchFamily="50" charset="-128"/>
                <a:cs typeface="Arial" pitchFamily="34" charset="0"/>
              </a:rPr>
              <a:t>8. Project Management (5/5) </a:t>
            </a:r>
          </a:p>
        </p:txBody>
      </p:sp>
      <p:sp>
        <p:nvSpPr>
          <p:cNvPr id="7" name="コンテンツ プレースホルダー 2"/>
          <p:cNvSpPr txBox="1">
            <a:spLocks/>
          </p:cNvSpPr>
          <p:nvPr>
            <p:custDataLst>
              <p:tags r:id="rId3"/>
            </p:custDataLst>
          </p:nvPr>
        </p:nvSpPr>
        <p:spPr bwMode="auto">
          <a:xfrm>
            <a:off x="4774396" y="5843595"/>
            <a:ext cx="4071627" cy="508473"/>
          </a:xfrm>
          <a:prstGeom prst="rect">
            <a:avLst/>
          </a:prstGeom>
          <a:noFill/>
          <a:ln w="0">
            <a:noFill/>
            <a:miter lim="800000"/>
            <a:headEnd/>
            <a:tailEnd/>
          </a:ln>
          <a:effectLst/>
          <a:extLs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vert="horz" wrap="none" lIns="0" tIns="0" rIns="0" bIns="0" numCol="1" anchor="t" anchorCtr="0" compatLnSpc="1">
            <a:prstTxWarp prst="textNoShape">
              <a:avLst/>
            </a:prstTxWarp>
            <a:spAutoFit/>
          </a:bodyPr>
          <a:lstStyle>
            <a:lvl1pPr marL="251460" indent="-251460" algn="l" rtl="0" eaLnBrk="1" fontAlgn="base" hangingPunct="1">
              <a:lnSpc>
                <a:spcPts val="2300"/>
              </a:lnSpc>
              <a:spcBef>
                <a:spcPts val="500"/>
              </a:spcBef>
              <a:spcAft>
                <a:spcPct val="0"/>
              </a:spcAft>
              <a:buClrTx/>
              <a:buSzPct val="100000"/>
              <a:buFontTx/>
              <a:buNone/>
              <a:defRPr kumimoji="1" sz="1800" b="0" i="0" u="none">
                <a:solidFill>
                  <a:schemeClr val="tx1"/>
                </a:solidFill>
                <a:latin typeface="Bosch Office Sans" panose="020B0604020202020204" pitchFamily="34" charset="0"/>
                <a:ea typeface="+mn-ea"/>
                <a:cs typeface="Arial" pitchFamily="34" charset="0"/>
              </a:defRPr>
            </a:lvl1pPr>
            <a:lvl2pPr marL="467360" indent="-467360" algn="l" rtl="0" eaLnBrk="1" fontAlgn="base" hangingPunct="1">
              <a:lnSpc>
                <a:spcPts val="2000"/>
              </a:lnSpc>
              <a:spcBef>
                <a:spcPts val="500"/>
              </a:spcBef>
              <a:spcAft>
                <a:spcPct val="0"/>
              </a:spcAft>
              <a:buClrTx/>
              <a:buSzPct val="100000"/>
              <a:buFontTx/>
              <a:buNone/>
              <a:defRPr kumimoji="1" sz="1600" b="0" i="0" u="none">
                <a:solidFill>
                  <a:schemeClr val="tx1"/>
                </a:solidFill>
                <a:latin typeface="Bosch Office Sans" panose="020B0604020202020204" pitchFamily="34" charset="0"/>
                <a:cs typeface="Arial" pitchFamily="34" charset="0"/>
              </a:defRPr>
            </a:lvl2pPr>
            <a:lvl3pPr marL="647700" indent="-647700" algn="l" rtl="0" eaLnBrk="1" fontAlgn="base" hangingPunct="1">
              <a:lnSpc>
                <a:spcPts val="1700"/>
              </a:lnSpc>
              <a:spcBef>
                <a:spcPts val="500"/>
              </a:spcBef>
              <a:spcAft>
                <a:spcPct val="0"/>
              </a:spcAft>
              <a:buClrTx/>
              <a:buSzPct val="100000"/>
              <a:buFontTx/>
              <a:buNone/>
              <a:defRPr kumimoji="1" sz="1400" b="0" i="0" u="none">
                <a:solidFill>
                  <a:schemeClr val="tx1"/>
                </a:solidFill>
                <a:latin typeface="Bosch Office Sans" panose="020B0604020202020204" pitchFamily="34" charset="0"/>
                <a:cs typeface="Arial" pitchFamily="34" charset="0"/>
              </a:defRPr>
            </a:lvl3pPr>
            <a:lvl4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4pPr>
            <a:lvl5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5pPr>
            <a:lvl6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6pPr>
            <a:lvl7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7pPr>
            <a:lvl8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8pPr>
            <a:lvl9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9pPr>
          </a:lstStyle>
          <a:p>
            <a:pPr marL="0" indent="0">
              <a:lnSpc>
                <a:spcPct val="105000"/>
              </a:lnSpc>
              <a:spcBef>
                <a:spcPts val="600"/>
              </a:spcBef>
              <a:spcAft>
                <a:spcPts val="0"/>
              </a:spcAft>
            </a:pPr>
            <a:r>
              <a:rPr lang="en-US" altLang="ja-JP" sz="1400" b="1" kern="0">
                <a:latin typeface="Meiryo UI" panose="020B0604030504040204" pitchFamily="50" charset="-128"/>
              </a:rPr>
              <a:t>※</a:t>
            </a:r>
            <a:r>
              <a:rPr lang="ja-JP" altLang="en-US" sz="1400" b="1" kern="0">
                <a:latin typeface="Meiryo UI" panose="020B0604030504040204" pitchFamily="50" charset="-128"/>
              </a:rPr>
              <a:t> </a:t>
            </a:r>
            <a:r>
              <a:rPr lang="en-US" altLang="ja-JP" sz="1400" b="1" kern="0">
                <a:latin typeface="Meiryo UI" panose="020B0604030504040204" pitchFamily="50" charset="-128"/>
              </a:rPr>
              <a:t>Refer to “Project OPL sample” excel file.</a:t>
            </a:r>
          </a:p>
          <a:p>
            <a:pPr marL="0" indent="0">
              <a:lnSpc>
                <a:spcPct val="105000"/>
              </a:lnSpc>
              <a:spcBef>
                <a:spcPts val="600"/>
              </a:spcBef>
              <a:spcAft>
                <a:spcPts val="0"/>
              </a:spcAft>
            </a:pPr>
            <a:r>
              <a:rPr lang="en-US" sz="1400" b="1" kern="0">
                <a:latin typeface="Meiryo UI" panose="020B0604030504040204" pitchFamily="50" charset="-128"/>
              </a:rPr>
              <a:t>In folder : “8. Project Management ”</a:t>
            </a:r>
          </a:p>
        </p:txBody>
      </p:sp>
    </p:spTree>
    <p:extLst>
      <p:ext uri="{BB962C8B-B14F-4D97-AF65-F5344CB8AC3E}">
        <p14:creationId xmlns:p14="http://schemas.microsoft.com/office/powerpoint/2010/main" val="186547136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ext Box 2"/>
          <p:cNvSpPr txBox="1">
            <a:spLocks noChangeArrowheads="1"/>
          </p:cNvSpPr>
          <p:nvPr/>
        </p:nvSpPr>
        <p:spPr bwMode="auto">
          <a:xfrm>
            <a:off x="5017111" y="571728"/>
            <a:ext cx="4126889" cy="61247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キックオフミーティングの目的</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委託開発適用範囲</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委託元と</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Bosch</a:t>
            </a:r>
            <a:endPar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基本コンセプト</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成果物</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委託業務役割責任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RASIC</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要約）</a:t>
            </a: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前提条件</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判断（評価判断、委託完了判断・対価の判断）およびタイミング</a:t>
            </a:r>
            <a:b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b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支払い基準</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開発費定義　　　　　　　　　　　　　　　　　　　　　　　　　　　　　　　　　　　　　　　　　　　　　　</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プロジェクトマネージメント</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ENG</a:t>
            </a:r>
            <a:r>
              <a:rPr kumimoji="1" lang="ja-JP" altLang="en-US" sz="14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概要・基本諸元説明</a:t>
            </a:r>
            <a:endParaRPr kumimoji="1" lang="en-US" altLang="ja-JP" sz="14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適用法規概要</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Engine</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Management</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System</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概要</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構成部品（</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Bosch</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部品）</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仕様差</a:t>
            </a:r>
            <a:b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b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・プロジェクト情報</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関連部品</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Spec</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説明</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車載機能・装備説明</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信頼性保証要件</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要求＆ＣＲ</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成果物検証・品質検証</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シート</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エキスパート</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MTG</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について</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サポート業務</a:t>
            </a: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その他の開発ガイドライン</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開発日程</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開発体制表</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p:txBody>
      </p:sp>
      <p:sp>
        <p:nvSpPr>
          <p:cNvPr id="6" name="Text Box 2"/>
          <p:cNvSpPr txBox="1">
            <a:spLocks noChangeArrowheads="1"/>
          </p:cNvSpPr>
          <p:nvPr/>
        </p:nvSpPr>
        <p:spPr bwMode="auto">
          <a:xfrm>
            <a:off x="133262" y="44450"/>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20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Contents</a:t>
            </a:r>
            <a:r>
              <a:rPr kumimoji="1" lang="ja-JP" altLang="en-US" sz="20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　（目次）</a:t>
            </a:r>
            <a:endParaRPr kumimoji="1" lang="en-US" altLang="ja-JP" sz="1100" b="0" i="0" u="none" strike="noStrike" kern="1200" cap="none" spc="0" normalizeH="0" baseline="0" noProof="0">
              <a:ln>
                <a:noFill/>
              </a:ln>
              <a:solidFill>
                <a:srgbClr val="FFFFFF"/>
              </a:solidFill>
              <a:effectLst/>
              <a:uLnTx/>
              <a:uFillTx/>
              <a:latin typeface="HGPｺﾞｼｯｸE" pitchFamily="50" charset="-128"/>
              <a:ea typeface="HGPｺﾞｼｯｸE" pitchFamily="50" charset="-128"/>
              <a:cs typeface="Arial" pitchFamily="34" charset="0"/>
            </a:endParaRPr>
          </a:p>
        </p:txBody>
      </p:sp>
      <p:sp>
        <p:nvSpPr>
          <p:cNvPr id="7" name="Text Box 2"/>
          <p:cNvSpPr txBox="1">
            <a:spLocks noChangeArrowheads="1"/>
          </p:cNvSpPr>
          <p:nvPr/>
        </p:nvSpPr>
        <p:spPr bwMode="auto">
          <a:xfrm>
            <a:off x="106623" y="571728"/>
            <a:ext cx="4910488" cy="5909310"/>
          </a:xfrm>
          <a:prstGeom prst="rect">
            <a:avLst/>
          </a:prstGeom>
          <a:noFill/>
          <a:ln>
            <a:noFill/>
          </a:ln>
          <a:effec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Purpose of</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Kick-off Meeting</a:t>
            </a:r>
            <a:endPar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Scope of Development Work</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err="1">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Entrustor</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and </a:t>
            </a:r>
            <a:r>
              <a:rPr kumimoji="1" lang="en-US" altLang="ja-JP" sz="1400" b="0" i="0" u="none" strike="noStrike" kern="1200" cap="none" spc="0" normalizeH="0" baseline="0" noProof="0" dirty="0" err="1">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Entrustee</a:t>
            </a:r>
            <a:endPar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Basic Concept / Deliverables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Role</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&amp;</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Responsibility (Samples of RASIC)</a:t>
            </a:r>
            <a:endPar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Preconditions</a:t>
            </a:r>
          </a:p>
          <a:p>
            <a:pPr marL="450850" marR="0" lvl="0" indent="-45085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Judgments (on Evaluation, Completion of Development Work Entrusted by Honda and  Payment Amount) and Timings</a:t>
            </a:r>
            <a:b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b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Payment Criteria / Definition of Development Fee </a:t>
            </a:r>
          </a:p>
          <a:p>
            <a:pPr marL="450850" marR="0" lvl="0" indent="-45085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Project Management </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Engine Overview</a:t>
            </a:r>
            <a:r>
              <a:rPr kumimoji="1" lang="ja-JP" altLang="en-US" sz="14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and</a:t>
            </a:r>
            <a:r>
              <a:rPr kumimoji="1" lang="ja-JP" altLang="en-US" sz="14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Basic Specification </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Applicable Regulations Overview</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Engine</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Management</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System Overview</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 Components</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(Bosch components)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Engine Spec Comparison from Base Model</a:t>
            </a:r>
            <a:b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b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Project information / Non-Bosch</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Components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In-Vehicle</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Functions</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Relating</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ECU and Features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Reliability</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Assurance</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 Requirement and CR </a:t>
            </a:r>
            <a:endParaRPr kumimoji="1" lang="ja-JP" altLang="en-US" sz="1400" b="0" i="0" u="none" strike="dbl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anose="020B0604020202020204" pitchFamily="34" charset="0"/>
              </a:rPr>
              <a:t>EMS Report Maturity and Quality Verification</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anose="020B0604020202020204" pitchFamily="34" charset="0"/>
              </a:rPr>
              <a:t>EMS Sheet</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anose="020B0604020202020204" pitchFamily="34" charset="0"/>
              </a:rPr>
              <a:t>Expert Meeting</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anose="020B0604020202020204" pitchFamily="34" charset="0"/>
              </a:rPr>
              <a:t>Necessary</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Support</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Miscellaneous Guidelines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Development Schedule</a:t>
            </a:r>
            <a:endPar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Development Organization Chart</a:t>
            </a:r>
          </a:p>
        </p:txBody>
      </p:sp>
    </p:spTree>
    <p:extLst>
      <p:ext uri="{BB962C8B-B14F-4D97-AF65-F5344CB8AC3E}">
        <p14:creationId xmlns:p14="http://schemas.microsoft.com/office/powerpoint/2010/main" val="29894954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FD9DD6-96E6-EDA9-C23F-204FD52FB58F}"/>
            </a:ext>
          </a:extLst>
        </p:cNvPr>
        <p:cNvGrpSpPr/>
        <p:nvPr/>
      </p:nvGrpSpPr>
      <p:grpSpPr>
        <a:xfrm>
          <a:off x="0" y="0"/>
          <a:ext cx="0" cy="0"/>
          <a:chOff x="0" y="0"/>
          <a:chExt cx="0" cy="0"/>
        </a:xfrm>
      </p:grpSpPr>
      <p:graphicFrame>
        <p:nvGraphicFramePr>
          <p:cNvPr id="126" name="表 125">
            <a:extLst>
              <a:ext uri="{FF2B5EF4-FFF2-40B4-BE49-F238E27FC236}">
                <a16:creationId xmlns:a16="http://schemas.microsoft.com/office/drawing/2014/main" id="{AE337B42-878C-4845-5E3B-E2DC48E39B44}"/>
              </a:ext>
            </a:extLst>
          </p:cNvPr>
          <p:cNvGraphicFramePr>
            <a:graphicFrameLocks noGrp="1"/>
          </p:cNvGraphicFramePr>
          <p:nvPr/>
        </p:nvGraphicFramePr>
        <p:xfrm>
          <a:off x="149629" y="1651071"/>
          <a:ext cx="8898802" cy="3486068"/>
        </p:xfrm>
        <a:graphic>
          <a:graphicData uri="http://schemas.openxmlformats.org/drawingml/2006/table">
            <a:tbl>
              <a:tblPr firstRow="1" bandRow="1">
                <a:tableStyleId>{5C22544A-7EE6-4342-B048-85BDC9FD1C3A}</a:tableStyleId>
              </a:tblPr>
              <a:tblGrid>
                <a:gridCol w="1123840">
                  <a:extLst>
                    <a:ext uri="{9D8B030D-6E8A-4147-A177-3AD203B41FA5}">
                      <a16:colId xmlns:a16="http://schemas.microsoft.com/office/drawing/2014/main" val="20000"/>
                    </a:ext>
                  </a:extLst>
                </a:gridCol>
                <a:gridCol w="199358">
                  <a:extLst>
                    <a:ext uri="{9D8B030D-6E8A-4147-A177-3AD203B41FA5}">
                      <a16:colId xmlns:a16="http://schemas.microsoft.com/office/drawing/2014/main" val="20013"/>
                    </a:ext>
                  </a:extLst>
                </a:gridCol>
                <a:gridCol w="199358">
                  <a:extLst>
                    <a:ext uri="{9D8B030D-6E8A-4147-A177-3AD203B41FA5}">
                      <a16:colId xmlns:a16="http://schemas.microsoft.com/office/drawing/2014/main" val="20014"/>
                    </a:ext>
                  </a:extLst>
                </a:gridCol>
                <a:gridCol w="199358">
                  <a:extLst>
                    <a:ext uri="{9D8B030D-6E8A-4147-A177-3AD203B41FA5}">
                      <a16:colId xmlns:a16="http://schemas.microsoft.com/office/drawing/2014/main" val="20015"/>
                    </a:ext>
                  </a:extLst>
                </a:gridCol>
                <a:gridCol w="199358">
                  <a:extLst>
                    <a:ext uri="{9D8B030D-6E8A-4147-A177-3AD203B41FA5}">
                      <a16:colId xmlns:a16="http://schemas.microsoft.com/office/drawing/2014/main" val="20016"/>
                    </a:ext>
                  </a:extLst>
                </a:gridCol>
                <a:gridCol w="199358">
                  <a:extLst>
                    <a:ext uri="{9D8B030D-6E8A-4147-A177-3AD203B41FA5}">
                      <a16:colId xmlns:a16="http://schemas.microsoft.com/office/drawing/2014/main" val="20017"/>
                    </a:ext>
                  </a:extLst>
                </a:gridCol>
                <a:gridCol w="199358">
                  <a:extLst>
                    <a:ext uri="{9D8B030D-6E8A-4147-A177-3AD203B41FA5}">
                      <a16:colId xmlns:a16="http://schemas.microsoft.com/office/drawing/2014/main" val="20018"/>
                    </a:ext>
                  </a:extLst>
                </a:gridCol>
                <a:gridCol w="199358">
                  <a:extLst>
                    <a:ext uri="{9D8B030D-6E8A-4147-A177-3AD203B41FA5}">
                      <a16:colId xmlns:a16="http://schemas.microsoft.com/office/drawing/2014/main" val="20019"/>
                    </a:ext>
                  </a:extLst>
                </a:gridCol>
                <a:gridCol w="199358">
                  <a:extLst>
                    <a:ext uri="{9D8B030D-6E8A-4147-A177-3AD203B41FA5}">
                      <a16:colId xmlns:a16="http://schemas.microsoft.com/office/drawing/2014/main" val="20020"/>
                    </a:ext>
                  </a:extLst>
                </a:gridCol>
                <a:gridCol w="199358">
                  <a:extLst>
                    <a:ext uri="{9D8B030D-6E8A-4147-A177-3AD203B41FA5}">
                      <a16:colId xmlns:a16="http://schemas.microsoft.com/office/drawing/2014/main" val="20021"/>
                    </a:ext>
                  </a:extLst>
                </a:gridCol>
                <a:gridCol w="199358">
                  <a:extLst>
                    <a:ext uri="{9D8B030D-6E8A-4147-A177-3AD203B41FA5}">
                      <a16:colId xmlns:a16="http://schemas.microsoft.com/office/drawing/2014/main" val="20022"/>
                    </a:ext>
                  </a:extLst>
                </a:gridCol>
                <a:gridCol w="199358">
                  <a:extLst>
                    <a:ext uri="{9D8B030D-6E8A-4147-A177-3AD203B41FA5}">
                      <a16:colId xmlns:a16="http://schemas.microsoft.com/office/drawing/2014/main" val="20023"/>
                    </a:ext>
                  </a:extLst>
                </a:gridCol>
                <a:gridCol w="199358">
                  <a:extLst>
                    <a:ext uri="{9D8B030D-6E8A-4147-A177-3AD203B41FA5}">
                      <a16:colId xmlns:a16="http://schemas.microsoft.com/office/drawing/2014/main" val="20024"/>
                    </a:ext>
                  </a:extLst>
                </a:gridCol>
                <a:gridCol w="199358">
                  <a:extLst>
                    <a:ext uri="{9D8B030D-6E8A-4147-A177-3AD203B41FA5}">
                      <a16:colId xmlns:a16="http://schemas.microsoft.com/office/drawing/2014/main" val="20025"/>
                    </a:ext>
                  </a:extLst>
                </a:gridCol>
                <a:gridCol w="199358">
                  <a:extLst>
                    <a:ext uri="{9D8B030D-6E8A-4147-A177-3AD203B41FA5}">
                      <a16:colId xmlns:a16="http://schemas.microsoft.com/office/drawing/2014/main" val="20026"/>
                    </a:ext>
                  </a:extLst>
                </a:gridCol>
                <a:gridCol w="199358">
                  <a:extLst>
                    <a:ext uri="{9D8B030D-6E8A-4147-A177-3AD203B41FA5}">
                      <a16:colId xmlns:a16="http://schemas.microsoft.com/office/drawing/2014/main" val="20027"/>
                    </a:ext>
                  </a:extLst>
                </a:gridCol>
                <a:gridCol w="199358">
                  <a:extLst>
                    <a:ext uri="{9D8B030D-6E8A-4147-A177-3AD203B41FA5}">
                      <a16:colId xmlns:a16="http://schemas.microsoft.com/office/drawing/2014/main" val="20028"/>
                    </a:ext>
                  </a:extLst>
                </a:gridCol>
                <a:gridCol w="199358">
                  <a:extLst>
                    <a:ext uri="{9D8B030D-6E8A-4147-A177-3AD203B41FA5}">
                      <a16:colId xmlns:a16="http://schemas.microsoft.com/office/drawing/2014/main" val="20029"/>
                    </a:ext>
                  </a:extLst>
                </a:gridCol>
                <a:gridCol w="199358">
                  <a:extLst>
                    <a:ext uri="{9D8B030D-6E8A-4147-A177-3AD203B41FA5}">
                      <a16:colId xmlns:a16="http://schemas.microsoft.com/office/drawing/2014/main" val="20030"/>
                    </a:ext>
                  </a:extLst>
                </a:gridCol>
                <a:gridCol w="199358">
                  <a:extLst>
                    <a:ext uri="{9D8B030D-6E8A-4147-A177-3AD203B41FA5}">
                      <a16:colId xmlns:a16="http://schemas.microsoft.com/office/drawing/2014/main" val="20031"/>
                    </a:ext>
                  </a:extLst>
                </a:gridCol>
                <a:gridCol w="199358">
                  <a:extLst>
                    <a:ext uri="{9D8B030D-6E8A-4147-A177-3AD203B41FA5}">
                      <a16:colId xmlns:a16="http://schemas.microsoft.com/office/drawing/2014/main" val="20032"/>
                    </a:ext>
                  </a:extLst>
                </a:gridCol>
                <a:gridCol w="199358">
                  <a:extLst>
                    <a:ext uri="{9D8B030D-6E8A-4147-A177-3AD203B41FA5}">
                      <a16:colId xmlns:a16="http://schemas.microsoft.com/office/drawing/2014/main" val="20033"/>
                    </a:ext>
                  </a:extLst>
                </a:gridCol>
                <a:gridCol w="199358">
                  <a:extLst>
                    <a:ext uri="{9D8B030D-6E8A-4147-A177-3AD203B41FA5}">
                      <a16:colId xmlns:a16="http://schemas.microsoft.com/office/drawing/2014/main" val="20034"/>
                    </a:ext>
                  </a:extLst>
                </a:gridCol>
                <a:gridCol w="199358">
                  <a:extLst>
                    <a:ext uri="{9D8B030D-6E8A-4147-A177-3AD203B41FA5}">
                      <a16:colId xmlns:a16="http://schemas.microsoft.com/office/drawing/2014/main" val="20035"/>
                    </a:ext>
                  </a:extLst>
                </a:gridCol>
                <a:gridCol w="199358">
                  <a:extLst>
                    <a:ext uri="{9D8B030D-6E8A-4147-A177-3AD203B41FA5}">
                      <a16:colId xmlns:a16="http://schemas.microsoft.com/office/drawing/2014/main" val="20036"/>
                    </a:ext>
                  </a:extLst>
                </a:gridCol>
                <a:gridCol w="199358">
                  <a:extLst>
                    <a:ext uri="{9D8B030D-6E8A-4147-A177-3AD203B41FA5}">
                      <a16:colId xmlns:a16="http://schemas.microsoft.com/office/drawing/2014/main" val="20037"/>
                    </a:ext>
                  </a:extLst>
                </a:gridCol>
                <a:gridCol w="199358">
                  <a:extLst>
                    <a:ext uri="{9D8B030D-6E8A-4147-A177-3AD203B41FA5}">
                      <a16:colId xmlns:a16="http://schemas.microsoft.com/office/drawing/2014/main" val="20038"/>
                    </a:ext>
                  </a:extLst>
                </a:gridCol>
                <a:gridCol w="199358">
                  <a:extLst>
                    <a:ext uri="{9D8B030D-6E8A-4147-A177-3AD203B41FA5}">
                      <a16:colId xmlns:a16="http://schemas.microsoft.com/office/drawing/2014/main" val="20039"/>
                    </a:ext>
                  </a:extLst>
                </a:gridCol>
                <a:gridCol w="199358">
                  <a:extLst>
                    <a:ext uri="{9D8B030D-6E8A-4147-A177-3AD203B41FA5}">
                      <a16:colId xmlns:a16="http://schemas.microsoft.com/office/drawing/2014/main" val="20040"/>
                    </a:ext>
                  </a:extLst>
                </a:gridCol>
                <a:gridCol w="199358">
                  <a:extLst>
                    <a:ext uri="{9D8B030D-6E8A-4147-A177-3AD203B41FA5}">
                      <a16:colId xmlns:a16="http://schemas.microsoft.com/office/drawing/2014/main" val="513621897"/>
                    </a:ext>
                  </a:extLst>
                </a:gridCol>
                <a:gridCol w="199358">
                  <a:extLst>
                    <a:ext uri="{9D8B030D-6E8A-4147-A177-3AD203B41FA5}">
                      <a16:colId xmlns:a16="http://schemas.microsoft.com/office/drawing/2014/main" val="1247716740"/>
                    </a:ext>
                  </a:extLst>
                </a:gridCol>
                <a:gridCol w="199358">
                  <a:extLst>
                    <a:ext uri="{9D8B030D-6E8A-4147-A177-3AD203B41FA5}">
                      <a16:colId xmlns:a16="http://schemas.microsoft.com/office/drawing/2014/main" val="138809300"/>
                    </a:ext>
                  </a:extLst>
                </a:gridCol>
                <a:gridCol w="199358">
                  <a:extLst>
                    <a:ext uri="{9D8B030D-6E8A-4147-A177-3AD203B41FA5}">
                      <a16:colId xmlns:a16="http://schemas.microsoft.com/office/drawing/2014/main" val="2428447662"/>
                    </a:ext>
                  </a:extLst>
                </a:gridCol>
                <a:gridCol w="199358">
                  <a:extLst>
                    <a:ext uri="{9D8B030D-6E8A-4147-A177-3AD203B41FA5}">
                      <a16:colId xmlns:a16="http://schemas.microsoft.com/office/drawing/2014/main" val="2664477743"/>
                    </a:ext>
                  </a:extLst>
                </a:gridCol>
                <a:gridCol w="199358">
                  <a:extLst>
                    <a:ext uri="{9D8B030D-6E8A-4147-A177-3AD203B41FA5}">
                      <a16:colId xmlns:a16="http://schemas.microsoft.com/office/drawing/2014/main" val="1476456523"/>
                    </a:ext>
                  </a:extLst>
                </a:gridCol>
                <a:gridCol w="199358">
                  <a:extLst>
                    <a:ext uri="{9D8B030D-6E8A-4147-A177-3AD203B41FA5}">
                      <a16:colId xmlns:a16="http://schemas.microsoft.com/office/drawing/2014/main" val="3877775668"/>
                    </a:ext>
                  </a:extLst>
                </a:gridCol>
                <a:gridCol w="199358">
                  <a:extLst>
                    <a:ext uri="{9D8B030D-6E8A-4147-A177-3AD203B41FA5}">
                      <a16:colId xmlns:a16="http://schemas.microsoft.com/office/drawing/2014/main" val="2832840381"/>
                    </a:ext>
                  </a:extLst>
                </a:gridCol>
                <a:gridCol w="199358">
                  <a:extLst>
                    <a:ext uri="{9D8B030D-6E8A-4147-A177-3AD203B41FA5}">
                      <a16:colId xmlns:a16="http://schemas.microsoft.com/office/drawing/2014/main" val="3513633113"/>
                    </a:ext>
                  </a:extLst>
                </a:gridCol>
                <a:gridCol w="199358">
                  <a:extLst>
                    <a:ext uri="{9D8B030D-6E8A-4147-A177-3AD203B41FA5}">
                      <a16:colId xmlns:a16="http://schemas.microsoft.com/office/drawing/2014/main" val="1710234167"/>
                    </a:ext>
                  </a:extLst>
                </a:gridCol>
                <a:gridCol w="199358">
                  <a:extLst>
                    <a:ext uri="{9D8B030D-6E8A-4147-A177-3AD203B41FA5}">
                      <a16:colId xmlns:a16="http://schemas.microsoft.com/office/drawing/2014/main" val="1738283017"/>
                    </a:ext>
                  </a:extLst>
                </a:gridCol>
              </a:tblGrid>
              <a:tr h="283667">
                <a:tc rowSpan="2">
                  <a:txBody>
                    <a:bodyPr/>
                    <a:lstStyle/>
                    <a:p>
                      <a:pPr algn="ctr"/>
                      <a:endParaRPr lang="ja-JP" altLang="en-US" sz="1050" b="0" dirty="0">
                        <a:solidFill>
                          <a:prstClr val="black"/>
                        </a:solidFill>
                        <a:latin typeface="Tahoma" pitchFamily="34" charset="0"/>
                        <a:ea typeface="Meiryo UI" panose="020B0604030504040204" pitchFamily="50" charset="-128"/>
                      </a:endParaRPr>
                    </a:p>
                  </a:txBody>
                  <a:tcPr marL="0" marR="0" marT="0" marB="0" anchor="ctr">
                    <a:lnL w="19050" cap="flat" cmpd="sng" algn="ctr">
                      <a:solidFill>
                        <a:schemeClr val="tx1"/>
                      </a:solidFill>
                      <a:prstDash val="solid"/>
                      <a:round/>
                      <a:headEnd type="none" w="med" len="med"/>
                      <a:tailEnd type="none" w="med" len="med"/>
                    </a:lnL>
                    <a:lnR w="28575" cap="flat" cmpd="sng" algn="ctr">
                      <a:solidFill>
                        <a:schemeClr val="bg1">
                          <a:lumMod val="50000"/>
                        </a:schemeClr>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12">
                  <a:txBody>
                    <a:bodyPr/>
                    <a:lstStyle/>
                    <a:p>
                      <a:pPr algn="ctr"/>
                      <a:r>
                        <a:rPr kumimoji="1" lang="en-US" altLang="ja-JP" sz="1200" dirty="0">
                          <a:solidFill>
                            <a:schemeClr val="tx1"/>
                          </a:solidFill>
                          <a:latin typeface="Meiryo UI" pitchFamily="50" charset="-128"/>
                          <a:ea typeface="Meiryo UI" pitchFamily="50" charset="-128"/>
                          <a:cs typeface="Meiryo UI" pitchFamily="50" charset="-128"/>
                        </a:rPr>
                        <a:t>2025</a:t>
                      </a:r>
                      <a:endParaRPr kumimoji="1" lang="ja-JP" altLang="en-US" sz="1200" dirty="0">
                        <a:solidFill>
                          <a:schemeClr val="tx1"/>
                        </a:solidFill>
                        <a:latin typeface="Meiryo UI" pitchFamily="50" charset="-128"/>
                        <a:ea typeface="Meiryo UI" pitchFamily="50" charset="-128"/>
                        <a:cs typeface="Meiryo UI" pitchFamily="50" charset="-128"/>
                      </a:endParaRPr>
                    </a:p>
                  </a:txBody>
                  <a:tcPr marL="0" marR="0" marT="0" marB="0" anchor="ctr">
                    <a:lnL w="28575"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hMerge="1">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hMerge="1">
                  <a:txBody>
                    <a:bodyPr/>
                    <a:lstStyle/>
                    <a:p>
                      <a:pPr algn="ctr"/>
                      <a:endParaRPr kumimoji="1" lang="ja-JP" altLang="en-US" sz="1200">
                        <a:solidFill>
                          <a:schemeClr val="tx1"/>
                        </a:solidFill>
                        <a:latin typeface="Tahoma" pitchFamily="34" charset="0"/>
                        <a:ea typeface="HGPｺﾞｼｯｸE" pitchFamily="50" charset="-128"/>
                        <a:cs typeface="Tahoma" pitchFamily="34" charset="0"/>
                      </a:endParaRPr>
                    </a:p>
                  </a:txBody>
                  <a:tcPr marL="0" marR="0" marT="0" marB="0" anchor="ctr">
                    <a:lnL w="952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hMerge="1">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hMerge="1">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hMerge="1">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hMerge="1">
                  <a:txBody>
                    <a:bodyPr/>
                    <a:lstStyle/>
                    <a:p>
                      <a:pPr algn="ctr"/>
                      <a:endParaRPr kumimoji="1" lang="ja-JP" altLang="en-US" sz="1200">
                        <a:solidFill>
                          <a:schemeClr val="tx1"/>
                        </a:solidFill>
                        <a:latin typeface="Meiryo UI" pitchFamily="50" charset="-128"/>
                        <a:ea typeface="Meiryo UI" pitchFamily="50" charset="-128"/>
                        <a:cs typeface="Meiryo UI" pitchFamily="50" charset="-128"/>
                      </a:endParaRPr>
                    </a:p>
                  </a:txBody>
                  <a:tcPr marL="0" marR="0" marT="0" marB="0" anchor="ctr">
                    <a:lnL w="3175"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hMerge="1">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hMerge="1">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hMerge="1">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hMerge="1">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952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hMerge="1">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gridSpan="12">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200" dirty="0">
                          <a:solidFill>
                            <a:schemeClr val="tx1"/>
                          </a:solidFill>
                          <a:latin typeface="Meiryo UI" pitchFamily="50" charset="-128"/>
                          <a:ea typeface="Meiryo UI" pitchFamily="50" charset="-128"/>
                          <a:cs typeface="Meiryo UI" pitchFamily="50" charset="-128"/>
                        </a:rPr>
                        <a:t>2026</a:t>
                      </a:r>
                      <a:endParaRPr kumimoji="1" lang="ja-JP" altLang="en-US" sz="1200" dirty="0">
                        <a:solidFill>
                          <a:schemeClr val="tx1"/>
                        </a:solidFill>
                        <a:latin typeface="Meiryo UI" pitchFamily="50" charset="-128"/>
                        <a:ea typeface="Meiryo UI" pitchFamily="50" charset="-128"/>
                        <a:cs typeface="Meiryo UI" pitchFamily="50" charset="-128"/>
                      </a:endParaRPr>
                    </a:p>
                  </a:txBody>
                  <a:tcPr marL="0" marR="0" marT="0"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hMerge="1">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hMerge="1">
                  <a:txBody>
                    <a:bodyPr/>
                    <a:lstStyle/>
                    <a:p>
                      <a:pPr algn="ctr"/>
                      <a:endParaRPr kumimoji="1" lang="ja-JP" altLang="en-US" sz="12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hMerge="1">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hMerge="1">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kumimoji="1" lang="ja-JP" altLang="en-US" sz="1200">
                        <a:solidFill>
                          <a:schemeClr val="tx1"/>
                        </a:solidFill>
                        <a:latin typeface="Meiryo UI" pitchFamily="50" charset="-128"/>
                        <a:ea typeface="Meiryo UI" pitchFamily="50" charset="-128"/>
                        <a:cs typeface="Meiryo UI" pitchFamily="50" charset="-128"/>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kumimoji="1" lang="ja-JP" altLang="en-US" sz="1200">
                        <a:solidFill>
                          <a:schemeClr val="tx1"/>
                        </a:solidFill>
                        <a:latin typeface="Meiryo UI" pitchFamily="50" charset="-128"/>
                        <a:ea typeface="Meiryo UI" pitchFamily="50" charset="-128"/>
                        <a:cs typeface="Meiryo UI" pitchFamily="50" charset="-128"/>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kumimoji="1" lang="ja-JP" altLang="en-US" sz="1200">
                        <a:solidFill>
                          <a:schemeClr val="tx1"/>
                        </a:solidFill>
                        <a:latin typeface="Meiryo UI" pitchFamily="50" charset="-128"/>
                        <a:ea typeface="Meiryo UI" pitchFamily="50" charset="-128"/>
                        <a:cs typeface="Meiryo UI" pitchFamily="50" charset="-128"/>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kumimoji="1" lang="ja-JP" altLang="en-US" sz="1200">
                        <a:solidFill>
                          <a:schemeClr val="tx1"/>
                        </a:solidFill>
                        <a:latin typeface="Meiryo UI" pitchFamily="50" charset="-128"/>
                        <a:ea typeface="Meiryo UI" pitchFamily="50" charset="-128"/>
                        <a:cs typeface="Meiryo UI" pitchFamily="50" charset="-128"/>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kumimoji="1" lang="ja-JP" altLang="en-US" sz="1200">
                        <a:solidFill>
                          <a:schemeClr val="tx1"/>
                        </a:solidFill>
                        <a:latin typeface="Meiryo UI" pitchFamily="50" charset="-128"/>
                        <a:ea typeface="Meiryo UI" pitchFamily="50" charset="-128"/>
                        <a:cs typeface="Meiryo UI" pitchFamily="50" charset="-128"/>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kumimoji="1" lang="ja-JP" altLang="en-US" sz="1200">
                        <a:solidFill>
                          <a:schemeClr val="tx1"/>
                        </a:solidFill>
                        <a:latin typeface="Meiryo UI" pitchFamily="50" charset="-128"/>
                        <a:ea typeface="Meiryo UI" pitchFamily="50" charset="-128"/>
                        <a:cs typeface="Meiryo UI" pitchFamily="50" charset="-128"/>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12">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200" dirty="0">
                          <a:solidFill>
                            <a:schemeClr val="tx1"/>
                          </a:solidFill>
                          <a:latin typeface="Meiryo UI" pitchFamily="50" charset="-128"/>
                          <a:ea typeface="Meiryo UI" pitchFamily="50" charset="-128"/>
                          <a:cs typeface="Meiryo UI" pitchFamily="50" charset="-128"/>
                        </a:rPr>
                        <a:t>2027</a:t>
                      </a:r>
                      <a:endParaRPr kumimoji="1" lang="ja-JP" altLang="en-US" sz="1200" dirty="0">
                        <a:solidFill>
                          <a:schemeClr val="tx1"/>
                        </a:solidFill>
                        <a:latin typeface="Meiryo UI" pitchFamily="50" charset="-128"/>
                        <a:ea typeface="Meiryo UI" pitchFamily="50" charset="-128"/>
                        <a:cs typeface="Meiryo UI" pitchFamily="50" charset="-128"/>
                      </a:endParaRPr>
                    </a:p>
                  </a:txBody>
                  <a:tcPr marL="0" marR="0" marT="0"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kumimoji="1" lang="ja-JP" altLang="en-US" sz="1200">
                        <a:solidFill>
                          <a:schemeClr val="tx1"/>
                        </a:solidFill>
                        <a:latin typeface="Meiryo UI" pitchFamily="50" charset="-128"/>
                        <a:ea typeface="Meiryo UI" pitchFamily="50" charset="-128"/>
                        <a:cs typeface="Meiryo UI" pitchFamily="50" charset="-128"/>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kumimoji="1" lang="ja-JP" altLang="en-US" sz="1200">
                        <a:solidFill>
                          <a:schemeClr val="tx1"/>
                        </a:solidFill>
                        <a:latin typeface="Meiryo UI" pitchFamily="50" charset="-128"/>
                        <a:ea typeface="Meiryo UI" pitchFamily="50" charset="-128"/>
                        <a:cs typeface="Meiryo UI" pitchFamily="50" charset="-128"/>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kumimoji="1" lang="ja-JP" altLang="en-US" sz="1200">
                        <a:solidFill>
                          <a:schemeClr val="tx1"/>
                        </a:solidFill>
                        <a:latin typeface="Meiryo UI" pitchFamily="50" charset="-128"/>
                        <a:ea typeface="Meiryo UI" pitchFamily="50" charset="-128"/>
                        <a:cs typeface="Meiryo UI" pitchFamily="50" charset="-128"/>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kumimoji="1" lang="ja-JP" altLang="en-US" sz="1200">
                        <a:solidFill>
                          <a:schemeClr val="tx1"/>
                        </a:solidFill>
                        <a:latin typeface="Meiryo UI" pitchFamily="50" charset="-128"/>
                        <a:ea typeface="Meiryo UI" pitchFamily="50" charset="-128"/>
                        <a:cs typeface="Meiryo UI" pitchFamily="50" charset="-128"/>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kumimoji="1" lang="ja-JP" altLang="en-US" sz="1200">
                        <a:solidFill>
                          <a:schemeClr val="tx1"/>
                        </a:solidFill>
                        <a:latin typeface="Meiryo UI" pitchFamily="50" charset="-128"/>
                        <a:ea typeface="Meiryo UI" pitchFamily="50" charset="-128"/>
                        <a:cs typeface="Meiryo UI" pitchFamily="50" charset="-128"/>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kumimoji="1" lang="ja-JP" altLang="en-US" sz="1200">
                        <a:solidFill>
                          <a:schemeClr val="tx1"/>
                        </a:solidFill>
                        <a:latin typeface="Meiryo UI" pitchFamily="50" charset="-128"/>
                        <a:ea typeface="Meiryo UI" pitchFamily="50" charset="-128"/>
                        <a:cs typeface="Meiryo UI" pitchFamily="50" charset="-128"/>
                      </a:endParaRPr>
                    </a:p>
                  </a:txBody>
                  <a:tcPr marL="0" marR="0" marT="0" marB="0" anchor="ctr">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kumimoji="1" lang="ja-JP" altLang="en-US" sz="1200">
                        <a:solidFill>
                          <a:schemeClr val="tx1"/>
                        </a:solidFill>
                        <a:latin typeface="Meiryo UI" pitchFamily="50" charset="-128"/>
                        <a:ea typeface="Meiryo UI" pitchFamily="50" charset="-128"/>
                        <a:cs typeface="Meiryo UI" pitchFamily="50" charset="-128"/>
                      </a:endParaRPr>
                    </a:p>
                  </a:txBody>
                  <a:tcPr marL="0" marR="0" marT="0"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kumimoji="1" lang="ja-JP" altLang="en-US" sz="1200">
                        <a:solidFill>
                          <a:schemeClr val="tx1"/>
                        </a:solidFill>
                        <a:latin typeface="Meiryo UI" pitchFamily="50" charset="-128"/>
                        <a:ea typeface="Meiryo UI" pitchFamily="50" charset="-128"/>
                        <a:cs typeface="Meiryo UI" pitchFamily="50" charset="-128"/>
                      </a:endParaRPr>
                    </a:p>
                  </a:txBody>
                  <a:tcPr marL="0" marR="0" marT="0"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kumimoji="1" lang="ja-JP" altLang="en-US" sz="1200">
                        <a:solidFill>
                          <a:schemeClr val="tx1"/>
                        </a:solidFill>
                        <a:latin typeface="Meiryo UI" pitchFamily="50" charset="-128"/>
                        <a:ea typeface="Meiryo UI" pitchFamily="50" charset="-128"/>
                        <a:cs typeface="Meiryo UI" pitchFamily="50" charset="-128"/>
                      </a:endParaRPr>
                    </a:p>
                  </a:txBody>
                  <a:tcPr marL="0" marR="0" marT="0"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kumimoji="1" lang="ja-JP" altLang="en-US" sz="1200">
                        <a:solidFill>
                          <a:schemeClr val="tx1"/>
                        </a:solidFill>
                        <a:latin typeface="Meiryo UI" pitchFamily="50" charset="-128"/>
                        <a:ea typeface="Meiryo UI" pitchFamily="50" charset="-128"/>
                        <a:cs typeface="Meiryo UI" pitchFamily="50" charset="-128"/>
                      </a:endParaRPr>
                    </a:p>
                  </a:txBody>
                  <a:tcPr marL="0" marR="0" marT="0"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kumimoji="1" lang="ja-JP" altLang="en-US" sz="1200">
                        <a:solidFill>
                          <a:schemeClr val="tx1"/>
                        </a:solidFill>
                        <a:latin typeface="Meiryo UI" pitchFamily="50" charset="-128"/>
                        <a:ea typeface="Meiryo UI" pitchFamily="50" charset="-128"/>
                        <a:cs typeface="Meiryo UI" pitchFamily="50" charset="-128"/>
                      </a:endParaRPr>
                    </a:p>
                  </a:txBody>
                  <a:tcPr marL="0" marR="0" marT="0"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gridSpan="3">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200" dirty="0">
                          <a:solidFill>
                            <a:schemeClr val="tx1"/>
                          </a:solidFill>
                          <a:latin typeface="Meiryo UI" pitchFamily="50" charset="-128"/>
                          <a:ea typeface="Meiryo UI" pitchFamily="50" charset="-128"/>
                          <a:cs typeface="Meiryo UI" pitchFamily="50" charset="-128"/>
                        </a:rPr>
                        <a:t>2028</a:t>
                      </a:r>
                      <a:endParaRPr kumimoji="1" lang="ja-JP" altLang="en-US" sz="1200" dirty="0">
                        <a:solidFill>
                          <a:schemeClr val="tx1"/>
                        </a:solidFill>
                        <a:latin typeface="Meiryo UI" pitchFamily="50" charset="-128"/>
                        <a:ea typeface="Meiryo UI" pitchFamily="50" charset="-128"/>
                        <a:cs typeface="Meiryo UI" pitchFamily="50" charset="-128"/>
                      </a:endParaRPr>
                    </a:p>
                  </a:txBody>
                  <a:tcPr marL="0" marR="0" marT="0" marB="0" anchor="ctr">
                    <a:lnL w="19050" cap="flat" cmpd="sng" algn="ctr">
                      <a:solidFill>
                        <a:schemeClr val="bg1">
                          <a:lumMod val="50000"/>
                        </a:schemeClr>
                      </a:solidFill>
                      <a:prstDash val="solid"/>
                      <a:round/>
                      <a:headEnd type="none" w="med" len="med"/>
                      <a:tailEnd type="none" w="med" len="med"/>
                    </a:lnL>
                    <a:lnR w="28575"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kumimoji="1" lang="ja-JP" altLang="en-US" sz="1200">
                        <a:solidFill>
                          <a:schemeClr val="tx1"/>
                        </a:solidFill>
                        <a:latin typeface="Meiryo UI" pitchFamily="50" charset="-128"/>
                        <a:ea typeface="Meiryo UI" pitchFamily="50" charset="-128"/>
                        <a:cs typeface="Meiryo UI" pitchFamily="50" charset="-128"/>
                      </a:endParaRPr>
                    </a:p>
                  </a:txBody>
                  <a:tcPr marL="0" marR="0" marT="0"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kumimoji="1" lang="ja-JP" altLang="en-US" sz="1200">
                        <a:solidFill>
                          <a:schemeClr val="tx1"/>
                        </a:solidFill>
                        <a:latin typeface="Meiryo UI" pitchFamily="50" charset="-128"/>
                        <a:ea typeface="Meiryo UI" pitchFamily="50" charset="-128"/>
                        <a:cs typeface="Meiryo UI" pitchFamily="50" charset="-128"/>
                      </a:endParaRPr>
                    </a:p>
                  </a:txBody>
                  <a:tcPr marL="0" marR="0" marT="0" marB="0" anchor="ctr">
                    <a:lnL w="19050" cap="flat" cmpd="sng" algn="ctr">
                      <a:solidFill>
                        <a:schemeClr val="bg1">
                          <a:lumMod val="50000"/>
                        </a:schemeClr>
                      </a:solidFill>
                      <a:prstDash val="solid"/>
                      <a:round/>
                      <a:headEnd type="none" w="med" len="med"/>
                      <a:tailEnd type="none" w="med" len="med"/>
                    </a:lnL>
                    <a:lnR w="28575"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0000"/>
                  </a:ext>
                </a:extLst>
              </a:tr>
              <a:tr h="278143">
                <a:tc vMerge="1">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a:r>
                        <a:rPr kumimoji="1" lang="en-US" altLang="ja-JP" sz="1100">
                          <a:solidFill>
                            <a:schemeClr val="tx1"/>
                          </a:solidFill>
                          <a:latin typeface="Meiryo UI" pitchFamily="50" charset="-128"/>
                          <a:ea typeface="Meiryo UI" pitchFamily="50" charset="-128"/>
                          <a:cs typeface="Meiryo UI" pitchFamily="50" charset="-128"/>
                        </a:rPr>
                        <a:t>1</a:t>
                      </a:r>
                      <a:endParaRPr kumimoji="1" lang="ja-JP" altLang="en-US" sz="1100">
                        <a:solidFill>
                          <a:schemeClr val="tx1"/>
                        </a:solidFill>
                        <a:latin typeface="Meiryo UI" pitchFamily="50" charset="-128"/>
                        <a:ea typeface="Meiryo UI" pitchFamily="50" charset="-128"/>
                        <a:cs typeface="Meiryo UI" pitchFamily="50" charset="-128"/>
                      </a:endParaRPr>
                    </a:p>
                  </a:txBody>
                  <a:tcPr marL="0" marR="0" marT="0" marB="0" anchor="ctr">
                    <a:lnL w="28575"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1100">
                          <a:solidFill>
                            <a:schemeClr val="tx1"/>
                          </a:solidFill>
                          <a:latin typeface="Meiryo UI" pitchFamily="50" charset="-128"/>
                          <a:ea typeface="Meiryo UI" pitchFamily="50" charset="-128"/>
                          <a:cs typeface="Meiryo UI" pitchFamily="50" charset="-128"/>
                        </a:rPr>
                        <a:t>2</a:t>
                      </a:r>
                      <a:endParaRPr kumimoji="1" lang="ja-JP" altLang="en-US" sz="1100">
                        <a:solidFill>
                          <a:schemeClr val="tx1"/>
                        </a:solidFill>
                        <a:latin typeface="Meiryo UI" pitchFamily="50" charset="-128"/>
                        <a:ea typeface="Meiryo UI" pitchFamily="50" charset="-128"/>
                        <a:cs typeface="Meiryo UI" pitchFamily="50" charset="-128"/>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1100">
                          <a:solidFill>
                            <a:schemeClr val="tx1"/>
                          </a:solidFill>
                          <a:latin typeface="Meiryo UI" pitchFamily="50" charset="-128"/>
                          <a:ea typeface="Meiryo UI" pitchFamily="50" charset="-128"/>
                          <a:cs typeface="Meiryo UI" pitchFamily="50" charset="-128"/>
                        </a:rPr>
                        <a:t>3</a:t>
                      </a:r>
                      <a:endParaRPr kumimoji="1" lang="ja-JP" altLang="en-US" sz="1100">
                        <a:solidFill>
                          <a:schemeClr val="tx1"/>
                        </a:solidFill>
                        <a:latin typeface="Meiryo UI" pitchFamily="50" charset="-128"/>
                        <a:ea typeface="Meiryo UI" pitchFamily="50" charset="-128"/>
                        <a:cs typeface="Meiryo UI" pitchFamily="50" charset="-128"/>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1100">
                          <a:solidFill>
                            <a:schemeClr val="tx1"/>
                          </a:solidFill>
                          <a:latin typeface="Meiryo UI" pitchFamily="50" charset="-128"/>
                          <a:ea typeface="Meiryo UI" pitchFamily="50" charset="-128"/>
                          <a:cs typeface="Meiryo UI" pitchFamily="50" charset="-128"/>
                        </a:rPr>
                        <a:t>4</a:t>
                      </a:r>
                      <a:endParaRPr kumimoji="1" lang="ja-JP" altLang="en-US" sz="1100">
                        <a:solidFill>
                          <a:schemeClr val="tx1"/>
                        </a:solidFill>
                        <a:latin typeface="Meiryo UI" pitchFamily="50" charset="-128"/>
                        <a:ea typeface="Meiryo UI" pitchFamily="50" charset="-128"/>
                        <a:cs typeface="Meiryo UI" pitchFamily="50" charset="-128"/>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1100">
                          <a:solidFill>
                            <a:schemeClr val="tx1"/>
                          </a:solidFill>
                          <a:latin typeface="Meiryo UI" pitchFamily="50" charset="-128"/>
                          <a:ea typeface="Meiryo UI" pitchFamily="50" charset="-128"/>
                          <a:cs typeface="Meiryo UI" pitchFamily="50" charset="-128"/>
                        </a:rPr>
                        <a:t>5</a:t>
                      </a:r>
                      <a:endParaRPr kumimoji="1" lang="ja-JP" altLang="en-US" sz="1100">
                        <a:solidFill>
                          <a:schemeClr val="tx1"/>
                        </a:solidFill>
                        <a:latin typeface="Meiryo UI" pitchFamily="50" charset="-128"/>
                        <a:ea typeface="Meiryo UI" pitchFamily="50" charset="-128"/>
                        <a:cs typeface="Meiryo UI" pitchFamily="50" charset="-128"/>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1100">
                          <a:solidFill>
                            <a:schemeClr val="tx1"/>
                          </a:solidFill>
                          <a:latin typeface="Meiryo UI" pitchFamily="50" charset="-128"/>
                          <a:ea typeface="Meiryo UI" pitchFamily="50" charset="-128"/>
                          <a:cs typeface="Meiryo UI" pitchFamily="50" charset="-128"/>
                        </a:rPr>
                        <a:t>6</a:t>
                      </a:r>
                      <a:endParaRPr kumimoji="1" lang="ja-JP" altLang="en-US" sz="1100">
                        <a:solidFill>
                          <a:schemeClr val="tx1"/>
                        </a:solidFill>
                        <a:latin typeface="Meiryo UI" pitchFamily="50" charset="-128"/>
                        <a:ea typeface="Meiryo UI" pitchFamily="50" charset="-128"/>
                        <a:cs typeface="Meiryo UI" pitchFamily="50" charset="-128"/>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1100">
                          <a:solidFill>
                            <a:schemeClr val="tx1"/>
                          </a:solidFill>
                          <a:latin typeface="Meiryo UI" pitchFamily="50" charset="-128"/>
                          <a:ea typeface="Meiryo UI" pitchFamily="50" charset="-128"/>
                          <a:cs typeface="Meiryo UI" pitchFamily="50" charset="-128"/>
                        </a:rPr>
                        <a:t>7</a:t>
                      </a:r>
                      <a:endParaRPr kumimoji="1" lang="ja-JP" altLang="en-US" sz="1100">
                        <a:solidFill>
                          <a:schemeClr val="tx1"/>
                        </a:solidFill>
                        <a:latin typeface="Meiryo UI" pitchFamily="50" charset="-128"/>
                        <a:ea typeface="Meiryo UI" pitchFamily="50" charset="-128"/>
                        <a:cs typeface="Meiryo UI" pitchFamily="50" charset="-128"/>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1100">
                          <a:solidFill>
                            <a:schemeClr val="tx1"/>
                          </a:solidFill>
                          <a:latin typeface="Meiryo UI" pitchFamily="50" charset="-128"/>
                          <a:ea typeface="Meiryo UI" pitchFamily="50" charset="-128"/>
                          <a:cs typeface="Meiryo UI" pitchFamily="50" charset="-128"/>
                        </a:rPr>
                        <a:t>8</a:t>
                      </a:r>
                      <a:endParaRPr kumimoji="1" lang="ja-JP" altLang="en-US" sz="1100">
                        <a:solidFill>
                          <a:schemeClr val="tx1"/>
                        </a:solidFill>
                        <a:latin typeface="Meiryo UI" pitchFamily="50" charset="-128"/>
                        <a:ea typeface="Meiryo UI" pitchFamily="50" charset="-128"/>
                        <a:cs typeface="Meiryo UI" pitchFamily="50" charset="-128"/>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1100">
                          <a:solidFill>
                            <a:schemeClr val="tx1"/>
                          </a:solidFill>
                          <a:latin typeface="Meiryo UI" pitchFamily="50" charset="-128"/>
                          <a:ea typeface="Meiryo UI" pitchFamily="50" charset="-128"/>
                          <a:cs typeface="Meiryo UI" pitchFamily="50" charset="-128"/>
                        </a:rPr>
                        <a:t>9</a:t>
                      </a:r>
                      <a:endParaRPr kumimoji="1" lang="ja-JP" altLang="en-US" sz="1100">
                        <a:solidFill>
                          <a:schemeClr val="tx1"/>
                        </a:solidFill>
                        <a:latin typeface="Meiryo UI" pitchFamily="50" charset="-128"/>
                        <a:ea typeface="Meiryo UI" pitchFamily="50" charset="-128"/>
                        <a:cs typeface="Meiryo UI" pitchFamily="50" charset="-128"/>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1100">
                          <a:solidFill>
                            <a:schemeClr val="tx1"/>
                          </a:solidFill>
                          <a:latin typeface="Meiryo UI" pitchFamily="50" charset="-128"/>
                          <a:ea typeface="Meiryo UI" pitchFamily="50" charset="-128"/>
                          <a:cs typeface="Meiryo UI" pitchFamily="50" charset="-128"/>
                        </a:rPr>
                        <a:t>10</a:t>
                      </a:r>
                      <a:endParaRPr kumimoji="1" lang="ja-JP" altLang="en-US" sz="1100">
                        <a:solidFill>
                          <a:schemeClr val="tx1"/>
                        </a:solidFill>
                        <a:latin typeface="Meiryo UI" pitchFamily="50" charset="-128"/>
                        <a:ea typeface="Meiryo UI" pitchFamily="50" charset="-128"/>
                        <a:cs typeface="Meiryo UI" pitchFamily="50" charset="-128"/>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1100">
                          <a:solidFill>
                            <a:schemeClr val="tx1"/>
                          </a:solidFill>
                          <a:latin typeface="Meiryo UI" pitchFamily="50" charset="-128"/>
                          <a:ea typeface="Meiryo UI" pitchFamily="50" charset="-128"/>
                          <a:cs typeface="Meiryo UI" pitchFamily="50" charset="-128"/>
                        </a:rPr>
                        <a:t>11</a:t>
                      </a:r>
                      <a:endParaRPr kumimoji="1" lang="ja-JP" altLang="en-US" sz="1100">
                        <a:solidFill>
                          <a:schemeClr val="tx1"/>
                        </a:solidFill>
                        <a:latin typeface="Meiryo UI" pitchFamily="50" charset="-128"/>
                        <a:ea typeface="Meiryo UI" pitchFamily="50" charset="-128"/>
                        <a:cs typeface="Meiryo UI" pitchFamily="50" charset="-128"/>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1100">
                          <a:solidFill>
                            <a:schemeClr val="tx1"/>
                          </a:solidFill>
                          <a:latin typeface="Meiryo UI" pitchFamily="50" charset="-128"/>
                          <a:ea typeface="Meiryo UI" pitchFamily="50" charset="-128"/>
                          <a:cs typeface="Meiryo UI" pitchFamily="50" charset="-128"/>
                        </a:rPr>
                        <a:t>12</a:t>
                      </a:r>
                      <a:endParaRPr kumimoji="1" lang="ja-JP" altLang="en-US" sz="1100">
                        <a:solidFill>
                          <a:schemeClr val="tx1"/>
                        </a:solidFill>
                        <a:latin typeface="Meiryo UI" pitchFamily="50" charset="-128"/>
                        <a:ea typeface="Meiryo UI" pitchFamily="50" charset="-128"/>
                        <a:cs typeface="Meiryo UI" pitchFamily="50" charset="-128"/>
                      </a:endParaRPr>
                    </a:p>
                  </a:txBody>
                  <a:tcPr marL="0" marR="0" marT="0" marB="0" anchor="ctr">
                    <a:lnL w="1270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1100">
                          <a:solidFill>
                            <a:schemeClr val="tx1"/>
                          </a:solidFill>
                          <a:latin typeface="Meiryo UI" pitchFamily="50" charset="-128"/>
                          <a:ea typeface="Meiryo UI" pitchFamily="50" charset="-128"/>
                          <a:cs typeface="Meiryo UI" pitchFamily="50" charset="-128"/>
                        </a:rPr>
                        <a:t>1</a:t>
                      </a:r>
                      <a:endParaRPr kumimoji="1" lang="ja-JP" altLang="en-US" sz="1100">
                        <a:solidFill>
                          <a:schemeClr val="tx1"/>
                        </a:solidFill>
                        <a:latin typeface="Meiryo UI" pitchFamily="50" charset="-128"/>
                        <a:ea typeface="Meiryo UI" pitchFamily="50" charset="-128"/>
                        <a:cs typeface="Meiryo UI" pitchFamily="50" charset="-128"/>
                      </a:endParaRPr>
                    </a:p>
                  </a:txBody>
                  <a:tcPr marL="0" marR="0" marT="0" marB="0" anchor="ctr">
                    <a:lnL w="1905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1100">
                          <a:solidFill>
                            <a:schemeClr val="tx1"/>
                          </a:solidFill>
                          <a:latin typeface="Meiryo UI" pitchFamily="50" charset="-128"/>
                          <a:ea typeface="Meiryo UI" pitchFamily="50" charset="-128"/>
                          <a:cs typeface="Meiryo UI" pitchFamily="50" charset="-128"/>
                        </a:rPr>
                        <a:t>2</a:t>
                      </a:r>
                      <a:endParaRPr kumimoji="1" lang="ja-JP" altLang="en-US" sz="1100">
                        <a:solidFill>
                          <a:schemeClr val="tx1"/>
                        </a:solidFill>
                        <a:latin typeface="Meiryo UI" pitchFamily="50" charset="-128"/>
                        <a:ea typeface="Meiryo UI" pitchFamily="50" charset="-128"/>
                        <a:cs typeface="Meiryo UI" pitchFamily="50" charset="-128"/>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1100">
                          <a:solidFill>
                            <a:schemeClr val="tx1"/>
                          </a:solidFill>
                          <a:latin typeface="Meiryo UI" pitchFamily="50" charset="-128"/>
                          <a:ea typeface="Meiryo UI" pitchFamily="50" charset="-128"/>
                          <a:cs typeface="Meiryo UI" pitchFamily="50" charset="-128"/>
                        </a:rPr>
                        <a:t>3</a:t>
                      </a:r>
                      <a:endParaRPr kumimoji="1" lang="ja-JP" altLang="en-US" sz="1100">
                        <a:solidFill>
                          <a:schemeClr val="tx1"/>
                        </a:solidFill>
                        <a:latin typeface="Meiryo UI" pitchFamily="50" charset="-128"/>
                        <a:ea typeface="Meiryo UI" pitchFamily="50" charset="-128"/>
                        <a:cs typeface="Meiryo UI" pitchFamily="50" charset="-128"/>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1100">
                          <a:solidFill>
                            <a:schemeClr val="tx1"/>
                          </a:solidFill>
                          <a:latin typeface="Meiryo UI" pitchFamily="50" charset="-128"/>
                          <a:ea typeface="Meiryo UI" pitchFamily="50" charset="-128"/>
                          <a:cs typeface="Meiryo UI" pitchFamily="50" charset="-128"/>
                        </a:rPr>
                        <a:t>4</a:t>
                      </a:r>
                      <a:endParaRPr kumimoji="1" lang="ja-JP" altLang="en-US" sz="1100">
                        <a:solidFill>
                          <a:schemeClr val="tx1"/>
                        </a:solidFill>
                        <a:latin typeface="Meiryo UI" pitchFamily="50" charset="-128"/>
                        <a:ea typeface="Meiryo UI" pitchFamily="50" charset="-128"/>
                        <a:cs typeface="Meiryo UI" pitchFamily="50" charset="-128"/>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1100">
                          <a:solidFill>
                            <a:schemeClr val="tx1"/>
                          </a:solidFill>
                          <a:latin typeface="Meiryo UI" pitchFamily="50" charset="-128"/>
                          <a:ea typeface="Meiryo UI" pitchFamily="50" charset="-128"/>
                          <a:cs typeface="Meiryo UI" pitchFamily="50" charset="-128"/>
                        </a:rPr>
                        <a:t>5</a:t>
                      </a:r>
                      <a:endParaRPr kumimoji="1" lang="ja-JP" altLang="en-US" sz="1100">
                        <a:solidFill>
                          <a:schemeClr val="tx1"/>
                        </a:solidFill>
                        <a:latin typeface="Meiryo UI" pitchFamily="50" charset="-128"/>
                        <a:ea typeface="Meiryo UI" pitchFamily="50" charset="-128"/>
                        <a:cs typeface="Meiryo UI" pitchFamily="50" charset="-128"/>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1100">
                          <a:solidFill>
                            <a:schemeClr val="tx1"/>
                          </a:solidFill>
                          <a:latin typeface="Meiryo UI" pitchFamily="50" charset="-128"/>
                          <a:ea typeface="Meiryo UI" pitchFamily="50" charset="-128"/>
                          <a:cs typeface="Meiryo UI" pitchFamily="50" charset="-128"/>
                        </a:rPr>
                        <a:t>6</a:t>
                      </a:r>
                      <a:endParaRPr kumimoji="1" lang="ja-JP" altLang="en-US" sz="1100">
                        <a:solidFill>
                          <a:schemeClr val="tx1"/>
                        </a:solidFill>
                        <a:latin typeface="Meiryo UI" pitchFamily="50" charset="-128"/>
                        <a:ea typeface="Meiryo UI" pitchFamily="50" charset="-128"/>
                        <a:cs typeface="Meiryo UI" pitchFamily="50" charset="-128"/>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1100">
                          <a:solidFill>
                            <a:schemeClr val="tx1"/>
                          </a:solidFill>
                          <a:latin typeface="Meiryo UI" pitchFamily="50" charset="-128"/>
                          <a:ea typeface="Meiryo UI" pitchFamily="50" charset="-128"/>
                          <a:cs typeface="Meiryo UI" pitchFamily="50" charset="-128"/>
                        </a:rPr>
                        <a:t>7</a:t>
                      </a:r>
                      <a:endParaRPr kumimoji="1" lang="ja-JP" altLang="en-US" sz="1100">
                        <a:solidFill>
                          <a:schemeClr val="tx1"/>
                        </a:solidFill>
                        <a:latin typeface="Meiryo UI" pitchFamily="50" charset="-128"/>
                        <a:ea typeface="Meiryo UI" pitchFamily="50" charset="-128"/>
                        <a:cs typeface="Meiryo UI" pitchFamily="50" charset="-128"/>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1100">
                          <a:solidFill>
                            <a:schemeClr val="tx1"/>
                          </a:solidFill>
                          <a:latin typeface="Meiryo UI" pitchFamily="50" charset="-128"/>
                          <a:ea typeface="Meiryo UI" pitchFamily="50" charset="-128"/>
                          <a:cs typeface="Meiryo UI" pitchFamily="50" charset="-128"/>
                        </a:rPr>
                        <a:t>8</a:t>
                      </a:r>
                      <a:endParaRPr kumimoji="1" lang="ja-JP" altLang="en-US" sz="1100">
                        <a:solidFill>
                          <a:schemeClr val="tx1"/>
                        </a:solidFill>
                        <a:latin typeface="Meiryo UI" pitchFamily="50" charset="-128"/>
                        <a:ea typeface="Meiryo UI" pitchFamily="50" charset="-128"/>
                        <a:cs typeface="Meiryo UI" pitchFamily="50" charset="-128"/>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1100">
                          <a:solidFill>
                            <a:schemeClr val="tx1"/>
                          </a:solidFill>
                          <a:latin typeface="Meiryo UI" pitchFamily="50" charset="-128"/>
                          <a:ea typeface="Meiryo UI" pitchFamily="50" charset="-128"/>
                          <a:cs typeface="Meiryo UI" pitchFamily="50" charset="-128"/>
                        </a:rPr>
                        <a:t>9</a:t>
                      </a:r>
                      <a:endParaRPr kumimoji="1" lang="ja-JP" altLang="en-US" sz="1100">
                        <a:solidFill>
                          <a:schemeClr val="tx1"/>
                        </a:solidFill>
                        <a:latin typeface="Meiryo UI" pitchFamily="50" charset="-128"/>
                        <a:ea typeface="Meiryo UI" pitchFamily="50" charset="-128"/>
                        <a:cs typeface="Meiryo UI" pitchFamily="50" charset="-128"/>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1100">
                          <a:solidFill>
                            <a:schemeClr val="tx1"/>
                          </a:solidFill>
                          <a:latin typeface="Meiryo UI" pitchFamily="50" charset="-128"/>
                          <a:ea typeface="Meiryo UI" pitchFamily="50" charset="-128"/>
                          <a:cs typeface="Meiryo UI" pitchFamily="50" charset="-128"/>
                        </a:rPr>
                        <a:t>10</a:t>
                      </a:r>
                      <a:endParaRPr kumimoji="1" lang="ja-JP" altLang="en-US" sz="1100">
                        <a:solidFill>
                          <a:schemeClr val="tx1"/>
                        </a:solidFill>
                        <a:latin typeface="Meiryo UI" pitchFamily="50" charset="-128"/>
                        <a:ea typeface="Meiryo UI" pitchFamily="50" charset="-128"/>
                        <a:cs typeface="Meiryo UI" pitchFamily="50" charset="-128"/>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1100">
                          <a:solidFill>
                            <a:schemeClr val="tx1"/>
                          </a:solidFill>
                          <a:latin typeface="Meiryo UI" pitchFamily="50" charset="-128"/>
                          <a:ea typeface="Meiryo UI" pitchFamily="50" charset="-128"/>
                          <a:cs typeface="Meiryo UI" pitchFamily="50" charset="-128"/>
                        </a:rPr>
                        <a:t>11</a:t>
                      </a:r>
                      <a:endParaRPr kumimoji="1" lang="ja-JP" altLang="en-US" sz="1100">
                        <a:solidFill>
                          <a:schemeClr val="tx1"/>
                        </a:solidFill>
                        <a:latin typeface="Meiryo UI" pitchFamily="50" charset="-128"/>
                        <a:ea typeface="Meiryo UI" pitchFamily="50" charset="-128"/>
                        <a:cs typeface="Meiryo UI" pitchFamily="50" charset="-128"/>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1100">
                          <a:solidFill>
                            <a:schemeClr val="tx1"/>
                          </a:solidFill>
                          <a:latin typeface="Meiryo UI" pitchFamily="50" charset="-128"/>
                          <a:ea typeface="Meiryo UI" pitchFamily="50" charset="-128"/>
                          <a:cs typeface="Meiryo UI" pitchFamily="50" charset="-128"/>
                        </a:rPr>
                        <a:t>12</a:t>
                      </a:r>
                      <a:endParaRPr kumimoji="1" lang="ja-JP" altLang="en-US" sz="1100">
                        <a:solidFill>
                          <a:schemeClr val="tx1"/>
                        </a:solidFill>
                        <a:latin typeface="Meiryo UI" pitchFamily="50" charset="-128"/>
                        <a:ea typeface="Meiryo UI" pitchFamily="50" charset="-128"/>
                        <a:cs typeface="Meiryo UI" pitchFamily="50" charset="-128"/>
                      </a:endParaRPr>
                    </a:p>
                  </a:txBody>
                  <a:tcPr marL="0" marR="0" marT="0" marB="0" anchor="ctr">
                    <a:lnL w="1270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1100">
                          <a:solidFill>
                            <a:schemeClr val="tx1"/>
                          </a:solidFill>
                          <a:latin typeface="Meiryo UI" pitchFamily="50" charset="-128"/>
                          <a:ea typeface="Meiryo UI" pitchFamily="50" charset="-128"/>
                          <a:cs typeface="Meiryo UI" pitchFamily="50" charset="-128"/>
                        </a:rPr>
                        <a:t>1</a:t>
                      </a:r>
                      <a:endParaRPr kumimoji="1" lang="ja-JP" altLang="en-US" sz="1100">
                        <a:solidFill>
                          <a:schemeClr val="tx1"/>
                        </a:solidFill>
                        <a:latin typeface="Meiryo UI" pitchFamily="50" charset="-128"/>
                        <a:ea typeface="Meiryo UI" pitchFamily="50" charset="-128"/>
                        <a:cs typeface="Meiryo UI" pitchFamily="50" charset="-128"/>
                      </a:endParaRPr>
                    </a:p>
                  </a:txBody>
                  <a:tcPr marL="0" marR="0" marT="0" marB="0" anchor="ctr">
                    <a:lnL w="1905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1100">
                          <a:solidFill>
                            <a:schemeClr val="tx1"/>
                          </a:solidFill>
                          <a:latin typeface="Meiryo UI" pitchFamily="50" charset="-128"/>
                          <a:ea typeface="Meiryo UI" pitchFamily="50" charset="-128"/>
                          <a:cs typeface="Meiryo UI" pitchFamily="50" charset="-128"/>
                        </a:rPr>
                        <a:t>2</a:t>
                      </a:r>
                      <a:endParaRPr kumimoji="1" lang="ja-JP" altLang="en-US" sz="1100">
                        <a:solidFill>
                          <a:schemeClr val="tx1"/>
                        </a:solidFill>
                        <a:latin typeface="Meiryo UI" pitchFamily="50" charset="-128"/>
                        <a:ea typeface="Meiryo UI" pitchFamily="50" charset="-128"/>
                        <a:cs typeface="Meiryo UI" pitchFamily="50" charset="-128"/>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1100">
                          <a:solidFill>
                            <a:schemeClr val="tx1"/>
                          </a:solidFill>
                          <a:latin typeface="Meiryo UI" pitchFamily="50" charset="-128"/>
                          <a:ea typeface="Meiryo UI" pitchFamily="50" charset="-128"/>
                          <a:cs typeface="Meiryo UI" pitchFamily="50" charset="-128"/>
                        </a:rPr>
                        <a:t>3</a:t>
                      </a:r>
                      <a:endParaRPr kumimoji="1" lang="ja-JP" altLang="en-US" sz="1100">
                        <a:solidFill>
                          <a:schemeClr val="tx1"/>
                        </a:solidFill>
                        <a:latin typeface="Meiryo UI" pitchFamily="50" charset="-128"/>
                        <a:ea typeface="Meiryo UI" pitchFamily="50" charset="-128"/>
                        <a:cs typeface="Meiryo UI" pitchFamily="50" charset="-128"/>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1100">
                          <a:solidFill>
                            <a:schemeClr val="tx1"/>
                          </a:solidFill>
                          <a:latin typeface="Meiryo UI" pitchFamily="50" charset="-128"/>
                          <a:ea typeface="Meiryo UI" pitchFamily="50" charset="-128"/>
                          <a:cs typeface="Meiryo UI" pitchFamily="50" charset="-128"/>
                        </a:rPr>
                        <a:t>4</a:t>
                      </a:r>
                      <a:endParaRPr kumimoji="1" lang="ja-JP" altLang="en-US" sz="1100">
                        <a:solidFill>
                          <a:schemeClr val="tx1"/>
                        </a:solidFill>
                        <a:latin typeface="Meiryo UI" pitchFamily="50" charset="-128"/>
                        <a:ea typeface="Meiryo UI" pitchFamily="50" charset="-128"/>
                        <a:cs typeface="Meiryo UI" pitchFamily="50" charset="-128"/>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1100">
                          <a:solidFill>
                            <a:schemeClr val="tx1"/>
                          </a:solidFill>
                          <a:latin typeface="Meiryo UI" pitchFamily="50" charset="-128"/>
                          <a:ea typeface="Meiryo UI" pitchFamily="50" charset="-128"/>
                          <a:cs typeface="Meiryo UI" pitchFamily="50" charset="-128"/>
                        </a:rPr>
                        <a:t>5</a:t>
                      </a:r>
                      <a:endParaRPr kumimoji="1" lang="ja-JP" altLang="en-US" sz="1100">
                        <a:solidFill>
                          <a:schemeClr val="tx1"/>
                        </a:solidFill>
                        <a:latin typeface="Meiryo UI" pitchFamily="50" charset="-128"/>
                        <a:ea typeface="Meiryo UI" pitchFamily="50" charset="-128"/>
                        <a:cs typeface="Meiryo UI" pitchFamily="50" charset="-128"/>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1100">
                          <a:solidFill>
                            <a:schemeClr val="tx1"/>
                          </a:solidFill>
                          <a:latin typeface="Meiryo UI" pitchFamily="50" charset="-128"/>
                          <a:ea typeface="Meiryo UI" pitchFamily="50" charset="-128"/>
                          <a:cs typeface="Meiryo UI" pitchFamily="50" charset="-128"/>
                        </a:rPr>
                        <a:t>6</a:t>
                      </a:r>
                      <a:endParaRPr kumimoji="1" lang="ja-JP" altLang="en-US" sz="1100">
                        <a:solidFill>
                          <a:schemeClr val="tx1"/>
                        </a:solidFill>
                        <a:latin typeface="Meiryo UI" pitchFamily="50" charset="-128"/>
                        <a:ea typeface="Meiryo UI" pitchFamily="50" charset="-128"/>
                        <a:cs typeface="Meiryo UI" pitchFamily="50" charset="-128"/>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1100">
                          <a:solidFill>
                            <a:schemeClr val="tx1"/>
                          </a:solidFill>
                          <a:latin typeface="Meiryo UI" pitchFamily="50" charset="-128"/>
                          <a:ea typeface="Meiryo UI" pitchFamily="50" charset="-128"/>
                          <a:cs typeface="Meiryo UI" pitchFamily="50" charset="-128"/>
                        </a:rPr>
                        <a:t>7</a:t>
                      </a:r>
                      <a:endParaRPr kumimoji="1" lang="ja-JP" altLang="en-US" sz="1100">
                        <a:solidFill>
                          <a:schemeClr val="tx1"/>
                        </a:solidFill>
                        <a:latin typeface="Meiryo UI" pitchFamily="50" charset="-128"/>
                        <a:ea typeface="Meiryo UI" pitchFamily="50" charset="-128"/>
                        <a:cs typeface="Meiryo UI" pitchFamily="50" charset="-128"/>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1100">
                          <a:solidFill>
                            <a:schemeClr val="tx1"/>
                          </a:solidFill>
                          <a:latin typeface="Meiryo UI" pitchFamily="50" charset="-128"/>
                          <a:ea typeface="Meiryo UI" pitchFamily="50" charset="-128"/>
                          <a:cs typeface="Meiryo UI" pitchFamily="50" charset="-128"/>
                        </a:rPr>
                        <a:t>8</a:t>
                      </a:r>
                      <a:endParaRPr kumimoji="1" lang="ja-JP" altLang="en-US" sz="1100">
                        <a:solidFill>
                          <a:schemeClr val="tx1"/>
                        </a:solidFill>
                        <a:latin typeface="Meiryo UI" pitchFamily="50" charset="-128"/>
                        <a:ea typeface="Meiryo UI" pitchFamily="50" charset="-128"/>
                        <a:cs typeface="Meiryo UI" pitchFamily="50" charset="-128"/>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1100">
                          <a:solidFill>
                            <a:schemeClr val="tx1"/>
                          </a:solidFill>
                          <a:latin typeface="Meiryo UI" pitchFamily="50" charset="-128"/>
                          <a:ea typeface="Meiryo UI" pitchFamily="50" charset="-128"/>
                          <a:cs typeface="Meiryo UI" pitchFamily="50" charset="-128"/>
                        </a:rPr>
                        <a:t>9</a:t>
                      </a:r>
                      <a:endParaRPr kumimoji="1" lang="ja-JP" altLang="en-US" sz="1100">
                        <a:solidFill>
                          <a:schemeClr val="tx1"/>
                        </a:solidFill>
                        <a:latin typeface="Meiryo UI" pitchFamily="50" charset="-128"/>
                        <a:ea typeface="Meiryo UI" pitchFamily="50" charset="-128"/>
                        <a:cs typeface="Meiryo UI" pitchFamily="50" charset="-128"/>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1100">
                          <a:solidFill>
                            <a:schemeClr val="tx1"/>
                          </a:solidFill>
                          <a:latin typeface="Meiryo UI" pitchFamily="50" charset="-128"/>
                          <a:ea typeface="Meiryo UI" pitchFamily="50" charset="-128"/>
                          <a:cs typeface="Meiryo UI" pitchFamily="50" charset="-128"/>
                        </a:rPr>
                        <a:t>10</a:t>
                      </a:r>
                      <a:endParaRPr kumimoji="1" lang="ja-JP" altLang="en-US" sz="1100">
                        <a:solidFill>
                          <a:schemeClr val="tx1"/>
                        </a:solidFill>
                        <a:latin typeface="Meiryo UI" pitchFamily="50" charset="-128"/>
                        <a:ea typeface="Meiryo UI" pitchFamily="50" charset="-128"/>
                        <a:cs typeface="Meiryo UI" pitchFamily="50" charset="-128"/>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1100">
                          <a:solidFill>
                            <a:schemeClr val="tx1"/>
                          </a:solidFill>
                          <a:latin typeface="Meiryo UI" pitchFamily="50" charset="-128"/>
                          <a:ea typeface="Meiryo UI" pitchFamily="50" charset="-128"/>
                          <a:cs typeface="Meiryo UI" pitchFamily="50" charset="-128"/>
                        </a:rPr>
                        <a:t>11</a:t>
                      </a:r>
                      <a:endParaRPr kumimoji="1" lang="ja-JP" altLang="en-US" sz="1100">
                        <a:solidFill>
                          <a:schemeClr val="tx1"/>
                        </a:solidFill>
                        <a:latin typeface="Meiryo UI" pitchFamily="50" charset="-128"/>
                        <a:ea typeface="Meiryo UI" pitchFamily="50" charset="-128"/>
                        <a:cs typeface="Meiryo UI" pitchFamily="50" charset="-128"/>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1100">
                          <a:solidFill>
                            <a:schemeClr val="tx1"/>
                          </a:solidFill>
                          <a:latin typeface="Meiryo UI" pitchFamily="50" charset="-128"/>
                          <a:ea typeface="Meiryo UI" pitchFamily="50" charset="-128"/>
                          <a:cs typeface="Meiryo UI" pitchFamily="50" charset="-128"/>
                        </a:rPr>
                        <a:t>12</a:t>
                      </a:r>
                      <a:endParaRPr kumimoji="1" lang="ja-JP" altLang="en-US" sz="1100">
                        <a:solidFill>
                          <a:schemeClr val="tx1"/>
                        </a:solidFill>
                        <a:latin typeface="Meiryo UI" pitchFamily="50" charset="-128"/>
                        <a:ea typeface="Meiryo UI" pitchFamily="50" charset="-128"/>
                        <a:cs typeface="Meiryo UI" pitchFamily="50" charset="-128"/>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1100">
                          <a:solidFill>
                            <a:schemeClr val="tx1"/>
                          </a:solidFill>
                          <a:latin typeface="Meiryo UI" pitchFamily="50" charset="-128"/>
                          <a:ea typeface="Meiryo UI" pitchFamily="50" charset="-128"/>
                          <a:cs typeface="Meiryo UI" pitchFamily="50" charset="-128"/>
                        </a:rPr>
                        <a:t>1</a:t>
                      </a:r>
                      <a:endParaRPr kumimoji="1" lang="ja-JP" altLang="en-US" sz="1100">
                        <a:solidFill>
                          <a:schemeClr val="tx1"/>
                        </a:solidFill>
                        <a:latin typeface="Meiryo UI" pitchFamily="50" charset="-128"/>
                        <a:ea typeface="Meiryo UI" pitchFamily="50" charset="-128"/>
                        <a:cs typeface="Meiryo UI" pitchFamily="50" charset="-128"/>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1100">
                          <a:solidFill>
                            <a:schemeClr val="tx1"/>
                          </a:solidFill>
                          <a:latin typeface="Meiryo UI" pitchFamily="50" charset="-128"/>
                          <a:ea typeface="Meiryo UI" pitchFamily="50" charset="-128"/>
                          <a:cs typeface="Meiryo UI" pitchFamily="50" charset="-128"/>
                        </a:rPr>
                        <a:t>2</a:t>
                      </a:r>
                      <a:endParaRPr kumimoji="1" lang="ja-JP" altLang="en-US" sz="1100">
                        <a:solidFill>
                          <a:schemeClr val="tx1"/>
                        </a:solidFill>
                        <a:latin typeface="Meiryo UI" pitchFamily="50" charset="-128"/>
                        <a:ea typeface="Meiryo UI" pitchFamily="50" charset="-128"/>
                        <a:cs typeface="Meiryo UI" pitchFamily="50" charset="-128"/>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1100">
                          <a:solidFill>
                            <a:schemeClr val="tx1"/>
                          </a:solidFill>
                          <a:latin typeface="Meiryo UI" pitchFamily="50" charset="-128"/>
                          <a:ea typeface="Meiryo UI" pitchFamily="50" charset="-128"/>
                          <a:cs typeface="Meiryo UI" pitchFamily="50" charset="-128"/>
                        </a:rPr>
                        <a:t>3</a:t>
                      </a:r>
                      <a:endParaRPr kumimoji="1" lang="ja-JP" altLang="en-US" sz="1100">
                        <a:solidFill>
                          <a:schemeClr val="tx1"/>
                        </a:solidFill>
                        <a:latin typeface="Meiryo UI" pitchFamily="50" charset="-128"/>
                        <a:ea typeface="Meiryo UI" pitchFamily="50" charset="-128"/>
                        <a:cs typeface="Meiryo UI" pitchFamily="50" charset="-128"/>
                      </a:endParaRPr>
                    </a:p>
                  </a:txBody>
                  <a:tcPr marL="0" marR="0" marT="0" marB="0" anchor="ctr">
                    <a:lnL w="12700" cap="flat" cmpd="sng" algn="ctr">
                      <a:solidFill>
                        <a:schemeClr val="bg1">
                          <a:lumMod val="50000"/>
                        </a:schemeClr>
                      </a:solidFill>
                      <a:prstDash val="solid"/>
                      <a:round/>
                      <a:headEnd type="none" w="med" len="med"/>
                      <a:tailEnd type="none" w="med" len="med"/>
                    </a:lnL>
                    <a:lnR w="28575"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0001"/>
                  </a:ext>
                </a:extLst>
              </a:tr>
              <a:tr h="2924258">
                <a:tc>
                  <a:txBody>
                    <a:bodyPr/>
                    <a:lstStyle/>
                    <a:p>
                      <a:pPr algn="ctr"/>
                      <a:r>
                        <a:rPr kumimoji="1" lang="en-US" altLang="ja-JP" sz="1200" dirty="0">
                          <a:solidFill>
                            <a:schemeClr val="tx1"/>
                          </a:solidFill>
                          <a:latin typeface="Meiryo UI" panose="020B0604030504040204" pitchFamily="50" charset="-128"/>
                          <a:ea typeface="HGPｺﾞｼｯｸE" pitchFamily="50" charset="-128"/>
                          <a:cs typeface="Arial" panose="020B0604020202020204" pitchFamily="34" charset="0"/>
                        </a:rPr>
                        <a:t>6WZX</a:t>
                      </a:r>
                    </a:p>
                    <a:p>
                      <a:pPr algn="ctr"/>
                      <a:endParaRPr kumimoji="1" lang="en-US" altLang="ja-JP" sz="1200" dirty="0">
                        <a:solidFill>
                          <a:schemeClr val="tx1"/>
                        </a:solidFill>
                        <a:latin typeface="Meiryo UI" panose="020B0604030504040204" pitchFamily="50" charset="-128"/>
                        <a:ea typeface="HGPｺﾞｼｯｸE" pitchFamily="50" charset="-128"/>
                        <a:cs typeface="Arial" panose="020B0604020202020204" pitchFamily="34" charset="0"/>
                      </a:endParaRPr>
                    </a:p>
                    <a:p>
                      <a:pPr algn="ctr"/>
                      <a:r>
                        <a:rPr kumimoji="1" lang="en-US" altLang="ja-JP" sz="1200" dirty="0">
                          <a:solidFill>
                            <a:schemeClr val="tx1"/>
                          </a:solidFill>
                          <a:latin typeface="Meiryo UI" panose="020B0604030504040204" pitchFamily="50" charset="-128"/>
                          <a:ea typeface="HGPｺﾞｼｯｸE" pitchFamily="50" charset="-128"/>
                          <a:cs typeface="Arial" panose="020B0604020202020204" pitchFamily="34" charset="0"/>
                        </a:rPr>
                        <a:t>EVENT</a:t>
                      </a:r>
                    </a:p>
                  </a:txBody>
                  <a:tcPr marL="0" marR="0" marT="0" marB="0" anchor="ctr">
                    <a:lnL w="19050" cap="flat" cmpd="sng" algn="ctr">
                      <a:solidFill>
                        <a:schemeClr val="tx1"/>
                      </a:solidFill>
                      <a:prstDash val="solid"/>
                      <a:round/>
                      <a:headEnd type="none" w="med" len="med"/>
                      <a:tailEnd type="none" w="med" len="med"/>
                    </a:lnL>
                    <a:lnR w="28575" cap="flat" cmpd="sng" algn="ctr">
                      <a:solidFill>
                        <a:schemeClr val="bg1">
                          <a:lumMod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28575"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dirty="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905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905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dirty="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dirty="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dirty="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dirty="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dirty="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28575"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sp>
        <p:nvSpPr>
          <p:cNvPr id="128" name="Freeform 480">
            <a:extLst>
              <a:ext uri="{FF2B5EF4-FFF2-40B4-BE49-F238E27FC236}">
                <a16:creationId xmlns:a16="http://schemas.microsoft.com/office/drawing/2014/main" id="{E85983B2-39C2-2A7B-C80F-D878FA1B73D0}"/>
              </a:ext>
            </a:extLst>
          </p:cNvPr>
          <p:cNvSpPr>
            <a:spLocks/>
          </p:cNvSpPr>
          <p:nvPr/>
        </p:nvSpPr>
        <p:spPr bwMode="auto">
          <a:xfrm>
            <a:off x="8061487" y="4300932"/>
            <a:ext cx="986943" cy="264189"/>
          </a:xfrm>
          <a:custGeom>
            <a:avLst/>
            <a:gdLst>
              <a:gd name="T0" fmla="*/ 2147483647 w 10000"/>
              <a:gd name="T1" fmla="*/ 2147483647 h 10000"/>
              <a:gd name="T2" fmla="*/ 0 w 10000"/>
              <a:gd name="T3" fmla="*/ 2147483647 h 10000"/>
              <a:gd name="T4" fmla="*/ 2147483647 w 10000"/>
              <a:gd name="T5" fmla="*/ 0 h 10000"/>
              <a:gd name="T6" fmla="*/ 2147483647 w 10000"/>
              <a:gd name="T7" fmla="*/ 0 h 10000"/>
              <a:gd name="T8" fmla="*/ 2147483647 w 10000"/>
              <a:gd name="T9" fmla="*/ 2147483647 h 10000"/>
              <a:gd name="T10" fmla="*/ 0 60000 65536"/>
              <a:gd name="T11" fmla="*/ 0 60000 65536"/>
              <a:gd name="T12" fmla="*/ 0 60000 65536"/>
              <a:gd name="T13" fmla="*/ 0 60000 65536"/>
              <a:gd name="T14" fmla="*/ 0 60000 65536"/>
              <a:gd name="T15" fmla="*/ 0 w 10000"/>
              <a:gd name="T16" fmla="*/ 0 h 10000"/>
              <a:gd name="T17" fmla="*/ 10000 w 10000"/>
              <a:gd name="T18" fmla="*/ 10000 h 10000"/>
            </a:gdLst>
            <a:ahLst/>
            <a:cxnLst>
              <a:cxn ang="T10">
                <a:pos x="T0" y="T1"/>
              </a:cxn>
              <a:cxn ang="T11">
                <a:pos x="T2" y="T3"/>
              </a:cxn>
              <a:cxn ang="T12">
                <a:pos x="T4" y="T5"/>
              </a:cxn>
              <a:cxn ang="T13">
                <a:pos x="T6" y="T7"/>
              </a:cxn>
              <a:cxn ang="T14">
                <a:pos x="T8" y="T9"/>
              </a:cxn>
            </a:cxnLst>
            <a:rect l="T15" t="T16" r="T17" b="T18"/>
            <a:pathLst>
              <a:path w="10000" h="10000">
                <a:moveTo>
                  <a:pt x="9941" y="10000"/>
                </a:moveTo>
                <a:lnTo>
                  <a:pt x="0" y="10000"/>
                </a:lnTo>
                <a:lnTo>
                  <a:pt x="567" y="0"/>
                </a:lnTo>
                <a:lnTo>
                  <a:pt x="10000" y="0"/>
                </a:lnTo>
                <a:cubicBezTo>
                  <a:pt x="9980" y="3333"/>
                  <a:pt x="9961" y="6667"/>
                  <a:pt x="9941" y="10000"/>
                </a:cubicBezTo>
                <a:close/>
              </a:path>
            </a:pathLst>
          </a:custGeom>
          <a:solidFill>
            <a:srgbClr val="92D050"/>
          </a:solidFill>
          <a:ln w="9525">
            <a:solidFill>
              <a:schemeClr val="tx1"/>
            </a:solidFill>
            <a:round/>
            <a:headEnd/>
            <a:tailEnd/>
          </a:ln>
        </p:spPr>
        <p:txBody>
          <a:bodyPr wrap="none" lIns="288000" anchor="ctr"/>
          <a:lstStyle/>
          <a:p>
            <a:pPr algn="l"/>
            <a:endParaRPr lang="ja-JP" altLang="en-US" sz="1400">
              <a:latin typeface="Meiryo UI" pitchFamily="50" charset="-128"/>
              <a:ea typeface="Meiryo UI" pitchFamily="50" charset="-128"/>
              <a:cs typeface="Meiryo UI" pitchFamily="50" charset="-128"/>
            </a:endParaRPr>
          </a:p>
        </p:txBody>
      </p:sp>
      <p:cxnSp>
        <p:nvCxnSpPr>
          <p:cNvPr id="129" name="直線コネクタ 128">
            <a:extLst>
              <a:ext uri="{FF2B5EF4-FFF2-40B4-BE49-F238E27FC236}">
                <a16:creationId xmlns:a16="http://schemas.microsoft.com/office/drawing/2014/main" id="{609B55A3-BAE6-3FAC-CA8E-45827E9E3575}"/>
              </a:ext>
            </a:extLst>
          </p:cNvPr>
          <p:cNvCxnSpPr>
            <a:cxnSpLocks/>
            <a:stCxn id="139" idx="2"/>
            <a:endCxn id="142" idx="6"/>
          </p:cNvCxnSpPr>
          <p:nvPr/>
        </p:nvCxnSpPr>
        <p:spPr>
          <a:xfrm flipH="1">
            <a:off x="1803993" y="2677499"/>
            <a:ext cx="5921310"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0" name="直線コネクタ 129">
            <a:extLst>
              <a:ext uri="{FF2B5EF4-FFF2-40B4-BE49-F238E27FC236}">
                <a16:creationId xmlns:a16="http://schemas.microsoft.com/office/drawing/2014/main" id="{76B0A59F-A41C-AEC7-2004-751AAE981B49}"/>
              </a:ext>
            </a:extLst>
          </p:cNvPr>
          <p:cNvCxnSpPr>
            <a:cxnSpLocks/>
          </p:cNvCxnSpPr>
          <p:nvPr/>
        </p:nvCxnSpPr>
        <p:spPr>
          <a:xfrm flipH="1">
            <a:off x="2515616" y="4565121"/>
            <a:ext cx="5664137"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2" name="Freeform 274">
            <a:extLst>
              <a:ext uri="{FF2B5EF4-FFF2-40B4-BE49-F238E27FC236}">
                <a16:creationId xmlns:a16="http://schemas.microsoft.com/office/drawing/2014/main" id="{A634C9A0-3676-ABB0-0192-F9560D750092}"/>
              </a:ext>
            </a:extLst>
          </p:cNvPr>
          <p:cNvSpPr>
            <a:spLocks/>
          </p:cNvSpPr>
          <p:nvPr/>
        </p:nvSpPr>
        <p:spPr bwMode="auto">
          <a:xfrm>
            <a:off x="6162740" y="4292661"/>
            <a:ext cx="148468" cy="272460"/>
          </a:xfrm>
          <a:custGeom>
            <a:avLst/>
            <a:gdLst>
              <a:gd name="T0" fmla="*/ 2147483647 w 117"/>
              <a:gd name="T1" fmla="*/ 2147483647 h 89"/>
              <a:gd name="T2" fmla="*/ 2147483647 w 117"/>
              <a:gd name="T3" fmla="*/ 0 h 89"/>
              <a:gd name="T4" fmla="*/ 2147483647 w 117"/>
              <a:gd name="T5" fmla="*/ 0 h 89"/>
              <a:gd name="T6" fmla="*/ 2147483647 w 117"/>
              <a:gd name="T7" fmla="*/ 2147483647 h 89"/>
              <a:gd name="T8" fmla="*/ 2147483647 w 117"/>
              <a:gd name="T9" fmla="*/ 2147483647 h 89"/>
              <a:gd name="T10" fmla="*/ 0 w 117"/>
              <a:gd name="T11" fmla="*/ 2147483647 h 89"/>
              <a:gd name="T12" fmla="*/ 2147483647 w 117"/>
              <a:gd name="T13" fmla="*/ 2147483647 h 8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7" h="89">
                <a:moveTo>
                  <a:pt x="117" y="89"/>
                </a:moveTo>
                <a:lnTo>
                  <a:pt x="116" y="0"/>
                </a:lnTo>
                <a:lnTo>
                  <a:pt x="40" y="0"/>
                </a:lnTo>
                <a:lnTo>
                  <a:pt x="28" y="36"/>
                </a:lnTo>
                <a:lnTo>
                  <a:pt x="7" y="39"/>
                </a:lnTo>
                <a:lnTo>
                  <a:pt x="0" y="88"/>
                </a:lnTo>
                <a:lnTo>
                  <a:pt x="113" y="88"/>
                </a:lnTo>
              </a:path>
            </a:pathLst>
          </a:custGeom>
          <a:solidFill>
            <a:srgbClr val="92D050"/>
          </a:solidFill>
          <a:ln>
            <a:solidFill>
              <a:schemeClr val="tx1"/>
            </a:solidFill>
          </a:ln>
          <a:effectLst/>
        </p:spPr>
        <p:txBody>
          <a:bodyPr wrap="none" lIns="0" tIns="0" rIns="0" bIns="0" anchor="ctr"/>
          <a:lstStyle/>
          <a:p>
            <a:pPr>
              <a:defRPr/>
            </a:pPr>
            <a:endParaRPr kumimoji="0" lang="ja-JP" altLang="en-US" sz="2000" kern="0">
              <a:solidFill>
                <a:srgbClr val="000000"/>
              </a:solidFill>
              <a:latin typeface="Meiryo UI" pitchFamily="50" charset="-128"/>
              <a:ea typeface="Meiryo UI" pitchFamily="50" charset="-128"/>
              <a:cs typeface="Meiryo UI" pitchFamily="50" charset="-128"/>
            </a:endParaRPr>
          </a:p>
        </p:txBody>
      </p:sp>
      <p:sp>
        <p:nvSpPr>
          <p:cNvPr id="133" name="Freeform 274">
            <a:extLst>
              <a:ext uri="{FF2B5EF4-FFF2-40B4-BE49-F238E27FC236}">
                <a16:creationId xmlns:a16="http://schemas.microsoft.com/office/drawing/2014/main" id="{28498CEB-2910-7B40-9FBF-267A5488E8FB}"/>
              </a:ext>
            </a:extLst>
          </p:cNvPr>
          <p:cNvSpPr>
            <a:spLocks/>
          </p:cNvSpPr>
          <p:nvPr/>
        </p:nvSpPr>
        <p:spPr bwMode="auto">
          <a:xfrm>
            <a:off x="7570792" y="4291521"/>
            <a:ext cx="145975" cy="273600"/>
          </a:xfrm>
          <a:custGeom>
            <a:avLst/>
            <a:gdLst>
              <a:gd name="T0" fmla="*/ 2147483647 w 117"/>
              <a:gd name="T1" fmla="*/ 2147483647 h 89"/>
              <a:gd name="T2" fmla="*/ 2147483647 w 117"/>
              <a:gd name="T3" fmla="*/ 0 h 89"/>
              <a:gd name="T4" fmla="*/ 2147483647 w 117"/>
              <a:gd name="T5" fmla="*/ 0 h 89"/>
              <a:gd name="T6" fmla="*/ 2147483647 w 117"/>
              <a:gd name="T7" fmla="*/ 2147483647 h 89"/>
              <a:gd name="T8" fmla="*/ 2147483647 w 117"/>
              <a:gd name="T9" fmla="*/ 2147483647 h 89"/>
              <a:gd name="T10" fmla="*/ 0 w 117"/>
              <a:gd name="T11" fmla="*/ 2147483647 h 89"/>
              <a:gd name="T12" fmla="*/ 2147483647 w 117"/>
              <a:gd name="T13" fmla="*/ 2147483647 h 8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7" h="89">
                <a:moveTo>
                  <a:pt x="117" y="89"/>
                </a:moveTo>
                <a:lnTo>
                  <a:pt x="116" y="0"/>
                </a:lnTo>
                <a:lnTo>
                  <a:pt x="40" y="0"/>
                </a:lnTo>
                <a:lnTo>
                  <a:pt x="28" y="36"/>
                </a:lnTo>
                <a:lnTo>
                  <a:pt x="7" y="39"/>
                </a:lnTo>
                <a:lnTo>
                  <a:pt x="0" y="88"/>
                </a:lnTo>
                <a:lnTo>
                  <a:pt x="113" y="88"/>
                </a:lnTo>
              </a:path>
            </a:pathLst>
          </a:custGeom>
          <a:solidFill>
            <a:srgbClr val="92D050"/>
          </a:solidFill>
          <a:ln>
            <a:solidFill>
              <a:schemeClr val="tx1"/>
            </a:solidFill>
          </a:ln>
          <a:effectLst/>
        </p:spPr>
        <p:txBody>
          <a:bodyPr wrap="none" lIns="0" tIns="0" rIns="0" bIns="0" anchor="ctr"/>
          <a:lstStyle/>
          <a:p>
            <a:pPr>
              <a:defRPr/>
            </a:pPr>
            <a:endParaRPr kumimoji="0" lang="ja-JP" altLang="en-US" sz="2000" kern="0">
              <a:solidFill>
                <a:srgbClr val="000000"/>
              </a:solidFill>
              <a:latin typeface="Meiryo UI" pitchFamily="50" charset="-128"/>
              <a:ea typeface="Meiryo UI" pitchFamily="50" charset="-128"/>
              <a:cs typeface="Meiryo UI" pitchFamily="50" charset="-128"/>
            </a:endParaRPr>
          </a:p>
        </p:txBody>
      </p:sp>
      <p:sp>
        <p:nvSpPr>
          <p:cNvPr id="135" name="Text Box 275">
            <a:extLst>
              <a:ext uri="{FF2B5EF4-FFF2-40B4-BE49-F238E27FC236}">
                <a16:creationId xmlns:a16="http://schemas.microsoft.com/office/drawing/2014/main" id="{3F290E65-0022-3FD9-CF10-5DC7B99A2C03}"/>
              </a:ext>
            </a:extLst>
          </p:cNvPr>
          <p:cNvSpPr txBox="1">
            <a:spLocks noChangeArrowheads="1"/>
          </p:cNvSpPr>
          <p:nvPr/>
        </p:nvSpPr>
        <p:spPr bwMode="auto">
          <a:xfrm>
            <a:off x="6183675" y="4414840"/>
            <a:ext cx="253102" cy="153888"/>
          </a:xfrm>
          <a:prstGeom prst="rect">
            <a:avLst/>
          </a:prstGeom>
          <a:noFill/>
          <a:ln>
            <a:noFill/>
          </a:ln>
          <a:effectLst/>
          <a:extLst>
            <a:ext uri="{909E8E84-426E-40DD-AFC4-6F175D3DCCD1}">
              <a14:hiddenFill xmlns:a14="http://schemas.microsoft.com/office/drawing/2010/main">
                <a:gradFill rotWithShape="1">
                  <a:gsLst>
                    <a:gs pos="0">
                      <a:srgbClr val="764700"/>
                    </a:gs>
                    <a:gs pos="50000">
                      <a:srgbClr val="FF9900"/>
                    </a:gs>
                    <a:gs pos="100000">
                      <a:srgbClr val="764700"/>
                    </a:gs>
                  </a:gsLst>
                  <a:lin ang="5400000" scaled="1"/>
                </a:gra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0" tIns="0" rIns="0" bIns="0" anchor="ctr">
            <a:spAutoFit/>
          </a:bodyPr>
          <a:lstStyle>
            <a:lvl1pPr eaLnBrk="0" hangingPunct="0">
              <a:defRPr kumimoji="1">
                <a:solidFill>
                  <a:schemeClr val="tx1"/>
                </a:solidFill>
                <a:latin typeface="Arial" charset="0"/>
                <a:ea typeface="ＭＳ Ｐゴシック" charset="-128"/>
              </a:defRPr>
            </a:lvl1pPr>
            <a:lvl2pPr marL="742950" indent="-285750" eaLnBrk="0" hangingPunct="0">
              <a:defRPr kumimoji="1">
                <a:solidFill>
                  <a:schemeClr val="tx1"/>
                </a:solidFill>
                <a:latin typeface="Arial" charset="0"/>
                <a:ea typeface="ＭＳ Ｐゴシック" charset="-128"/>
              </a:defRPr>
            </a:lvl2pPr>
            <a:lvl3pPr marL="1143000" indent="-228600" eaLnBrk="0" hangingPunct="0">
              <a:defRPr kumimoji="1">
                <a:solidFill>
                  <a:schemeClr val="tx1"/>
                </a:solidFill>
                <a:latin typeface="Arial" charset="0"/>
                <a:ea typeface="ＭＳ Ｐゴシック" charset="-128"/>
              </a:defRPr>
            </a:lvl3pPr>
            <a:lvl4pPr marL="1600200" indent="-228600" eaLnBrk="0" hangingPunct="0">
              <a:defRPr kumimoji="1">
                <a:solidFill>
                  <a:schemeClr val="tx1"/>
                </a:solidFill>
                <a:latin typeface="Arial" charset="0"/>
                <a:ea typeface="ＭＳ Ｐゴシック" charset="-128"/>
              </a:defRPr>
            </a:lvl4pPr>
            <a:lvl5pPr marL="2057400" indent="-228600" eaLnBrk="0" hangingPunct="0">
              <a:defRPr kumimoji="1">
                <a:solidFill>
                  <a:schemeClr val="tx1"/>
                </a:solidFill>
                <a:latin typeface="Arial" charset="0"/>
                <a:ea typeface="ＭＳ Ｐゴシック"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charset="-128"/>
              </a:defRPr>
            </a:lvl9pPr>
          </a:lstStyle>
          <a:p>
            <a:pPr eaLnBrk="1" hangingPunct="1">
              <a:defRPr/>
            </a:pPr>
            <a:r>
              <a:rPr lang="en-US" altLang="ja-JP" sz="1000" kern="0" dirty="0">
                <a:solidFill>
                  <a:srgbClr val="000000"/>
                </a:solidFill>
                <a:latin typeface="Meiryo UI" pitchFamily="50" charset="-128"/>
                <a:ea typeface="Meiryo UI" pitchFamily="50" charset="-128"/>
                <a:cs typeface="Meiryo UI" pitchFamily="50" charset="-128"/>
              </a:rPr>
              <a:t>CR</a:t>
            </a:r>
            <a:endParaRPr lang="ja-JP" altLang="en-US" sz="1000" kern="0" dirty="0">
              <a:solidFill>
                <a:srgbClr val="000000"/>
              </a:solidFill>
              <a:latin typeface="Meiryo UI" pitchFamily="50" charset="-128"/>
              <a:ea typeface="Meiryo UI" pitchFamily="50" charset="-128"/>
              <a:cs typeface="Meiryo UI" pitchFamily="50" charset="-128"/>
            </a:endParaRPr>
          </a:p>
        </p:txBody>
      </p:sp>
      <p:sp>
        <p:nvSpPr>
          <p:cNvPr id="136" name="Text Box 275">
            <a:extLst>
              <a:ext uri="{FF2B5EF4-FFF2-40B4-BE49-F238E27FC236}">
                <a16:creationId xmlns:a16="http://schemas.microsoft.com/office/drawing/2014/main" id="{661E1309-27E8-DF14-3990-34AD9978362D}"/>
              </a:ext>
            </a:extLst>
          </p:cNvPr>
          <p:cNvSpPr txBox="1">
            <a:spLocks noChangeArrowheads="1"/>
          </p:cNvSpPr>
          <p:nvPr/>
        </p:nvSpPr>
        <p:spPr bwMode="auto">
          <a:xfrm>
            <a:off x="7559873" y="4411233"/>
            <a:ext cx="188798" cy="153888"/>
          </a:xfrm>
          <a:prstGeom prst="rect">
            <a:avLst/>
          </a:prstGeom>
          <a:noFill/>
          <a:ln>
            <a:noFill/>
          </a:ln>
          <a:effectLst/>
          <a:extLst>
            <a:ext uri="{909E8E84-426E-40DD-AFC4-6F175D3DCCD1}">
              <a14:hiddenFill xmlns:a14="http://schemas.microsoft.com/office/drawing/2010/main">
                <a:gradFill rotWithShape="1">
                  <a:gsLst>
                    <a:gs pos="0">
                      <a:srgbClr val="764700"/>
                    </a:gs>
                    <a:gs pos="50000">
                      <a:srgbClr val="FF9900"/>
                    </a:gs>
                    <a:gs pos="100000">
                      <a:srgbClr val="764700"/>
                    </a:gs>
                  </a:gsLst>
                  <a:lin ang="5400000" scaled="1"/>
                </a:gra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nchor="ctr">
            <a:spAutoFit/>
          </a:bodyPr>
          <a:lstStyle>
            <a:lvl1pPr eaLnBrk="0" hangingPunct="0">
              <a:defRPr kumimoji="1">
                <a:solidFill>
                  <a:schemeClr val="tx1"/>
                </a:solidFill>
                <a:latin typeface="Arial" charset="0"/>
                <a:ea typeface="ＭＳ Ｐゴシック" charset="-128"/>
              </a:defRPr>
            </a:lvl1pPr>
            <a:lvl2pPr marL="742950" indent="-285750" eaLnBrk="0" hangingPunct="0">
              <a:defRPr kumimoji="1">
                <a:solidFill>
                  <a:schemeClr val="tx1"/>
                </a:solidFill>
                <a:latin typeface="Arial" charset="0"/>
                <a:ea typeface="ＭＳ Ｐゴシック" charset="-128"/>
              </a:defRPr>
            </a:lvl2pPr>
            <a:lvl3pPr marL="1143000" indent="-228600" eaLnBrk="0" hangingPunct="0">
              <a:defRPr kumimoji="1">
                <a:solidFill>
                  <a:schemeClr val="tx1"/>
                </a:solidFill>
                <a:latin typeface="Arial" charset="0"/>
                <a:ea typeface="ＭＳ Ｐゴシック" charset="-128"/>
              </a:defRPr>
            </a:lvl3pPr>
            <a:lvl4pPr marL="1600200" indent="-228600" eaLnBrk="0" hangingPunct="0">
              <a:defRPr kumimoji="1">
                <a:solidFill>
                  <a:schemeClr val="tx1"/>
                </a:solidFill>
                <a:latin typeface="Arial" charset="0"/>
                <a:ea typeface="ＭＳ Ｐゴシック" charset="-128"/>
              </a:defRPr>
            </a:lvl4pPr>
            <a:lvl5pPr marL="2057400" indent="-228600" eaLnBrk="0" hangingPunct="0">
              <a:defRPr kumimoji="1">
                <a:solidFill>
                  <a:schemeClr val="tx1"/>
                </a:solidFill>
                <a:latin typeface="Arial" charset="0"/>
                <a:ea typeface="ＭＳ Ｐゴシック"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charset="-128"/>
              </a:defRPr>
            </a:lvl9pPr>
          </a:lstStyle>
          <a:p>
            <a:pPr eaLnBrk="1" hangingPunct="1">
              <a:defRPr/>
            </a:pPr>
            <a:r>
              <a:rPr lang="en-US" altLang="ja-JP" sz="1000" kern="0">
                <a:solidFill>
                  <a:srgbClr val="000000"/>
                </a:solidFill>
                <a:latin typeface="Meiryo UI" pitchFamily="50" charset="-128"/>
                <a:ea typeface="Meiryo UI" pitchFamily="50" charset="-128"/>
                <a:cs typeface="Meiryo UI" pitchFamily="50" charset="-128"/>
              </a:rPr>
              <a:t>QC</a:t>
            </a:r>
          </a:p>
        </p:txBody>
      </p:sp>
      <p:sp>
        <p:nvSpPr>
          <p:cNvPr id="140" name="円/楕円 313">
            <a:extLst>
              <a:ext uri="{FF2B5EF4-FFF2-40B4-BE49-F238E27FC236}">
                <a16:creationId xmlns:a16="http://schemas.microsoft.com/office/drawing/2014/main" id="{81E1B3EA-AC86-1E24-107C-296C8BCD6606}"/>
              </a:ext>
            </a:extLst>
          </p:cNvPr>
          <p:cNvSpPr/>
          <p:nvPr/>
        </p:nvSpPr>
        <p:spPr>
          <a:xfrm>
            <a:off x="4132525" y="3141352"/>
            <a:ext cx="258086" cy="25200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defRPr/>
            </a:pPr>
            <a:r>
              <a:rPr lang="en-US" altLang="ja-JP" sz="900" b="1">
                <a:solidFill>
                  <a:prstClr val="black"/>
                </a:solidFill>
                <a:latin typeface="Meiryo UI" pitchFamily="50" charset="-128"/>
                <a:ea typeface="Meiryo UI" pitchFamily="50" charset="-128"/>
                <a:cs typeface="Meiryo UI" pitchFamily="50" charset="-128"/>
              </a:rPr>
              <a:t>TE</a:t>
            </a:r>
            <a:endParaRPr lang="ja-JP" altLang="en-US" sz="900" b="1">
              <a:solidFill>
                <a:prstClr val="black"/>
              </a:solidFill>
              <a:latin typeface="Meiryo UI" pitchFamily="50" charset="-128"/>
              <a:ea typeface="Meiryo UI" pitchFamily="50" charset="-128"/>
              <a:cs typeface="Meiryo UI" pitchFamily="50" charset="-128"/>
            </a:endParaRPr>
          </a:p>
        </p:txBody>
      </p:sp>
      <p:sp>
        <p:nvSpPr>
          <p:cNvPr id="142" name="円/楕円 315">
            <a:extLst>
              <a:ext uri="{FF2B5EF4-FFF2-40B4-BE49-F238E27FC236}">
                <a16:creationId xmlns:a16="http://schemas.microsoft.com/office/drawing/2014/main" id="{4EBB5692-5227-C872-7227-690B1D595C3C}"/>
              </a:ext>
            </a:extLst>
          </p:cNvPr>
          <p:cNvSpPr/>
          <p:nvPr/>
        </p:nvSpPr>
        <p:spPr>
          <a:xfrm>
            <a:off x="1545907" y="2551499"/>
            <a:ext cx="258086" cy="252000"/>
          </a:xfrm>
          <a:prstGeom prst="ellipse">
            <a:avLst/>
          </a:prstGeom>
          <a:solidFill>
            <a:srgbClr val="00009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defRPr/>
            </a:pPr>
            <a:r>
              <a:rPr lang="en-US" altLang="ja-JP" sz="700" dirty="0">
                <a:solidFill>
                  <a:prstClr val="white"/>
                </a:solidFill>
                <a:latin typeface="Meiryo UI" pitchFamily="50" charset="-128"/>
                <a:ea typeface="Meiryo UI" pitchFamily="50" charset="-128"/>
                <a:cs typeface="Meiryo UI" pitchFamily="50" charset="-128"/>
              </a:rPr>
              <a:t>A00</a:t>
            </a:r>
          </a:p>
          <a:p>
            <a:pPr>
              <a:defRPr/>
            </a:pPr>
            <a:r>
              <a:rPr lang="en-US" altLang="ja-JP" sz="700" dirty="0">
                <a:solidFill>
                  <a:prstClr val="white"/>
                </a:solidFill>
                <a:latin typeface="Meiryo UI" pitchFamily="50" charset="-128"/>
                <a:ea typeface="Meiryo UI" pitchFamily="50" charset="-128"/>
                <a:cs typeface="Meiryo UI" pitchFamily="50" charset="-128"/>
              </a:rPr>
              <a:t>-0</a:t>
            </a:r>
            <a:endParaRPr lang="ja-JP" altLang="en-US" sz="700" dirty="0">
              <a:solidFill>
                <a:prstClr val="white"/>
              </a:solidFill>
              <a:latin typeface="Meiryo UI" pitchFamily="50" charset="-128"/>
              <a:ea typeface="Meiryo UI" pitchFamily="50" charset="-128"/>
              <a:cs typeface="Meiryo UI" pitchFamily="50" charset="-128"/>
            </a:endParaRPr>
          </a:p>
        </p:txBody>
      </p:sp>
      <p:sp>
        <p:nvSpPr>
          <p:cNvPr id="148" name="Freeform 274">
            <a:extLst>
              <a:ext uri="{FF2B5EF4-FFF2-40B4-BE49-F238E27FC236}">
                <a16:creationId xmlns:a16="http://schemas.microsoft.com/office/drawing/2014/main" id="{2D8C0BF8-C639-A9EB-BA71-A90F5983AC32}"/>
              </a:ext>
            </a:extLst>
          </p:cNvPr>
          <p:cNvSpPr>
            <a:spLocks/>
          </p:cNvSpPr>
          <p:nvPr/>
        </p:nvSpPr>
        <p:spPr bwMode="auto">
          <a:xfrm>
            <a:off x="5456229" y="4292661"/>
            <a:ext cx="121669" cy="272460"/>
          </a:xfrm>
          <a:custGeom>
            <a:avLst/>
            <a:gdLst>
              <a:gd name="T0" fmla="*/ 2147483647 w 117"/>
              <a:gd name="T1" fmla="*/ 2147483647 h 89"/>
              <a:gd name="T2" fmla="*/ 2147483647 w 117"/>
              <a:gd name="T3" fmla="*/ 0 h 89"/>
              <a:gd name="T4" fmla="*/ 2147483647 w 117"/>
              <a:gd name="T5" fmla="*/ 0 h 89"/>
              <a:gd name="T6" fmla="*/ 2147483647 w 117"/>
              <a:gd name="T7" fmla="*/ 2147483647 h 89"/>
              <a:gd name="T8" fmla="*/ 2147483647 w 117"/>
              <a:gd name="T9" fmla="*/ 2147483647 h 89"/>
              <a:gd name="T10" fmla="*/ 0 w 117"/>
              <a:gd name="T11" fmla="*/ 2147483647 h 89"/>
              <a:gd name="T12" fmla="*/ 2147483647 w 117"/>
              <a:gd name="T13" fmla="*/ 2147483647 h 8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7" h="89">
                <a:moveTo>
                  <a:pt x="117" y="89"/>
                </a:moveTo>
                <a:lnTo>
                  <a:pt x="116" y="0"/>
                </a:lnTo>
                <a:lnTo>
                  <a:pt x="40" y="0"/>
                </a:lnTo>
                <a:lnTo>
                  <a:pt x="28" y="36"/>
                </a:lnTo>
                <a:lnTo>
                  <a:pt x="7" y="39"/>
                </a:lnTo>
                <a:lnTo>
                  <a:pt x="0" y="88"/>
                </a:lnTo>
                <a:lnTo>
                  <a:pt x="113" y="88"/>
                </a:lnTo>
              </a:path>
            </a:pathLst>
          </a:custGeom>
          <a:solidFill>
            <a:srgbClr val="92D050"/>
          </a:solidFill>
          <a:ln>
            <a:solidFill>
              <a:schemeClr val="tx1"/>
            </a:solidFill>
          </a:ln>
          <a:effectLst/>
        </p:spPr>
        <p:txBody>
          <a:bodyPr wrap="none" lIns="0" tIns="0" rIns="0" bIns="0" anchor="ctr"/>
          <a:lstStyle/>
          <a:p>
            <a:pPr>
              <a:defRPr/>
            </a:pPr>
            <a:endParaRPr kumimoji="0" lang="ja-JP" altLang="en-US" sz="2000" kern="0">
              <a:solidFill>
                <a:srgbClr val="000000"/>
              </a:solidFill>
              <a:latin typeface="Meiryo UI" pitchFamily="50" charset="-128"/>
              <a:ea typeface="Meiryo UI" pitchFamily="50" charset="-128"/>
              <a:cs typeface="Meiryo UI" pitchFamily="50" charset="-128"/>
            </a:endParaRPr>
          </a:p>
        </p:txBody>
      </p:sp>
      <p:sp>
        <p:nvSpPr>
          <p:cNvPr id="149" name="Text Box 275">
            <a:extLst>
              <a:ext uri="{FF2B5EF4-FFF2-40B4-BE49-F238E27FC236}">
                <a16:creationId xmlns:a16="http://schemas.microsoft.com/office/drawing/2014/main" id="{1293BB62-12E0-6C1B-0F1E-52AA4AC4A929}"/>
              </a:ext>
            </a:extLst>
          </p:cNvPr>
          <p:cNvSpPr txBox="1">
            <a:spLocks noChangeArrowheads="1"/>
          </p:cNvSpPr>
          <p:nvPr/>
        </p:nvSpPr>
        <p:spPr bwMode="auto">
          <a:xfrm>
            <a:off x="5316930" y="4411233"/>
            <a:ext cx="366104" cy="153888"/>
          </a:xfrm>
          <a:prstGeom prst="rect">
            <a:avLst/>
          </a:prstGeom>
          <a:noFill/>
          <a:ln>
            <a:noFill/>
          </a:ln>
          <a:effectLst/>
          <a:extLst>
            <a:ext uri="{909E8E84-426E-40DD-AFC4-6F175D3DCCD1}">
              <a14:hiddenFill xmlns:a14="http://schemas.microsoft.com/office/drawing/2010/main">
                <a:gradFill rotWithShape="1">
                  <a:gsLst>
                    <a:gs pos="0">
                      <a:srgbClr val="764700"/>
                    </a:gs>
                    <a:gs pos="50000">
                      <a:srgbClr val="FF9900"/>
                    </a:gs>
                    <a:gs pos="100000">
                      <a:srgbClr val="764700"/>
                    </a:gs>
                  </a:gsLst>
                  <a:lin ang="5400000" scaled="1"/>
                </a:gra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nchor="ctr">
            <a:spAutoFit/>
          </a:bodyPr>
          <a:lstStyle>
            <a:lvl1pPr eaLnBrk="0" hangingPunct="0">
              <a:defRPr kumimoji="1">
                <a:solidFill>
                  <a:schemeClr val="tx1"/>
                </a:solidFill>
                <a:latin typeface="Arial" charset="0"/>
                <a:ea typeface="ＭＳ Ｐゴシック" charset="-128"/>
              </a:defRPr>
            </a:lvl1pPr>
            <a:lvl2pPr marL="742950" indent="-285750" eaLnBrk="0" hangingPunct="0">
              <a:defRPr kumimoji="1">
                <a:solidFill>
                  <a:schemeClr val="tx1"/>
                </a:solidFill>
                <a:latin typeface="Arial" charset="0"/>
                <a:ea typeface="ＭＳ Ｐゴシック" charset="-128"/>
              </a:defRPr>
            </a:lvl2pPr>
            <a:lvl3pPr marL="1143000" indent="-228600" eaLnBrk="0" hangingPunct="0">
              <a:defRPr kumimoji="1">
                <a:solidFill>
                  <a:schemeClr val="tx1"/>
                </a:solidFill>
                <a:latin typeface="Arial" charset="0"/>
                <a:ea typeface="ＭＳ Ｐゴシック" charset="-128"/>
              </a:defRPr>
            </a:lvl3pPr>
            <a:lvl4pPr marL="1600200" indent="-228600" eaLnBrk="0" hangingPunct="0">
              <a:defRPr kumimoji="1">
                <a:solidFill>
                  <a:schemeClr val="tx1"/>
                </a:solidFill>
                <a:latin typeface="Arial" charset="0"/>
                <a:ea typeface="ＭＳ Ｐゴシック" charset="-128"/>
              </a:defRPr>
            </a:lvl4pPr>
            <a:lvl5pPr marL="2057400" indent="-228600" eaLnBrk="0" hangingPunct="0">
              <a:defRPr kumimoji="1">
                <a:solidFill>
                  <a:schemeClr val="tx1"/>
                </a:solidFill>
                <a:latin typeface="Arial" charset="0"/>
                <a:ea typeface="ＭＳ Ｐゴシック"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charset="-128"/>
              </a:defRPr>
            </a:lvl9pPr>
          </a:lstStyle>
          <a:p>
            <a:pPr eaLnBrk="1" hangingPunct="1">
              <a:defRPr/>
            </a:pPr>
            <a:r>
              <a:rPr lang="en-US" altLang="ja-JP" sz="1000" kern="0" dirty="0">
                <a:solidFill>
                  <a:srgbClr val="000000"/>
                </a:solidFill>
                <a:latin typeface="Meiryo UI" pitchFamily="50" charset="-128"/>
                <a:ea typeface="Meiryo UI" pitchFamily="50" charset="-128"/>
                <a:cs typeface="Meiryo UI" pitchFamily="50" charset="-128"/>
              </a:rPr>
              <a:t>DAN0</a:t>
            </a:r>
            <a:endParaRPr lang="ja-JP" altLang="en-US" sz="1000" kern="0" dirty="0">
              <a:solidFill>
                <a:srgbClr val="000000"/>
              </a:solidFill>
              <a:latin typeface="Meiryo UI" pitchFamily="50" charset="-128"/>
              <a:ea typeface="Meiryo UI" pitchFamily="50" charset="-128"/>
              <a:cs typeface="Meiryo UI" pitchFamily="50" charset="-128"/>
            </a:endParaRPr>
          </a:p>
        </p:txBody>
      </p:sp>
      <p:sp>
        <p:nvSpPr>
          <p:cNvPr id="151" name="円/楕円 337">
            <a:extLst>
              <a:ext uri="{FF2B5EF4-FFF2-40B4-BE49-F238E27FC236}">
                <a16:creationId xmlns:a16="http://schemas.microsoft.com/office/drawing/2014/main" id="{B0ACB323-34A2-9670-6A0F-ED449A95D2EC}"/>
              </a:ext>
            </a:extLst>
          </p:cNvPr>
          <p:cNvSpPr/>
          <p:nvPr/>
        </p:nvSpPr>
        <p:spPr>
          <a:xfrm>
            <a:off x="3279271" y="3141352"/>
            <a:ext cx="258086" cy="25200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defRPr/>
            </a:pPr>
            <a:r>
              <a:rPr lang="en-US" altLang="ja-JP" sz="900" b="1" dirty="0">
                <a:solidFill>
                  <a:prstClr val="black"/>
                </a:solidFill>
                <a:latin typeface="Meiryo UI" pitchFamily="50" charset="-128"/>
                <a:ea typeface="Meiryo UI" pitchFamily="50" charset="-128"/>
                <a:cs typeface="Meiryo UI" pitchFamily="50" charset="-128"/>
              </a:rPr>
              <a:t>TE</a:t>
            </a:r>
            <a:endParaRPr lang="ja-JP" altLang="en-US" sz="900" b="1" dirty="0">
              <a:solidFill>
                <a:prstClr val="black"/>
              </a:solidFill>
              <a:latin typeface="Meiryo UI" pitchFamily="50" charset="-128"/>
              <a:ea typeface="Meiryo UI" pitchFamily="50" charset="-128"/>
              <a:cs typeface="Meiryo UI" pitchFamily="50" charset="-128"/>
            </a:endParaRPr>
          </a:p>
        </p:txBody>
      </p:sp>
      <p:sp>
        <p:nvSpPr>
          <p:cNvPr id="152" name="Freeform 274">
            <a:extLst>
              <a:ext uri="{FF2B5EF4-FFF2-40B4-BE49-F238E27FC236}">
                <a16:creationId xmlns:a16="http://schemas.microsoft.com/office/drawing/2014/main" id="{AA3C480A-E572-022E-C68E-6B074F73DE89}"/>
              </a:ext>
            </a:extLst>
          </p:cNvPr>
          <p:cNvSpPr>
            <a:spLocks/>
          </p:cNvSpPr>
          <p:nvPr/>
        </p:nvSpPr>
        <p:spPr bwMode="auto">
          <a:xfrm>
            <a:off x="2469577" y="4323708"/>
            <a:ext cx="201459" cy="241413"/>
          </a:xfrm>
          <a:custGeom>
            <a:avLst/>
            <a:gdLst>
              <a:gd name="T0" fmla="*/ 2147483647 w 117"/>
              <a:gd name="T1" fmla="*/ 2147483647 h 89"/>
              <a:gd name="T2" fmla="*/ 2147483647 w 117"/>
              <a:gd name="T3" fmla="*/ 0 h 89"/>
              <a:gd name="T4" fmla="*/ 2147483647 w 117"/>
              <a:gd name="T5" fmla="*/ 0 h 89"/>
              <a:gd name="T6" fmla="*/ 2147483647 w 117"/>
              <a:gd name="T7" fmla="*/ 2147483647 h 89"/>
              <a:gd name="T8" fmla="*/ 2147483647 w 117"/>
              <a:gd name="T9" fmla="*/ 2147483647 h 89"/>
              <a:gd name="T10" fmla="*/ 0 w 117"/>
              <a:gd name="T11" fmla="*/ 2147483647 h 89"/>
              <a:gd name="T12" fmla="*/ 2147483647 w 117"/>
              <a:gd name="T13" fmla="*/ 2147483647 h 89"/>
              <a:gd name="T14" fmla="*/ 0 60000 65536"/>
              <a:gd name="T15" fmla="*/ 0 60000 65536"/>
              <a:gd name="T16" fmla="*/ 0 60000 65536"/>
              <a:gd name="T17" fmla="*/ 0 60000 65536"/>
              <a:gd name="T18" fmla="*/ 0 60000 65536"/>
              <a:gd name="T19" fmla="*/ 0 60000 65536"/>
              <a:gd name="T20" fmla="*/ 0 60000 65536"/>
              <a:gd name="connsiteX0" fmla="*/ 10000 w 10000"/>
              <a:gd name="connsiteY0" fmla="*/ 10000 h 10000"/>
              <a:gd name="connsiteX1" fmla="*/ 9915 w 10000"/>
              <a:gd name="connsiteY1" fmla="*/ 0 h 10000"/>
              <a:gd name="connsiteX2" fmla="*/ 3419 w 10000"/>
              <a:gd name="connsiteY2" fmla="*/ 0 h 10000"/>
              <a:gd name="connsiteX3" fmla="*/ 598 w 10000"/>
              <a:gd name="connsiteY3" fmla="*/ 4382 h 10000"/>
              <a:gd name="connsiteX4" fmla="*/ 0 w 10000"/>
              <a:gd name="connsiteY4" fmla="*/ 9888 h 10000"/>
              <a:gd name="connsiteX5" fmla="*/ 9658 w 10000"/>
              <a:gd name="connsiteY5" fmla="*/ 9888 h 10000"/>
              <a:gd name="connsiteX0" fmla="*/ 10000 w 10000"/>
              <a:gd name="connsiteY0" fmla="*/ 10000 h 10000"/>
              <a:gd name="connsiteX1" fmla="*/ 9915 w 10000"/>
              <a:gd name="connsiteY1" fmla="*/ 0 h 10000"/>
              <a:gd name="connsiteX2" fmla="*/ 3419 w 10000"/>
              <a:gd name="connsiteY2" fmla="*/ 0 h 10000"/>
              <a:gd name="connsiteX3" fmla="*/ 0 w 10000"/>
              <a:gd name="connsiteY3" fmla="*/ 9888 h 10000"/>
              <a:gd name="connsiteX4" fmla="*/ 9658 w 10000"/>
              <a:gd name="connsiteY4" fmla="*/ 9888 h 10000"/>
              <a:gd name="connsiteX0" fmla="*/ 10000 w 10044"/>
              <a:gd name="connsiteY0" fmla="*/ 10000 h 10000"/>
              <a:gd name="connsiteX1" fmla="*/ 10039 w 10044"/>
              <a:gd name="connsiteY1" fmla="*/ 137 h 10000"/>
              <a:gd name="connsiteX2" fmla="*/ 3419 w 10044"/>
              <a:gd name="connsiteY2" fmla="*/ 0 h 10000"/>
              <a:gd name="connsiteX3" fmla="*/ 0 w 10044"/>
              <a:gd name="connsiteY3" fmla="*/ 9888 h 10000"/>
              <a:gd name="connsiteX4" fmla="*/ 9658 w 10044"/>
              <a:gd name="connsiteY4" fmla="*/ 9888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44" h="10000">
                <a:moveTo>
                  <a:pt x="10000" y="10000"/>
                </a:moveTo>
                <a:cubicBezTo>
                  <a:pt x="9972" y="6667"/>
                  <a:pt x="10067" y="3470"/>
                  <a:pt x="10039" y="137"/>
                </a:cubicBezTo>
                <a:lnTo>
                  <a:pt x="3419" y="0"/>
                </a:lnTo>
                <a:lnTo>
                  <a:pt x="0" y="9888"/>
                </a:lnTo>
                <a:lnTo>
                  <a:pt x="9658" y="9888"/>
                </a:lnTo>
              </a:path>
            </a:pathLst>
          </a:custGeom>
          <a:solidFill>
            <a:srgbClr val="FF9966"/>
          </a:solidFill>
          <a:ln>
            <a:noFill/>
          </a:ln>
          <a:effectLst/>
        </p:spPr>
        <p:txBody>
          <a:bodyPr wrap="none" lIns="0" tIns="0" rIns="0" bIns="0" anchor="ctr"/>
          <a:lstStyle/>
          <a:p>
            <a:pPr>
              <a:defRPr/>
            </a:pPr>
            <a:endParaRPr kumimoji="0" lang="ja-JP" altLang="en-US" sz="2000" kern="0">
              <a:solidFill>
                <a:srgbClr val="000000"/>
              </a:solidFill>
              <a:latin typeface="Meiryo UI" pitchFamily="50" charset="-128"/>
              <a:ea typeface="Meiryo UI" pitchFamily="50" charset="-128"/>
              <a:cs typeface="Meiryo UI" pitchFamily="50" charset="-128"/>
            </a:endParaRPr>
          </a:p>
        </p:txBody>
      </p:sp>
      <p:sp>
        <p:nvSpPr>
          <p:cNvPr id="153" name="テキスト ボックス 404">
            <a:extLst>
              <a:ext uri="{FF2B5EF4-FFF2-40B4-BE49-F238E27FC236}">
                <a16:creationId xmlns:a16="http://schemas.microsoft.com/office/drawing/2014/main" id="{AD89F8B1-8CF5-18CB-AC79-DA1F571CF706}"/>
              </a:ext>
            </a:extLst>
          </p:cNvPr>
          <p:cNvSpPr txBox="1">
            <a:spLocks noChangeArrowheads="1"/>
          </p:cNvSpPr>
          <p:nvPr/>
        </p:nvSpPr>
        <p:spPr bwMode="auto">
          <a:xfrm>
            <a:off x="2515616" y="4411233"/>
            <a:ext cx="116615"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900">
                <a:solidFill>
                  <a:schemeClr val="tx1"/>
                </a:solidFill>
                <a:latin typeface="Times New Roman" pitchFamily="18" charset="0"/>
                <a:ea typeface="ＭＳ Ｐゴシック" charset="-128"/>
              </a:defRPr>
            </a:lvl1pPr>
            <a:lvl2pPr marL="742950" indent="-285750">
              <a:defRPr kumimoji="1" sz="900">
                <a:solidFill>
                  <a:schemeClr val="tx1"/>
                </a:solidFill>
                <a:latin typeface="Times New Roman" pitchFamily="18" charset="0"/>
                <a:ea typeface="ＭＳ Ｐゴシック" charset="-128"/>
              </a:defRPr>
            </a:lvl2pPr>
            <a:lvl3pPr marL="1143000" indent="-228600">
              <a:defRPr kumimoji="1" sz="900">
                <a:solidFill>
                  <a:schemeClr val="tx1"/>
                </a:solidFill>
                <a:latin typeface="Times New Roman" pitchFamily="18" charset="0"/>
                <a:ea typeface="ＭＳ Ｐゴシック" charset="-128"/>
              </a:defRPr>
            </a:lvl3pPr>
            <a:lvl4pPr marL="1600200" indent="-228600">
              <a:defRPr kumimoji="1" sz="900">
                <a:solidFill>
                  <a:schemeClr val="tx1"/>
                </a:solidFill>
                <a:latin typeface="Times New Roman" pitchFamily="18" charset="0"/>
                <a:ea typeface="ＭＳ Ｐゴシック" charset="-128"/>
              </a:defRPr>
            </a:lvl4pPr>
            <a:lvl5pPr marL="2057400" indent="-228600">
              <a:defRPr kumimoji="1" sz="900">
                <a:solidFill>
                  <a:schemeClr val="tx1"/>
                </a:solidFill>
                <a:latin typeface="Times New Roman" pitchFamily="18" charset="0"/>
                <a:ea typeface="ＭＳ Ｐゴシック" charset="-128"/>
              </a:defRPr>
            </a:lvl5pPr>
            <a:lvl6pPr marL="2514600" indent="-228600" eaLnBrk="0" fontAlgn="base" hangingPunct="0">
              <a:spcBef>
                <a:spcPct val="50000"/>
              </a:spcBef>
              <a:spcAft>
                <a:spcPct val="0"/>
              </a:spcAft>
              <a:defRPr kumimoji="1" sz="900">
                <a:solidFill>
                  <a:schemeClr val="tx1"/>
                </a:solidFill>
                <a:latin typeface="Times New Roman" pitchFamily="18" charset="0"/>
                <a:ea typeface="ＭＳ Ｐゴシック" charset="-128"/>
              </a:defRPr>
            </a:lvl6pPr>
            <a:lvl7pPr marL="2971800" indent="-228600" eaLnBrk="0" fontAlgn="base" hangingPunct="0">
              <a:spcBef>
                <a:spcPct val="50000"/>
              </a:spcBef>
              <a:spcAft>
                <a:spcPct val="0"/>
              </a:spcAft>
              <a:defRPr kumimoji="1" sz="900">
                <a:solidFill>
                  <a:schemeClr val="tx1"/>
                </a:solidFill>
                <a:latin typeface="Times New Roman" pitchFamily="18" charset="0"/>
                <a:ea typeface="ＭＳ Ｐゴシック" charset="-128"/>
              </a:defRPr>
            </a:lvl7pPr>
            <a:lvl8pPr marL="3429000" indent="-228600" eaLnBrk="0" fontAlgn="base" hangingPunct="0">
              <a:spcBef>
                <a:spcPct val="50000"/>
              </a:spcBef>
              <a:spcAft>
                <a:spcPct val="0"/>
              </a:spcAft>
              <a:defRPr kumimoji="1" sz="900">
                <a:solidFill>
                  <a:schemeClr val="tx1"/>
                </a:solidFill>
                <a:latin typeface="Times New Roman" pitchFamily="18" charset="0"/>
                <a:ea typeface="ＭＳ Ｐゴシック" charset="-128"/>
              </a:defRPr>
            </a:lvl8pPr>
            <a:lvl9pPr marL="3886200" indent="-228600" eaLnBrk="0" fontAlgn="base" hangingPunct="0">
              <a:spcBef>
                <a:spcPct val="50000"/>
              </a:spcBef>
              <a:spcAft>
                <a:spcPct val="0"/>
              </a:spcAft>
              <a:defRPr kumimoji="1" sz="900">
                <a:solidFill>
                  <a:schemeClr val="tx1"/>
                </a:solidFill>
                <a:latin typeface="Times New Roman" pitchFamily="18" charset="0"/>
                <a:ea typeface="ＭＳ Ｐゴシック" charset="-128"/>
              </a:defRPr>
            </a:lvl9pPr>
          </a:lstStyle>
          <a:p>
            <a:r>
              <a:rPr lang="en-US" altLang="ja-JP" sz="1000">
                <a:solidFill>
                  <a:srgbClr val="000000"/>
                </a:solidFill>
                <a:latin typeface="Meiryo UI" pitchFamily="50" charset="-128"/>
                <a:ea typeface="Meiryo UI" pitchFamily="50" charset="-128"/>
                <a:cs typeface="Meiryo UI" pitchFamily="50" charset="-128"/>
              </a:rPr>
              <a:t>0X</a:t>
            </a:r>
          </a:p>
        </p:txBody>
      </p:sp>
      <p:sp>
        <p:nvSpPr>
          <p:cNvPr id="156" name="円/楕円 100">
            <a:extLst>
              <a:ext uri="{FF2B5EF4-FFF2-40B4-BE49-F238E27FC236}">
                <a16:creationId xmlns:a16="http://schemas.microsoft.com/office/drawing/2014/main" id="{F90945B0-CA05-BA2A-58A4-217BADA1B327}"/>
              </a:ext>
            </a:extLst>
          </p:cNvPr>
          <p:cNvSpPr/>
          <p:nvPr/>
        </p:nvSpPr>
        <p:spPr>
          <a:xfrm>
            <a:off x="3422444" y="2551499"/>
            <a:ext cx="258086" cy="252000"/>
          </a:xfrm>
          <a:prstGeom prst="ellipse">
            <a:avLst/>
          </a:prstGeom>
          <a:solidFill>
            <a:srgbClr val="00009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defRPr/>
            </a:pPr>
            <a:r>
              <a:rPr lang="en-US" altLang="ja-JP" sz="700" dirty="0">
                <a:solidFill>
                  <a:prstClr val="white"/>
                </a:solidFill>
                <a:latin typeface="Meiryo UI" pitchFamily="50" charset="-128"/>
                <a:ea typeface="Meiryo UI" pitchFamily="50" charset="-128"/>
                <a:cs typeface="Meiryo UI" pitchFamily="50" charset="-128"/>
              </a:rPr>
              <a:t>A00</a:t>
            </a:r>
          </a:p>
          <a:p>
            <a:pPr>
              <a:defRPr/>
            </a:pPr>
            <a:r>
              <a:rPr lang="en-US" altLang="ja-JP" sz="700" dirty="0">
                <a:solidFill>
                  <a:prstClr val="white"/>
                </a:solidFill>
                <a:latin typeface="Meiryo UI" pitchFamily="50" charset="-128"/>
                <a:ea typeface="Meiryo UI" pitchFamily="50" charset="-128"/>
                <a:cs typeface="Meiryo UI" pitchFamily="50" charset="-128"/>
              </a:rPr>
              <a:t>-1</a:t>
            </a:r>
            <a:endParaRPr lang="ja-JP" altLang="en-US" sz="700" dirty="0">
              <a:solidFill>
                <a:prstClr val="white"/>
              </a:solidFill>
              <a:latin typeface="Meiryo UI" pitchFamily="50" charset="-128"/>
              <a:ea typeface="Meiryo UI" pitchFamily="50" charset="-128"/>
              <a:cs typeface="Meiryo UI" pitchFamily="50" charset="-128"/>
            </a:endParaRPr>
          </a:p>
        </p:txBody>
      </p:sp>
      <p:sp>
        <p:nvSpPr>
          <p:cNvPr id="157" name="円/楕円 101">
            <a:extLst>
              <a:ext uri="{FF2B5EF4-FFF2-40B4-BE49-F238E27FC236}">
                <a16:creationId xmlns:a16="http://schemas.microsoft.com/office/drawing/2014/main" id="{CCC4D783-83D2-EC2E-4BFC-27BA14A9DECD}"/>
              </a:ext>
            </a:extLst>
          </p:cNvPr>
          <p:cNvSpPr/>
          <p:nvPr/>
        </p:nvSpPr>
        <p:spPr>
          <a:xfrm>
            <a:off x="4332190" y="2551499"/>
            <a:ext cx="258086" cy="252000"/>
          </a:xfrm>
          <a:prstGeom prst="ellipse">
            <a:avLst/>
          </a:prstGeom>
          <a:solidFill>
            <a:srgbClr val="00009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defRPr/>
            </a:pPr>
            <a:r>
              <a:rPr lang="en-US" altLang="ja-JP" sz="700" dirty="0">
                <a:solidFill>
                  <a:prstClr val="white"/>
                </a:solidFill>
                <a:latin typeface="Meiryo UI" pitchFamily="50" charset="-128"/>
                <a:ea typeface="Meiryo UI" pitchFamily="50" charset="-128"/>
                <a:cs typeface="Meiryo UI" pitchFamily="50" charset="-128"/>
              </a:rPr>
              <a:t>A00</a:t>
            </a:r>
          </a:p>
          <a:p>
            <a:pPr>
              <a:defRPr/>
            </a:pPr>
            <a:r>
              <a:rPr lang="en-US" altLang="ja-JP" sz="700" dirty="0">
                <a:solidFill>
                  <a:prstClr val="white"/>
                </a:solidFill>
                <a:latin typeface="Meiryo UI" pitchFamily="50" charset="-128"/>
                <a:ea typeface="Meiryo UI" pitchFamily="50" charset="-128"/>
                <a:cs typeface="Meiryo UI" pitchFamily="50" charset="-128"/>
              </a:rPr>
              <a:t>-2</a:t>
            </a:r>
            <a:endParaRPr lang="ja-JP" altLang="en-US" sz="700" dirty="0">
              <a:solidFill>
                <a:prstClr val="white"/>
              </a:solidFill>
              <a:latin typeface="Meiryo UI" pitchFamily="50" charset="-128"/>
              <a:ea typeface="Meiryo UI" pitchFamily="50" charset="-128"/>
              <a:cs typeface="Meiryo UI" pitchFamily="50" charset="-128"/>
            </a:endParaRPr>
          </a:p>
        </p:txBody>
      </p:sp>
      <p:sp>
        <p:nvSpPr>
          <p:cNvPr id="139" name="円/楕円 312">
            <a:extLst>
              <a:ext uri="{FF2B5EF4-FFF2-40B4-BE49-F238E27FC236}">
                <a16:creationId xmlns:a16="http://schemas.microsoft.com/office/drawing/2014/main" id="{D2E48603-2EF1-E1E3-7119-5FBAD72B367D}"/>
              </a:ext>
            </a:extLst>
          </p:cNvPr>
          <p:cNvSpPr/>
          <p:nvPr/>
        </p:nvSpPr>
        <p:spPr>
          <a:xfrm>
            <a:off x="7725303" y="2551499"/>
            <a:ext cx="258086" cy="252000"/>
          </a:xfrm>
          <a:prstGeom prst="ellipse">
            <a:avLst/>
          </a:prstGeom>
          <a:solidFill>
            <a:srgbClr val="0000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defRPr/>
            </a:pPr>
            <a:r>
              <a:rPr lang="en-US" altLang="ja-JP" sz="1200">
                <a:solidFill>
                  <a:prstClr val="white"/>
                </a:solidFill>
                <a:latin typeface="Meiryo UI" pitchFamily="50" charset="-128"/>
                <a:ea typeface="Meiryo UI" pitchFamily="50" charset="-128"/>
                <a:cs typeface="Meiryo UI" pitchFamily="50" charset="-128"/>
              </a:rPr>
              <a:t>E2</a:t>
            </a:r>
            <a:endParaRPr lang="ja-JP" altLang="en-US" sz="1200">
              <a:solidFill>
                <a:prstClr val="white"/>
              </a:solidFill>
              <a:latin typeface="Meiryo UI" pitchFamily="50" charset="-128"/>
              <a:ea typeface="Meiryo UI" pitchFamily="50" charset="-128"/>
              <a:cs typeface="Meiryo UI" pitchFamily="50" charset="-128"/>
            </a:endParaRPr>
          </a:p>
        </p:txBody>
      </p:sp>
      <p:sp>
        <p:nvSpPr>
          <p:cNvPr id="172" name="テキスト ボックス 171">
            <a:extLst>
              <a:ext uri="{FF2B5EF4-FFF2-40B4-BE49-F238E27FC236}">
                <a16:creationId xmlns:a16="http://schemas.microsoft.com/office/drawing/2014/main" id="{BF85D3D7-38DA-394C-6ABC-5A3D0CD1B826}"/>
              </a:ext>
            </a:extLst>
          </p:cNvPr>
          <p:cNvSpPr txBox="1"/>
          <p:nvPr/>
        </p:nvSpPr>
        <p:spPr>
          <a:xfrm>
            <a:off x="65315" y="547062"/>
            <a:ext cx="2956066" cy="369332"/>
          </a:xfrm>
          <a:prstGeom prst="rect">
            <a:avLst/>
          </a:prstGeom>
          <a:noFill/>
        </p:spPr>
        <p:txBody>
          <a:bodyPr wrap="none" rtlCol="0">
            <a:spAutoFit/>
          </a:bodyPr>
          <a:lstStyle/>
          <a:p>
            <a:pPr algn="l" fontAlgn="auto">
              <a:spcBef>
                <a:spcPts val="0"/>
              </a:spcBef>
              <a:spcAft>
                <a:spcPts val="0"/>
              </a:spcAft>
            </a:pPr>
            <a:r>
              <a:rPr lang="en-US" altLang="ja-JP" sz="1800" b="1" u="sng">
                <a:solidFill>
                  <a:srgbClr val="000000"/>
                </a:solidFill>
                <a:latin typeface="Meiryo UI" pitchFamily="50" charset="-128"/>
                <a:ea typeface="Meiryo UI" pitchFamily="50" charset="-128"/>
                <a:cs typeface="Meiryo UI" pitchFamily="50" charset="-128"/>
              </a:rPr>
              <a:t>Development schedule</a:t>
            </a:r>
            <a:endParaRPr lang="ja-JP" altLang="en-US" sz="1800" b="1" u="sng">
              <a:solidFill>
                <a:srgbClr val="000000"/>
              </a:solidFill>
              <a:latin typeface="Meiryo UI" pitchFamily="50" charset="-128"/>
              <a:ea typeface="Meiryo UI" pitchFamily="50" charset="-128"/>
              <a:cs typeface="Meiryo UI" pitchFamily="50" charset="-128"/>
            </a:endParaRPr>
          </a:p>
        </p:txBody>
      </p:sp>
      <p:sp>
        <p:nvSpPr>
          <p:cNvPr id="250" name="Text Box 275">
            <a:extLst>
              <a:ext uri="{FF2B5EF4-FFF2-40B4-BE49-F238E27FC236}">
                <a16:creationId xmlns:a16="http://schemas.microsoft.com/office/drawing/2014/main" id="{C068EBC6-FD67-D4BE-847C-0D4E61F66499}"/>
              </a:ext>
            </a:extLst>
          </p:cNvPr>
          <p:cNvSpPr txBox="1">
            <a:spLocks noChangeArrowheads="1"/>
          </p:cNvSpPr>
          <p:nvPr/>
        </p:nvSpPr>
        <p:spPr bwMode="auto">
          <a:xfrm>
            <a:off x="8179753" y="4380455"/>
            <a:ext cx="219612" cy="184666"/>
          </a:xfrm>
          <a:prstGeom prst="rect">
            <a:avLst/>
          </a:prstGeom>
          <a:noFill/>
          <a:ln>
            <a:noFill/>
          </a:ln>
          <a:effectLst/>
          <a:extLst>
            <a:ext uri="{909E8E84-426E-40DD-AFC4-6F175D3DCCD1}">
              <a14:hiddenFill xmlns:a14="http://schemas.microsoft.com/office/drawing/2010/main">
                <a:gradFill rotWithShape="1">
                  <a:gsLst>
                    <a:gs pos="0">
                      <a:srgbClr val="764700"/>
                    </a:gs>
                    <a:gs pos="50000">
                      <a:srgbClr val="FF9900"/>
                    </a:gs>
                    <a:gs pos="100000">
                      <a:srgbClr val="764700"/>
                    </a:gs>
                  </a:gsLst>
                  <a:lin ang="5400000" scaled="1"/>
                </a:gra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nchor="ctr">
            <a:spAutoFit/>
          </a:bodyPr>
          <a:lstStyle>
            <a:lvl1pPr eaLnBrk="0" hangingPunct="0">
              <a:defRPr kumimoji="1">
                <a:solidFill>
                  <a:schemeClr val="tx1"/>
                </a:solidFill>
                <a:latin typeface="Arial" charset="0"/>
                <a:ea typeface="ＭＳ Ｐゴシック" charset="-128"/>
              </a:defRPr>
            </a:lvl1pPr>
            <a:lvl2pPr marL="742950" indent="-285750" eaLnBrk="0" hangingPunct="0">
              <a:defRPr kumimoji="1">
                <a:solidFill>
                  <a:schemeClr val="tx1"/>
                </a:solidFill>
                <a:latin typeface="Arial" charset="0"/>
                <a:ea typeface="ＭＳ Ｐゴシック" charset="-128"/>
              </a:defRPr>
            </a:lvl2pPr>
            <a:lvl3pPr marL="1143000" indent="-228600" eaLnBrk="0" hangingPunct="0">
              <a:defRPr kumimoji="1">
                <a:solidFill>
                  <a:schemeClr val="tx1"/>
                </a:solidFill>
                <a:latin typeface="Arial" charset="0"/>
                <a:ea typeface="ＭＳ Ｐゴシック" charset="-128"/>
              </a:defRPr>
            </a:lvl3pPr>
            <a:lvl4pPr marL="1600200" indent="-228600" eaLnBrk="0" hangingPunct="0">
              <a:defRPr kumimoji="1">
                <a:solidFill>
                  <a:schemeClr val="tx1"/>
                </a:solidFill>
                <a:latin typeface="Arial" charset="0"/>
                <a:ea typeface="ＭＳ Ｐゴシック" charset="-128"/>
              </a:defRPr>
            </a:lvl4pPr>
            <a:lvl5pPr marL="2057400" indent="-228600" eaLnBrk="0" hangingPunct="0">
              <a:defRPr kumimoji="1">
                <a:solidFill>
                  <a:schemeClr val="tx1"/>
                </a:solidFill>
                <a:latin typeface="Arial" charset="0"/>
                <a:ea typeface="ＭＳ Ｐゴシック"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charset="-128"/>
              </a:defRPr>
            </a:lvl9pPr>
          </a:lstStyle>
          <a:p>
            <a:pPr eaLnBrk="1" hangingPunct="1">
              <a:defRPr/>
            </a:pPr>
            <a:r>
              <a:rPr lang="en-US" altLang="ja-JP" sz="1200" kern="0" dirty="0">
                <a:solidFill>
                  <a:srgbClr val="000000"/>
                </a:solidFill>
                <a:latin typeface="Meiryo UI" pitchFamily="50" charset="-128"/>
                <a:ea typeface="Meiryo UI" pitchFamily="50" charset="-128"/>
                <a:cs typeface="Meiryo UI" pitchFamily="50" charset="-128"/>
              </a:rPr>
              <a:t>MP</a:t>
            </a:r>
            <a:endParaRPr lang="ja-JP" altLang="en-US" sz="1600" kern="0" dirty="0">
              <a:solidFill>
                <a:srgbClr val="000000"/>
              </a:solidFill>
              <a:latin typeface="Meiryo UI" pitchFamily="50" charset="-128"/>
              <a:ea typeface="Meiryo UI" pitchFamily="50" charset="-128"/>
              <a:cs typeface="Meiryo UI" pitchFamily="50" charset="-128"/>
            </a:endParaRPr>
          </a:p>
        </p:txBody>
      </p:sp>
      <p:sp>
        <p:nvSpPr>
          <p:cNvPr id="252" name="テキスト ボックス 251">
            <a:extLst>
              <a:ext uri="{FF2B5EF4-FFF2-40B4-BE49-F238E27FC236}">
                <a16:creationId xmlns:a16="http://schemas.microsoft.com/office/drawing/2014/main" id="{269566FE-4545-01FD-384E-F66C3A2D32AA}"/>
              </a:ext>
            </a:extLst>
          </p:cNvPr>
          <p:cNvSpPr txBox="1"/>
          <p:nvPr/>
        </p:nvSpPr>
        <p:spPr>
          <a:xfrm>
            <a:off x="2548657" y="4627805"/>
            <a:ext cx="1270695" cy="276999"/>
          </a:xfrm>
          <a:prstGeom prst="rect">
            <a:avLst/>
          </a:prstGeom>
          <a:solidFill>
            <a:schemeClr val="bg1"/>
          </a:solidFill>
          <a:effectLst>
            <a:softEdge rad="31750"/>
          </a:effectLst>
        </p:spPr>
        <p:txBody>
          <a:bodyPr wrap="square" rtlCol="0" anchor="ctr">
            <a:spAutoFit/>
          </a:bodyPr>
          <a:lstStyle/>
          <a:p>
            <a:r>
              <a:rPr kumimoji="1" lang="en-US" altLang="ja-JP" sz="1200" dirty="0">
                <a:latin typeface="Meiryo UI" panose="020B0604030504040204" pitchFamily="50" charset="-128"/>
                <a:ea typeface="Meiryo UI" panose="020B0604030504040204" pitchFamily="50" charset="-128"/>
              </a:rPr>
              <a:t>ELS2(</a:t>
            </a:r>
            <a:r>
              <a:rPr lang="en-US" altLang="ja-JP" sz="1200" dirty="0">
                <a:latin typeface="Meiryo UI" panose="020B0604030504040204" pitchFamily="50" charset="-128"/>
                <a:ea typeface="Meiryo UI" panose="020B0604030504040204" pitchFamily="50" charset="-128"/>
              </a:rPr>
              <a:t>PU-DV)</a:t>
            </a:r>
            <a:endParaRPr kumimoji="1" lang="en-US" altLang="ja-JP" sz="1200" dirty="0">
              <a:latin typeface="Meiryo UI" panose="020B0604030504040204" pitchFamily="50" charset="-128"/>
              <a:ea typeface="Meiryo UI" panose="020B0604030504040204" pitchFamily="50" charset="-128"/>
            </a:endParaRPr>
          </a:p>
        </p:txBody>
      </p:sp>
      <p:sp>
        <p:nvSpPr>
          <p:cNvPr id="253" name="テキスト ボックス 252">
            <a:extLst>
              <a:ext uri="{FF2B5EF4-FFF2-40B4-BE49-F238E27FC236}">
                <a16:creationId xmlns:a16="http://schemas.microsoft.com/office/drawing/2014/main" id="{D264388D-A707-DA9D-B23B-060E84B2B780}"/>
              </a:ext>
            </a:extLst>
          </p:cNvPr>
          <p:cNvSpPr txBox="1"/>
          <p:nvPr/>
        </p:nvSpPr>
        <p:spPr>
          <a:xfrm>
            <a:off x="3931661" y="3395194"/>
            <a:ext cx="676016" cy="276999"/>
          </a:xfrm>
          <a:prstGeom prst="rect">
            <a:avLst/>
          </a:prstGeom>
          <a:solidFill>
            <a:schemeClr val="bg1"/>
          </a:solidFill>
          <a:effectLst>
            <a:softEdge rad="31750"/>
          </a:effectLst>
        </p:spPr>
        <p:txBody>
          <a:bodyPr wrap="square" rtlCol="0" anchor="ctr">
            <a:spAutoFit/>
          </a:bodyPr>
          <a:lstStyle/>
          <a:p>
            <a:r>
              <a:rPr kumimoji="1" lang="en-US" altLang="ja-JP" sz="1200" dirty="0">
                <a:latin typeface="Meiryo UI" panose="020B0604030504040204" pitchFamily="50" charset="-128"/>
                <a:ea typeface="Meiryo UI" panose="020B0604030504040204" pitchFamily="50" charset="-128"/>
              </a:rPr>
              <a:t>A00-2</a:t>
            </a:r>
            <a:endParaRPr kumimoji="1" lang="ja-JP" altLang="en-US" sz="1200" dirty="0">
              <a:latin typeface="Meiryo UI" panose="020B0604030504040204" pitchFamily="50" charset="-128"/>
              <a:ea typeface="Meiryo UI" panose="020B0604030504040204" pitchFamily="50" charset="-128"/>
            </a:endParaRPr>
          </a:p>
        </p:txBody>
      </p:sp>
      <p:sp>
        <p:nvSpPr>
          <p:cNvPr id="254" name="テキスト ボックス 253">
            <a:extLst>
              <a:ext uri="{FF2B5EF4-FFF2-40B4-BE49-F238E27FC236}">
                <a16:creationId xmlns:a16="http://schemas.microsoft.com/office/drawing/2014/main" id="{74C0E62A-8A99-0CAF-DAA8-803B87F22561}"/>
              </a:ext>
            </a:extLst>
          </p:cNvPr>
          <p:cNvSpPr txBox="1"/>
          <p:nvPr/>
        </p:nvSpPr>
        <p:spPr>
          <a:xfrm>
            <a:off x="3045454" y="3395194"/>
            <a:ext cx="676017" cy="276999"/>
          </a:xfrm>
          <a:prstGeom prst="rect">
            <a:avLst/>
          </a:prstGeom>
          <a:solidFill>
            <a:schemeClr val="bg1"/>
          </a:solidFill>
          <a:effectLst>
            <a:softEdge rad="31750"/>
          </a:effectLst>
        </p:spPr>
        <p:txBody>
          <a:bodyPr wrap="square" rtlCol="0" anchor="ctr">
            <a:spAutoFit/>
          </a:bodyPr>
          <a:lstStyle/>
          <a:p>
            <a:r>
              <a:rPr kumimoji="1" lang="en-US" altLang="ja-JP" sz="1200" dirty="0">
                <a:latin typeface="Meiryo UI" panose="020B0604030504040204" pitchFamily="50" charset="-128"/>
                <a:ea typeface="Meiryo UI" panose="020B0604030504040204" pitchFamily="50" charset="-128"/>
              </a:rPr>
              <a:t>A00-</a:t>
            </a:r>
            <a:r>
              <a:rPr lang="en-US" altLang="ja-JP" sz="1200" dirty="0">
                <a:latin typeface="Meiryo UI" panose="020B0604030504040204" pitchFamily="50" charset="-128"/>
                <a:ea typeface="Meiryo UI" panose="020B0604030504040204" pitchFamily="50" charset="-128"/>
              </a:rPr>
              <a:t>1</a:t>
            </a:r>
            <a:endParaRPr kumimoji="1" lang="ja-JP" altLang="en-US" sz="1200" dirty="0">
              <a:latin typeface="Meiryo UI" panose="020B0604030504040204" pitchFamily="50" charset="-128"/>
              <a:ea typeface="Meiryo UI" panose="020B0604030504040204" pitchFamily="50" charset="-128"/>
            </a:endParaRPr>
          </a:p>
        </p:txBody>
      </p:sp>
      <p:sp>
        <p:nvSpPr>
          <p:cNvPr id="255" name="テキスト ボックス 254">
            <a:extLst>
              <a:ext uri="{FF2B5EF4-FFF2-40B4-BE49-F238E27FC236}">
                <a16:creationId xmlns:a16="http://schemas.microsoft.com/office/drawing/2014/main" id="{1A94EC09-BC8E-377D-614E-613669EDB2E4}"/>
              </a:ext>
            </a:extLst>
          </p:cNvPr>
          <p:cNvSpPr txBox="1"/>
          <p:nvPr/>
        </p:nvSpPr>
        <p:spPr>
          <a:xfrm>
            <a:off x="5011428" y="3739191"/>
            <a:ext cx="509452" cy="276999"/>
          </a:xfrm>
          <a:prstGeom prst="rect">
            <a:avLst/>
          </a:prstGeom>
          <a:solidFill>
            <a:schemeClr val="bg1"/>
          </a:solidFill>
          <a:effectLst>
            <a:softEdge rad="31750"/>
          </a:effectLst>
        </p:spPr>
        <p:txBody>
          <a:bodyPr wrap="square" rtlCol="0" anchor="ctr">
            <a:spAutoFit/>
          </a:bodyPr>
          <a:lstStyle/>
          <a:p>
            <a:r>
              <a:rPr lang="en-US" altLang="ja-JP" sz="1200" dirty="0">
                <a:latin typeface="Meiryo UI" panose="020B0604030504040204" pitchFamily="50" charset="-128"/>
                <a:ea typeface="Meiryo UI" panose="020B0604030504040204" pitchFamily="50" charset="-128"/>
              </a:rPr>
              <a:t>MP0</a:t>
            </a:r>
            <a:endParaRPr kumimoji="1" lang="ja-JP" altLang="en-US" sz="1200" dirty="0">
              <a:latin typeface="Meiryo UI" panose="020B0604030504040204" pitchFamily="50" charset="-128"/>
              <a:ea typeface="Meiryo UI" panose="020B0604030504040204" pitchFamily="50" charset="-128"/>
            </a:endParaRPr>
          </a:p>
        </p:txBody>
      </p:sp>
      <p:sp>
        <p:nvSpPr>
          <p:cNvPr id="168" name="Text Box 2">
            <a:extLst>
              <a:ext uri="{FF2B5EF4-FFF2-40B4-BE49-F238E27FC236}">
                <a16:creationId xmlns:a16="http://schemas.microsoft.com/office/drawing/2014/main" id="{51279D75-8C87-C74B-CB09-CE59DCB38944}"/>
              </a:ext>
            </a:extLst>
          </p:cNvPr>
          <p:cNvSpPr txBox="1">
            <a:spLocks noChangeArrowheads="1"/>
          </p:cNvSpPr>
          <p:nvPr/>
        </p:nvSpPr>
        <p:spPr bwMode="auto">
          <a:xfrm>
            <a:off x="1719687" y="83640"/>
            <a:ext cx="5720348" cy="400110"/>
          </a:xfrm>
          <a:prstGeom prst="rect">
            <a:avLst/>
          </a:prstGeom>
          <a:noFill/>
        </p:spPr>
        <p:txBody>
          <a:bodyPr wrap="none" rtlCol="0">
            <a:spAutoFit/>
          </a:bodyPr>
          <a:lstStyle>
            <a:defPPr>
              <a:defRPr lang="en-US"/>
            </a:defPPr>
            <a:lvl1pPr fontAlgn="auto">
              <a:spcBef>
                <a:spcPts val="0"/>
              </a:spcBef>
              <a:spcAft>
                <a:spcPts val="0"/>
              </a:spcAft>
              <a:defRPr kumimoji="0">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r>
              <a:rPr lang="en-US" altLang="ja-JP" sz="2000" dirty="0"/>
              <a:t>9. Engine Overview and</a:t>
            </a:r>
            <a:r>
              <a:rPr lang="ja-JP" altLang="en-US" sz="2000" dirty="0"/>
              <a:t> </a:t>
            </a:r>
            <a:r>
              <a:rPr lang="en-US" altLang="ja-JP" sz="2000" dirty="0"/>
              <a:t>Basic Specification</a:t>
            </a:r>
          </a:p>
        </p:txBody>
      </p:sp>
      <p:sp>
        <p:nvSpPr>
          <p:cNvPr id="2" name="テキスト ボックス 1">
            <a:extLst>
              <a:ext uri="{FF2B5EF4-FFF2-40B4-BE49-F238E27FC236}">
                <a16:creationId xmlns:a16="http://schemas.microsoft.com/office/drawing/2014/main" id="{1F6F3070-0CA9-C50E-4B01-C175D63AAC1D}"/>
              </a:ext>
            </a:extLst>
          </p:cNvPr>
          <p:cNvSpPr txBox="1"/>
          <p:nvPr/>
        </p:nvSpPr>
        <p:spPr>
          <a:xfrm>
            <a:off x="7163235" y="5167916"/>
            <a:ext cx="1885195" cy="307777"/>
          </a:xfrm>
          <a:prstGeom prst="rect">
            <a:avLst/>
          </a:prstGeom>
          <a:noFill/>
        </p:spPr>
        <p:txBody>
          <a:bodyPr wrap="none" rtlCol="0">
            <a:spAutoFit/>
          </a:bodyPr>
          <a:lstStyle/>
          <a:p>
            <a:r>
              <a:rPr lang="en-US" altLang="ja-JP" sz="1400" dirty="0">
                <a:solidFill>
                  <a:schemeClr val="bg1">
                    <a:lumMod val="50000"/>
                  </a:schemeClr>
                </a:solidFill>
              </a:rPr>
              <a:t>Reference : A00-0 draft</a:t>
            </a:r>
            <a:endParaRPr kumimoji="1" lang="en-US" altLang="ja-JP" sz="1400" dirty="0">
              <a:solidFill>
                <a:schemeClr val="bg1">
                  <a:lumMod val="50000"/>
                </a:schemeClr>
              </a:solidFill>
            </a:endParaRPr>
          </a:p>
        </p:txBody>
      </p:sp>
      <p:grpSp>
        <p:nvGrpSpPr>
          <p:cNvPr id="8" name="グループ化 7">
            <a:extLst>
              <a:ext uri="{FF2B5EF4-FFF2-40B4-BE49-F238E27FC236}">
                <a16:creationId xmlns:a16="http://schemas.microsoft.com/office/drawing/2014/main" id="{566DB90F-E5EA-2533-5302-2D547EBE6041}"/>
              </a:ext>
            </a:extLst>
          </p:cNvPr>
          <p:cNvGrpSpPr/>
          <p:nvPr/>
        </p:nvGrpSpPr>
        <p:grpSpPr>
          <a:xfrm>
            <a:off x="5178510" y="3524987"/>
            <a:ext cx="159360" cy="172724"/>
            <a:chOff x="9410888" y="2478956"/>
            <a:chExt cx="159360" cy="172724"/>
          </a:xfrm>
        </p:grpSpPr>
        <p:sp>
          <p:nvSpPr>
            <p:cNvPr id="6" name="正方形/長方形 5">
              <a:extLst>
                <a:ext uri="{FF2B5EF4-FFF2-40B4-BE49-F238E27FC236}">
                  <a16:creationId xmlns:a16="http://schemas.microsoft.com/office/drawing/2014/main" id="{5ACC6E58-2DA4-21BD-0665-AE4E5BA17C0F}"/>
                </a:ext>
              </a:extLst>
            </p:cNvPr>
            <p:cNvSpPr/>
            <p:nvPr/>
          </p:nvSpPr>
          <p:spPr bwMode="auto">
            <a:xfrm>
              <a:off x="9410888" y="2478956"/>
              <a:ext cx="128883" cy="142248"/>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Times New Roman" pitchFamily="18" charset="0"/>
                <a:ea typeface="ＭＳ Ｐゴシック" pitchFamily="50" charset="-128"/>
              </a:endParaRPr>
            </a:p>
          </p:txBody>
        </p:sp>
        <p:sp>
          <p:nvSpPr>
            <p:cNvPr id="7" name="正方形/長方形 6">
              <a:extLst>
                <a:ext uri="{FF2B5EF4-FFF2-40B4-BE49-F238E27FC236}">
                  <a16:creationId xmlns:a16="http://schemas.microsoft.com/office/drawing/2014/main" id="{0675DFF9-1C55-845F-26E2-BDC82E0D1B6D}"/>
                </a:ext>
              </a:extLst>
            </p:cNvPr>
            <p:cNvSpPr/>
            <p:nvPr/>
          </p:nvSpPr>
          <p:spPr bwMode="auto">
            <a:xfrm>
              <a:off x="9441365" y="2509432"/>
              <a:ext cx="128883" cy="142248"/>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Times New Roman" pitchFamily="18" charset="0"/>
                <a:ea typeface="ＭＳ Ｐゴシック" pitchFamily="50" charset="-128"/>
              </a:endParaRPr>
            </a:p>
          </p:txBody>
        </p:sp>
      </p:grpSp>
      <p:sp>
        <p:nvSpPr>
          <p:cNvPr id="9" name="テキスト ボックス 8">
            <a:extLst>
              <a:ext uri="{FF2B5EF4-FFF2-40B4-BE49-F238E27FC236}">
                <a16:creationId xmlns:a16="http://schemas.microsoft.com/office/drawing/2014/main" id="{A33BB6D9-2C98-0908-4D0F-C18B69DE0190}"/>
              </a:ext>
            </a:extLst>
          </p:cNvPr>
          <p:cNvSpPr txBox="1"/>
          <p:nvPr/>
        </p:nvSpPr>
        <p:spPr>
          <a:xfrm>
            <a:off x="5816061" y="3739191"/>
            <a:ext cx="509452" cy="276999"/>
          </a:xfrm>
          <a:prstGeom prst="rect">
            <a:avLst/>
          </a:prstGeom>
          <a:solidFill>
            <a:schemeClr val="bg1"/>
          </a:solidFill>
          <a:effectLst>
            <a:softEdge rad="31750"/>
          </a:effectLst>
        </p:spPr>
        <p:txBody>
          <a:bodyPr wrap="square" rtlCol="0" anchor="ctr">
            <a:spAutoFit/>
          </a:bodyPr>
          <a:lstStyle/>
          <a:p>
            <a:r>
              <a:rPr lang="en-US" altLang="ja-JP" sz="1200" dirty="0">
                <a:latin typeface="Meiryo UI" panose="020B0604030504040204" pitchFamily="50" charset="-128"/>
                <a:ea typeface="Meiryo UI" panose="020B0604030504040204" pitchFamily="50" charset="-128"/>
              </a:rPr>
              <a:t>MP1</a:t>
            </a:r>
            <a:endParaRPr kumimoji="1" lang="ja-JP" altLang="en-US" sz="1200" dirty="0">
              <a:latin typeface="Meiryo UI" panose="020B0604030504040204" pitchFamily="50" charset="-128"/>
              <a:ea typeface="Meiryo UI" panose="020B0604030504040204" pitchFamily="50" charset="-128"/>
            </a:endParaRPr>
          </a:p>
        </p:txBody>
      </p:sp>
      <p:grpSp>
        <p:nvGrpSpPr>
          <p:cNvPr id="10" name="グループ化 9">
            <a:extLst>
              <a:ext uri="{FF2B5EF4-FFF2-40B4-BE49-F238E27FC236}">
                <a16:creationId xmlns:a16="http://schemas.microsoft.com/office/drawing/2014/main" id="{899173AB-2938-2C40-3172-240D72AA804E}"/>
              </a:ext>
            </a:extLst>
          </p:cNvPr>
          <p:cNvGrpSpPr/>
          <p:nvPr/>
        </p:nvGrpSpPr>
        <p:grpSpPr>
          <a:xfrm>
            <a:off x="5983143" y="3524987"/>
            <a:ext cx="159360" cy="172724"/>
            <a:chOff x="9410888" y="2478956"/>
            <a:chExt cx="159360" cy="172724"/>
          </a:xfrm>
        </p:grpSpPr>
        <p:sp>
          <p:nvSpPr>
            <p:cNvPr id="11" name="正方形/長方形 10">
              <a:extLst>
                <a:ext uri="{FF2B5EF4-FFF2-40B4-BE49-F238E27FC236}">
                  <a16:creationId xmlns:a16="http://schemas.microsoft.com/office/drawing/2014/main" id="{4A99715E-5183-A5E3-730A-83703BE94DAA}"/>
                </a:ext>
              </a:extLst>
            </p:cNvPr>
            <p:cNvSpPr/>
            <p:nvPr/>
          </p:nvSpPr>
          <p:spPr bwMode="auto">
            <a:xfrm>
              <a:off x="9410888" y="2478956"/>
              <a:ext cx="128883" cy="142248"/>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Times New Roman" pitchFamily="18" charset="0"/>
                <a:ea typeface="ＭＳ Ｐゴシック" pitchFamily="50" charset="-128"/>
              </a:endParaRPr>
            </a:p>
          </p:txBody>
        </p:sp>
        <p:sp>
          <p:nvSpPr>
            <p:cNvPr id="12" name="正方形/長方形 11">
              <a:extLst>
                <a:ext uri="{FF2B5EF4-FFF2-40B4-BE49-F238E27FC236}">
                  <a16:creationId xmlns:a16="http://schemas.microsoft.com/office/drawing/2014/main" id="{35923236-3887-6F89-7F3E-818724209648}"/>
                </a:ext>
              </a:extLst>
            </p:cNvPr>
            <p:cNvSpPr/>
            <p:nvPr/>
          </p:nvSpPr>
          <p:spPr bwMode="auto">
            <a:xfrm>
              <a:off x="9441365" y="2509432"/>
              <a:ext cx="128883" cy="142248"/>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Times New Roman" pitchFamily="18" charset="0"/>
                <a:ea typeface="ＭＳ Ｐゴシック" pitchFamily="50" charset="-128"/>
              </a:endParaRPr>
            </a:p>
          </p:txBody>
        </p:sp>
      </p:grpSp>
      <p:sp>
        <p:nvSpPr>
          <p:cNvPr id="13" name="円/楕円 337">
            <a:extLst>
              <a:ext uri="{FF2B5EF4-FFF2-40B4-BE49-F238E27FC236}">
                <a16:creationId xmlns:a16="http://schemas.microsoft.com/office/drawing/2014/main" id="{A6958E93-B9C4-BFB3-0219-E00AC2A9CBC3}"/>
              </a:ext>
            </a:extLst>
          </p:cNvPr>
          <p:cNvSpPr/>
          <p:nvPr/>
        </p:nvSpPr>
        <p:spPr>
          <a:xfrm>
            <a:off x="1548493" y="3141352"/>
            <a:ext cx="258086" cy="25200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defRPr/>
            </a:pPr>
            <a:r>
              <a:rPr lang="en-US" altLang="ja-JP" sz="900" b="1">
                <a:solidFill>
                  <a:prstClr val="black"/>
                </a:solidFill>
                <a:latin typeface="Meiryo UI" pitchFamily="50" charset="-128"/>
                <a:ea typeface="Meiryo UI" pitchFamily="50" charset="-128"/>
                <a:cs typeface="Meiryo UI" pitchFamily="50" charset="-128"/>
              </a:rPr>
              <a:t>TE</a:t>
            </a:r>
            <a:endParaRPr lang="ja-JP" altLang="en-US" sz="900" b="1">
              <a:solidFill>
                <a:prstClr val="black"/>
              </a:solidFill>
              <a:latin typeface="Meiryo UI" pitchFamily="50" charset="-128"/>
              <a:ea typeface="Meiryo UI" pitchFamily="50" charset="-128"/>
              <a:cs typeface="Meiryo UI" pitchFamily="50" charset="-128"/>
            </a:endParaRPr>
          </a:p>
        </p:txBody>
      </p:sp>
      <p:sp>
        <p:nvSpPr>
          <p:cNvPr id="15" name="円/楕円 313">
            <a:extLst>
              <a:ext uri="{FF2B5EF4-FFF2-40B4-BE49-F238E27FC236}">
                <a16:creationId xmlns:a16="http://schemas.microsoft.com/office/drawing/2014/main" id="{A3963B8F-9A32-4171-9240-FF39129ABE16}"/>
              </a:ext>
            </a:extLst>
          </p:cNvPr>
          <p:cNvSpPr/>
          <p:nvPr/>
        </p:nvSpPr>
        <p:spPr>
          <a:xfrm>
            <a:off x="7524524" y="3141352"/>
            <a:ext cx="258086" cy="25200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defRPr/>
            </a:pPr>
            <a:r>
              <a:rPr lang="en-US" altLang="ja-JP" sz="900" b="1">
                <a:solidFill>
                  <a:prstClr val="black"/>
                </a:solidFill>
                <a:latin typeface="Meiryo UI" pitchFamily="50" charset="-128"/>
                <a:ea typeface="Meiryo UI" pitchFamily="50" charset="-128"/>
                <a:cs typeface="Meiryo UI" pitchFamily="50" charset="-128"/>
              </a:rPr>
              <a:t>TE</a:t>
            </a:r>
            <a:endParaRPr lang="ja-JP" altLang="en-US" sz="900" b="1">
              <a:solidFill>
                <a:prstClr val="black"/>
              </a:solidFill>
              <a:latin typeface="Meiryo UI" pitchFamily="50" charset="-128"/>
              <a:ea typeface="Meiryo UI" pitchFamily="50" charset="-128"/>
              <a:cs typeface="Meiryo UI" pitchFamily="50" charset="-128"/>
            </a:endParaRPr>
          </a:p>
        </p:txBody>
      </p:sp>
      <p:sp>
        <p:nvSpPr>
          <p:cNvPr id="16" name="テキスト ボックス 15">
            <a:extLst>
              <a:ext uri="{FF2B5EF4-FFF2-40B4-BE49-F238E27FC236}">
                <a16:creationId xmlns:a16="http://schemas.microsoft.com/office/drawing/2014/main" id="{9836E85E-E1C8-56CF-7EBF-342F657C197A}"/>
              </a:ext>
            </a:extLst>
          </p:cNvPr>
          <p:cNvSpPr txBox="1"/>
          <p:nvPr/>
        </p:nvSpPr>
        <p:spPr>
          <a:xfrm>
            <a:off x="7470871" y="3395194"/>
            <a:ext cx="381594" cy="276999"/>
          </a:xfrm>
          <a:prstGeom prst="rect">
            <a:avLst/>
          </a:prstGeom>
          <a:solidFill>
            <a:schemeClr val="bg1"/>
          </a:solidFill>
          <a:effectLst>
            <a:softEdge rad="31750"/>
          </a:effectLst>
        </p:spPr>
        <p:txBody>
          <a:bodyPr wrap="square" rtlCol="0" anchor="ctr">
            <a:spAutoFit/>
          </a:bodyPr>
          <a:lstStyle/>
          <a:p>
            <a:r>
              <a:rPr kumimoji="1" lang="en-US" altLang="ja-JP" sz="1200" dirty="0">
                <a:latin typeface="Meiryo UI" panose="020B0604030504040204" pitchFamily="50" charset="-128"/>
                <a:ea typeface="Meiryo UI" panose="020B0604030504040204" pitchFamily="50" charset="-128"/>
              </a:rPr>
              <a:t>E2</a:t>
            </a:r>
            <a:endParaRPr kumimoji="1" lang="ja-JP" altLang="en-US" sz="1200" dirty="0">
              <a:latin typeface="Meiryo UI" panose="020B0604030504040204" pitchFamily="50" charset="-128"/>
              <a:ea typeface="Meiryo UI" panose="020B0604030504040204" pitchFamily="50" charset="-128"/>
            </a:endParaRPr>
          </a:p>
        </p:txBody>
      </p:sp>
      <p:cxnSp>
        <p:nvCxnSpPr>
          <p:cNvPr id="4" name="直線矢印コネクタ 3">
            <a:extLst>
              <a:ext uri="{FF2B5EF4-FFF2-40B4-BE49-F238E27FC236}">
                <a16:creationId xmlns:a16="http://schemas.microsoft.com/office/drawing/2014/main" id="{B95BDCE7-D13A-C4ED-E8A8-DA8DE9D0276A}"/>
              </a:ext>
            </a:extLst>
          </p:cNvPr>
          <p:cNvCxnSpPr/>
          <p:nvPr/>
        </p:nvCxnSpPr>
        <p:spPr bwMode="auto">
          <a:xfrm>
            <a:off x="1924505" y="4380455"/>
            <a:ext cx="503804" cy="0"/>
          </a:xfrm>
          <a:prstGeom prst="straightConnector1">
            <a:avLst/>
          </a:prstGeom>
          <a:solidFill>
            <a:schemeClr val="accent1"/>
          </a:solidFill>
          <a:ln w="9525" cap="flat" cmpd="sng" algn="ctr">
            <a:solidFill>
              <a:schemeClr val="tx1"/>
            </a:solidFill>
            <a:prstDash val="solid"/>
            <a:round/>
            <a:headEnd type="arrow"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 name="直線コネクタ 13">
            <a:extLst>
              <a:ext uri="{FF2B5EF4-FFF2-40B4-BE49-F238E27FC236}">
                <a16:creationId xmlns:a16="http://schemas.microsoft.com/office/drawing/2014/main" id="{7DA49327-9B78-C303-96EB-10CFDCC010A1}"/>
              </a:ext>
            </a:extLst>
          </p:cNvPr>
          <p:cNvCxnSpPr/>
          <p:nvPr/>
        </p:nvCxnSpPr>
        <p:spPr bwMode="auto">
          <a:xfrm flipV="1">
            <a:off x="1860140" y="3834063"/>
            <a:ext cx="0" cy="2037348"/>
          </a:xfrm>
          <a:prstGeom prst="line">
            <a:avLst/>
          </a:prstGeom>
          <a:solidFill>
            <a:schemeClr val="accent1"/>
          </a:solidFill>
          <a:ln w="508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 name="テキスト ボックス 16">
            <a:extLst>
              <a:ext uri="{FF2B5EF4-FFF2-40B4-BE49-F238E27FC236}">
                <a16:creationId xmlns:a16="http://schemas.microsoft.com/office/drawing/2014/main" id="{3604467C-4134-DD04-5A32-F9098F05310E}"/>
              </a:ext>
            </a:extLst>
          </p:cNvPr>
          <p:cNvSpPr txBox="1"/>
          <p:nvPr/>
        </p:nvSpPr>
        <p:spPr>
          <a:xfrm>
            <a:off x="407510" y="5232064"/>
            <a:ext cx="2901756" cy="461665"/>
          </a:xfrm>
          <a:prstGeom prst="rect">
            <a:avLst/>
          </a:prstGeom>
          <a:solidFill>
            <a:schemeClr val="bg1"/>
          </a:solidFill>
        </p:spPr>
        <p:txBody>
          <a:bodyPr wrap="none" rtlCol="0">
            <a:spAutoFit/>
          </a:bodyPr>
          <a:lstStyle/>
          <a:p>
            <a:r>
              <a:rPr kumimoji="1" lang="ja-JP" altLang="en-US" dirty="0"/>
              <a:t>契約完了もしくは</a:t>
            </a:r>
            <a:r>
              <a:rPr kumimoji="1" lang="en-US" altLang="ja-JP" dirty="0"/>
              <a:t>LOI</a:t>
            </a:r>
            <a:endParaRPr kumimoji="1" lang="ja-JP" altLang="en-US" dirty="0"/>
          </a:p>
        </p:txBody>
      </p:sp>
      <p:cxnSp>
        <p:nvCxnSpPr>
          <p:cNvPr id="20" name="直線矢印コネクタ 19">
            <a:extLst>
              <a:ext uri="{FF2B5EF4-FFF2-40B4-BE49-F238E27FC236}">
                <a16:creationId xmlns:a16="http://schemas.microsoft.com/office/drawing/2014/main" id="{F2CA9738-C305-49E3-0D46-2DB951F67E5F}"/>
              </a:ext>
            </a:extLst>
          </p:cNvPr>
          <p:cNvCxnSpPr/>
          <p:nvPr/>
        </p:nvCxnSpPr>
        <p:spPr bwMode="auto">
          <a:xfrm flipV="1">
            <a:off x="1114926" y="5693729"/>
            <a:ext cx="0" cy="731134"/>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2" name="テキスト ボックス 21">
            <a:extLst>
              <a:ext uri="{FF2B5EF4-FFF2-40B4-BE49-F238E27FC236}">
                <a16:creationId xmlns:a16="http://schemas.microsoft.com/office/drawing/2014/main" id="{614259DA-86F1-6472-B1C9-000D492E75AF}"/>
              </a:ext>
            </a:extLst>
          </p:cNvPr>
          <p:cNvSpPr txBox="1"/>
          <p:nvPr/>
        </p:nvSpPr>
        <p:spPr>
          <a:xfrm>
            <a:off x="219765" y="6157647"/>
            <a:ext cx="1798504" cy="461665"/>
          </a:xfrm>
          <a:prstGeom prst="rect">
            <a:avLst/>
          </a:prstGeom>
          <a:solidFill>
            <a:schemeClr val="bg1"/>
          </a:solidFill>
        </p:spPr>
        <p:txBody>
          <a:bodyPr wrap="square">
            <a:spAutoFit/>
          </a:bodyPr>
          <a:lstStyle/>
          <a:p>
            <a:r>
              <a:rPr lang="en-US" altLang="ja-JP" dirty="0"/>
              <a:t>A00-0+1.5</a:t>
            </a:r>
            <a:endParaRPr lang="ja-JP" altLang="en-US" dirty="0"/>
          </a:p>
        </p:txBody>
      </p:sp>
      <p:sp>
        <p:nvSpPr>
          <p:cNvPr id="26" name="テキスト ボックス 25">
            <a:extLst>
              <a:ext uri="{FF2B5EF4-FFF2-40B4-BE49-F238E27FC236}">
                <a16:creationId xmlns:a16="http://schemas.microsoft.com/office/drawing/2014/main" id="{202A8BFA-9205-3560-F3E8-207D686A1579}"/>
              </a:ext>
            </a:extLst>
          </p:cNvPr>
          <p:cNvSpPr txBox="1"/>
          <p:nvPr/>
        </p:nvSpPr>
        <p:spPr>
          <a:xfrm>
            <a:off x="1485892" y="3547594"/>
            <a:ext cx="678081" cy="276999"/>
          </a:xfrm>
          <a:prstGeom prst="rect">
            <a:avLst/>
          </a:prstGeom>
          <a:solidFill>
            <a:schemeClr val="bg1"/>
          </a:solidFill>
          <a:effectLst>
            <a:softEdge rad="31750"/>
          </a:effectLst>
        </p:spPr>
        <p:txBody>
          <a:bodyPr wrap="square" rtlCol="0" anchor="ctr">
            <a:spAutoFit/>
          </a:bodyPr>
          <a:lstStyle/>
          <a:p>
            <a:r>
              <a:rPr lang="en-US" altLang="ja-JP" sz="1200" dirty="0">
                <a:latin typeface="Meiryo UI" panose="020B0604030504040204" pitchFamily="50" charset="-128"/>
                <a:ea typeface="Meiryo UI" panose="020B0604030504040204" pitchFamily="50" charset="-128"/>
              </a:rPr>
              <a:t>A00-0</a:t>
            </a:r>
            <a:endParaRPr kumimoji="1" lang="ja-JP" altLang="en-US" sz="1200" dirty="0">
              <a:latin typeface="Meiryo UI" panose="020B0604030504040204" pitchFamily="50" charset="-128"/>
              <a:ea typeface="Meiryo UI" panose="020B0604030504040204" pitchFamily="50" charset="-128"/>
            </a:endParaRPr>
          </a:p>
        </p:txBody>
      </p:sp>
      <p:sp>
        <p:nvSpPr>
          <p:cNvPr id="3" name="TextBox 2">
            <a:extLst>
              <a:ext uri="{FF2B5EF4-FFF2-40B4-BE49-F238E27FC236}">
                <a16:creationId xmlns:a16="http://schemas.microsoft.com/office/drawing/2014/main" id="{0EE9A8EE-E50A-16DF-021E-9F1C105ABA2C}"/>
              </a:ext>
            </a:extLst>
          </p:cNvPr>
          <p:cNvSpPr txBox="1"/>
          <p:nvPr/>
        </p:nvSpPr>
        <p:spPr>
          <a:xfrm>
            <a:off x="8534131" y="570393"/>
            <a:ext cx="688009" cy="307777"/>
          </a:xfrm>
          <a:prstGeom prst="rect">
            <a:avLst/>
          </a:prstGeom>
          <a:noFill/>
        </p:spPr>
        <p:txBody>
          <a:bodyPr wrap="none" rtlCol="0">
            <a:spAutoFit/>
          </a:bodyPr>
          <a:lstStyle/>
          <a:p>
            <a:r>
              <a:rPr lang="en-US" sz="1400" dirty="0">
                <a:highlight>
                  <a:srgbClr val="FFFF00"/>
                </a:highlight>
                <a:latin typeface="Meiryo UI" panose="020B0604030504040204" pitchFamily="50" charset="-128"/>
                <a:ea typeface="Meiryo UI" panose="020B0604030504040204" pitchFamily="50" charset="-128"/>
              </a:rPr>
              <a:t>rev05</a:t>
            </a:r>
          </a:p>
        </p:txBody>
      </p:sp>
      <p:sp>
        <p:nvSpPr>
          <p:cNvPr id="18" name="Freeform 274">
            <a:extLst>
              <a:ext uri="{FF2B5EF4-FFF2-40B4-BE49-F238E27FC236}">
                <a16:creationId xmlns:a16="http://schemas.microsoft.com/office/drawing/2014/main" id="{ECF340C9-84FD-F25D-6B4F-CC45C7F4CA47}"/>
              </a:ext>
            </a:extLst>
          </p:cNvPr>
          <p:cNvSpPr>
            <a:spLocks/>
          </p:cNvSpPr>
          <p:nvPr/>
        </p:nvSpPr>
        <p:spPr bwMode="auto">
          <a:xfrm>
            <a:off x="6924091" y="4299882"/>
            <a:ext cx="148468" cy="272460"/>
          </a:xfrm>
          <a:custGeom>
            <a:avLst/>
            <a:gdLst>
              <a:gd name="T0" fmla="*/ 2147483647 w 117"/>
              <a:gd name="T1" fmla="*/ 2147483647 h 89"/>
              <a:gd name="T2" fmla="*/ 2147483647 w 117"/>
              <a:gd name="T3" fmla="*/ 0 h 89"/>
              <a:gd name="T4" fmla="*/ 2147483647 w 117"/>
              <a:gd name="T5" fmla="*/ 0 h 89"/>
              <a:gd name="T6" fmla="*/ 2147483647 w 117"/>
              <a:gd name="T7" fmla="*/ 2147483647 h 89"/>
              <a:gd name="T8" fmla="*/ 2147483647 w 117"/>
              <a:gd name="T9" fmla="*/ 2147483647 h 89"/>
              <a:gd name="T10" fmla="*/ 0 w 117"/>
              <a:gd name="T11" fmla="*/ 2147483647 h 89"/>
              <a:gd name="T12" fmla="*/ 2147483647 w 117"/>
              <a:gd name="T13" fmla="*/ 2147483647 h 8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7" h="89">
                <a:moveTo>
                  <a:pt x="117" y="89"/>
                </a:moveTo>
                <a:lnTo>
                  <a:pt x="116" y="0"/>
                </a:lnTo>
                <a:lnTo>
                  <a:pt x="40" y="0"/>
                </a:lnTo>
                <a:lnTo>
                  <a:pt x="28" y="36"/>
                </a:lnTo>
                <a:lnTo>
                  <a:pt x="7" y="39"/>
                </a:lnTo>
                <a:lnTo>
                  <a:pt x="0" y="88"/>
                </a:lnTo>
                <a:lnTo>
                  <a:pt x="113" y="88"/>
                </a:lnTo>
              </a:path>
            </a:pathLst>
          </a:custGeom>
          <a:solidFill>
            <a:srgbClr val="92D050"/>
          </a:solidFill>
          <a:ln>
            <a:solidFill>
              <a:schemeClr val="tx1"/>
            </a:solidFill>
          </a:ln>
          <a:effectLst/>
        </p:spPr>
        <p:txBody>
          <a:bodyPr wrap="none" lIns="0" tIns="0" rIns="0" bIns="0" anchor="ctr"/>
          <a:lstStyle/>
          <a:p>
            <a:pPr>
              <a:defRPr/>
            </a:pPr>
            <a:endParaRPr kumimoji="0" lang="ja-JP" altLang="en-US" sz="2000" kern="0">
              <a:solidFill>
                <a:srgbClr val="000000"/>
              </a:solidFill>
              <a:latin typeface="Meiryo UI" pitchFamily="50" charset="-128"/>
              <a:ea typeface="Meiryo UI" pitchFamily="50" charset="-128"/>
              <a:cs typeface="Meiryo UI" pitchFamily="50" charset="-128"/>
            </a:endParaRPr>
          </a:p>
        </p:txBody>
      </p:sp>
      <p:sp>
        <p:nvSpPr>
          <p:cNvPr id="137" name="Text Box 275">
            <a:extLst>
              <a:ext uri="{FF2B5EF4-FFF2-40B4-BE49-F238E27FC236}">
                <a16:creationId xmlns:a16="http://schemas.microsoft.com/office/drawing/2014/main" id="{0F0F5412-A221-C856-509E-F7A085C20C51}"/>
              </a:ext>
            </a:extLst>
          </p:cNvPr>
          <p:cNvSpPr txBox="1">
            <a:spLocks noChangeArrowheads="1"/>
          </p:cNvSpPr>
          <p:nvPr/>
        </p:nvSpPr>
        <p:spPr bwMode="auto">
          <a:xfrm>
            <a:off x="6805135" y="4411233"/>
            <a:ext cx="284018" cy="153888"/>
          </a:xfrm>
          <a:prstGeom prst="rect">
            <a:avLst/>
          </a:prstGeom>
          <a:noFill/>
          <a:ln>
            <a:noFill/>
          </a:ln>
          <a:effectLst/>
          <a:extLst>
            <a:ext uri="{909E8E84-426E-40DD-AFC4-6F175D3DCCD1}">
              <a14:hiddenFill xmlns:a14="http://schemas.microsoft.com/office/drawing/2010/main">
                <a:gradFill rotWithShape="1">
                  <a:gsLst>
                    <a:gs pos="0">
                      <a:srgbClr val="764700"/>
                    </a:gs>
                    <a:gs pos="50000">
                      <a:srgbClr val="FF9900"/>
                    </a:gs>
                    <a:gs pos="100000">
                      <a:srgbClr val="764700"/>
                    </a:gs>
                  </a:gsLst>
                  <a:lin ang="5400000" scaled="1"/>
                </a:gra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nchor="ctr">
            <a:spAutoFit/>
          </a:bodyPr>
          <a:lstStyle>
            <a:lvl1pPr eaLnBrk="0" hangingPunct="0">
              <a:defRPr kumimoji="1">
                <a:solidFill>
                  <a:schemeClr val="tx1"/>
                </a:solidFill>
                <a:latin typeface="Arial" charset="0"/>
                <a:ea typeface="ＭＳ Ｐゴシック" charset="-128"/>
              </a:defRPr>
            </a:lvl1pPr>
            <a:lvl2pPr marL="742950" indent="-285750" eaLnBrk="0" hangingPunct="0">
              <a:defRPr kumimoji="1">
                <a:solidFill>
                  <a:schemeClr val="tx1"/>
                </a:solidFill>
                <a:latin typeface="Arial" charset="0"/>
                <a:ea typeface="ＭＳ Ｐゴシック" charset="-128"/>
              </a:defRPr>
            </a:lvl2pPr>
            <a:lvl3pPr marL="1143000" indent="-228600" eaLnBrk="0" hangingPunct="0">
              <a:defRPr kumimoji="1">
                <a:solidFill>
                  <a:schemeClr val="tx1"/>
                </a:solidFill>
                <a:latin typeface="Arial" charset="0"/>
                <a:ea typeface="ＭＳ Ｐゴシック" charset="-128"/>
              </a:defRPr>
            </a:lvl3pPr>
            <a:lvl4pPr marL="1600200" indent="-228600" eaLnBrk="0" hangingPunct="0">
              <a:defRPr kumimoji="1">
                <a:solidFill>
                  <a:schemeClr val="tx1"/>
                </a:solidFill>
                <a:latin typeface="Arial" charset="0"/>
                <a:ea typeface="ＭＳ Ｐゴシック" charset="-128"/>
              </a:defRPr>
            </a:lvl4pPr>
            <a:lvl5pPr marL="2057400" indent="-228600" eaLnBrk="0" hangingPunct="0">
              <a:defRPr kumimoji="1">
                <a:solidFill>
                  <a:schemeClr val="tx1"/>
                </a:solidFill>
                <a:latin typeface="Arial" charset="0"/>
                <a:ea typeface="ＭＳ Ｐゴシック"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charset="-128"/>
              </a:defRPr>
            </a:lvl9pPr>
          </a:lstStyle>
          <a:p>
            <a:pPr eaLnBrk="1" hangingPunct="1">
              <a:defRPr/>
            </a:pPr>
            <a:r>
              <a:rPr lang="en-US" altLang="ja-JP" sz="1000" kern="0" dirty="0">
                <a:solidFill>
                  <a:srgbClr val="000000"/>
                </a:solidFill>
                <a:latin typeface="Meiryo UI" pitchFamily="50" charset="-128"/>
                <a:ea typeface="Meiryo UI" pitchFamily="50" charset="-128"/>
                <a:cs typeface="Meiryo UI" pitchFamily="50" charset="-128"/>
              </a:rPr>
              <a:t>DAN</a:t>
            </a:r>
            <a:endParaRPr lang="ja-JP" altLang="en-US" sz="1000" kern="0" dirty="0">
              <a:solidFill>
                <a:srgbClr val="000000"/>
              </a:solidFill>
              <a:latin typeface="Meiryo UI" pitchFamily="50" charset="-128"/>
              <a:ea typeface="Meiryo UI" pitchFamily="50" charset="-128"/>
              <a:cs typeface="Meiryo UI" pitchFamily="50" charset="-128"/>
            </a:endParaRPr>
          </a:p>
        </p:txBody>
      </p:sp>
    </p:spTree>
    <p:extLst>
      <p:ext uri="{BB962C8B-B14F-4D97-AF65-F5344CB8AC3E}">
        <p14:creationId xmlns:p14="http://schemas.microsoft.com/office/powerpoint/2010/main" val="273151772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AC49EC-FB6C-5CE0-0ECB-C70C77D814F3}"/>
            </a:ext>
          </a:extLst>
        </p:cNvPr>
        <p:cNvGrpSpPr/>
        <p:nvPr/>
      </p:nvGrpSpPr>
      <p:grpSpPr>
        <a:xfrm>
          <a:off x="0" y="0"/>
          <a:ext cx="0" cy="0"/>
          <a:chOff x="0" y="0"/>
          <a:chExt cx="0" cy="0"/>
        </a:xfrm>
      </p:grpSpPr>
      <p:sp>
        <p:nvSpPr>
          <p:cNvPr id="3" name="Text Box 2">
            <a:extLst>
              <a:ext uri="{FF2B5EF4-FFF2-40B4-BE49-F238E27FC236}">
                <a16:creationId xmlns:a16="http://schemas.microsoft.com/office/drawing/2014/main" id="{2A2F1E69-5EBD-6B60-BB9E-A391C89066C9}"/>
              </a:ext>
            </a:extLst>
          </p:cNvPr>
          <p:cNvSpPr txBox="1">
            <a:spLocks noChangeArrowheads="1"/>
          </p:cNvSpPr>
          <p:nvPr/>
        </p:nvSpPr>
        <p:spPr bwMode="auto">
          <a:xfrm>
            <a:off x="1719687" y="83640"/>
            <a:ext cx="5720348" cy="400110"/>
          </a:xfrm>
          <a:prstGeom prst="rect">
            <a:avLst/>
          </a:prstGeom>
          <a:noFill/>
        </p:spPr>
        <p:txBody>
          <a:bodyPr wrap="none" rtlCol="0">
            <a:spAutoFit/>
          </a:bodyPr>
          <a:lstStyle>
            <a:defPPr>
              <a:defRPr lang="en-US"/>
            </a:defPPr>
            <a:lvl1pPr fontAlgn="auto">
              <a:spcBef>
                <a:spcPts val="0"/>
              </a:spcBef>
              <a:spcAft>
                <a:spcPts val="0"/>
              </a:spcAft>
              <a:defRPr kumimoji="0">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r>
              <a:rPr lang="en-US" altLang="ja-JP" sz="2000" dirty="0"/>
              <a:t>9. Engine Overview and</a:t>
            </a:r>
            <a:r>
              <a:rPr lang="ja-JP" altLang="en-US" sz="2000" dirty="0"/>
              <a:t> </a:t>
            </a:r>
            <a:r>
              <a:rPr lang="en-US" altLang="ja-JP" sz="2000" dirty="0"/>
              <a:t>Basic Specification</a:t>
            </a:r>
          </a:p>
        </p:txBody>
      </p:sp>
      <p:sp>
        <p:nvSpPr>
          <p:cNvPr id="4" name="テキスト ボックス 3">
            <a:extLst>
              <a:ext uri="{FF2B5EF4-FFF2-40B4-BE49-F238E27FC236}">
                <a16:creationId xmlns:a16="http://schemas.microsoft.com/office/drawing/2014/main" id="{B2605F82-0082-BA2E-C78A-03518F77DAB7}"/>
              </a:ext>
            </a:extLst>
          </p:cNvPr>
          <p:cNvSpPr txBox="1"/>
          <p:nvPr/>
        </p:nvSpPr>
        <p:spPr>
          <a:xfrm>
            <a:off x="1521" y="6512934"/>
            <a:ext cx="9142479" cy="338554"/>
          </a:xfrm>
          <a:prstGeom prst="rect">
            <a:avLst/>
          </a:prstGeom>
          <a:solidFill>
            <a:srgbClr val="002060"/>
          </a:solidFill>
        </p:spPr>
        <p:txBody>
          <a:bodyPr wrap="square" rtlCol="0">
            <a:spAutoFit/>
          </a:bodyPr>
          <a:lstStyle/>
          <a:p>
            <a:r>
              <a:rPr lang="en-US" altLang="ja-JP" sz="1600" b="1" dirty="0">
                <a:solidFill>
                  <a:schemeClr val="bg1"/>
                </a:solidFill>
                <a:latin typeface="Meiryo UI" panose="020B0604030504040204" pitchFamily="50" charset="-128"/>
                <a:ea typeface="Meiryo UI" panose="020B0604030504040204" pitchFamily="50" charset="-128"/>
              </a:rPr>
              <a:t>Front grill styling design change. </a:t>
            </a:r>
          </a:p>
        </p:txBody>
      </p:sp>
      <p:sp>
        <p:nvSpPr>
          <p:cNvPr id="12" name="テキスト ボックス 11">
            <a:extLst>
              <a:ext uri="{FF2B5EF4-FFF2-40B4-BE49-F238E27FC236}">
                <a16:creationId xmlns:a16="http://schemas.microsoft.com/office/drawing/2014/main" id="{0EF40FEE-68F1-D2E1-DB90-2D26BD207E64}"/>
              </a:ext>
            </a:extLst>
          </p:cNvPr>
          <p:cNvSpPr txBox="1"/>
          <p:nvPr/>
        </p:nvSpPr>
        <p:spPr>
          <a:xfrm>
            <a:off x="135336" y="948313"/>
            <a:ext cx="6018827" cy="461665"/>
          </a:xfrm>
          <a:prstGeom prst="rect">
            <a:avLst/>
          </a:prstGeom>
          <a:noFill/>
        </p:spPr>
        <p:txBody>
          <a:bodyPr wrap="none" rtlCol="0">
            <a:spAutoFit/>
          </a:bodyPr>
          <a:lstStyle/>
          <a:p>
            <a:r>
              <a:rPr lang="ja-JP" altLang="en-US" dirty="0">
                <a:latin typeface="Meiryo UI" panose="020B0604030504040204" pitchFamily="50" charset="-128"/>
                <a:ea typeface="Meiryo UI" panose="020B0604030504040204" pitchFamily="50" charset="-128"/>
              </a:rPr>
              <a:t>■</a:t>
            </a:r>
            <a:r>
              <a:rPr kumimoji="1" lang="en-US" altLang="ja-JP" dirty="0">
                <a:latin typeface="Meiryo UI" panose="020B0604030504040204" pitchFamily="50" charset="-128"/>
                <a:ea typeface="Meiryo UI" panose="020B0604030504040204" pitchFamily="50" charset="-128"/>
              </a:rPr>
              <a:t>Changing Point overview from 6WZZ</a:t>
            </a:r>
            <a:endParaRPr kumimoji="1" lang="ja-JP" altLang="en-US" dirty="0">
              <a:latin typeface="Meiryo UI" panose="020B0604030504040204" pitchFamily="50" charset="-128"/>
              <a:ea typeface="Meiryo UI" panose="020B0604030504040204" pitchFamily="50" charset="-128"/>
            </a:endParaRPr>
          </a:p>
        </p:txBody>
      </p:sp>
      <p:pic>
        <p:nvPicPr>
          <p:cNvPr id="114" name="Picture 113">
            <a:extLst>
              <a:ext uri="{FF2B5EF4-FFF2-40B4-BE49-F238E27FC236}">
                <a16:creationId xmlns:a16="http://schemas.microsoft.com/office/drawing/2014/main" id="{41769EEF-69AB-4E8B-CED7-877F553A71CE}"/>
              </a:ext>
            </a:extLst>
          </p:cNvPr>
          <p:cNvPicPr>
            <a:picLocks noChangeAspect="1"/>
          </p:cNvPicPr>
          <p:nvPr/>
        </p:nvPicPr>
        <p:blipFill>
          <a:blip r:embed="rId2"/>
          <a:stretch>
            <a:fillRect/>
          </a:stretch>
        </p:blipFill>
        <p:spPr>
          <a:xfrm>
            <a:off x="0" y="2030674"/>
            <a:ext cx="9144000" cy="2796652"/>
          </a:xfrm>
          <a:prstGeom prst="rect">
            <a:avLst/>
          </a:prstGeom>
        </p:spPr>
      </p:pic>
      <p:sp>
        <p:nvSpPr>
          <p:cNvPr id="159" name="TextBox 158">
            <a:extLst>
              <a:ext uri="{FF2B5EF4-FFF2-40B4-BE49-F238E27FC236}">
                <a16:creationId xmlns:a16="http://schemas.microsoft.com/office/drawing/2014/main" id="{BDC8BFB3-D44A-E70C-350B-B50A0A272B0E}"/>
              </a:ext>
            </a:extLst>
          </p:cNvPr>
          <p:cNvSpPr txBox="1"/>
          <p:nvPr/>
        </p:nvSpPr>
        <p:spPr>
          <a:xfrm>
            <a:off x="2435629" y="4813208"/>
            <a:ext cx="4588624" cy="553998"/>
          </a:xfrm>
          <a:prstGeom prst="rect">
            <a:avLst/>
          </a:prstGeom>
          <a:noFill/>
        </p:spPr>
        <p:txBody>
          <a:bodyPr wrap="square">
            <a:spAutoFit/>
          </a:bodyPr>
          <a:lstStyle/>
          <a:p>
            <a:r>
              <a:rPr lang="en-US" altLang="ja-JP" sz="1000" dirty="0">
                <a:latin typeface="Meiryo UI" panose="020B0604030504040204" pitchFamily="50" charset="-128"/>
                <a:ea typeface="Meiryo UI" panose="020B0604030504040204" pitchFamily="50" charset="-128"/>
              </a:rPr>
              <a:t>※</a:t>
            </a:r>
            <a:r>
              <a:rPr lang="ja-JP" altLang="en-US" sz="1000" dirty="0">
                <a:latin typeface="Meiryo UI" panose="020B0604030504040204" pitchFamily="50" charset="-128"/>
                <a:ea typeface="Meiryo UI" panose="020B0604030504040204" pitchFamily="50" charset="-128"/>
              </a:rPr>
              <a:t>ホイールは他機種キャリパーとの干渉対策で裏側の形状を変更。</a:t>
            </a:r>
            <a:endParaRPr lang="en-US" altLang="ja-JP" sz="1000" dirty="0">
              <a:latin typeface="Meiryo UI" panose="020B0604030504040204" pitchFamily="50" charset="-128"/>
              <a:ea typeface="Meiryo UI" panose="020B0604030504040204" pitchFamily="50" charset="-128"/>
            </a:endParaRPr>
          </a:p>
          <a:p>
            <a:r>
              <a:rPr lang="en-US" sz="1000" dirty="0">
                <a:latin typeface="Meiryo UI" panose="020B0604030504040204" pitchFamily="50" charset="-128"/>
                <a:ea typeface="Meiryo UI" panose="020B0604030504040204" pitchFamily="50" charset="-128"/>
              </a:rPr>
              <a:t>*The shape of the back of the wheel has been changed to prevent interference with the calipers of other models.</a:t>
            </a:r>
          </a:p>
        </p:txBody>
      </p:sp>
      <p:sp>
        <p:nvSpPr>
          <p:cNvPr id="160" name="TextBox 159">
            <a:extLst>
              <a:ext uri="{FF2B5EF4-FFF2-40B4-BE49-F238E27FC236}">
                <a16:creationId xmlns:a16="http://schemas.microsoft.com/office/drawing/2014/main" id="{EAB65E0E-4C15-5F79-BED8-C72D20AF0DA2}"/>
              </a:ext>
            </a:extLst>
          </p:cNvPr>
          <p:cNvSpPr txBox="1"/>
          <p:nvPr/>
        </p:nvSpPr>
        <p:spPr>
          <a:xfrm>
            <a:off x="8534131" y="570393"/>
            <a:ext cx="688009" cy="307777"/>
          </a:xfrm>
          <a:prstGeom prst="rect">
            <a:avLst/>
          </a:prstGeom>
          <a:noFill/>
        </p:spPr>
        <p:txBody>
          <a:bodyPr wrap="none" rtlCol="0">
            <a:spAutoFit/>
          </a:bodyPr>
          <a:lstStyle/>
          <a:p>
            <a:r>
              <a:rPr lang="en-US" sz="1400" dirty="0">
                <a:highlight>
                  <a:srgbClr val="FFFF00"/>
                </a:highlight>
                <a:latin typeface="Meiryo UI" panose="020B0604030504040204" pitchFamily="50" charset="-128"/>
                <a:ea typeface="Meiryo UI" panose="020B0604030504040204" pitchFamily="50" charset="-128"/>
              </a:rPr>
              <a:t>rev05</a:t>
            </a:r>
          </a:p>
        </p:txBody>
      </p:sp>
    </p:spTree>
    <p:extLst>
      <p:ext uri="{BB962C8B-B14F-4D97-AF65-F5344CB8AC3E}">
        <p14:creationId xmlns:p14="http://schemas.microsoft.com/office/powerpoint/2010/main" val="244208139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593DA4-7A8F-F0D3-E6F3-984314BCF3E6}"/>
            </a:ext>
          </a:extLst>
        </p:cNvPr>
        <p:cNvGrpSpPr/>
        <p:nvPr/>
      </p:nvGrpSpPr>
      <p:grpSpPr>
        <a:xfrm>
          <a:off x="0" y="0"/>
          <a:ext cx="0" cy="0"/>
          <a:chOff x="0" y="0"/>
          <a:chExt cx="0" cy="0"/>
        </a:xfrm>
      </p:grpSpPr>
      <p:sp>
        <p:nvSpPr>
          <p:cNvPr id="3" name="Text Box 2">
            <a:extLst>
              <a:ext uri="{FF2B5EF4-FFF2-40B4-BE49-F238E27FC236}">
                <a16:creationId xmlns:a16="http://schemas.microsoft.com/office/drawing/2014/main" id="{BC4D0A95-B217-113B-49F2-ABDE7E84F089}"/>
              </a:ext>
            </a:extLst>
          </p:cNvPr>
          <p:cNvSpPr txBox="1">
            <a:spLocks noChangeArrowheads="1"/>
          </p:cNvSpPr>
          <p:nvPr/>
        </p:nvSpPr>
        <p:spPr bwMode="auto">
          <a:xfrm>
            <a:off x="1719687" y="83640"/>
            <a:ext cx="5720348" cy="400110"/>
          </a:xfrm>
          <a:prstGeom prst="rect">
            <a:avLst/>
          </a:prstGeom>
          <a:noFill/>
        </p:spPr>
        <p:txBody>
          <a:bodyPr wrap="none" rtlCol="0">
            <a:spAutoFit/>
          </a:bodyPr>
          <a:lstStyle>
            <a:defPPr>
              <a:defRPr lang="en-US"/>
            </a:defPPr>
            <a:lvl1pPr fontAlgn="auto">
              <a:spcBef>
                <a:spcPts val="0"/>
              </a:spcBef>
              <a:spcAft>
                <a:spcPts val="0"/>
              </a:spcAft>
              <a:defRPr kumimoji="0">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r>
              <a:rPr lang="en-US" altLang="ja-JP" sz="2000" dirty="0"/>
              <a:t>9. Engine Overview and</a:t>
            </a:r>
            <a:r>
              <a:rPr lang="ja-JP" altLang="en-US" sz="2000" dirty="0"/>
              <a:t> </a:t>
            </a:r>
            <a:r>
              <a:rPr lang="en-US" altLang="ja-JP" sz="2000" dirty="0"/>
              <a:t>Basic Specification</a:t>
            </a:r>
          </a:p>
        </p:txBody>
      </p:sp>
      <p:sp>
        <p:nvSpPr>
          <p:cNvPr id="4" name="テキスト ボックス 3">
            <a:extLst>
              <a:ext uri="{FF2B5EF4-FFF2-40B4-BE49-F238E27FC236}">
                <a16:creationId xmlns:a16="http://schemas.microsoft.com/office/drawing/2014/main" id="{9392C8BA-94DC-384B-B326-24C773FDAE31}"/>
              </a:ext>
            </a:extLst>
          </p:cNvPr>
          <p:cNvSpPr txBox="1"/>
          <p:nvPr/>
        </p:nvSpPr>
        <p:spPr>
          <a:xfrm>
            <a:off x="1521" y="6512934"/>
            <a:ext cx="9142479" cy="338554"/>
          </a:xfrm>
          <a:prstGeom prst="rect">
            <a:avLst/>
          </a:prstGeom>
          <a:solidFill>
            <a:srgbClr val="002060"/>
          </a:solidFill>
        </p:spPr>
        <p:txBody>
          <a:bodyPr wrap="square" rtlCol="0">
            <a:spAutoFit/>
          </a:bodyPr>
          <a:lstStyle/>
          <a:p>
            <a:r>
              <a:rPr lang="en-US" altLang="ja-JP" sz="1600" b="1" dirty="0">
                <a:solidFill>
                  <a:schemeClr val="bg1"/>
                </a:solidFill>
                <a:latin typeface="Meiryo UI" panose="020B0604030504040204" pitchFamily="50" charset="-128"/>
                <a:ea typeface="Meiryo UI" panose="020B0604030504040204" pitchFamily="50" charset="-128"/>
              </a:rPr>
              <a:t>Changing point : EPB (Electric Parking Brake) was applied.</a:t>
            </a:r>
            <a:endParaRPr lang="ja-JP" altLang="en-US" sz="1600" b="1" dirty="0">
              <a:solidFill>
                <a:schemeClr val="bg1"/>
              </a:solidFill>
              <a:latin typeface="Meiryo UI" panose="020B0604030504040204" pitchFamily="50" charset="-128"/>
              <a:ea typeface="Meiryo UI" panose="020B0604030504040204" pitchFamily="50" charset="-128"/>
            </a:endParaRPr>
          </a:p>
        </p:txBody>
      </p:sp>
      <p:sp>
        <p:nvSpPr>
          <p:cNvPr id="12" name="テキスト ボックス 11">
            <a:extLst>
              <a:ext uri="{FF2B5EF4-FFF2-40B4-BE49-F238E27FC236}">
                <a16:creationId xmlns:a16="http://schemas.microsoft.com/office/drawing/2014/main" id="{9463EFE7-6AE5-7C2A-3086-A5625F9F03B8}"/>
              </a:ext>
            </a:extLst>
          </p:cNvPr>
          <p:cNvSpPr txBox="1"/>
          <p:nvPr/>
        </p:nvSpPr>
        <p:spPr>
          <a:xfrm>
            <a:off x="135336" y="948313"/>
            <a:ext cx="6018827" cy="461665"/>
          </a:xfrm>
          <a:prstGeom prst="rect">
            <a:avLst/>
          </a:prstGeom>
          <a:noFill/>
        </p:spPr>
        <p:txBody>
          <a:bodyPr wrap="none" rtlCol="0">
            <a:spAutoFit/>
          </a:bodyPr>
          <a:lstStyle/>
          <a:p>
            <a:r>
              <a:rPr lang="ja-JP" altLang="en-US" dirty="0">
                <a:latin typeface="Meiryo UI" panose="020B0604030504040204" pitchFamily="50" charset="-128"/>
                <a:ea typeface="Meiryo UI" panose="020B0604030504040204" pitchFamily="50" charset="-128"/>
              </a:rPr>
              <a:t>■</a:t>
            </a:r>
            <a:r>
              <a:rPr kumimoji="1" lang="en-US" altLang="ja-JP" dirty="0">
                <a:latin typeface="Meiryo UI" panose="020B0604030504040204" pitchFamily="50" charset="-128"/>
                <a:ea typeface="Meiryo UI" panose="020B0604030504040204" pitchFamily="50" charset="-128"/>
              </a:rPr>
              <a:t>Changing Point overview from 6WZZ</a:t>
            </a:r>
            <a:endParaRPr kumimoji="1" lang="ja-JP" altLang="en-US" dirty="0">
              <a:latin typeface="Meiryo UI" panose="020B0604030504040204" pitchFamily="50" charset="-128"/>
              <a:ea typeface="Meiryo UI" panose="020B0604030504040204" pitchFamily="50" charset="-128"/>
            </a:endParaRPr>
          </a:p>
        </p:txBody>
      </p:sp>
      <p:pic>
        <p:nvPicPr>
          <p:cNvPr id="2" name="Picture 1">
            <a:extLst>
              <a:ext uri="{FF2B5EF4-FFF2-40B4-BE49-F238E27FC236}">
                <a16:creationId xmlns:a16="http://schemas.microsoft.com/office/drawing/2014/main" id="{DAA2CE5C-3517-F76A-F919-2CCFDC591A9F}"/>
              </a:ext>
            </a:extLst>
          </p:cNvPr>
          <p:cNvPicPr>
            <a:picLocks noChangeAspect="1"/>
          </p:cNvPicPr>
          <p:nvPr/>
        </p:nvPicPr>
        <p:blipFill>
          <a:blip r:embed="rId2"/>
          <a:stretch>
            <a:fillRect/>
          </a:stretch>
        </p:blipFill>
        <p:spPr>
          <a:xfrm>
            <a:off x="793488" y="1508186"/>
            <a:ext cx="7557025" cy="4007879"/>
          </a:xfrm>
          <a:prstGeom prst="rect">
            <a:avLst/>
          </a:prstGeom>
        </p:spPr>
      </p:pic>
      <p:sp>
        <p:nvSpPr>
          <p:cNvPr id="11" name="TextBox 10">
            <a:extLst>
              <a:ext uri="{FF2B5EF4-FFF2-40B4-BE49-F238E27FC236}">
                <a16:creationId xmlns:a16="http://schemas.microsoft.com/office/drawing/2014/main" id="{B09DC34E-1F4D-BD03-388A-3CA21E61C608}"/>
              </a:ext>
            </a:extLst>
          </p:cNvPr>
          <p:cNvSpPr txBox="1"/>
          <p:nvPr/>
        </p:nvSpPr>
        <p:spPr>
          <a:xfrm>
            <a:off x="4925699" y="5871728"/>
            <a:ext cx="1497806" cy="369332"/>
          </a:xfrm>
          <a:prstGeom prst="rect">
            <a:avLst/>
          </a:prstGeom>
          <a:noFill/>
        </p:spPr>
        <p:txBody>
          <a:bodyPr wrap="square" rtlCol="0">
            <a:spAutoFit/>
          </a:bodyPr>
          <a:lstStyle/>
          <a:p>
            <a:pPr fontAlgn="auto">
              <a:spcBef>
                <a:spcPts val="0"/>
              </a:spcBef>
              <a:spcAft>
                <a:spcPts val="0"/>
              </a:spcAft>
              <a:defRPr/>
            </a:pPr>
            <a:r>
              <a:rPr kumimoji="0" lang="en-US" sz="1800" dirty="0">
                <a:solidFill>
                  <a:prstClr val="black"/>
                </a:solidFill>
                <a:latin typeface="Calibri" panose="020F0502020204030204"/>
                <a:ea typeface="+mn-ea"/>
              </a:rPr>
              <a:t>CMF change</a:t>
            </a:r>
          </a:p>
        </p:txBody>
      </p:sp>
      <p:sp>
        <p:nvSpPr>
          <p:cNvPr id="13" name="Rectangle 12">
            <a:extLst>
              <a:ext uri="{FF2B5EF4-FFF2-40B4-BE49-F238E27FC236}">
                <a16:creationId xmlns:a16="http://schemas.microsoft.com/office/drawing/2014/main" id="{4001BF82-21CD-2A88-6DF0-3B0AB3F13A1B}"/>
              </a:ext>
            </a:extLst>
          </p:cNvPr>
          <p:cNvSpPr/>
          <p:nvPr/>
        </p:nvSpPr>
        <p:spPr>
          <a:xfrm>
            <a:off x="4699925" y="5937773"/>
            <a:ext cx="246538" cy="246538"/>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4" name="TextBox 13">
            <a:extLst>
              <a:ext uri="{FF2B5EF4-FFF2-40B4-BE49-F238E27FC236}">
                <a16:creationId xmlns:a16="http://schemas.microsoft.com/office/drawing/2014/main" id="{02D223AD-A7EE-BAF9-CE4C-098AE1D72B50}"/>
              </a:ext>
            </a:extLst>
          </p:cNvPr>
          <p:cNvSpPr txBox="1"/>
          <p:nvPr/>
        </p:nvSpPr>
        <p:spPr>
          <a:xfrm>
            <a:off x="3179459" y="5871728"/>
            <a:ext cx="1312880" cy="369332"/>
          </a:xfrm>
          <a:prstGeom prst="rect">
            <a:avLst/>
          </a:prstGeom>
          <a:noFill/>
        </p:spPr>
        <p:txBody>
          <a:bodyPr wrap="square" rtlCol="0">
            <a:spAutoFit/>
          </a:bodyPr>
          <a:lstStyle/>
          <a:p>
            <a:pPr algn="l" fontAlgn="auto">
              <a:spcBef>
                <a:spcPts val="0"/>
              </a:spcBef>
              <a:spcAft>
                <a:spcPts val="0"/>
              </a:spcAft>
              <a:defRPr/>
            </a:pPr>
            <a:r>
              <a:rPr kumimoji="0" lang="en-US" sz="1800">
                <a:solidFill>
                  <a:prstClr val="black"/>
                </a:solidFill>
                <a:latin typeface="Calibri" panose="020F0502020204030204"/>
                <a:ea typeface="+mn-ea"/>
              </a:rPr>
              <a:t>New shape</a:t>
            </a:r>
          </a:p>
        </p:txBody>
      </p:sp>
      <p:sp>
        <p:nvSpPr>
          <p:cNvPr id="15" name="Rectangle 14">
            <a:extLst>
              <a:ext uri="{FF2B5EF4-FFF2-40B4-BE49-F238E27FC236}">
                <a16:creationId xmlns:a16="http://schemas.microsoft.com/office/drawing/2014/main" id="{3A5CB797-FF74-B788-F5F4-1F39BABF9980}"/>
              </a:ext>
            </a:extLst>
          </p:cNvPr>
          <p:cNvSpPr/>
          <p:nvPr/>
        </p:nvSpPr>
        <p:spPr>
          <a:xfrm>
            <a:off x="2921238" y="5937773"/>
            <a:ext cx="246538" cy="246538"/>
          </a:xfrm>
          <a:prstGeom prst="rect">
            <a:avLst/>
          </a:prstGeom>
          <a:solidFill>
            <a:srgbClr val="FF0000"/>
          </a:solidFill>
          <a:ln w="19050" cap="flat" cmpd="sng" algn="ctr">
            <a:solidFill>
              <a:srgbClr val="C00000"/>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7" name="TextBox 16">
            <a:extLst>
              <a:ext uri="{FF2B5EF4-FFF2-40B4-BE49-F238E27FC236}">
                <a16:creationId xmlns:a16="http://schemas.microsoft.com/office/drawing/2014/main" id="{F92856C7-68B4-64EF-5672-9C80A971AB6E}"/>
              </a:ext>
            </a:extLst>
          </p:cNvPr>
          <p:cNvSpPr txBox="1"/>
          <p:nvPr/>
        </p:nvSpPr>
        <p:spPr>
          <a:xfrm>
            <a:off x="8534131" y="570393"/>
            <a:ext cx="688009" cy="307777"/>
          </a:xfrm>
          <a:prstGeom prst="rect">
            <a:avLst/>
          </a:prstGeom>
          <a:noFill/>
        </p:spPr>
        <p:txBody>
          <a:bodyPr wrap="none" rtlCol="0">
            <a:spAutoFit/>
          </a:bodyPr>
          <a:lstStyle/>
          <a:p>
            <a:r>
              <a:rPr lang="en-US" sz="1400" dirty="0">
                <a:highlight>
                  <a:srgbClr val="FFFF00"/>
                </a:highlight>
                <a:latin typeface="Meiryo UI" panose="020B0604030504040204" pitchFamily="50" charset="-128"/>
                <a:ea typeface="Meiryo UI" panose="020B0604030504040204" pitchFamily="50" charset="-128"/>
              </a:rPr>
              <a:t>rev05</a:t>
            </a:r>
          </a:p>
        </p:txBody>
      </p:sp>
    </p:spTree>
    <p:extLst>
      <p:ext uri="{BB962C8B-B14F-4D97-AF65-F5344CB8AC3E}">
        <p14:creationId xmlns:p14="http://schemas.microsoft.com/office/powerpoint/2010/main" val="91048159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69A406-EC2E-B601-8A41-5DC73C75EACF}"/>
            </a:ext>
          </a:extLst>
        </p:cNvPr>
        <p:cNvGrpSpPr/>
        <p:nvPr/>
      </p:nvGrpSpPr>
      <p:grpSpPr>
        <a:xfrm>
          <a:off x="0" y="0"/>
          <a:ext cx="0" cy="0"/>
          <a:chOff x="0" y="0"/>
          <a:chExt cx="0" cy="0"/>
        </a:xfrm>
      </p:grpSpPr>
      <p:sp>
        <p:nvSpPr>
          <p:cNvPr id="3" name="Text Box 2">
            <a:extLst>
              <a:ext uri="{FF2B5EF4-FFF2-40B4-BE49-F238E27FC236}">
                <a16:creationId xmlns:a16="http://schemas.microsoft.com/office/drawing/2014/main" id="{3CB83ACE-0032-8912-ABFE-E236C244CED4}"/>
              </a:ext>
            </a:extLst>
          </p:cNvPr>
          <p:cNvSpPr txBox="1">
            <a:spLocks noChangeArrowheads="1"/>
          </p:cNvSpPr>
          <p:nvPr/>
        </p:nvSpPr>
        <p:spPr bwMode="auto">
          <a:xfrm>
            <a:off x="1719687" y="83640"/>
            <a:ext cx="5720348" cy="400110"/>
          </a:xfrm>
          <a:prstGeom prst="rect">
            <a:avLst/>
          </a:prstGeom>
          <a:noFill/>
        </p:spPr>
        <p:txBody>
          <a:bodyPr wrap="none" rtlCol="0">
            <a:spAutoFit/>
          </a:bodyPr>
          <a:lstStyle>
            <a:defPPr>
              <a:defRPr lang="en-US"/>
            </a:defPPr>
            <a:lvl1pPr fontAlgn="auto">
              <a:spcBef>
                <a:spcPts val="0"/>
              </a:spcBef>
              <a:spcAft>
                <a:spcPts val="0"/>
              </a:spcAft>
              <a:defRPr kumimoji="0">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r>
              <a:rPr lang="en-US" altLang="ja-JP" sz="2000" dirty="0"/>
              <a:t>9. Engine Overview and</a:t>
            </a:r>
            <a:r>
              <a:rPr lang="ja-JP" altLang="en-US" sz="2000" dirty="0"/>
              <a:t> </a:t>
            </a:r>
            <a:r>
              <a:rPr lang="en-US" altLang="ja-JP" sz="2000" dirty="0"/>
              <a:t>Basic Specification</a:t>
            </a:r>
          </a:p>
        </p:txBody>
      </p:sp>
      <p:sp>
        <p:nvSpPr>
          <p:cNvPr id="4" name="テキスト ボックス 3">
            <a:extLst>
              <a:ext uri="{FF2B5EF4-FFF2-40B4-BE49-F238E27FC236}">
                <a16:creationId xmlns:a16="http://schemas.microsoft.com/office/drawing/2014/main" id="{1D885D45-B8C3-7A38-3CAF-050857CA4F1C}"/>
              </a:ext>
            </a:extLst>
          </p:cNvPr>
          <p:cNvSpPr txBox="1"/>
          <p:nvPr/>
        </p:nvSpPr>
        <p:spPr>
          <a:xfrm>
            <a:off x="1521" y="6512934"/>
            <a:ext cx="9142479" cy="338554"/>
          </a:xfrm>
          <a:prstGeom prst="rect">
            <a:avLst/>
          </a:prstGeom>
          <a:solidFill>
            <a:srgbClr val="002060"/>
          </a:solidFill>
        </p:spPr>
        <p:txBody>
          <a:bodyPr wrap="square" rtlCol="0">
            <a:spAutoFit/>
          </a:bodyPr>
          <a:lstStyle/>
          <a:p>
            <a:r>
              <a:rPr lang="en-US" altLang="ja-JP" sz="1600" b="1" dirty="0">
                <a:solidFill>
                  <a:schemeClr val="bg1"/>
                </a:solidFill>
                <a:latin typeface="Meiryo UI" panose="020B0604030504040204" pitchFamily="50" charset="-128"/>
                <a:ea typeface="Meiryo UI" panose="020B0604030504040204" pitchFamily="50" charset="-128"/>
              </a:rPr>
              <a:t>Changing point : Add LX and Special edition grade.</a:t>
            </a:r>
          </a:p>
        </p:txBody>
      </p:sp>
      <p:sp>
        <p:nvSpPr>
          <p:cNvPr id="12" name="テキスト ボックス 11">
            <a:extLst>
              <a:ext uri="{FF2B5EF4-FFF2-40B4-BE49-F238E27FC236}">
                <a16:creationId xmlns:a16="http://schemas.microsoft.com/office/drawing/2014/main" id="{1C7F96F3-4579-2455-D61E-25B01E0F5084}"/>
              </a:ext>
            </a:extLst>
          </p:cNvPr>
          <p:cNvSpPr txBox="1"/>
          <p:nvPr/>
        </p:nvSpPr>
        <p:spPr>
          <a:xfrm>
            <a:off x="135336" y="948313"/>
            <a:ext cx="6018827" cy="461665"/>
          </a:xfrm>
          <a:prstGeom prst="rect">
            <a:avLst/>
          </a:prstGeom>
          <a:noFill/>
        </p:spPr>
        <p:txBody>
          <a:bodyPr wrap="none" rtlCol="0">
            <a:spAutoFit/>
          </a:bodyPr>
          <a:lstStyle/>
          <a:p>
            <a:r>
              <a:rPr lang="ja-JP" altLang="en-US" dirty="0">
                <a:latin typeface="Meiryo UI" panose="020B0604030504040204" pitchFamily="50" charset="-128"/>
                <a:ea typeface="Meiryo UI" panose="020B0604030504040204" pitchFamily="50" charset="-128"/>
              </a:rPr>
              <a:t>■</a:t>
            </a:r>
            <a:r>
              <a:rPr kumimoji="1" lang="en-US" altLang="ja-JP" dirty="0">
                <a:latin typeface="Meiryo UI" panose="020B0604030504040204" pitchFamily="50" charset="-128"/>
                <a:ea typeface="Meiryo UI" panose="020B0604030504040204" pitchFamily="50" charset="-128"/>
              </a:rPr>
              <a:t>Changing Point overview from 6WZZ</a:t>
            </a:r>
            <a:endParaRPr kumimoji="1" lang="ja-JP" altLang="en-US" dirty="0">
              <a:latin typeface="Meiryo UI" panose="020B0604030504040204" pitchFamily="50" charset="-128"/>
              <a:ea typeface="Meiryo UI" panose="020B0604030504040204" pitchFamily="50" charset="-128"/>
            </a:endParaRPr>
          </a:p>
        </p:txBody>
      </p:sp>
      <p:pic>
        <p:nvPicPr>
          <p:cNvPr id="33" name="Picture 32">
            <a:extLst>
              <a:ext uri="{FF2B5EF4-FFF2-40B4-BE49-F238E27FC236}">
                <a16:creationId xmlns:a16="http://schemas.microsoft.com/office/drawing/2014/main" id="{58EBDF94-DEA8-C02B-5E44-609B4F907ADF}"/>
              </a:ext>
            </a:extLst>
          </p:cNvPr>
          <p:cNvPicPr>
            <a:picLocks noChangeAspect="1"/>
          </p:cNvPicPr>
          <p:nvPr/>
        </p:nvPicPr>
        <p:blipFill>
          <a:blip r:embed="rId3"/>
          <a:stretch>
            <a:fillRect/>
          </a:stretch>
        </p:blipFill>
        <p:spPr>
          <a:xfrm>
            <a:off x="650271" y="1824532"/>
            <a:ext cx="7942509" cy="4334394"/>
          </a:xfrm>
          <a:prstGeom prst="rect">
            <a:avLst/>
          </a:prstGeom>
        </p:spPr>
      </p:pic>
      <p:sp>
        <p:nvSpPr>
          <p:cNvPr id="9" name="TextBox 8">
            <a:extLst>
              <a:ext uri="{FF2B5EF4-FFF2-40B4-BE49-F238E27FC236}">
                <a16:creationId xmlns:a16="http://schemas.microsoft.com/office/drawing/2014/main" id="{8A723EB0-D9F5-9A92-B181-E84E878970A3}"/>
              </a:ext>
            </a:extLst>
          </p:cNvPr>
          <p:cNvSpPr txBox="1"/>
          <p:nvPr/>
        </p:nvSpPr>
        <p:spPr>
          <a:xfrm>
            <a:off x="8534131" y="570393"/>
            <a:ext cx="688009" cy="307777"/>
          </a:xfrm>
          <a:prstGeom prst="rect">
            <a:avLst/>
          </a:prstGeom>
          <a:noFill/>
        </p:spPr>
        <p:txBody>
          <a:bodyPr wrap="none" rtlCol="0">
            <a:spAutoFit/>
          </a:bodyPr>
          <a:lstStyle/>
          <a:p>
            <a:r>
              <a:rPr lang="en-US" sz="1400" dirty="0">
                <a:highlight>
                  <a:srgbClr val="FFFF00"/>
                </a:highlight>
                <a:latin typeface="Meiryo UI" panose="020B0604030504040204" pitchFamily="50" charset="-128"/>
                <a:ea typeface="Meiryo UI" panose="020B0604030504040204" pitchFamily="50" charset="-128"/>
              </a:rPr>
              <a:t>rev05</a:t>
            </a:r>
          </a:p>
        </p:txBody>
      </p:sp>
      <p:sp>
        <p:nvSpPr>
          <p:cNvPr id="2" name="テキスト ボックス 11">
            <a:extLst>
              <a:ext uri="{FF2B5EF4-FFF2-40B4-BE49-F238E27FC236}">
                <a16:creationId xmlns:a16="http://schemas.microsoft.com/office/drawing/2014/main" id="{C79F0F79-F62D-023A-93DB-7C83EF84055C}"/>
              </a:ext>
            </a:extLst>
          </p:cNvPr>
          <p:cNvSpPr txBox="1"/>
          <p:nvPr/>
        </p:nvSpPr>
        <p:spPr>
          <a:xfrm>
            <a:off x="650271" y="2051027"/>
            <a:ext cx="1082732" cy="461665"/>
          </a:xfrm>
          <a:prstGeom prst="rect">
            <a:avLst/>
          </a:prstGeom>
          <a:noFill/>
        </p:spPr>
        <p:txBody>
          <a:bodyPr wrap="none" rtlCol="0">
            <a:spAutoFit/>
          </a:bodyPr>
          <a:lstStyle/>
          <a:p>
            <a:r>
              <a:rPr kumimoji="1" lang="en-US" altLang="ja-JP" dirty="0">
                <a:latin typeface="Meiryo UI" panose="020B0604030504040204" pitchFamily="50" charset="-128"/>
                <a:ea typeface="Meiryo UI" panose="020B0604030504040204" pitchFamily="50" charset="-128"/>
              </a:rPr>
              <a:t>6WZZ</a:t>
            </a:r>
            <a:endParaRPr kumimoji="1" lang="ja-JP" altLang="en-US" dirty="0">
              <a:latin typeface="Meiryo UI" panose="020B0604030504040204" pitchFamily="50" charset="-128"/>
              <a:ea typeface="Meiryo UI" panose="020B0604030504040204" pitchFamily="50" charset="-128"/>
            </a:endParaRPr>
          </a:p>
        </p:txBody>
      </p:sp>
      <p:sp>
        <p:nvSpPr>
          <p:cNvPr id="5" name="テキスト ボックス 11">
            <a:extLst>
              <a:ext uri="{FF2B5EF4-FFF2-40B4-BE49-F238E27FC236}">
                <a16:creationId xmlns:a16="http://schemas.microsoft.com/office/drawing/2014/main" id="{AE234E86-6490-DD18-FAAC-6AC695BB3017}"/>
              </a:ext>
            </a:extLst>
          </p:cNvPr>
          <p:cNvSpPr txBox="1"/>
          <p:nvPr/>
        </p:nvSpPr>
        <p:spPr>
          <a:xfrm>
            <a:off x="4469155" y="1372409"/>
            <a:ext cx="1090363" cy="461665"/>
          </a:xfrm>
          <a:prstGeom prst="rect">
            <a:avLst/>
          </a:prstGeom>
          <a:noFill/>
        </p:spPr>
        <p:txBody>
          <a:bodyPr wrap="none" rtlCol="0">
            <a:spAutoFit/>
          </a:bodyPr>
          <a:lstStyle/>
          <a:p>
            <a:r>
              <a:rPr kumimoji="1" lang="en-US" altLang="ja-JP" dirty="0">
                <a:latin typeface="Meiryo UI" panose="020B0604030504040204" pitchFamily="50" charset="-128"/>
                <a:ea typeface="Meiryo UI" panose="020B0604030504040204" pitchFamily="50" charset="-128"/>
              </a:rPr>
              <a:t>6WZX</a:t>
            </a:r>
            <a:endParaRPr kumimoji="1" lang="ja-JP" altLang="en-US"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351404849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Text Box 2"/>
          <p:cNvSpPr txBox="1">
            <a:spLocks noChangeArrowheads="1"/>
          </p:cNvSpPr>
          <p:nvPr/>
        </p:nvSpPr>
        <p:spPr bwMode="auto">
          <a:xfrm>
            <a:off x="1799836" y="83640"/>
            <a:ext cx="5560048" cy="400110"/>
          </a:xfrm>
          <a:prstGeom prst="rect">
            <a:avLst/>
          </a:prstGeom>
          <a:noFill/>
        </p:spPr>
        <p:txBody>
          <a:bodyPr wrap="none" rtlCol="0">
            <a:spAutoFit/>
          </a:bodyPr>
          <a:lstStyle>
            <a:defPPr>
              <a:defRPr lang="en-US"/>
            </a:defPPr>
            <a:lvl1pPr fontAlgn="auto">
              <a:spcBef>
                <a:spcPts val="0"/>
              </a:spcBef>
              <a:spcAft>
                <a:spcPts val="0"/>
              </a:spcAft>
              <a:defRPr kumimoji="0">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r>
              <a:rPr lang="en-US" altLang="ja-JP" sz="2000" dirty="0"/>
              <a:t>9. Engine Overview and</a:t>
            </a:r>
            <a:r>
              <a:rPr lang="ja-JP" altLang="en-US" sz="2000" dirty="0"/>
              <a:t> </a:t>
            </a:r>
            <a:r>
              <a:rPr lang="en-US" altLang="ja-JP" sz="2000" dirty="0"/>
              <a:t>Basic Specification</a:t>
            </a:r>
          </a:p>
        </p:txBody>
      </p:sp>
      <p:sp>
        <p:nvSpPr>
          <p:cNvPr id="2" name="正方形/長方形 1">
            <a:extLst>
              <a:ext uri="{FF2B5EF4-FFF2-40B4-BE49-F238E27FC236}">
                <a16:creationId xmlns:a16="http://schemas.microsoft.com/office/drawing/2014/main" id="{AF15BA00-57E4-FDE1-8F25-827918877F48}"/>
              </a:ext>
            </a:extLst>
          </p:cNvPr>
          <p:cNvSpPr/>
          <p:nvPr/>
        </p:nvSpPr>
        <p:spPr>
          <a:xfrm>
            <a:off x="55418" y="1628840"/>
            <a:ext cx="3169392" cy="2159887"/>
          </a:xfrm>
          <a:prstGeom prst="rect">
            <a:avLst/>
          </a:prstGeom>
          <a:solidFill>
            <a:sysClr val="window" lastClr="FFFFFF"/>
          </a:solidFill>
          <a:ln w="25400" cap="flat" cmpd="sng" algn="ctr">
            <a:solidFill>
              <a:srgbClr val="4BACC6"/>
            </a:solidFill>
            <a:prstDash val="solid"/>
          </a:ln>
          <a:effectLst>
            <a:outerShdw blurRad="50800" dist="38100" dir="2700000" algn="tl" rotWithShape="0">
              <a:prstClr val="black">
                <a:alpha val="40000"/>
              </a:prstClr>
            </a:outerShdw>
          </a:effectLst>
        </p:spPr>
        <p:txBody>
          <a:bodyPr rtlCol="0" anchor="t" anchorCtr="0"/>
          <a:lstStyle/>
          <a:p>
            <a:pPr algn="l">
              <a:defRPr/>
            </a:pPr>
            <a:endParaRPr kumimoji="0" lang="en-US" altLang="ja-JP" sz="1200" b="1" kern="0" dirty="0">
              <a:solidFill>
                <a:srgbClr val="000000"/>
              </a:solidFill>
              <a:latin typeface="Meiryo UI"/>
              <a:ea typeface="Meiryo UI"/>
              <a:cs typeface="Meiryo UI" pitchFamily="50" charset="-128"/>
            </a:endParaRPr>
          </a:p>
          <a:p>
            <a:pPr algn="l">
              <a:defRPr/>
            </a:pPr>
            <a:r>
              <a:rPr kumimoji="0" lang="en-US" altLang="ja-JP" sz="1200" b="1" kern="0" dirty="0">
                <a:solidFill>
                  <a:srgbClr val="000000"/>
                </a:solidFill>
                <a:latin typeface="Meiryo UI"/>
                <a:ea typeface="Meiryo UI"/>
                <a:cs typeface="Meiryo UI" pitchFamily="50" charset="-128"/>
              </a:rPr>
              <a:t>【Ethanol Fuel Specification】</a:t>
            </a:r>
          </a:p>
          <a:p>
            <a:pPr algn="l">
              <a:defRPr/>
            </a:pPr>
            <a:r>
              <a:rPr kumimoji="0" lang="ja-JP" altLang="en-US" sz="1200" b="1" kern="0" dirty="0">
                <a:solidFill>
                  <a:srgbClr val="000000"/>
                </a:solidFill>
                <a:latin typeface="Meiryo UI"/>
                <a:ea typeface="Meiryo UI"/>
                <a:cs typeface="Meiryo UI" pitchFamily="50" charset="-128"/>
              </a:rPr>
              <a:t>・</a:t>
            </a:r>
            <a:r>
              <a:rPr kumimoji="0" lang="en-US" altLang="ja-JP" sz="1200" b="1" kern="0" dirty="0">
                <a:solidFill>
                  <a:srgbClr val="000000"/>
                </a:solidFill>
                <a:latin typeface="Meiryo UI"/>
                <a:ea typeface="Meiryo UI"/>
                <a:cs typeface="Meiryo UI" pitchFamily="50" charset="-128"/>
              </a:rPr>
              <a:t>VALVE SEAT Super hard </a:t>
            </a:r>
          </a:p>
          <a:p>
            <a:pPr algn="l">
              <a:defRPr/>
            </a:pPr>
            <a:r>
              <a:rPr kumimoji="0" lang="en-US" altLang="ja-JP" sz="1200" b="1" kern="0" dirty="0">
                <a:solidFill>
                  <a:srgbClr val="000000"/>
                </a:solidFill>
                <a:latin typeface="Meiryo UI"/>
                <a:ea typeface="Meiryo UI"/>
                <a:cs typeface="Meiryo UI" pitchFamily="50" charset="-128"/>
              </a:rPr>
              <a:t>  material application</a:t>
            </a:r>
          </a:p>
          <a:p>
            <a:pPr algn="l">
              <a:defRPr/>
            </a:pPr>
            <a:r>
              <a:rPr kumimoji="0" lang="ja-JP" altLang="en-US" sz="1200" b="1" kern="0" dirty="0">
                <a:solidFill>
                  <a:srgbClr val="000000"/>
                </a:solidFill>
                <a:latin typeface="Meiryo UI"/>
                <a:ea typeface="Meiryo UI"/>
                <a:cs typeface="Meiryo UI" pitchFamily="50" charset="-128"/>
              </a:rPr>
              <a:t>・</a:t>
            </a:r>
            <a:r>
              <a:rPr kumimoji="0" lang="en-US" altLang="ja-JP" sz="1200" b="1" kern="0" dirty="0">
                <a:solidFill>
                  <a:srgbClr val="000000"/>
                </a:solidFill>
                <a:latin typeface="Meiryo UI"/>
                <a:ea typeface="Meiryo UI"/>
                <a:cs typeface="Meiryo UI" pitchFamily="50" charset="-128"/>
              </a:rPr>
              <a:t>Improve wear resistance VALVE</a:t>
            </a:r>
          </a:p>
          <a:p>
            <a:pPr algn="l">
              <a:defRPr/>
            </a:pPr>
            <a:r>
              <a:rPr kumimoji="0" lang="ja-JP" altLang="en-US" sz="1200" b="1" kern="0" dirty="0">
                <a:solidFill>
                  <a:srgbClr val="000000"/>
                </a:solidFill>
                <a:latin typeface="Meiryo UI"/>
                <a:ea typeface="Meiryo UI"/>
                <a:cs typeface="Meiryo UI" pitchFamily="50" charset="-128"/>
              </a:rPr>
              <a:t>　　　</a:t>
            </a:r>
            <a:r>
              <a:rPr kumimoji="0" lang="en-US" altLang="ja-JP" sz="1200" b="1" kern="0" dirty="0">
                <a:solidFill>
                  <a:srgbClr val="000000"/>
                </a:solidFill>
                <a:latin typeface="Meiryo UI"/>
                <a:ea typeface="Meiryo UI"/>
                <a:cs typeface="Meiryo UI" pitchFamily="50" charset="-128"/>
              </a:rPr>
              <a:t>IN: leaving face LCN</a:t>
            </a:r>
          </a:p>
          <a:p>
            <a:pPr algn="l">
              <a:defRPr/>
            </a:pPr>
            <a:r>
              <a:rPr kumimoji="0" lang="ja-JP" altLang="en-US" sz="1200" b="1" kern="0" dirty="0">
                <a:solidFill>
                  <a:srgbClr val="000000"/>
                </a:solidFill>
                <a:latin typeface="Meiryo UI"/>
                <a:ea typeface="Meiryo UI"/>
                <a:cs typeface="Meiryo UI" pitchFamily="50" charset="-128"/>
              </a:rPr>
              <a:t>　　　</a:t>
            </a:r>
            <a:r>
              <a:rPr kumimoji="0" lang="en-US" altLang="ja-JP" sz="1200" b="1" kern="0" dirty="0">
                <a:solidFill>
                  <a:srgbClr val="000000"/>
                </a:solidFill>
                <a:latin typeface="Meiryo UI"/>
                <a:ea typeface="Meiryo UI"/>
                <a:cs typeface="Meiryo UI" pitchFamily="50" charset="-128"/>
              </a:rPr>
              <a:t>EX: Face mass steel</a:t>
            </a:r>
          </a:p>
          <a:p>
            <a:pPr algn="l">
              <a:defRPr/>
            </a:pPr>
            <a:r>
              <a:rPr kumimoji="0" lang="ja-JP" altLang="en-US" sz="1200" b="1" kern="0" dirty="0">
                <a:solidFill>
                  <a:srgbClr val="000000"/>
                </a:solidFill>
                <a:latin typeface="Meiryo UI"/>
                <a:ea typeface="Meiryo UI"/>
                <a:cs typeface="Meiryo UI" pitchFamily="50" charset="-128"/>
              </a:rPr>
              <a:t>・</a:t>
            </a:r>
            <a:r>
              <a:rPr kumimoji="0" lang="en-US" altLang="ja-JP" sz="1200" b="1" kern="0" dirty="0">
                <a:solidFill>
                  <a:srgbClr val="000000"/>
                </a:solidFill>
                <a:latin typeface="Meiryo UI"/>
                <a:ea typeface="Meiryo UI"/>
                <a:cs typeface="Meiryo UI" pitchFamily="50" charset="-128"/>
              </a:rPr>
              <a:t>Improved piston resistance to </a:t>
            </a:r>
          </a:p>
          <a:p>
            <a:pPr algn="l">
              <a:defRPr/>
            </a:pPr>
            <a:r>
              <a:rPr kumimoji="0" lang="en-US" altLang="ja-JP" sz="1200" b="1" kern="0" dirty="0">
                <a:solidFill>
                  <a:srgbClr val="000000"/>
                </a:solidFill>
                <a:latin typeface="Meiryo UI"/>
                <a:ea typeface="Meiryo UI"/>
                <a:cs typeface="Meiryo UI" pitchFamily="50" charset="-128"/>
              </a:rPr>
              <a:t>  scuffing</a:t>
            </a:r>
          </a:p>
          <a:p>
            <a:pPr algn="l">
              <a:defRPr/>
            </a:pPr>
            <a:r>
              <a:rPr kumimoji="0" lang="ja-JP" altLang="en-US" sz="1200" b="1" kern="0" dirty="0">
                <a:solidFill>
                  <a:srgbClr val="000000"/>
                </a:solidFill>
                <a:latin typeface="Meiryo UI"/>
                <a:ea typeface="Meiryo UI"/>
                <a:cs typeface="Meiryo UI" pitchFamily="50" charset="-128"/>
              </a:rPr>
              <a:t>・</a:t>
            </a:r>
            <a:r>
              <a:rPr kumimoji="0" lang="en-US" altLang="ja-JP" sz="1200" b="1" kern="0" dirty="0">
                <a:solidFill>
                  <a:srgbClr val="000000"/>
                </a:solidFill>
                <a:latin typeface="Meiryo UI"/>
                <a:ea typeface="Meiryo UI"/>
                <a:cs typeface="Meiryo UI" pitchFamily="50" charset="-128"/>
              </a:rPr>
              <a:t>Continental ethanol concentration </a:t>
            </a:r>
          </a:p>
          <a:p>
            <a:pPr algn="l">
              <a:defRPr/>
            </a:pPr>
            <a:r>
              <a:rPr kumimoji="0" lang="en-US" altLang="ja-JP" sz="1200" b="1" kern="0" dirty="0">
                <a:solidFill>
                  <a:srgbClr val="000000"/>
                </a:solidFill>
                <a:latin typeface="Meiryo UI"/>
                <a:ea typeface="Meiryo UI"/>
                <a:cs typeface="Meiryo UI" pitchFamily="50" charset="-128"/>
              </a:rPr>
              <a:t>  sensor</a:t>
            </a:r>
            <a:endParaRPr kumimoji="0" lang="en-US" altLang="ja-JP" sz="1400" b="1" kern="0" dirty="0">
              <a:solidFill>
                <a:srgbClr val="000000"/>
              </a:solidFill>
              <a:latin typeface="Meiryo UI"/>
              <a:ea typeface="Meiryo UI"/>
              <a:cs typeface="Meiryo UI" pitchFamily="50" charset="-128"/>
            </a:endParaRPr>
          </a:p>
        </p:txBody>
      </p:sp>
      <p:sp>
        <p:nvSpPr>
          <p:cNvPr id="3" name="角丸四角形 56">
            <a:extLst>
              <a:ext uri="{FF2B5EF4-FFF2-40B4-BE49-F238E27FC236}">
                <a16:creationId xmlns:a16="http://schemas.microsoft.com/office/drawing/2014/main" id="{84A5E176-1551-4C9D-CDF3-D30F0AF2DA5D}"/>
              </a:ext>
            </a:extLst>
          </p:cNvPr>
          <p:cNvSpPr/>
          <p:nvPr/>
        </p:nvSpPr>
        <p:spPr>
          <a:xfrm>
            <a:off x="799528" y="1390229"/>
            <a:ext cx="1656184" cy="369973"/>
          </a:xfrm>
          <a:prstGeom prst="roundRect">
            <a:avLst/>
          </a:prstGeom>
          <a:solidFill>
            <a:srgbClr val="000000">
              <a:lumMod val="60000"/>
              <a:lumOff val="40000"/>
            </a:srgbClr>
          </a:solidFill>
          <a:ln w="25400" cap="flat" cmpd="sng" algn="ctr">
            <a:noFill/>
            <a:prstDash val="soli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ja-JP" sz="1600" b="0"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Reliability</a:t>
            </a:r>
          </a:p>
        </p:txBody>
      </p:sp>
      <p:sp>
        <p:nvSpPr>
          <p:cNvPr id="4" name="正方形/長方形 3">
            <a:extLst>
              <a:ext uri="{FF2B5EF4-FFF2-40B4-BE49-F238E27FC236}">
                <a16:creationId xmlns:a16="http://schemas.microsoft.com/office/drawing/2014/main" id="{4F3B3120-F0DA-C074-5099-052BE2051C1F}"/>
              </a:ext>
            </a:extLst>
          </p:cNvPr>
          <p:cNvSpPr/>
          <p:nvPr/>
        </p:nvSpPr>
        <p:spPr>
          <a:xfrm>
            <a:off x="5932389" y="1628840"/>
            <a:ext cx="3142337" cy="3088933"/>
          </a:xfrm>
          <a:prstGeom prst="rect">
            <a:avLst/>
          </a:prstGeom>
          <a:solidFill>
            <a:sysClr val="window" lastClr="FFFFFF"/>
          </a:solidFill>
          <a:ln w="25400" cap="flat" cmpd="sng" algn="ctr">
            <a:solidFill>
              <a:srgbClr val="4BACC6"/>
            </a:solidFill>
            <a:prstDash val="solid"/>
          </a:ln>
          <a:effectLst>
            <a:outerShdw blurRad="50800" dist="38100" dir="2700000" algn="tl" rotWithShape="0">
              <a:prstClr val="black">
                <a:alpha val="40000"/>
              </a:prstClr>
            </a:outerShdw>
          </a:effectLst>
        </p:spPr>
        <p:txBody>
          <a:bodyPr lIns="90000" rIns="36000" rtlCol="0" anchor="t" anchorCtr="0"/>
          <a:lstStyle/>
          <a:p>
            <a:pPr algn="l">
              <a:defRPr/>
            </a:pPr>
            <a:endParaRPr kumimoji="0" lang="en-US" altLang="ja-JP" sz="1200" b="1" kern="0" dirty="0">
              <a:latin typeface="Meiryo UI"/>
              <a:ea typeface="Meiryo UI"/>
              <a:cs typeface="Meiryo UI" pitchFamily="50" charset="-128"/>
            </a:endParaRPr>
          </a:p>
          <a:p>
            <a:pPr algn="l">
              <a:lnSpc>
                <a:spcPts val="1800"/>
              </a:lnSpc>
              <a:defRPr/>
            </a:pPr>
            <a:r>
              <a:rPr kumimoji="0" lang="en-US" altLang="ja-JP" sz="1200" b="1" kern="0" dirty="0">
                <a:latin typeface="Meiryo UI"/>
                <a:ea typeface="Meiryo UI"/>
                <a:cs typeface="Meiryo UI" pitchFamily="50" charset="-128"/>
              </a:rPr>
              <a:t>【Low temperature start</a:t>
            </a:r>
            <a:r>
              <a:rPr kumimoji="0" lang="ja-JP" altLang="en-US" sz="1200" b="1" kern="0" dirty="0">
                <a:latin typeface="Meiryo UI"/>
                <a:ea typeface="Meiryo UI"/>
                <a:cs typeface="Meiryo UI" pitchFamily="50" charset="-128"/>
              </a:rPr>
              <a:t> </a:t>
            </a:r>
            <a:r>
              <a:rPr kumimoji="0" lang="en-US" altLang="ja-JP" sz="1200" b="1" kern="0" dirty="0">
                <a:latin typeface="Meiryo UI"/>
                <a:ea typeface="Meiryo UI"/>
                <a:cs typeface="Meiryo UI" pitchFamily="50" charset="-128"/>
              </a:rPr>
              <a:t>ability compatible software】</a:t>
            </a:r>
          </a:p>
          <a:p>
            <a:pPr algn="l">
              <a:lnSpc>
                <a:spcPts val="1800"/>
              </a:lnSpc>
              <a:defRPr/>
            </a:pPr>
            <a:r>
              <a:rPr kumimoji="0" lang="ja-JP" altLang="en-US" sz="1200" b="1" kern="0" dirty="0">
                <a:latin typeface="Meiryo UI"/>
                <a:ea typeface="Meiryo UI"/>
                <a:cs typeface="Meiryo UI" pitchFamily="50" charset="-128"/>
              </a:rPr>
              <a:t>　・</a:t>
            </a:r>
            <a:r>
              <a:rPr kumimoji="0" lang="en-US" altLang="ja-JP" sz="1200" b="1" kern="0" dirty="0">
                <a:latin typeface="Meiryo UI"/>
                <a:ea typeface="Meiryo UI"/>
                <a:cs typeface="Meiryo UI" pitchFamily="50" charset="-128"/>
              </a:rPr>
              <a:t>Bosch</a:t>
            </a:r>
            <a:r>
              <a:rPr kumimoji="0" lang="ja-JP" altLang="en-US" sz="1200" b="1" kern="0" dirty="0">
                <a:latin typeface="Meiryo UI"/>
                <a:ea typeface="Meiryo UI"/>
                <a:cs typeface="Meiryo UI" pitchFamily="50" charset="-128"/>
              </a:rPr>
              <a:t> </a:t>
            </a:r>
            <a:r>
              <a:rPr kumimoji="0" lang="en-US" altLang="ja-JP" sz="1200" b="1" kern="0" dirty="0">
                <a:latin typeface="Meiryo UI"/>
                <a:ea typeface="Meiryo UI"/>
                <a:cs typeface="Meiryo UI" pitchFamily="50" charset="-128"/>
              </a:rPr>
              <a:t>software</a:t>
            </a:r>
          </a:p>
          <a:p>
            <a:pPr algn="l">
              <a:lnSpc>
                <a:spcPts val="1800"/>
              </a:lnSpc>
              <a:defRPr/>
            </a:pPr>
            <a:r>
              <a:rPr kumimoji="0" lang="en-US" altLang="ja-JP" sz="1200" b="1" kern="0" dirty="0">
                <a:latin typeface="Meiryo UI"/>
                <a:ea typeface="Meiryo UI"/>
                <a:cs typeface="Meiryo UI" pitchFamily="50" charset="-128"/>
              </a:rPr>
              <a:t>【Low temperature start ability compatible hard】</a:t>
            </a:r>
          </a:p>
          <a:p>
            <a:pPr algn="l">
              <a:lnSpc>
                <a:spcPts val="1800"/>
              </a:lnSpc>
              <a:defRPr/>
            </a:pPr>
            <a:r>
              <a:rPr kumimoji="0" lang="ja-JP" altLang="en-US" sz="1200" b="1" kern="0" dirty="0">
                <a:latin typeface="Meiryo UI"/>
                <a:ea typeface="Meiryo UI"/>
                <a:cs typeface="Meiryo UI" pitchFamily="50" charset="-128"/>
              </a:rPr>
              <a:t>　・</a:t>
            </a:r>
            <a:r>
              <a:rPr kumimoji="0" lang="en-US" altLang="ja-JP" sz="1200" b="1" kern="0" dirty="0">
                <a:latin typeface="Meiryo UI"/>
                <a:ea typeface="Meiryo UI"/>
                <a:cs typeface="Meiryo UI" pitchFamily="50" charset="-128"/>
              </a:rPr>
              <a:t>IN-valve timing (effective </a:t>
            </a:r>
          </a:p>
          <a:p>
            <a:pPr algn="l">
              <a:lnSpc>
                <a:spcPts val="1800"/>
              </a:lnSpc>
              <a:defRPr/>
            </a:pPr>
            <a:r>
              <a:rPr kumimoji="0" lang="ja-JP" altLang="en-US" sz="1200" b="1" kern="0" dirty="0">
                <a:latin typeface="Meiryo UI"/>
                <a:ea typeface="Meiryo UI"/>
                <a:cs typeface="Meiryo UI" pitchFamily="50" charset="-128"/>
              </a:rPr>
              <a:t>　　</a:t>
            </a:r>
            <a:r>
              <a:rPr kumimoji="0" lang="en-US" altLang="ja-JP" sz="1200" b="1" kern="0" dirty="0">
                <a:latin typeface="Meiryo UI"/>
                <a:ea typeface="Meiryo UI"/>
                <a:cs typeface="Meiryo UI" pitchFamily="50" charset="-128"/>
              </a:rPr>
              <a:t>compression ratio)</a:t>
            </a:r>
          </a:p>
          <a:p>
            <a:pPr algn="l">
              <a:lnSpc>
                <a:spcPts val="1800"/>
              </a:lnSpc>
              <a:defRPr/>
            </a:pPr>
            <a:r>
              <a:rPr kumimoji="0" lang="ja-JP" altLang="en-US" sz="1200" b="1" kern="0" dirty="0">
                <a:latin typeface="Meiryo UI"/>
                <a:ea typeface="Meiryo UI"/>
                <a:cs typeface="Meiryo UI" pitchFamily="50" charset="-128"/>
              </a:rPr>
              <a:t>　・</a:t>
            </a:r>
            <a:r>
              <a:rPr kumimoji="0" lang="en-US" altLang="ja-JP" sz="1200" b="1" kern="0" dirty="0">
                <a:latin typeface="Meiryo UI"/>
                <a:ea typeface="Meiryo UI"/>
                <a:cs typeface="Meiryo UI" pitchFamily="50" charset="-128"/>
              </a:rPr>
              <a:t>Piston (crown surface shape)</a:t>
            </a:r>
          </a:p>
          <a:p>
            <a:pPr algn="l">
              <a:lnSpc>
                <a:spcPts val="1800"/>
              </a:lnSpc>
              <a:defRPr/>
            </a:pPr>
            <a:r>
              <a:rPr kumimoji="0" lang="ja-JP" altLang="en-US" sz="1200" b="1" kern="0" dirty="0">
                <a:latin typeface="Meiryo UI"/>
                <a:ea typeface="Meiryo UI"/>
                <a:cs typeface="Meiryo UI" pitchFamily="50" charset="-128"/>
              </a:rPr>
              <a:t>　・</a:t>
            </a:r>
            <a:r>
              <a:rPr kumimoji="0" lang="en-US" altLang="ja-JP" sz="1200" b="1" kern="0" dirty="0">
                <a:latin typeface="Meiryo UI"/>
                <a:ea typeface="Meiryo UI"/>
                <a:cs typeface="Meiryo UI" pitchFamily="50" charset="-128"/>
              </a:rPr>
              <a:t>Injector spray (mixture formation)</a:t>
            </a:r>
          </a:p>
          <a:p>
            <a:pPr algn="l">
              <a:lnSpc>
                <a:spcPts val="1800"/>
              </a:lnSpc>
              <a:defRPr/>
            </a:pPr>
            <a:r>
              <a:rPr kumimoji="0" lang="en-US" altLang="ja-JP" sz="1200" b="1" kern="0" dirty="0">
                <a:latin typeface="Meiryo UI"/>
                <a:ea typeface="Meiryo UI"/>
                <a:cs typeface="Meiryo UI" pitchFamily="50" charset="-128"/>
              </a:rPr>
              <a:t>【PROCONVE-L8(</a:t>
            </a:r>
            <a:r>
              <a:rPr kumimoji="0" lang="en-US" altLang="ja-JP" sz="1200" b="1" kern="0" dirty="0">
                <a:solidFill>
                  <a:srgbClr val="FF0000"/>
                </a:solidFill>
                <a:latin typeface="Meiryo UI"/>
                <a:ea typeface="Meiryo UI"/>
                <a:cs typeface="Meiryo UI" pitchFamily="50" charset="-128"/>
              </a:rPr>
              <a:t>40</a:t>
            </a:r>
            <a:r>
              <a:rPr kumimoji="0" lang="en-US" altLang="ja-JP" sz="1200" b="1" kern="0" dirty="0">
                <a:latin typeface="Meiryo UI"/>
                <a:ea typeface="Meiryo UI"/>
                <a:cs typeface="Meiryo UI" pitchFamily="50" charset="-128"/>
              </a:rPr>
              <a:t>)】</a:t>
            </a:r>
            <a:endParaRPr kumimoji="0" lang="en-US" altLang="ja-JP" sz="1200" b="1" kern="0" dirty="0">
              <a:latin typeface="Meiryo UI" panose="020B0604030504040204" pitchFamily="50" charset="-128"/>
              <a:ea typeface="Meiryo UI" panose="020B0604030504040204" pitchFamily="50" charset="-128"/>
              <a:cs typeface="Meiryo UI" panose="020B0604030504040204" pitchFamily="50" charset="-128"/>
            </a:endParaRPr>
          </a:p>
          <a:p>
            <a:pPr algn="l">
              <a:lnSpc>
                <a:spcPts val="1800"/>
              </a:lnSpc>
              <a:defRPr/>
            </a:pPr>
            <a:r>
              <a:rPr kumimoji="0" lang="en-US" altLang="ja-JP" sz="1200" b="1" kern="0" dirty="0">
                <a:latin typeface="Meiryo UI" panose="020B0604030504040204" pitchFamily="50" charset="-128"/>
                <a:ea typeface="Meiryo UI" panose="020B0604030504040204" pitchFamily="50" charset="-128"/>
                <a:cs typeface="Meiryo UI" panose="020B0604030504040204" pitchFamily="50" charset="-128"/>
              </a:rPr>
              <a:t>  </a:t>
            </a:r>
            <a:r>
              <a:rPr kumimoji="0" lang="ja-JP" altLang="en-US" sz="1200" b="1" kern="0" dirty="0">
                <a:latin typeface="Meiryo UI" panose="020B0604030504040204" pitchFamily="50" charset="-128"/>
                <a:ea typeface="Meiryo UI" panose="020B0604030504040204" pitchFamily="50" charset="-128"/>
                <a:cs typeface="Meiryo UI" panose="020B0604030504040204" pitchFamily="50" charset="-128"/>
              </a:rPr>
              <a:t>・</a:t>
            </a:r>
            <a:r>
              <a:rPr kumimoji="0" lang="en-US" altLang="ja-JP" sz="1200" b="1" kern="0" dirty="0">
                <a:latin typeface="Meiryo UI" panose="020B0604030504040204" pitchFamily="50" charset="-128"/>
                <a:ea typeface="Meiryo UI" panose="020B0604030504040204" pitchFamily="50" charset="-128"/>
                <a:cs typeface="Meiryo UI" panose="020B0604030504040204" pitchFamily="50" charset="-128"/>
              </a:rPr>
              <a:t>Same amount of precious</a:t>
            </a:r>
          </a:p>
          <a:p>
            <a:pPr algn="l">
              <a:lnSpc>
                <a:spcPts val="1800"/>
              </a:lnSpc>
              <a:defRPr/>
            </a:pPr>
            <a:r>
              <a:rPr kumimoji="0" lang="en-US" altLang="ja-JP" sz="1200" b="1" kern="0" dirty="0">
                <a:latin typeface="Meiryo UI" panose="020B0604030504040204" pitchFamily="50" charset="-128"/>
                <a:ea typeface="Meiryo UI" panose="020B0604030504040204" pitchFamily="50" charset="-128"/>
                <a:cs typeface="Meiryo UI" panose="020B0604030504040204" pitchFamily="50" charset="-128"/>
              </a:rPr>
              <a:t>    metal of the catalyst as 6WZZ</a:t>
            </a:r>
          </a:p>
          <a:p>
            <a:pPr algn="l">
              <a:lnSpc>
                <a:spcPts val="1800"/>
              </a:lnSpc>
              <a:defRPr/>
            </a:pPr>
            <a:endParaRPr kumimoji="0" lang="en-US" altLang="ja-JP" sz="1200" b="1" kern="0" dirty="0">
              <a:latin typeface="Meiryo UI"/>
              <a:ea typeface="Meiryo UI"/>
              <a:cs typeface="Meiryo UI" pitchFamily="50" charset="-128"/>
            </a:endParaRPr>
          </a:p>
        </p:txBody>
      </p:sp>
      <p:sp>
        <p:nvSpPr>
          <p:cNvPr id="5" name="角丸四角形 58">
            <a:extLst>
              <a:ext uri="{FF2B5EF4-FFF2-40B4-BE49-F238E27FC236}">
                <a16:creationId xmlns:a16="http://schemas.microsoft.com/office/drawing/2014/main" id="{99283F4E-F725-1C8F-519E-1DDE6C7ABF69}"/>
              </a:ext>
            </a:extLst>
          </p:cNvPr>
          <p:cNvSpPr/>
          <p:nvPr/>
        </p:nvSpPr>
        <p:spPr>
          <a:xfrm>
            <a:off x="6188763" y="1416733"/>
            <a:ext cx="2637185" cy="360000"/>
          </a:xfrm>
          <a:prstGeom prst="roundRect">
            <a:avLst/>
          </a:prstGeom>
          <a:solidFill>
            <a:srgbClr val="1F497D">
              <a:lumMod val="60000"/>
              <a:lumOff val="40000"/>
            </a:srgbClr>
          </a:solidFill>
          <a:ln w="25400" cap="flat" cmpd="sng" algn="ctr">
            <a:noFill/>
            <a:prstDash val="soli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rtlCol="0" anchor="ctr"/>
          <a:lstStyle/>
          <a:p>
            <a:pPr>
              <a:defRPr/>
            </a:pPr>
            <a:r>
              <a:rPr kumimoji="0" lang="en-US" altLang="ja-JP" sz="1600" kern="0" dirty="0">
                <a:solidFill>
                  <a:prstClr val="white"/>
                </a:solidFill>
                <a:latin typeface="Meiryo UI"/>
                <a:ea typeface="Meiryo UI"/>
                <a:cs typeface="Meiryo UI" pitchFamily="50" charset="-128"/>
              </a:rPr>
              <a:t>Marketability</a:t>
            </a:r>
            <a:r>
              <a:rPr kumimoji="0" lang="ja-JP" altLang="en-US" sz="1600" kern="0" dirty="0">
                <a:solidFill>
                  <a:prstClr val="white"/>
                </a:solidFill>
                <a:latin typeface="Meiryo UI"/>
                <a:ea typeface="Meiryo UI"/>
                <a:cs typeface="Meiryo UI" pitchFamily="50" charset="-128"/>
              </a:rPr>
              <a:t> </a:t>
            </a:r>
            <a:r>
              <a:rPr kumimoji="0" lang="en-US" altLang="ja-JP" sz="1600" kern="0" dirty="0">
                <a:solidFill>
                  <a:prstClr val="white"/>
                </a:solidFill>
                <a:latin typeface="Meiryo UI"/>
                <a:ea typeface="Meiryo UI"/>
                <a:cs typeface="Meiryo UI" pitchFamily="50" charset="-128"/>
              </a:rPr>
              <a:t>/</a:t>
            </a:r>
            <a:r>
              <a:rPr kumimoji="0" lang="ja-JP" altLang="en-US" sz="1600" kern="0" dirty="0">
                <a:solidFill>
                  <a:prstClr val="white"/>
                </a:solidFill>
                <a:latin typeface="Meiryo UI"/>
                <a:ea typeface="Meiryo UI"/>
                <a:cs typeface="Meiryo UI" pitchFamily="50" charset="-128"/>
              </a:rPr>
              <a:t> </a:t>
            </a:r>
            <a:r>
              <a:rPr kumimoji="0" lang="en-US" altLang="ja-JP" sz="1600" kern="0" dirty="0">
                <a:solidFill>
                  <a:prstClr val="white"/>
                </a:solidFill>
                <a:latin typeface="Meiryo UI"/>
                <a:ea typeface="Meiryo UI"/>
                <a:cs typeface="Meiryo UI" pitchFamily="50" charset="-128"/>
              </a:rPr>
              <a:t>Emission</a:t>
            </a:r>
            <a:endParaRPr kumimoji="0" lang="ja-JP" altLang="en-US" sz="1600" kern="0" dirty="0">
              <a:solidFill>
                <a:prstClr val="white"/>
              </a:solidFill>
              <a:latin typeface="Meiryo UI"/>
              <a:ea typeface="Meiryo UI"/>
              <a:cs typeface="Meiryo UI" pitchFamily="50" charset="-128"/>
            </a:endParaRPr>
          </a:p>
        </p:txBody>
      </p:sp>
      <p:sp>
        <p:nvSpPr>
          <p:cNvPr id="6" name="テキスト ボックス 5">
            <a:extLst>
              <a:ext uri="{FF2B5EF4-FFF2-40B4-BE49-F238E27FC236}">
                <a16:creationId xmlns:a16="http://schemas.microsoft.com/office/drawing/2014/main" id="{D469C185-837F-D8C7-BF8F-37F66321F65F}"/>
              </a:ext>
            </a:extLst>
          </p:cNvPr>
          <p:cNvSpPr txBox="1"/>
          <p:nvPr/>
        </p:nvSpPr>
        <p:spPr>
          <a:xfrm>
            <a:off x="1100824" y="597827"/>
            <a:ext cx="6928491" cy="584775"/>
          </a:xfrm>
          <a:prstGeom prst="rect">
            <a:avLst/>
          </a:prstGeom>
          <a:noFill/>
        </p:spPr>
        <p:txBody>
          <a:bodyPr wrap="none" lIns="36000" rIns="36000" rtlCol="0">
            <a:spAutoFit/>
          </a:bodyPr>
          <a:lstStyle/>
          <a:p>
            <a:pPr algn="l">
              <a:defRPr/>
            </a:pPr>
            <a:r>
              <a:rPr lang="ja-JP" altLang="en-US" sz="1800" b="1" dirty="0">
                <a:solidFill>
                  <a:srgbClr val="000000"/>
                </a:solidFill>
                <a:latin typeface="Meiryo UI" pitchFamily="50" charset="-128"/>
                <a:ea typeface="Meiryo UI" pitchFamily="50" charset="-128"/>
                <a:cs typeface="Meiryo UI" pitchFamily="50" charset="-128"/>
              </a:rPr>
              <a:t>■</a:t>
            </a:r>
            <a:r>
              <a:rPr lang="en-US" altLang="ja-JP" sz="1800" b="1" dirty="0">
                <a:solidFill>
                  <a:srgbClr val="000000"/>
                </a:solidFill>
                <a:latin typeface="Meiryo UI" pitchFamily="50" charset="-128"/>
                <a:ea typeface="Meiryo UI" pitchFamily="50" charset="-128"/>
                <a:cs typeface="Meiryo UI" pitchFamily="50" charset="-128"/>
              </a:rPr>
              <a:t>Application Expansion with Fuel Economy Advantage  </a:t>
            </a:r>
          </a:p>
          <a:p>
            <a:pPr marL="1200150" lvl="2" indent="-285750" algn="l">
              <a:buFont typeface="Wingdings" pitchFamily="2" charset="2"/>
              <a:buChar char="Ø"/>
              <a:defRPr/>
            </a:pPr>
            <a:r>
              <a:rPr lang="en-US" altLang="ja-JP" sz="1400" b="1" dirty="0">
                <a:solidFill>
                  <a:srgbClr val="000000"/>
                </a:solidFill>
                <a:latin typeface="Meiryo UI" pitchFamily="50" charset="-128"/>
                <a:ea typeface="Meiryo UI" pitchFamily="50" charset="-128"/>
                <a:cs typeface="Meiryo UI" pitchFamily="50" charset="-128"/>
              </a:rPr>
              <a:t>South America(FFV): CITY4D/CITY5D/SUV</a:t>
            </a:r>
          </a:p>
        </p:txBody>
      </p:sp>
      <p:pic>
        <p:nvPicPr>
          <p:cNvPr id="7" name="Picture 2">
            <a:extLst>
              <a:ext uri="{FF2B5EF4-FFF2-40B4-BE49-F238E27FC236}">
                <a16:creationId xmlns:a16="http://schemas.microsoft.com/office/drawing/2014/main" id="{2CD2B9A3-952E-D135-8AE4-56C563D83FF3}"/>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769927" y="2512006"/>
            <a:ext cx="3604145" cy="43459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9165707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904B6E61-84A3-9E0C-B84A-D80C0A622CC8}"/>
              </a:ext>
            </a:extLst>
          </p:cNvPr>
          <p:cNvSpPr txBox="1"/>
          <p:nvPr/>
        </p:nvSpPr>
        <p:spPr>
          <a:xfrm>
            <a:off x="152202" y="799511"/>
            <a:ext cx="2215735" cy="369332"/>
          </a:xfrm>
          <a:prstGeom prst="rect">
            <a:avLst/>
          </a:prstGeom>
          <a:noFill/>
        </p:spPr>
        <p:txBody>
          <a:bodyPr wrap="none">
            <a:spAutoFit/>
          </a:bodyPr>
          <a:lstStyle/>
          <a:p>
            <a:pPr algn="l"/>
            <a:r>
              <a:rPr lang="en-US" altLang="ja-JP" sz="1800" dirty="0">
                <a:latin typeface="Meiryo UI" panose="020B0604030504040204" pitchFamily="50" charset="-128"/>
                <a:ea typeface="Meiryo UI" panose="020B0604030504040204" pitchFamily="50" charset="-128"/>
              </a:rPr>
              <a:t>Basic specification</a:t>
            </a:r>
            <a:endParaRPr lang="ja-JP" altLang="en-US" sz="1800" dirty="0">
              <a:latin typeface="Meiryo UI" panose="020B0604030504040204" pitchFamily="50" charset="-128"/>
              <a:ea typeface="Meiryo UI" panose="020B0604030504040204" pitchFamily="50" charset="-128"/>
            </a:endParaRPr>
          </a:p>
        </p:txBody>
      </p:sp>
      <p:graphicFrame>
        <p:nvGraphicFramePr>
          <p:cNvPr id="3" name="Group 414">
            <a:extLst>
              <a:ext uri="{FF2B5EF4-FFF2-40B4-BE49-F238E27FC236}">
                <a16:creationId xmlns:a16="http://schemas.microsoft.com/office/drawing/2014/main" id="{12E78B67-F459-8D42-5C42-38748CBC698A}"/>
              </a:ext>
            </a:extLst>
          </p:cNvPr>
          <p:cNvGraphicFramePr>
            <a:graphicFrameLocks noGrp="1"/>
          </p:cNvGraphicFramePr>
          <p:nvPr>
            <p:extLst>
              <p:ext uri="{D42A27DB-BD31-4B8C-83A1-F6EECF244321}">
                <p14:modId xmlns:p14="http://schemas.microsoft.com/office/powerpoint/2010/main" val="2271312393"/>
              </p:ext>
            </p:extLst>
          </p:nvPr>
        </p:nvGraphicFramePr>
        <p:xfrm>
          <a:off x="179498" y="1168843"/>
          <a:ext cx="8785004" cy="5277560"/>
        </p:xfrm>
        <a:graphic>
          <a:graphicData uri="http://schemas.openxmlformats.org/drawingml/2006/table">
            <a:tbl>
              <a:tblPr/>
              <a:tblGrid>
                <a:gridCol w="2468168">
                  <a:extLst>
                    <a:ext uri="{9D8B030D-6E8A-4147-A177-3AD203B41FA5}">
                      <a16:colId xmlns:a16="http://schemas.microsoft.com/office/drawing/2014/main" val="20000"/>
                    </a:ext>
                  </a:extLst>
                </a:gridCol>
                <a:gridCol w="3179928">
                  <a:extLst>
                    <a:ext uri="{9D8B030D-6E8A-4147-A177-3AD203B41FA5}">
                      <a16:colId xmlns:a16="http://schemas.microsoft.com/office/drawing/2014/main" val="20001"/>
                    </a:ext>
                  </a:extLst>
                </a:gridCol>
                <a:gridCol w="3136908">
                  <a:extLst>
                    <a:ext uri="{9D8B030D-6E8A-4147-A177-3AD203B41FA5}">
                      <a16:colId xmlns:a16="http://schemas.microsoft.com/office/drawing/2014/main" val="4151585524"/>
                    </a:ext>
                  </a:extLst>
                </a:gridCol>
              </a:tblGrid>
              <a:tr h="7083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ja-JP" sz="12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endParaRPr>
                    </a:p>
                  </a:txBody>
                  <a:tcPr marL="36000" marR="36000" marT="17988" marB="1798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1600" dirty="0">
                          <a:solidFill>
                            <a:schemeClr val="tx1"/>
                          </a:solidFill>
                          <a:latin typeface="Meiryo UI" panose="020B0604030504040204" pitchFamily="50" charset="-128"/>
                          <a:ea typeface="Meiryo UI" panose="020B0604030504040204" pitchFamily="50" charset="-128"/>
                        </a:rPr>
                        <a:t>6WZZ</a:t>
                      </a:r>
                      <a:endParaRPr lang="ja-JP" altLang="en-US" sz="1600" dirty="0">
                        <a:solidFill>
                          <a:schemeClr val="tx1"/>
                        </a:solidFill>
                        <a:latin typeface="Meiryo UI" panose="020B0604030504040204" pitchFamily="50" charset="-128"/>
                        <a:ea typeface="Meiryo UI" panose="020B0604030504040204" pitchFamily="50" charset="-128"/>
                      </a:endParaRPr>
                    </a:p>
                  </a:txBody>
                  <a:tcPr marL="97507" marR="97507" marT="17988" marB="1798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1600" dirty="0">
                          <a:solidFill>
                            <a:schemeClr val="tx1"/>
                          </a:solidFill>
                          <a:latin typeface="Meiryo UI" panose="020B0604030504040204" pitchFamily="50" charset="-128"/>
                          <a:ea typeface="Meiryo UI" panose="020B0604030504040204" pitchFamily="50" charset="-128"/>
                        </a:rPr>
                        <a:t>6WZX</a:t>
                      </a:r>
                      <a:endParaRPr lang="ja-JP" altLang="en-US" sz="1600" dirty="0">
                        <a:solidFill>
                          <a:schemeClr val="tx1"/>
                        </a:solidFill>
                        <a:latin typeface="Meiryo UI" panose="020B0604030504040204" pitchFamily="50" charset="-128"/>
                        <a:ea typeface="Meiryo UI" panose="020B0604030504040204" pitchFamily="50" charset="-128"/>
                      </a:endParaRPr>
                    </a:p>
                  </a:txBody>
                  <a:tcPr marL="97507" marR="97507" marT="17988" marB="1798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115408577"/>
                  </a:ext>
                </a:extLst>
              </a:tr>
              <a:tr h="7083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ja-JP" sz="12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rPr>
                        <a:t>Engine type</a:t>
                      </a:r>
                    </a:p>
                  </a:txBody>
                  <a:tcPr marL="36000" marR="36000" marT="17988" marB="1798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rPr>
                        <a:t>1.5L L4 GDI</a:t>
                      </a:r>
                      <a:endParaRPr lang="ja-JP" altLang="en-US" sz="1200" dirty="0">
                        <a:solidFill>
                          <a:schemeClr val="tx1"/>
                        </a:solidFill>
                        <a:latin typeface="Meiryo UI" panose="020B0604030504040204" pitchFamily="50" charset="-128"/>
                        <a:ea typeface="Meiryo UI" panose="020B0604030504040204" pitchFamily="50" charset="-128"/>
                      </a:endParaRPr>
                    </a:p>
                  </a:txBody>
                  <a:tcPr marL="97507" marR="97507" marT="17988" marB="1798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1200" dirty="0">
                          <a:solidFill>
                            <a:schemeClr val="tx1"/>
                          </a:solidFill>
                          <a:latin typeface="Meiryo UI" panose="020B0604030504040204" pitchFamily="50" charset="-128"/>
                          <a:ea typeface="Meiryo UI" panose="020B0604030504040204" pitchFamily="50" charset="-128"/>
                        </a:rPr>
                        <a:t>←</a:t>
                      </a:r>
                    </a:p>
                  </a:txBody>
                  <a:tcPr marL="97507" marR="97507" marT="17988" marB="1798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5508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ja-JP" sz="12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rPr>
                        <a:t>Destination</a:t>
                      </a:r>
                      <a:r>
                        <a:rPr kumimoji="1" lang="ja-JP" altLang="en-US" sz="12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rPr>
                        <a:t> </a:t>
                      </a:r>
                      <a:r>
                        <a:rPr kumimoji="1" lang="en-US" altLang="ja-JP" sz="12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rPr>
                        <a:t>market</a:t>
                      </a:r>
                    </a:p>
                  </a:txBody>
                  <a:tcPr marL="36000" marR="36000" marT="17988" marB="1798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ja-JP" sz="1200" baseline="0" dirty="0">
                          <a:solidFill>
                            <a:schemeClr val="tx1"/>
                          </a:solidFill>
                          <a:latin typeface="Meiryo UI" panose="020B0604030504040204" pitchFamily="50" charset="-128"/>
                          <a:ea typeface="Meiryo UI" panose="020B0604030504040204" pitchFamily="50" charset="-128"/>
                        </a:rPr>
                        <a:t>Brazil</a:t>
                      </a:r>
                      <a:endParaRPr lang="ja-JP" altLang="en-US" sz="1200" dirty="0">
                        <a:solidFill>
                          <a:schemeClr val="tx1"/>
                        </a:solidFill>
                        <a:latin typeface="Meiryo UI" panose="020B0604030504040204" pitchFamily="50" charset="-128"/>
                        <a:ea typeface="Meiryo UI" panose="020B0604030504040204" pitchFamily="50" charset="-128"/>
                      </a:endParaRPr>
                    </a:p>
                  </a:txBody>
                  <a:tcPr marL="97507" marR="97507" marT="17988" marB="1798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1200" dirty="0">
                          <a:solidFill>
                            <a:schemeClr val="tx1"/>
                          </a:solidFill>
                          <a:latin typeface="Meiryo UI" panose="020B0604030504040204" pitchFamily="50" charset="-128"/>
                          <a:ea typeface="Meiryo UI" panose="020B0604030504040204" pitchFamily="50" charset="-128"/>
                        </a:rPr>
                        <a:t>←</a:t>
                      </a:r>
                    </a:p>
                  </a:txBody>
                  <a:tcPr marL="97507" marR="97507" marT="17988" marB="1798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8838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ja-JP" sz="12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rPr>
                        <a:t>Transmission</a:t>
                      </a:r>
                    </a:p>
                  </a:txBody>
                  <a:tcPr marL="36000" marR="36000" marT="17988" marB="1798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a:r>
                        <a:rPr lang="en-US" altLang="ja-JP" sz="1200" dirty="0">
                          <a:solidFill>
                            <a:schemeClr val="tx1"/>
                          </a:solidFill>
                          <a:latin typeface="Meiryo UI" panose="020B0604030504040204" pitchFamily="50" charset="-128"/>
                          <a:ea typeface="Meiryo UI" panose="020B0604030504040204" pitchFamily="50" charset="-128"/>
                        </a:rPr>
                        <a:t>CVT</a:t>
                      </a:r>
                      <a:endParaRPr lang="ja-JP" altLang="en-US" sz="1200" dirty="0">
                        <a:solidFill>
                          <a:schemeClr val="tx1"/>
                        </a:solidFill>
                        <a:latin typeface="Meiryo UI" panose="020B0604030504040204" pitchFamily="50" charset="-128"/>
                        <a:ea typeface="Meiryo UI" panose="020B0604030504040204" pitchFamily="50" charset="-128"/>
                      </a:endParaRPr>
                    </a:p>
                  </a:txBody>
                  <a:tcPr marL="97507" marR="97507" marT="17988" marB="1798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1200" dirty="0">
                          <a:solidFill>
                            <a:schemeClr val="tx1"/>
                          </a:solidFill>
                          <a:latin typeface="Meiryo UI" panose="020B0604030504040204" pitchFamily="50" charset="-128"/>
                          <a:ea typeface="Meiryo UI" panose="020B0604030504040204" pitchFamily="50" charset="-128"/>
                        </a:rPr>
                        <a:t>←</a:t>
                      </a:r>
                    </a:p>
                  </a:txBody>
                  <a:tcPr marL="97507" marR="97507" marT="17988" marB="1798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66024">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ja-JP" sz="12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rPr>
                        <a:t>Market</a:t>
                      </a:r>
                      <a:r>
                        <a:rPr kumimoji="1" lang="ja-JP" altLang="en-US" sz="12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rPr>
                        <a:t> </a:t>
                      </a:r>
                      <a:r>
                        <a:rPr kumimoji="1" lang="en-US" altLang="ja-JP" sz="12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rPr>
                        <a:t>Fuel required</a:t>
                      </a:r>
                    </a:p>
                  </a:txBody>
                  <a:tcPr marL="36000" marR="36000" marT="17988" marB="1798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a:r>
                        <a:rPr lang="en-US" altLang="ja-JP" sz="1200" dirty="0">
                          <a:solidFill>
                            <a:schemeClr val="tx1"/>
                          </a:solidFill>
                          <a:latin typeface="Meiryo UI" panose="020B0604030504040204" pitchFamily="50" charset="-128"/>
                          <a:ea typeface="Meiryo UI" panose="020B0604030504040204" pitchFamily="50" charset="-128"/>
                        </a:rPr>
                        <a:t>Gasoline</a:t>
                      </a:r>
                      <a:r>
                        <a:rPr lang="ja-JP" altLang="en-US" sz="1200" dirty="0">
                          <a:solidFill>
                            <a:schemeClr val="tx1"/>
                          </a:solidFill>
                          <a:latin typeface="Meiryo UI" panose="020B0604030504040204" pitchFamily="50" charset="-128"/>
                          <a:ea typeface="Meiryo UI" panose="020B0604030504040204" pitchFamily="50" charset="-128"/>
                        </a:rPr>
                        <a:t> 　</a:t>
                      </a:r>
                      <a:r>
                        <a:rPr lang="en-US" altLang="ja-JP" sz="1200" dirty="0">
                          <a:solidFill>
                            <a:schemeClr val="tx1"/>
                          </a:solidFill>
                          <a:latin typeface="Meiryo UI" panose="020B0604030504040204" pitchFamily="50" charset="-128"/>
                          <a:ea typeface="Meiryo UI" panose="020B0604030504040204" pitchFamily="50" charset="-128"/>
                        </a:rPr>
                        <a:t>E22-</a:t>
                      </a:r>
                      <a:r>
                        <a:rPr lang="en-US" altLang="ja-JP" sz="1200" baseline="0" dirty="0">
                          <a:solidFill>
                            <a:schemeClr val="tx1"/>
                          </a:solidFill>
                          <a:latin typeface="Meiryo UI" panose="020B0604030504040204" pitchFamily="50" charset="-128"/>
                          <a:ea typeface="Meiryo UI" panose="020B0604030504040204" pitchFamily="50" charset="-128"/>
                        </a:rPr>
                        <a:t> </a:t>
                      </a:r>
                      <a:r>
                        <a:rPr lang="en-US" altLang="ja-JP" sz="1200" dirty="0">
                          <a:solidFill>
                            <a:schemeClr val="tx1"/>
                          </a:solidFill>
                          <a:latin typeface="Meiryo UI" panose="020B0604030504040204" pitchFamily="50" charset="-128"/>
                          <a:ea typeface="Meiryo UI" panose="020B0604030504040204" pitchFamily="50" charset="-128"/>
                        </a:rPr>
                        <a:t>E100</a:t>
                      </a:r>
                      <a:endParaRPr lang="ja-JP" altLang="en-US" sz="1200" dirty="0">
                        <a:solidFill>
                          <a:schemeClr val="tx1"/>
                        </a:solidFill>
                        <a:latin typeface="Meiryo UI" panose="020B0604030504040204" pitchFamily="50" charset="-128"/>
                        <a:ea typeface="Meiryo UI" panose="020B0604030504040204" pitchFamily="50" charset="-128"/>
                      </a:endParaRPr>
                    </a:p>
                  </a:txBody>
                  <a:tcPr marL="97507" marR="97507" marT="17988" marB="1798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1200" dirty="0">
                          <a:solidFill>
                            <a:schemeClr val="tx1"/>
                          </a:solidFill>
                          <a:latin typeface="Meiryo UI" panose="020B0604030504040204" pitchFamily="50" charset="-128"/>
                          <a:ea typeface="Meiryo UI" panose="020B0604030504040204" pitchFamily="50" charset="-128"/>
                        </a:rPr>
                        <a:t>←</a:t>
                      </a:r>
                    </a:p>
                  </a:txBody>
                  <a:tcPr marL="97507" marR="97507" marT="17988" marB="1798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66024">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ja-JP" sz="12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rPr>
                        <a:t>Maximum Power</a:t>
                      </a:r>
                      <a:r>
                        <a:rPr kumimoji="1" lang="ja-JP" altLang="en-US" sz="12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rPr>
                        <a:t>（</a:t>
                      </a:r>
                      <a:r>
                        <a:rPr kumimoji="1" lang="en-US" altLang="ja-JP" sz="12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rPr>
                        <a:t>kW/rpm</a:t>
                      </a:r>
                      <a:r>
                        <a:rPr kumimoji="1" lang="ja-JP" altLang="en-US" sz="12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rPr>
                        <a:t>）</a:t>
                      </a:r>
                      <a:endParaRPr kumimoji="1" lang="en-US" altLang="ja-JP" sz="12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endParaRPr>
                    </a:p>
                  </a:txBody>
                  <a:tcPr marL="36000" marR="36000" marT="17988" marB="1798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1200" baseline="0" dirty="0">
                          <a:solidFill>
                            <a:schemeClr val="tx1"/>
                          </a:solidFill>
                          <a:latin typeface="Meiryo UI" panose="020B0604030504040204" pitchFamily="50" charset="-128"/>
                          <a:ea typeface="Meiryo UI" panose="020B0604030504040204" pitchFamily="50" charset="-128"/>
                        </a:rPr>
                        <a:t>93 kW</a:t>
                      </a:r>
                      <a:r>
                        <a:rPr lang="ja-JP" altLang="en-US" sz="1200" dirty="0">
                          <a:solidFill>
                            <a:schemeClr val="tx1"/>
                          </a:solidFill>
                          <a:latin typeface="Meiryo UI" panose="020B0604030504040204" pitchFamily="50" charset="-128"/>
                          <a:ea typeface="Meiryo UI" panose="020B0604030504040204" pitchFamily="50" charset="-128"/>
                        </a:rPr>
                        <a:t>／</a:t>
                      </a:r>
                      <a:r>
                        <a:rPr lang="en-US" altLang="ja-JP" sz="1200" dirty="0">
                          <a:solidFill>
                            <a:schemeClr val="tx1"/>
                          </a:solidFill>
                          <a:latin typeface="Meiryo UI" panose="020B0604030504040204" pitchFamily="50" charset="-128"/>
                          <a:ea typeface="Meiryo UI" panose="020B0604030504040204" pitchFamily="50" charset="-128"/>
                        </a:rPr>
                        <a:t>6200 rpm</a:t>
                      </a:r>
                      <a:r>
                        <a:rPr lang="ja-JP" altLang="en-US" sz="1200" dirty="0">
                          <a:solidFill>
                            <a:schemeClr val="tx1"/>
                          </a:solidFill>
                          <a:latin typeface="Meiryo UI" panose="020B0604030504040204" pitchFamily="50" charset="-128"/>
                          <a:ea typeface="Meiryo UI" panose="020B0604030504040204" pitchFamily="50" charset="-128"/>
                        </a:rPr>
                        <a:t>　</a:t>
                      </a:r>
                      <a:r>
                        <a:rPr lang="en-US" altLang="ja-JP" sz="1200" dirty="0">
                          <a:solidFill>
                            <a:schemeClr val="tx1"/>
                          </a:solidFill>
                          <a:latin typeface="Meiryo UI" panose="020B0604030504040204" pitchFamily="50" charset="-128"/>
                          <a:ea typeface="Meiryo UI" panose="020B0604030504040204" pitchFamily="50" charset="-128"/>
                        </a:rPr>
                        <a:t>(E100)</a:t>
                      </a:r>
                    </a:p>
                  </a:txBody>
                  <a:tcPr marL="97507" marR="97507" marT="17988" marB="1798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1200" dirty="0">
                          <a:solidFill>
                            <a:schemeClr val="tx1"/>
                          </a:solidFill>
                          <a:latin typeface="Meiryo UI" panose="020B0604030504040204" pitchFamily="50" charset="-128"/>
                          <a:ea typeface="Meiryo UI" panose="020B0604030504040204" pitchFamily="50" charset="-128"/>
                        </a:rPr>
                        <a:t>←</a:t>
                      </a:r>
                    </a:p>
                  </a:txBody>
                  <a:tcPr marL="97507" marR="97507" marT="17988" marB="1798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18838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ja-JP" sz="12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rPr>
                        <a:t>Maximum Torque </a:t>
                      </a:r>
                      <a:r>
                        <a:rPr kumimoji="1" lang="ja-JP" altLang="en-US" sz="12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rPr>
                        <a:t>（</a:t>
                      </a:r>
                      <a:r>
                        <a:rPr kumimoji="1" lang="en-US" altLang="ja-JP" sz="12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rPr>
                        <a:t>N-m/rpm</a:t>
                      </a:r>
                      <a:r>
                        <a:rPr kumimoji="1" lang="ja-JP" altLang="en-US" sz="12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rPr>
                        <a:t>）</a:t>
                      </a:r>
                      <a:endParaRPr kumimoji="1" lang="en-US" altLang="ja-JP" sz="12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endParaRPr>
                    </a:p>
                  </a:txBody>
                  <a:tcPr marL="36000" marR="36000" marT="17988" marB="1798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1200" baseline="0" dirty="0">
                          <a:solidFill>
                            <a:schemeClr val="tx1"/>
                          </a:solidFill>
                          <a:latin typeface="Meiryo UI" panose="020B0604030504040204" pitchFamily="50" charset="-128"/>
                          <a:ea typeface="Meiryo UI" panose="020B0604030504040204" pitchFamily="50" charset="-128"/>
                        </a:rPr>
                        <a:t>155 </a:t>
                      </a:r>
                      <a:r>
                        <a:rPr lang="en-US" altLang="ja-JP" sz="1200" dirty="0">
                          <a:solidFill>
                            <a:schemeClr val="tx1"/>
                          </a:solidFill>
                          <a:latin typeface="Meiryo UI" panose="020B0604030504040204" pitchFamily="50" charset="-128"/>
                          <a:ea typeface="Meiryo UI" panose="020B0604030504040204" pitchFamily="50" charset="-128"/>
                        </a:rPr>
                        <a:t>Nm</a:t>
                      </a:r>
                      <a:r>
                        <a:rPr lang="ja-JP" altLang="en-US" sz="1200" dirty="0">
                          <a:solidFill>
                            <a:schemeClr val="tx1"/>
                          </a:solidFill>
                          <a:latin typeface="Meiryo UI" panose="020B0604030504040204" pitchFamily="50" charset="-128"/>
                          <a:ea typeface="Meiryo UI" panose="020B0604030504040204" pitchFamily="50" charset="-128"/>
                        </a:rPr>
                        <a:t>／</a:t>
                      </a:r>
                      <a:r>
                        <a:rPr lang="en-US" altLang="ja-JP" sz="1200" dirty="0">
                          <a:solidFill>
                            <a:schemeClr val="tx1"/>
                          </a:solidFill>
                          <a:latin typeface="Meiryo UI" panose="020B0604030504040204" pitchFamily="50" charset="-128"/>
                          <a:ea typeface="Meiryo UI" panose="020B0604030504040204" pitchFamily="50" charset="-128"/>
                        </a:rPr>
                        <a:t>4600 rpm</a:t>
                      </a:r>
                      <a:r>
                        <a:rPr lang="ja-JP" altLang="en-US" sz="1200" dirty="0">
                          <a:solidFill>
                            <a:schemeClr val="tx1"/>
                          </a:solidFill>
                          <a:latin typeface="Meiryo UI" panose="020B0604030504040204" pitchFamily="50" charset="-128"/>
                          <a:ea typeface="Meiryo UI" panose="020B0604030504040204" pitchFamily="50" charset="-128"/>
                        </a:rPr>
                        <a:t>　</a:t>
                      </a:r>
                      <a:r>
                        <a:rPr lang="en-US" altLang="ja-JP" sz="1200" dirty="0">
                          <a:solidFill>
                            <a:schemeClr val="tx1"/>
                          </a:solidFill>
                          <a:latin typeface="Meiryo UI" panose="020B0604030504040204" pitchFamily="50" charset="-128"/>
                          <a:ea typeface="Meiryo UI" panose="020B0604030504040204" pitchFamily="50" charset="-128"/>
                        </a:rPr>
                        <a:t>(E100)</a:t>
                      </a:r>
                    </a:p>
                  </a:txBody>
                  <a:tcPr marL="97507" marR="97507" marT="17988" marB="1798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1200" dirty="0">
                          <a:solidFill>
                            <a:schemeClr val="tx1"/>
                          </a:solidFill>
                          <a:latin typeface="Meiryo UI" panose="020B0604030504040204" pitchFamily="50" charset="-128"/>
                          <a:ea typeface="Meiryo UI" panose="020B0604030504040204" pitchFamily="50" charset="-128"/>
                        </a:rPr>
                        <a:t>←</a:t>
                      </a:r>
                    </a:p>
                  </a:txBody>
                  <a:tcPr marL="97507" marR="97507" marT="17988" marB="1798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18838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ja-JP" sz="12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rPr>
                        <a:t>Red Zone Ne</a:t>
                      </a:r>
                      <a:r>
                        <a:rPr kumimoji="1" lang="ja-JP" altLang="en-US" sz="12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rPr>
                        <a:t>（</a:t>
                      </a:r>
                      <a:r>
                        <a:rPr kumimoji="1" lang="en-US" altLang="ja-JP" sz="12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rPr>
                        <a:t>rpm</a:t>
                      </a:r>
                      <a:r>
                        <a:rPr kumimoji="1" lang="ja-JP" altLang="en-US" sz="12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rPr>
                        <a:t>） </a:t>
                      </a:r>
                      <a:r>
                        <a:rPr kumimoji="1" lang="en-US" altLang="ja-JP" sz="12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rPr>
                        <a:t>indication</a:t>
                      </a:r>
                    </a:p>
                  </a:txBody>
                  <a:tcPr marL="36000" marR="36000" marT="17988" marB="1798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a:r>
                        <a:rPr lang="en-US" altLang="ja-JP" sz="1200" dirty="0">
                          <a:solidFill>
                            <a:schemeClr val="tx1"/>
                          </a:solidFill>
                          <a:latin typeface="Meiryo UI" panose="020B0604030504040204" pitchFamily="50" charset="-128"/>
                          <a:ea typeface="Meiryo UI" panose="020B0604030504040204" pitchFamily="50" charset="-128"/>
                        </a:rPr>
                        <a:t>6400</a:t>
                      </a:r>
                      <a:endParaRPr lang="ja-JP" altLang="en-US" sz="1200" dirty="0">
                        <a:solidFill>
                          <a:schemeClr val="tx1"/>
                        </a:solidFill>
                        <a:latin typeface="Meiryo UI" panose="020B0604030504040204" pitchFamily="50" charset="-128"/>
                        <a:ea typeface="Meiryo UI" panose="020B0604030504040204" pitchFamily="50" charset="-128"/>
                      </a:endParaRPr>
                    </a:p>
                  </a:txBody>
                  <a:tcPr marL="97507" marR="97507" marT="17988" marB="1798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1200" dirty="0">
                          <a:solidFill>
                            <a:schemeClr val="tx1"/>
                          </a:solidFill>
                          <a:latin typeface="Meiryo UI" panose="020B0604030504040204" pitchFamily="50" charset="-128"/>
                          <a:ea typeface="Meiryo UI" panose="020B0604030504040204" pitchFamily="50" charset="-128"/>
                        </a:rPr>
                        <a:t>←</a:t>
                      </a:r>
                    </a:p>
                  </a:txBody>
                  <a:tcPr marL="97507" marR="97507" marT="17988" marB="1798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18838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ja-JP" sz="12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rPr>
                        <a:t>Fuel Cut Ne</a:t>
                      </a:r>
                      <a:r>
                        <a:rPr kumimoji="1" lang="ja-JP" altLang="en-US" sz="12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rPr>
                        <a:t>（</a:t>
                      </a:r>
                      <a:r>
                        <a:rPr kumimoji="1" lang="en-US" altLang="ja-JP" sz="12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rPr>
                        <a:t>rpm</a:t>
                      </a:r>
                      <a:r>
                        <a:rPr kumimoji="1" lang="ja-JP" altLang="en-US" sz="12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rPr>
                        <a:t>）</a:t>
                      </a:r>
                    </a:p>
                  </a:txBody>
                  <a:tcPr marL="36000" marR="36000" marT="17988" marB="1798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a:r>
                        <a:rPr lang="en-US" altLang="ja-JP" sz="1200" dirty="0">
                          <a:solidFill>
                            <a:schemeClr val="tx1"/>
                          </a:solidFill>
                          <a:latin typeface="Meiryo UI" panose="020B0604030504040204" pitchFamily="50" charset="-128"/>
                          <a:ea typeface="Meiryo UI" panose="020B0604030504040204" pitchFamily="50" charset="-128"/>
                        </a:rPr>
                        <a:t>6600</a:t>
                      </a:r>
                      <a:endParaRPr lang="ja-JP" altLang="en-US" sz="1200" dirty="0">
                        <a:solidFill>
                          <a:schemeClr val="tx1"/>
                        </a:solidFill>
                        <a:latin typeface="Meiryo UI" panose="020B0604030504040204" pitchFamily="50" charset="-128"/>
                        <a:ea typeface="Meiryo UI" panose="020B0604030504040204" pitchFamily="50" charset="-128"/>
                      </a:endParaRPr>
                    </a:p>
                  </a:txBody>
                  <a:tcPr marL="97507" marR="97507" marT="17988" marB="1798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1200" dirty="0">
                          <a:solidFill>
                            <a:schemeClr val="tx1"/>
                          </a:solidFill>
                          <a:latin typeface="Meiryo UI" panose="020B0604030504040204" pitchFamily="50" charset="-128"/>
                          <a:ea typeface="Meiryo UI" panose="020B0604030504040204" pitchFamily="50" charset="-128"/>
                        </a:rPr>
                        <a:t>←</a:t>
                      </a:r>
                    </a:p>
                  </a:txBody>
                  <a:tcPr marL="97507" marR="97507" marT="17988" marB="1798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18838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ja-JP" sz="12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rPr>
                        <a:t>Valve train</a:t>
                      </a:r>
                    </a:p>
                  </a:txBody>
                  <a:tcPr marL="36000" marR="36000" marT="17988" marB="1798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rPr>
                        <a:t>DOHC</a:t>
                      </a:r>
                      <a:r>
                        <a:rPr kumimoji="1" lang="ja-JP" altLang="en-US" sz="12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rPr>
                        <a:t> </a:t>
                      </a:r>
                      <a:r>
                        <a:rPr kumimoji="1" lang="en-US" altLang="ja-JP" sz="12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rPr>
                        <a:t>IN-VTC (w/ In-VTEC)</a:t>
                      </a:r>
                      <a:endParaRPr lang="ja-JP" altLang="en-US" sz="1200" dirty="0">
                        <a:solidFill>
                          <a:schemeClr val="tx1"/>
                        </a:solidFill>
                        <a:latin typeface="Meiryo UI" panose="020B0604030504040204" pitchFamily="50" charset="-128"/>
                        <a:ea typeface="Meiryo UI" panose="020B0604030504040204" pitchFamily="50" charset="-128"/>
                      </a:endParaRPr>
                    </a:p>
                  </a:txBody>
                  <a:tcPr marL="97507" marR="97507" marT="17988" marB="1798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1200" dirty="0">
                          <a:solidFill>
                            <a:schemeClr val="tx1"/>
                          </a:solidFill>
                          <a:latin typeface="Meiryo UI" panose="020B0604030504040204" pitchFamily="50" charset="-128"/>
                          <a:ea typeface="Meiryo UI" panose="020B0604030504040204" pitchFamily="50" charset="-128"/>
                        </a:rPr>
                        <a:t>←</a:t>
                      </a:r>
                    </a:p>
                  </a:txBody>
                  <a:tcPr marL="97507" marR="97507" marT="17988" marB="1798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18838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ja-JP" sz="12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rPr>
                        <a:t>Direction of Rotation</a:t>
                      </a:r>
                    </a:p>
                  </a:txBody>
                  <a:tcPr marL="36000" marR="36000" marT="17988" marB="1798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2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rPr>
                        <a:t>Clockwise</a:t>
                      </a:r>
                    </a:p>
                  </a:txBody>
                  <a:tcPr marL="97507" marR="97507" marT="17988" marB="1798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1200" dirty="0">
                          <a:solidFill>
                            <a:schemeClr val="tx1"/>
                          </a:solidFill>
                          <a:latin typeface="Meiryo UI" panose="020B0604030504040204" pitchFamily="50" charset="-128"/>
                          <a:ea typeface="Meiryo UI" panose="020B0604030504040204" pitchFamily="50" charset="-128"/>
                        </a:rPr>
                        <a:t>←</a:t>
                      </a:r>
                    </a:p>
                  </a:txBody>
                  <a:tcPr marL="97507" marR="97507" marT="17988" marB="1798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18838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ja-JP" sz="12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rPr>
                        <a:t>Firing Order</a:t>
                      </a:r>
                      <a:endParaRPr kumimoji="1" lang="ja-JP" altLang="en-US" sz="12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endParaRPr>
                    </a:p>
                  </a:txBody>
                  <a:tcPr marL="36000" marR="36000" marT="17988" marB="1798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2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rPr>
                        <a:t>1-3-4-2</a:t>
                      </a:r>
                      <a:endParaRPr kumimoji="1" lang="ja-JP" altLang="en-US" sz="12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endParaRPr>
                    </a:p>
                  </a:txBody>
                  <a:tcPr marL="97507" marR="97507" marT="17988" marB="1798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1200" dirty="0">
                          <a:solidFill>
                            <a:schemeClr val="tx1"/>
                          </a:solidFill>
                          <a:latin typeface="Meiryo UI" panose="020B0604030504040204" pitchFamily="50" charset="-128"/>
                          <a:ea typeface="Meiryo UI" panose="020B0604030504040204" pitchFamily="50" charset="-128"/>
                        </a:rPr>
                        <a:t>←</a:t>
                      </a:r>
                    </a:p>
                  </a:txBody>
                  <a:tcPr marL="97507" marR="97507" marT="17988" marB="1798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18838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ja-JP" sz="12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rPr>
                        <a:t>Bore </a:t>
                      </a:r>
                      <a:r>
                        <a:rPr kumimoji="1" lang="ja-JP" altLang="en-US" sz="12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rPr>
                        <a:t>ｘ </a:t>
                      </a:r>
                      <a:r>
                        <a:rPr kumimoji="1" lang="en-US" altLang="ja-JP" sz="12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rPr>
                        <a:t>Stroke</a:t>
                      </a:r>
                      <a:r>
                        <a:rPr kumimoji="1" lang="ja-JP" altLang="en-US" sz="12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rPr>
                        <a:t>（</a:t>
                      </a:r>
                      <a:r>
                        <a:rPr kumimoji="1" lang="en-US" altLang="ja-JP" sz="12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rPr>
                        <a:t>mm</a:t>
                      </a:r>
                      <a:r>
                        <a:rPr kumimoji="1" lang="ja-JP" altLang="en-US" sz="12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rPr>
                        <a:t>）</a:t>
                      </a:r>
                    </a:p>
                  </a:txBody>
                  <a:tcPr marL="36000" marR="36000" marT="17988" marB="1798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l-GR" altLang="ja-JP" sz="12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rPr>
                        <a:t>Φ73.0</a:t>
                      </a:r>
                      <a:r>
                        <a:rPr kumimoji="1" lang="en-US" altLang="ja-JP" sz="12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rPr>
                        <a:t>x89.5</a:t>
                      </a:r>
                    </a:p>
                  </a:txBody>
                  <a:tcPr marL="97507" marR="97507" marT="17988" marB="1798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1200" dirty="0">
                          <a:solidFill>
                            <a:schemeClr val="tx1"/>
                          </a:solidFill>
                          <a:latin typeface="Meiryo UI" panose="020B0604030504040204" pitchFamily="50" charset="-128"/>
                          <a:ea typeface="Meiryo UI" panose="020B0604030504040204" pitchFamily="50" charset="-128"/>
                        </a:rPr>
                        <a:t>←</a:t>
                      </a:r>
                    </a:p>
                  </a:txBody>
                  <a:tcPr marL="97507" marR="97507" marT="17988" marB="1798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18838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ja-JP" sz="12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rPr>
                        <a:t>Displacement</a:t>
                      </a:r>
                      <a:r>
                        <a:rPr kumimoji="1" lang="ja-JP" altLang="en-US" sz="12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rPr>
                        <a:t>（</a:t>
                      </a:r>
                      <a:r>
                        <a:rPr kumimoji="1" lang="en-US" altLang="ja-JP" sz="12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rPr>
                        <a:t>cc</a:t>
                      </a:r>
                      <a:r>
                        <a:rPr kumimoji="1" lang="ja-JP" altLang="en-US" sz="12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rPr>
                        <a:t>）</a:t>
                      </a:r>
                    </a:p>
                  </a:txBody>
                  <a:tcPr marL="36000" marR="36000" marT="17988" marB="1798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2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rPr>
                        <a:t>1498cc</a:t>
                      </a:r>
                      <a:endParaRPr kumimoji="1" lang="ja-JP" altLang="en-US" sz="12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endParaRPr>
                    </a:p>
                  </a:txBody>
                  <a:tcPr marL="97507" marR="97507" marT="17988" marB="1798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1200" dirty="0">
                          <a:solidFill>
                            <a:schemeClr val="tx1"/>
                          </a:solidFill>
                          <a:latin typeface="Meiryo UI" panose="020B0604030504040204" pitchFamily="50" charset="-128"/>
                          <a:ea typeface="Meiryo UI" panose="020B0604030504040204" pitchFamily="50" charset="-128"/>
                        </a:rPr>
                        <a:t>←</a:t>
                      </a:r>
                    </a:p>
                  </a:txBody>
                  <a:tcPr marL="97507" marR="97507" marT="17988" marB="1798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r h="18838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ja-JP" sz="12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rPr>
                        <a:t>Compression Ratio</a:t>
                      </a:r>
                    </a:p>
                  </a:txBody>
                  <a:tcPr marL="36000" marR="36000" marT="17988" marB="1798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2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rPr>
                        <a:t>12.4</a:t>
                      </a:r>
                      <a:endParaRPr kumimoji="1" lang="ja-JP" altLang="en-US" sz="12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endParaRPr>
                    </a:p>
                  </a:txBody>
                  <a:tcPr marL="97507" marR="97507" marT="17988" marB="1798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1200" dirty="0">
                          <a:solidFill>
                            <a:schemeClr val="tx1"/>
                          </a:solidFill>
                          <a:latin typeface="Meiryo UI" panose="020B0604030504040204" pitchFamily="50" charset="-128"/>
                          <a:ea typeface="Meiryo UI" panose="020B0604030504040204" pitchFamily="50" charset="-128"/>
                        </a:rPr>
                        <a:t>←</a:t>
                      </a:r>
                    </a:p>
                  </a:txBody>
                  <a:tcPr marL="97507" marR="97507" marT="17988" marB="1798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4"/>
                  </a:ext>
                </a:extLst>
              </a:tr>
              <a:tr h="18838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ja-JP" sz="12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rPr>
                        <a:t>In-take manifold</a:t>
                      </a:r>
                    </a:p>
                  </a:txBody>
                  <a:tcPr marL="36000" marR="36000" marT="17988" marB="1798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rPr>
                        <a:t>Material=Plastic,</a:t>
                      </a:r>
                      <a:r>
                        <a:rPr kumimoji="1" lang="ja-JP" altLang="en-US" sz="12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rPr>
                        <a:t> </a:t>
                      </a:r>
                      <a:r>
                        <a:rPr kumimoji="1" lang="en-US" altLang="ja-JP" sz="12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rPr>
                        <a:t>Chamber vol.=1.6L</a:t>
                      </a:r>
                      <a:endParaRPr lang="ja-JP" altLang="en-US" sz="1200" dirty="0">
                        <a:solidFill>
                          <a:schemeClr val="tx1"/>
                        </a:solidFill>
                        <a:latin typeface="Meiryo UI" panose="020B0604030504040204" pitchFamily="50" charset="-128"/>
                        <a:ea typeface="Meiryo UI" panose="020B0604030504040204" pitchFamily="50" charset="-128"/>
                      </a:endParaRPr>
                    </a:p>
                  </a:txBody>
                  <a:tcPr marL="97507" marR="97507" marT="17988" marB="1798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1200" dirty="0">
                          <a:solidFill>
                            <a:schemeClr val="tx1"/>
                          </a:solidFill>
                          <a:latin typeface="Meiryo UI" panose="020B0604030504040204" pitchFamily="50" charset="-128"/>
                          <a:ea typeface="Meiryo UI" panose="020B0604030504040204" pitchFamily="50" charset="-128"/>
                        </a:rPr>
                        <a:t>←</a:t>
                      </a:r>
                    </a:p>
                  </a:txBody>
                  <a:tcPr marL="97507" marR="97507" marT="17988" marB="1798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6"/>
                  </a:ext>
                </a:extLst>
              </a:tr>
              <a:tr h="18838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ja-JP" sz="12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rPr>
                        <a:t>EGR System</a:t>
                      </a:r>
                    </a:p>
                  </a:txBody>
                  <a:tcPr marL="36000" marR="36000" marT="17988" marB="1798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a:r>
                        <a:rPr lang="en-US" altLang="ja-JP" sz="1200" dirty="0">
                          <a:solidFill>
                            <a:schemeClr val="tx1"/>
                          </a:solidFill>
                          <a:latin typeface="Meiryo UI" panose="020B0604030504040204" pitchFamily="50" charset="-128"/>
                          <a:ea typeface="Meiryo UI" panose="020B0604030504040204" pitchFamily="50" charset="-128"/>
                        </a:rPr>
                        <a:t>E-EGR</a:t>
                      </a:r>
                      <a:r>
                        <a:rPr lang="ja-JP" altLang="en-US" sz="1200" dirty="0">
                          <a:solidFill>
                            <a:schemeClr val="tx1"/>
                          </a:solidFill>
                          <a:latin typeface="Meiryo UI" panose="020B0604030504040204" pitchFamily="50" charset="-128"/>
                          <a:ea typeface="Meiryo UI" panose="020B0604030504040204" pitchFamily="50" charset="-128"/>
                        </a:rPr>
                        <a:t>　</a:t>
                      </a:r>
                      <a:r>
                        <a:rPr lang="en-US" altLang="ja-JP" sz="1200" dirty="0">
                          <a:solidFill>
                            <a:schemeClr val="tx1"/>
                          </a:solidFill>
                          <a:latin typeface="Meiryo UI" panose="020B0604030504040204" pitchFamily="50" charset="-128"/>
                          <a:ea typeface="Meiryo UI" panose="020B0604030504040204" pitchFamily="50" charset="-128"/>
                        </a:rPr>
                        <a:t>200L/min@50mmHg</a:t>
                      </a:r>
                      <a:endParaRPr lang="ja-JP" altLang="en-US" sz="1200" dirty="0">
                        <a:solidFill>
                          <a:schemeClr val="tx1"/>
                        </a:solidFill>
                        <a:latin typeface="Meiryo UI" panose="020B0604030504040204" pitchFamily="50" charset="-128"/>
                        <a:ea typeface="Meiryo UI" panose="020B0604030504040204" pitchFamily="50" charset="-128"/>
                      </a:endParaRPr>
                    </a:p>
                  </a:txBody>
                  <a:tcPr marL="97507" marR="97507" marT="17988" marB="1798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1200" dirty="0">
                          <a:solidFill>
                            <a:schemeClr val="tx1"/>
                          </a:solidFill>
                          <a:latin typeface="Meiryo UI" panose="020B0604030504040204" pitchFamily="50" charset="-128"/>
                          <a:ea typeface="Meiryo UI" panose="020B0604030504040204" pitchFamily="50" charset="-128"/>
                        </a:rPr>
                        <a:t>←</a:t>
                      </a:r>
                    </a:p>
                  </a:txBody>
                  <a:tcPr marL="97507" marR="97507" marT="17988" marB="1798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7"/>
                  </a:ext>
                </a:extLst>
              </a:tr>
              <a:tr h="18838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ja-JP" sz="12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rPr>
                        <a:t>Emission system</a:t>
                      </a:r>
                    </a:p>
                  </a:txBody>
                  <a:tcPr marL="36000" marR="36000" marT="17988" marB="1798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rPr>
                        <a:t>3-way closed</a:t>
                      </a:r>
                      <a:r>
                        <a:rPr kumimoji="1" lang="ja-JP" altLang="en-US" sz="12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rPr>
                        <a:t> </a:t>
                      </a:r>
                      <a:r>
                        <a:rPr kumimoji="1" lang="en-US" altLang="ja-JP" sz="12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rPr>
                        <a:t>couple</a:t>
                      </a:r>
                      <a:r>
                        <a:rPr kumimoji="1" lang="ja-JP" altLang="en-US" sz="12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rPr>
                        <a:t> </a:t>
                      </a:r>
                      <a:r>
                        <a:rPr kumimoji="1" lang="en-US" altLang="ja-JP" sz="12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rPr>
                        <a:t>catalyst+under floor catalyst</a:t>
                      </a:r>
                      <a:endParaRPr lang="ja-JP" altLang="en-US" sz="1200" dirty="0">
                        <a:solidFill>
                          <a:schemeClr val="tx1"/>
                        </a:solidFill>
                        <a:latin typeface="Meiryo UI" panose="020B0604030504040204" pitchFamily="50" charset="-128"/>
                        <a:ea typeface="Meiryo UI" panose="020B0604030504040204" pitchFamily="50" charset="-128"/>
                      </a:endParaRPr>
                    </a:p>
                  </a:txBody>
                  <a:tcPr marL="97507" marR="97507" marT="17988" marB="1798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1200" dirty="0">
                          <a:solidFill>
                            <a:schemeClr val="tx1"/>
                          </a:solidFill>
                          <a:latin typeface="Meiryo UI" panose="020B0604030504040204" pitchFamily="50" charset="-128"/>
                          <a:ea typeface="Meiryo UI" panose="020B0604030504040204" pitchFamily="50" charset="-128"/>
                        </a:rPr>
                        <a:t>←</a:t>
                      </a:r>
                    </a:p>
                  </a:txBody>
                  <a:tcPr marL="97507" marR="97507" marT="17988" marB="1798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20"/>
                  </a:ext>
                </a:extLst>
              </a:tr>
              <a:tr h="18838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ja-JP" sz="12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rPr>
                        <a:t>Air Cleaner Box flow rate</a:t>
                      </a:r>
                    </a:p>
                  </a:txBody>
                  <a:tcPr marL="36000" marR="36000" marT="17988" marB="1798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a:r>
                        <a:rPr lang="en-US" altLang="ja-JP" sz="1200" baseline="0" dirty="0">
                          <a:solidFill>
                            <a:schemeClr val="tx1"/>
                          </a:solidFill>
                          <a:latin typeface="Meiryo UI" panose="020B0604030504040204" pitchFamily="50" charset="-128"/>
                          <a:ea typeface="Meiryo UI" panose="020B0604030504040204" pitchFamily="50" charset="-128"/>
                        </a:rPr>
                        <a:t>73</a:t>
                      </a:r>
                      <a:r>
                        <a:rPr lang="en-US" altLang="ja-JP" sz="1200" dirty="0">
                          <a:solidFill>
                            <a:schemeClr val="tx1"/>
                          </a:solidFill>
                          <a:latin typeface="Meiryo UI" panose="020B0604030504040204" pitchFamily="50" charset="-128"/>
                          <a:ea typeface="Meiryo UI" panose="020B0604030504040204" pitchFamily="50" charset="-128"/>
                        </a:rPr>
                        <a:t>L/sec</a:t>
                      </a:r>
                      <a:r>
                        <a:rPr lang="ja-JP" altLang="en-US" sz="1200" dirty="0">
                          <a:solidFill>
                            <a:schemeClr val="tx1"/>
                          </a:solidFill>
                          <a:latin typeface="Meiryo UI" panose="020B0604030504040204" pitchFamily="50" charset="-128"/>
                          <a:ea typeface="Meiryo UI" panose="020B0604030504040204" pitchFamily="50" charset="-128"/>
                        </a:rPr>
                        <a:t>＠</a:t>
                      </a:r>
                      <a:r>
                        <a:rPr lang="en-US" altLang="ja-JP" sz="1200" dirty="0">
                          <a:solidFill>
                            <a:schemeClr val="tx1"/>
                          </a:solidFill>
                          <a:latin typeface="Meiryo UI" panose="020B0604030504040204" pitchFamily="50" charset="-128"/>
                          <a:ea typeface="Meiryo UI" panose="020B0604030504040204" pitchFamily="50" charset="-128"/>
                        </a:rPr>
                        <a:t>250</a:t>
                      </a:r>
                      <a:r>
                        <a:rPr lang="ja-JP" altLang="en-US" sz="1200" dirty="0">
                          <a:solidFill>
                            <a:schemeClr val="tx1"/>
                          </a:solidFill>
                          <a:latin typeface="Meiryo UI" panose="020B0604030504040204" pitchFamily="50" charset="-128"/>
                          <a:ea typeface="Meiryo UI" panose="020B0604030504040204" pitchFamily="50" charset="-128"/>
                        </a:rPr>
                        <a:t>㎜</a:t>
                      </a:r>
                      <a:r>
                        <a:rPr lang="en-US" altLang="ja-JP" sz="1200" dirty="0">
                          <a:solidFill>
                            <a:schemeClr val="tx1"/>
                          </a:solidFill>
                          <a:latin typeface="Meiryo UI" panose="020B0604030504040204" pitchFamily="50" charset="-128"/>
                          <a:ea typeface="Meiryo UI" panose="020B0604030504040204" pitchFamily="50" charset="-128"/>
                        </a:rPr>
                        <a:t>Aq @ HGT flow meter</a:t>
                      </a:r>
                    </a:p>
                  </a:txBody>
                  <a:tcPr marL="90012" marR="90012" marT="17996" marB="179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1200" dirty="0">
                          <a:solidFill>
                            <a:schemeClr val="tx1"/>
                          </a:solidFill>
                          <a:latin typeface="Meiryo UI" panose="020B0604030504040204" pitchFamily="50" charset="-128"/>
                          <a:ea typeface="Meiryo UI" panose="020B0604030504040204" pitchFamily="50" charset="-128"/>
                        </a:rPr>
                        <a:t>←</a:t>
                      </a:r>
                    </a:p>
                  </a:txBody>
                  <a:tcPr marL="97507" marR="97507" marT="17988" marB="1798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21"/>
                  </a:ext>
                </a:extLst>
              </a:tr>
              <a:tr h="18838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ja-JP" sz="12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rPr>
                        <a:t>Silencer comp flow rate</a:t>
                      </a:r>
                    </a:p>
                  </a:txBody>
                  <a:tcPr marL="36000" marR="36000" marT="17988" marB="1798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a:r>
                        <a:rPr lang="en-US" altLang="ja-JP" sz="1200" baseline="0" dirty="0">
                          <a:solidFill>
                            <a:schemeClr val="tx1"/>
                          </a:solidFill>
                          <a:latin typeface="Meiryo UI" panose="020B0604030504040204" pitchFamily="50" charset="-128"/>
                          <a:ea typeface="Meiryo UI" panose="020B0604030504040204" pitchFamily="50" charset="-128"/>
                        </a:rPr>
                        <a:t>60 </a:t>
                      </a:r>
                      <a:r>
                        <a:rPr lang="en-US" altLang="ja-JP" sz="1200" dirty="0">
                          <a:solidFill>
                            <a:schemeClr val="tx1"/>
                          </a:solidFill>
                          <a:latin typeface="Meiryo UI" panose="020B0604030504040204" pitchFamily="50" charset="-128"/>
                          <a:ea typeface="Meiryo UI" panose="020B0604030504040204" pitchFamily="50" charset="-128"/>
                        </a:rPr>
                        <a:t>L/sec @HGT flow meter</a:t>
                      </a:r>
                      <a:endParaRPr lang="ja-JP" altLang="en-US" sz="1200" dirty="0">
                        <a:solidFill>
                          <a:schemeClr val="tx1"/>
                        </a:solidFill>
                        <a:latin typeface="Meiryo UI" panose="020B0604030504040204" pitchFamily="50" charset="-128"/>
                        <a:ea typeface="Meiryo UI" panose="020B0604030504040204" pitchFamily="50" charset="-128"/>
                      </a:endParaRPr>
                    </a:p>
                  </a:txBody>
                  <a:tcPr marL="90012" marR="90012" marT="17996" marB="179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1200" dirty="0">
                          <a:solidFill>
                            <a:schemeClr val="tx1"/>
                          </a:solidFill>
                          <a:latin typeface="Meiryo UI" panose="020B0604030504040204" pitchFamily="50" charset="-128"/>
                          <a:ea typeface="Meiryo UI" panose="020B0604030504040204" pitchFamily="50" charset="-128"/>
                        </a:rPr>
                        <a:t>←</a:t>
                      </a:r>
                    </a:p>
                  </a:txBody>
                  <a:tcPr marL="97507" marR="97507" marT="17988" marB="1798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22"/>
                  </a:ext>
                </a:extLst>
              </a:tr>
              <a:tr h="18838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ja-JP" sz="12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rPr>
                        <a:t>Combustion system</a:t>
                      </a:r>
                    </a:p>
                  </a:txBody>
                  <a:tcPr marL="36000" marR="36000" marT="17988" marB="1798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rPr>
                        <a:t>Sequential </a:t>
                      </a:r>
                      <a:endParaRPr lang="ja-JP" altLang="en-US" sz="1200" dirty="0">
                        <a:solidFill>
                          <a:schemeClr val="tx1"/>
                        </a:solidFill>
                        <a:latin typeface="Meiryo UI" panose="020B0604030504040204" pitchFamily="50" charset="-128"/>
                        <a:ea typeface="Meiryo UI" panose="020B0604030504040204" pitchFamily="50" charset="-128"/>
                      </a:endParaRPr>
                    </a:p>
                  </a:txBody>
                  <a:tcPr marL="97507" marR="97507" marT="17988" marB="1798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1200" dirty="0">
                          <a:solidFill>
                            <a:schemeClr val="tx1"/>
                          </a:solidFill>
                          <a:latin typeface="Meiryo UI" panose="020B0604030504040204" pitchFamily="50" charset="-128"/>
                          <a:ea typeface="Meiryo UI" panose="020B0604030504040204" pitchFamily="50" charset="-128"/>
                        </a:rPr>
                        <a:t>←</a:t>
                      </a:r>
                    </a:p>
                  </a:txBody>
                  <a:tcPr marL="97507" marR="97507" marT="17988" marB="1798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23"/>
                  </a:ext>
                </a:extLst>
              </a:tr>
              <a:tr h="18838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ja-JP" sz="12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rPr>
                        <a:t>EMS</a:t>
                      </a:r>
                    </a:p>
                  </a:txBody>
                  <a:tcPr marL="36000" marR="36000" marT="17988" marB="1798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a:r>
                        <a:rPr lang="en-US" altLang="ja-JP" sz="1200" dirty="0">
                          <a:solidFill>
                            <a:schemeClr val="tx1"/>
                          </a:solidFill>
                          <a:latin typeface="Meiryo UI" panose="020B0604030504040204" pitchFamily="50" charset="-128"/>
                          <a:ea typeface="Meiryo UI" panose="020B0604030504040204" pitchFamily="50" charset="-128"/>
                        </a:rPr>
                        <a:t>BOSCH EMS</a:t>
                      </a:r>
                      <a:endParaRPr lang="ja-JP" altLang="en-US" sz="1200" dirty="0">
                        <a:solidFill>
                          <a:schemeClr val="tx1"/>
                        </a:solidFill>
                        <a:latin typeface="Meiryo UI" panose="020B0604030504040204" pitchFamily="50" charset="-128"/>
                        <a:ea typeface="Meiryo UI" panose="020B0604030504040204" pitchFamily="50" charset="-128"/>
                      </a:endParaRPr>
                    </a:p>
                  </a:txBody>
                  <a:tcPr marL="97507" marR="97507" marT="17988" marB="1798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1200" dirty="0">
                          <a:solidFill>
                            <a:schemeClr val="tx1"/>
                          </a:solidFill>
                          <a:latin typeface="Meiryo UI" panose="020B0604030504040204" pitchFamily="50" charset="-128"/>
                          <a:ea typeface="Meiryo UI" panose="020B0604030504040204" pitchFamily="50" charset="-128"/>
                        </a:rPr>
                        <a:t>←</a:t>
                      </a:r>
                    </a:p>
                  </a:txBody>
                  <a:tcPr marL="97507" marR="97507" marT="17988" marB="1798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24"/>
                  </a:ext>
                </a:extLst>
              </a:tr>
              <a:tr h="18838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ja-JP" sz="12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rPr>
                        <a:t>IDLE STOP</a:t>
                      </a:r>
                    </a:p>
                  </a:txBody>
                  <a:tcPr marL="36000" marR="36000" marT="17988" marB="1798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a:r>
                        <a:rPr lang="en-US" altLang="ja-JP" sz="1200" dirty="0">
                          <a:solidFill>
                            <a:schemeClr val="tx1"/>
                          </a:solidFill>
                          <a:latin typeface="Meiryo UI" panose="020B0604030504040204" pitchFamily="50" charset="-128"/>
                          <a:ea typeface="Meiryo UI" panose="020B0604030504040204" pitchFamily="50" charset="-128"/>
                        </a:rPr>
                        <a:t>Without</a:t>
                      </a:r>
                      <a:endParaRPr lang="ja-JP" altLang="en-US" sz="1200" dirty="0">
                        <a:solidFill>
                          <a:schemeClr val="tx1"/>
                        </a:solidFill>
                        <a:latin typeface="Meiryo UI" panose="020B0604030504040204" pitchFamily="50" charset="-128"/>
                        <a:ea typeface="Meiryo UI" panose="020B0604030504040204" pitchFamily="50" charset="-128"/>
                      </a:endParaRPr>
                    </a:p>
                  </a:txBody>
                  <a:tcPr marL="97507" marR="97507" marT="17988" marB="1798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1200" dirty="0">
                          <a:solidFill>
                            <a:schemeClr val="tx1"/>
                          </a:solidFill>
                          <a:latin typeface="Meiryo UI" panose="020B0604030504040204" pitchFamily="50" charset="-128"/>
                          <a:ea typeface="Meiryo UI" panose="020B0604030504040204" pitchFamily="50" charset="-128"/>
                        </a:rPr>
                        <a:t>←</a:t>
                      </a:r>
                    </a:p>
                  </a:txBody>
                  <a:tcPr marL="97507" marR="97507" marT="17988" marB="1798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860527382"/>
                  </a:ext>
                </a:extLst>
              </a:tr>
            </a:tbl>
          </a:graphicData>
        </a:graphic>
      </p:graphicFrame>
      <p:sp>
        <p:nvSpPr>
          <p:cNvPr id="4" name="正方形/長方形 3">
            <a:extLst>
              <a:ext uri="{FF2B5EF4-FFF2-40B4-BE49-F238E27FC236}">
                <a16:creationId xmlns:a16="http://schemas.microsoft.com/office/drawing/2014/main" id="{7D16159D-6F46-FCDB-6774-8315AD32F06C}"/>
              </a:ext>
            </a:extLst>
          </p:cNvPr>
          <p:cNvSpPr/>
          <p:nvPr/>
        </p:nvSpPr>
        <p:spPr bwMode="auto">
          <a:xfrm>
            <a:off x="5827593" y="1168843"/>
            <a:ext cx="3136909" cy="5277560"/>
          </a:xfrm>
          <a:prstGeom prst="rect">
            <a:avLst/>
          </a:prstGeom>
          <a:noFill/>
          <a:ln w="38100" cap="flat" cmpd="sng" algn="ctr">
            <a:solidFill>
              <a:srgbClr val="0000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ja-JP" altLang="en-US" sz="2400" b="0" i="0" u="none" strike="noStrike" kern="1200" cap="none" spc="0" normalizeH="0" baseline="0" noProof="0">
              <a:ln>
                <a:noFill/>
              </a:ln>
              <a:solidFill>
                <a:srgbClr val="000000"/>
              </a:solidFill>
              <a:effectLst/>
              <a:uLnTx/>
              <a:uFillTx/>
              <a:latin typeface="Times New Roman" pitchFamily="18" charset="0"/>
              <a:ea typeface="ＭＳ Ｐゴシック" pitchFamily="50" charset="-128"/>
              <a:cs typeface="+mn-cs"/>
            </a:endParaRPr>
          </a:p>
        </p:txBody>
      </p:sp>
      <p:sp>
        <p:nvSpPr>
          <p:cNvPr id="5" name="Text Box 2">
            <a:extLst>
              <a:ext uri="{FF2B5EF4-FFF2-40B4-BE49-F238E27FC236}">
                <a16:creationId xmlns:a16="http://schemas.microsoft.com/office/drawing/2014/main" id="{AE19B979-1CDB-75CF-F962-355E7E89C5DC}"/>
              </a:ext>
            </a:extLst>
          </p:cNvPr>
          <p:cNvSpPr txBox="1">
            <a:spLocks noChangeArrowheads="1"/>
          </p:cNvSpPr>
          <p:nvPr/>
        </p:nvSpPr>
        <p:spPr bwMode="auto">
          <a:xfrm>
            <a:off x="1799836" y="83640"/>
            <a:ext cx="5560048" cy="400110"/>
          </a:xfrm>
          <a:prstGeom prst="rect">
            <a:avLst/>
          </a:prstGeom>
          <a:noFill/>
        </p:spPr>
        <p:txBody>
          <a:bodyPr wrap="none" rtlCol="0">
            <a:spAutoFit/>
          </a:bodyPr>
          <a:lstStyle>
            <a:defPPr>
              <a:defRPr lang="en-US"/>
            </a:defPPr>
            <a:lvl1pPr fontAlgn="auto">
              <a:spcBef>
                <a:spcPts val="0"/>
              </a:spcBef>
              <a:spcAft>
                <a:spcPts val="0"/>
              </a:spcAft>
              <a:defRPr kumimoji="0">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r>
              <a:rPr lang="en-US" altLang="ja-JP" sz="2000" dirty="0"/>
              <a:t>9. Engine Overview and</a:t>
            </a:r>
            <a:r>
              <a:rPr lang="ja-JP" altLang="en-US" sz="2000" dirty="0"/>
              <a:t> </a:t>
            </a:r>
            <a:r>
              <a:rPr lang="en-US" altLang="ja-JP" sz="2000" dirty="0"/>
              <a:t>Basic Specification</a:t>
            </a:r>
          </a:p>
        </p:txBody>
      </p:sp>
      <p:sp>
        <p:nvSpPr>
          <p:cNvPr id="7" name="テキスト ボックス 6">
            <a:extLst>
              <a:ext uri="{FF2B5EF4-FFF2-40B4-BE49-F238E27FC236}">
                <a16:creationId xmlns:a16="http://schemas.microsoft.com/office/drawing/2014/main" id="{BE892532-C969-4B7C-30F8-574A18C03128}"/>
              </a:ext>
            </a:extLst>
          </p:cNvPr>
          <p:cNvSpPr txBox="1"/>
          <p:nvPr/>
        </p:nvSpPr>
        <p:spPr>
          <a:xfrm>
            <a:off x="1521" y="6512934"/>
            <a:ext cx="9142479" cy="338554"/>
          </a:xfrm>
          <a:prstGeom prst="rect">
            <a:avLst/>
          </a:prstGeom>
          <a:solidFill>
            <a:srgbClr val="002060"/>
          </a:solidFill>
        </p:spPr>
        <p:txBody>
          <a:bodyPr wrap="square" rtlCol="0">
            <a:spAutoFit/>
          </a:bodyPr>
          <a:lstStyle/>
          <a:p>
            <a:r>
              <a:rPr lang="en-US" altLang="ja-JP" sz="1600" b="1" dirty="0">
                <a:solidFill>
                  <a:schemeClr val="bg1"/>
                </a:solidFill>
                <a:latin typeface="Meiryo UI" panose="020B0604030504040204" pitchFamily="50" charset="-128"/>
                <a:ea typeface="Meiryo UI" panose="020B0604030504040204" pitchFamily="50" charset="-128"/>
              </a:rPr>
              <a:t>Same as 6WZZ</a:t>
            </a:r>
            <a:endParaRPr lang="ja-JP" altLang="en-US" sz="1600" b="1" dirty="0">
              <a:solidFill>
                <a:schemeClr val="bg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150655248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Box 2"/>
          <p:cNvSpPr txBox="1">
            <a:spLocks noChangeArrowheads="1"/>
          </p:cNvSpPr>
          <p:nvPr/>
        </p:nvSpPr>
        <p:spPr bwMode="auto">
          <a:xfrm>
            <a:off x="1799836" y="83640"/>
            <a:ext cx="5560048" cy="400110"/>
          </a:xfrm>
          <a:prstGeom prst="rect">
            <a:avLst/>
          </a:prstGeom>
          <a:noFill/>
        </p:spPr>
        <p:txBody>
          <a:bodyPr wrap="none" rtlCol="0">
            <a:spAutoFit/>
          </a:bodyPr>
          <a:lstStyle>
            <a:defPPr>
              <a:defRPr lang="en-US"/>
            </a:defPPr>
            <a:lvl1pPr fontAlgn="auto">
              <a:spcBef>
                <a:spcPts val="0"/>
              </a:spcBef>
              <a:spcAft>
                <a:spcPts val="0"/>
              </a:spcAft>
              <a:defRPr kumimoji="0">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r>
              <a:rPr lang="en-US" altLang="ja-JP" sz="2000" dirty="0"/>
              <a:t>9. Engine Overview and</a:t>
            </a:r>
            <a:r>
              <a:rPr lang="ja-JP" altLang="en-US" sz="2000" dirty="0"/>
              <a:t> </a:t>
            </a:r>
            <a:r>
              <a:rPr lang="en-US" altLang="ja-JP" sz="2000" dirty="0"/>
              <a:t>Basic Specification</a:t>
            </a:r>
          </a:p>
        </p:txBody>
      </p:sp>
      <p:graphicFrame>
        <p:nvGraphicFramePr>
          <p:cNvPr id="2" name="表 1">
            <a:extLst>
              <a:ext uri="{FF2B5EF4-FFF2-40B4-BE49-F238E27FC236}">
                <a16:creationId xmlns:a16="http://schemas.microsoft.com/office/drawing/2014/main" id="{57B73FAE-031E-9484-7802-37186B8446A0}"/>
              </a:ext>
            </a:extLst>
          </p:cNvPr>
          <p:cNvGraphicFramePr>
            <a:graphicFrameLocks noGrp="1"/>
          </p:cNvGraphicFramePr>
          <p:nvPr/>
        </p:nvGraphicFramePr>
        <p:xfrm>
          <a:off x="517225" y="1023049"/>
          <a:ext cx="2523276" cy="3400425"/>
        </p:xfrm>
        <a:graphic>
          <a:graphicData uri="http://schemas.openxmlformats.org/drawingml/2006/table">
            <a:tbl>
              <a:tblPr>
                <a:tableStyleId>{5940675A-B579-460E-94D1-54222C63F5DA}</a:tableStyleId>
              </a:tblPr>
              <a:tblGrid>
                <a:gridCol w="841092">
                  <a:extLst>
                    <a:ext uri="{9D8B030D-6E8A-4147-A177-3AD203B41FA5}">
                      <a16:colId xmlns:a16="http://schemas.microsoft.com/office/drawing/2014/main" val="3316458341"/>
                    </a:ext>
                  </a:extLst>
                </a:gridCol>
                <a:gridCol w="841092">
                  <a:extLst>
                    <a:ext uri="{9D8B030D-6E8A-4147-A177-3AD203B41FA5}">
                      <a16:colId xmlns:a16="http://schemas.microsoft.com/office/drawing/2014/main" val="1862713225"/>
                    </a:ext>
                  </a:extLst>
                </a:gridCol>
                <a:gridCol w="841092">
                  <a:extLst>
                    <a:ext uri="{9D8B030D-6E8A-4147-A177-3AD203B41FA5}">
                      <a16:colId xmlns:a16="http://schemas.microsoft.com/office/drawing/2014/main" val="3783805295"/>
                    </a:ext>
                  </a:extLst>
                </a:gridCol>
              </a:tblGrid>
              <a:tr h="200025">
                <a:tc gridSpan="3">
                  <a:txBody>
                    <a:bodyPr/>
                    <a:lstStyle/>
                    <a:p>
                      <a:pPr algn="ctr" fontAlgn="ctr"/>
                      <a:r>
                        <a:rPr lang="en-US" altLang="ja-JP" sz="1200" b="0" i="0" u="none" strike="noStrike" dirty="0">
                          <a:solidFill>
                            <a:schemeClr val="tx1"/>
                          </a:solidFill>
                          <a:effectLst/>
                          <a:latin typeface="Arial" panose="020B0604020202020204" pitchFamily="34" charset="0"/>
                          <a:ea typeface="Meiryo UI" panose="020B0604030504040204" pitchFamily="50" charset="-128"/>
                          <a:cs typeface="Arial" panose="020B0604020202020204" pitchFamily="34" charset="0"/>
                        </a:rPr>
                        <a:t>E100</a:t>
                      </a:r>
                      <a:endParaRPr lang="ja-JP" altLang="en-US" sz="1200" b="0" i="0" u="none" strike="noStrike" dirty="0">
                        <a:solidFill>
                          <a:schemeClr val="tx1"/>
                        </a:solidFill>
                        <a:effectLst/>
                        <a:latin typeface="Arial" panose="020B0604020202020204" pitchFamily="34" charset="0"/>
                        <a:ea typeface="Meiryo UI" panose="020B0604030504040204" pitchFamily="50" charset="-128"/>
                        <a:cs typeface="Arial" panose="020B0604020202020204" pitchFamily="34" charset="0"/>
                      </a:endParaRPr>
                    </a:p>
                  </a:txBody>
                  <a:tcPr marL="9525" marR="9525" marT="9525" marB="0" anchor="ctr"/>
                </a:tc>
                <a:tc hMerge="1">
                  <a:txBody>
                    <a:bodyPr/>
                    <a:lstStyle/>
                    <a:p>
                      <a:pPr algn="ctr" fontAlgn="ctr"/>
                      <a:endParaRPr lang="ja-JP" altLang="en-US" sz="1100" b="0" i="0" u="none" strike="noStrike" dirty="0">
                        <a:solidFill>
                          <a:srgbClr val="000000"/>
                        </a:solidFill>
                        <a:effectLst/>
                        <a:latin typeface="Arial" panose="020B0604020202020204" pitchFamily="34" charset="0"/>
                        <a:ea typeface="Meiryo UI" panose="020B0604030504040204" pitchFamily="50" charset="-128"/>
                        <a:cs typeface="Arial" panose="020B0604020202020204" pitchFamily="34" charset="0"/>
                      </a:endParaRPr>
                    </a:p>
                  </a:txBody>
                  <a:tcPr marL="9525" marR="9525" marT="9525" marB="0" anchor="ctr"/>
                </a:tc>
                <a:tc hMerge="1">
                  <a:txBody>
                    <a:bodyPr/>
                    <a:lstStyle/>
                    <a:p>
                      <a:pPr algn="ctr" fontAlgn="ctr"/>
                      <a:endParaRPr lang="en-US" sz="1100" b="0" i="0" u="none" strike="noStrike" dirty="0">
                        <a:solidFill>
                          <a:srgbClr val="000000"/>
                        </a:solidFill>
                        <a:effectLst/>
                        <a:latin typeface="Meiryo UI" panose="020B0604030504040204" pitchFamily="50" charset="-128"/>
                        <a:ea typeface="Meiryo UI" panose="020B0604030504040204" pitchFamily="50" charset="-128"/>
                      </a:endParaRPr>
                    </a:p>
                  </a:txBody>
                  <a:tcPr marL="9525" marR="9525" marT="9525" marB="0" anchor="ctr"/>
                </a:tc>
                <a:extLst>
                  <a:ext uri="{0D108BD9-81ED-4DB2-BD59-A6C34878D82A}">
                    <a16:rowId xmlns:a16="http://schemas.microsoft.com/office/drawing/2014/main" val="565875052"/>
                  </a:ext>
                </a:extLst>
              </a:tr>
              <a:tr h="200025">
                <a:tc>
                  <a:txBody>
                    <a:bodyPr/>
                    <a:lstStyle/>
                    <a:p>
                      <a:pPr algn="ctr" fontAlgn="ctr"/>
                      <a:r>
                        <a:rPr lang="en-US" sz="1200" u="none" strike="noStrike" dirty="0">
                          <a:solidFill>
                            <a:schemeClr val="tx1"/>
                          </a:solidFill>
                          <a:effectLst/>
                          <a:latin typeface="Arial" panose="020B0604020202020204" pitchFamily="34" charset="0"/>
                          <a:cs typeface="Arial" panose="020B0604020202020204" pitchFamily="34" charset="0"/>
                        </a:rPr>
                        <a:t>Ne</a:t>
                      </a:r>
                      <a:endParaRPr lang="en-US" sz="1200" b="0" i="0" u="none" strike="noStrike" dirty="0">
                        <a:solidFill>
                          <a:schemeClr val="tx1"/>
                        </a:solidFill>
                        <a:effectLst/>
                        <a:latin typeface="Arial" panose="020B0604020202020204" pitchFamily="34" charset="0"/>
                        <a:ea typeface="Meiryo UI" panose="020B0604030504040204" pitchFamily="50" charset="-128"/>
                        <a:cs typeface="Arial" panose="020B0604020202020204" pitchFamily="34" charset="0"/>
                      </a:endParaRPr>
                    </a:p>
                  </a:txBody>
                  <a:tcPr marL="9525" marR="9525" marT="9525" marB="0" anchor="ctr"/>
                </a:tc>
                <a:tc>
                  <a:txBody>
                    <a:bodyPr/>
                    <a:lstStyle/>
                    <a:p>
                      <a:pPr algn="ctr" fontAlgn="ctr"/>
                      <a:r>
                        <a:rPr lang="en-US" sz="1200" u="none" strike="noStrike" dirty="0">
                          <a:solidFill>
                            <a:schemeClr val="tx1"/>
                          </a:solidFill>
                          <a:effectLst/>
                          <a:latin typeface="Arial" panose="020B0604020202020204" pitchFamily="34" charset="0"/>
                          <a:cs typeface="Arial" panose="020B0604020202020204" pitchFamily="34" charset="0"/>
                        </a:rPr>
                        <a:t>Torque</a:t>
                      </a:r>
                      <a:endParaRPr lang="en-US" sz="1200" b="0" i="0" u="none" strike="noStrike" dirty="0">
                        <a:solidFill>
                          <a:schemeClr val="tx1"/>
                        </a:solidFill>
                        <a:effectLst/>
                        <a:latin typeface="Arial" panose="020B0604020202020204" pitchFamily="34" charset="0"/>
                        <a:ea typeface="Meiryo UI" panose="020B0604030504040204" pitchFamily="50" charset="-128"/>
                        <a:cs typeface="Arial" panose="020B0604020202020204" pitchFamily="34" charset="0"/>
                      </a:endParaRPr>
                    </a:p>
                  </a:txBody>
                  <a:tcPr marL="9525" marR="9525" marT="9525" marB="0" anchor="ctr"/>
                </a:tc>
                <a:tc>
                  <a:txBody>
                    <a:bodyPr/>
                    <a:lstStyle/>
                    <a:p>
                      <a:pPr algn="ctr" fontAlgn="ctr"/>
                      <a:r>
                        <a:rPr lang="en-US" sz="1200" u="none" strike="noStrike" dirty="0">
                          <a:solidFill>
                            <a:schemeClr val="tx1"/>
                          </a:solidFill>
                          <a:effectLst/>
                          <a:latin typeface="Arial" panose="020B0604020202020204" pitchFamily="34" charset="0"/>
                          <a:cs typeface="Arial" panose="020B0604020202020204" pitchFamily="34" charset="0"/>
                        </a:rPr>
                        <a:t>Power</a:t>
                      </a:r>
                      <a:endParaRPr lang="en-US" sz="1200" b="0" i="0" u="none" strike="noStrike" dirty="0">
                        <a:solidFill>
                          <a:schemeClr val="tx1"/>
                        </a:solidFill>
                        <a:effectLst/>
                        <a:latin typeface="Arial" panose="020B0604020202020204" pitchFamily="34" charset="0"/>
                        <a:ea typeface="Meiryo UI" panose="020B0604030504040204" pitchFamily="50" charset="-128"/>
                        <a:cs typeface="Arial" panose="020B0604020202020204" pitchFamily="34" charset="0"/>
                      </a:endParaRPr>
                    </a:p>
                  </a:txBody>
                  <a:tcPr marL="9525" marR="9525" marT="9525" marB="0" anchor="ctr"/>
                </a:tc>
                <a:extLst>
                  <a:ext uri="{0D108BD9-81ED-4DB2-BD59-A6C34878D82A}">
                    <a16:rowId xmlns:a16="http://schemas.microsoft.com/office/drawing/2014/main" val="3341129665"/>
                  </a:ext>
                </a:extLst>
              </a:tr>
              <a:tr h="200025">
                <a:tc>
                  <a:txBody>
                    <a:bodyPr/>
                    <a:lstStyle/>
                    <a:p>
                      <a:pPr algn="ctr" fontAlgn="ctr"/>
                      <a:r>
                        <a:rPr lang="en-US" sz="1200" u="none" strike="noStrike" dirty="0">
                          <a:solidFill>
                            <a:schemeClr val="tx1"/>
                          </a:solidFill>
                          <a:effectLst/>
                          <a:latin typeface="Arial" panose="020B0604020202020204" pitchFamily="34" charset="0"/>
                          <a:cs typeface="Arial" panose="020B0604020202020204" pitchFamily="34" charset="0"/>
                        </a:rPr>
                        <a:t>rpm</a:t>
                      </a:r>
                      <a:endParaRPr lang="en-US" sz="1200" b="0" i="0" u="none" strike="noStrike" dirty="0">
                        <a:solidFill>
                          <a:schemeClr val="tx1"/>
                        </a:solidFill>
                        <a:effectLst/>
                        <a:latin typeface="Arial" panose="020B0604020202020204" pitchFamily="34" charset="0"/>
                        <a:ea typeface="Meiryo UI" panose="020B0604030504040204" pitchFamily="50" charset="-128"/>
                        <a:cs typeface="Arial" panose="020B0604020202020204" pitchFamily="34" charset="0"/>
                      </a:endParaRPr>
                    </a:p>
                  </a:txBody>
                  <a:tcPr marL="9525" marR="9525" marT="9525" marB="0" anchor="ctr"/>
                </a:tc>
                <a:tc>
                  <a:txBody>
                    <a:bodyPr/>
                    <a:lstStyle/>
                    <a:p>
                      <a:pPr algn="ctr" fontAlgn="ctr"/>
                      <a:r>
                        <a:rPr lang="en-US" sz="1200" u="none" strike="noStrike" dirty="0">
                          <a:solidFill>
                            <a:schemeClr val="tx1"/>
                          </a:solidFill>
                          <a:effectLst/>
                          <a:latin typeface="Arial" panose="020B0604020202020204" pitchFamily="34" charset="0"/>
                          <a:cs typeface="Arial" panose="020B0604020202020204" pitchFamily="34" charset="0"/>
                        </a:rPr>
                        <a:t>Nm</a:t>
                      </a:r>
                      <a:endParaRPr lang="en-US" sz="1200" b="0" i="0" u="none" strike="noStrike" dirty="0">
                        <a:solidFill>
                          <a:schemeClr val="tx1"/>
                        </a:solidFill>
                        <a:effectLst/>
                        <a:latin typeface="Arial" panose="020B0604020202020204" pitchFamily="34" charset="0"/>
                        <a:ea typeface="Meiryo UI" panose="020B0604030504040204" pitchFamily="50" charset="-128"/>
                        <a:cs typeface="Arial" panose="020B0604020202020204" pitchFamily="34" charset="0"/>
                      </a:endParaRPr>
                    </a:p>
                  </a:txBody>
                  <a:tcPr marL="9525" marR="9525" marT="9525" marB="0" anchor="ctr"/>
                </a:tc>
                <a:tc>
                  <a:txBody>
                    <a:bodyPr/>
                    <a:lstStyle/>
                    <a:p>
                      <a:pPr algn="ctr" fontAlgn="ctr"/>
                      <a:r>
                        <a:rPr lang="en-US" sz="1200" u="none" strike="noStrike" dirty="0">
                          <a:solidFill>
                            <a:schemeClr val="tx1"/>
                          </a:solidFill>
                          <a:effectLst/>
                          <a:latin typeface="Arial" panose="020B0604020202020204" pitchFamily="34" charset="0"/>
                          <a:cs typeface="Arial" panose="020B0604020202020204" pitchFamily="34" charset="0"/>
                        </a:rPr>
                        <a:t>kW</a:t>
                      </a:r>
                      <a:endParaRPr lang="en-US" sz="1200" b="0" i="0" u="none" strike="noStrike" dirty="0">
                        <a:solidFill>
                          <a:schemeClr val="tx1"/>
                        </a:solidFill>
                        <a:effectLst/>
                        <a:latin typeface="Arial" panose="020B0604020202020204" pitchFamily="34" charset="0"/>
                        <a:ea typeface="Meiryo UI" panose="020B0604030504040204" pitchFamily="50" charset="-128"/>
                        <a:cs typeface="Arial" panose="020B0604020202020204" pitchFamily="34" charset="0"/>
                      </a:endParaRPr>
                    </a:p>
                  </a:txBody>
                  <a:tcPr marL="9525" marR="9525" marT="9525" marB="0" anchor="ctr"/>
                </a:tc>
                <a:extLst>
                  <a:ext uri="{0D108BD9-81ED-4DB2-BD59-A6C34878D82A}">
                    <a16:rowId xmlns:a16="http://schemas.microsoft.com/office/drawing/2014/main" val="4176388203"/>
                  </a:ext>
                </a:extLst>
              </a:tr>
              <a:tr h="200025">
                <a:tc>
                  <a:txBody>
                    <a:bodyPr/>
                    <a:lstStyle/>
                    <a:p>
                      <a:pPr algn="ctr" fontAlgn="ctr"/>
                      <a:r>
                        <a:rPr lang="en-US" altLang="ja-JP" sz="1200" b="0" i="0" u="none" strike="noStrike" dirty="0">
                          <a:solidFill>
                            <a:schemeClr val="tx1"/>
                          </a:solidFill>
                          <a:effectLst/>
                          <a:latin typeface="Arial" panose="020B0604020202020204" pitchFamily="34" charset="0"/>
                          <a:ea typeface="ＭＳ Ｐゴシック" panose="020B0600070205080204" pitchFamily="50" charset="-128"/>
                          <a:cs typeface="Arial" panose="020B0604020202020204" pitchFamily="34" charset="0"/>
                        </a:rPr>
                        <a:t>1000</a:t>
                      </a:r>
                    </a:p>
                  </a:txBody>
                  <a:tcPr marL="0" marR="0" marT="0" marB="0" anchor="ctr"/>
                </a:tc>
                <a:tc>
                  <a:txBody>
                    <a:bodyPr/>
                    <a:lstStyle/>
                    <a:p>
                      <a:pPr marL="0" algn="ctr" rtl="0" eaLnBrk="1" fontAlgn="ctr" latinLnBrk="0" hangingPunct="1">
                        <a:spcBef>
                          <a:spcPts val="0"/>
                        </a:spcBef>
                        <a:spcAft>
                          <a:spcPts val="0"/>
                        </a:spcAft>
                      </a:pPr>
                      <a:r>
                        <a:rPr kumimoji="1" lang="en-US" sz="1200" b="0" i="0" u="none" strike="noStrike" kern="1200" dirty="0">
                          <a:solidFill>
                            <a:schemeClr val="tx1"/>
                          </a:solidFill>
                          <a:effectLst/>
                          <a:latin typeface="Arial" panose="020B0604020202020204" pitchFamily="34" charset="0"/>
                          <a:ea typeface="ＭＳ Ｐゴシック" panose="020B0600070205080204" pitchFamily="50" charset="-128"/>
                          <a:cs typeface="Arial" panose="020B0604020202020204" pitchFamily="34" charset="0"/>
                        </a:rPr>
                        <a:t>12.1</a:t>
                      </a:r>
                      <a:endParaRPr lang="en-US" altLang="ja-JP" sz="1200" b="0" i="0" u="none" strike="noStrike" dirty="0">
                        <a:solidFill>
                          <a:schemeClr val="tx1"/>
                        </a:solidFill>
                        <a:effectLst/>
                        <a:latin typeface="Arial" panose="020B0604020202020204" pitchFamily="34" charset="0"/>
                        <a:cs typeface="Arial" panose="020B0604020202020204" pitchFamily="34" charset="0"/>
                      </a:endParaRPr>
                    </a:p>
                  </a:txBody>
                  <a:tcPr marL="9525" marR="9525" marT="9525" marB="0" anchor="ctr"/>
                </a:tc>
                <a:tc>
                  <a:txBody>
                    <a:bodyPr/>
                    <a:lstStyle/>
                    <a:p>
                      <a:pPr marL="0" algn="ctr" rtl="0" eaLnBrk="1" fontAlgn="ctr" latinLnBrk="0" hangingPunct="1">
                        <a:spcBef>
                          <a:spcPts val="0"/>
                        </a:spcBef>
                        <a:spcAft>
                          <a:spcPts val="0"/>
                        </a:spcAft>
                      </a:pPr>
                      <a:r>
                        <a:rPr kumimoji="1" lang="en-US" sz="1200" b="0" i="0" u="none" strike="noStrike" kern="1200" dirty="0">
                          <a:solidFill>
                            <a:schemeClr val="tx1"/>
                          </a:solidFill>
                          <a:effectLst/>
                          <a:latin typeface="Arial" panose="020B0604020202020204" pitchFamily="34" charset="0"/>
                          <a:ea typeface="ＭＳ Ｐゴシック" panose="020B0600070205080204" pitchFamily="50" charset="-128"/>
                          <a:cs typeface="Arial" panose="020B0604020202020204" pitchFamily="34" charset="0"/>
                        </a:rPr>
                        <a:t>115.1</a:t>
                      </a:r>
                      <a:endParaRPr lang="en-US" altLang="ja-JP" sz="1200" b="0" i="0" u="none" strike="noStrike" dirty="0">
                        <a:solidFill>
                          <a:schemeClr val="tx1"/>
                        </a:solidFill>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676581246"/>
                  </a:ext>
                </a:extLst>
              </a:tr>
              <a:tr h="200025">
                <a:tc>
                  <a:txBody>
                    <a:bodyPr/>
                    <a:lstStyle/>
                    <a:p>
                      <a:pPr algn="ctr" fontAlgn="ctr"/>
                      <a:r>
                        <a:rPr lang="en-US" altLang="ja-JP" sz="1200" b="0" i="0" u="none" strike="noStrike" dirty="0">
                          <a:solidFill>
                            <a:schemeClr val="tx1"/>
                          </a:solidFill>
                          <a:effectLst/>
                          <a:latin typeface="Arial" panose="020B0604020202020204" pitchFamily="34" charset="0"/>
                          <a:ea typeface="ＭＳ Ｐゴシック" panose="020B0600070205080204" pitchFamily="50" charset="-128"/>
                          <a:cs typeface="Arial" panose="020B0604020202020204" pitchFamily="34" charset="0"/>
                        </a:rPr>
                        <a:t>1500</a:t>
                      </a:r>
                    </a:p>
                  </a:txBody>
                  <a:tcPr marL="0" marR="0" marT="0" marB="0" anchor="ctr"/>
                </a:tc>
                <a:tc>
                  <a:txBody>
                    <a:bodyPr/>
                    <a:lstStyle/>
                    <a:p>
                      <a:pPr marL="0" algn="ctr" rtl="0" eaLnBrk="1" fontAlgn="ctr" latinLnBrk="0" hangingPunct="1">
                        <a:spcBef>
                          <a:spcPts val="0"/>
                        </a:spcBef>
                        <a:spcAft>
                          <a:spcPts val="0"/>
                        </a:spcAft>
                      </a:pPr>
                      <a:r>
                        <a:rPr kumimoji="1" lang="en-US" sz="1200" b="0" i="0" u="none" strike="noStrike" kern="1200" dirty="0">
                          <a:solidFill>
                            <a:schemeClr val="tx1"/>
                          </a:solidFill>
                          <a:effectLst/>
                          <a:latin typeface="Arial" panose="020B0604020202020204" pitchFamily="34" charset="0"/>
                          <a:ea typeface="ＭＳ Ｐゴシック" panose="020B0600070205080204" pitchFamily="50" charset="-128"/>
                          <a:cs typeface="Arial" panose="020B0604020202020204" pitchFamily="34" charset="0"/>
                        </a:rPr>
                        <a:t>20.8</a:t>
                      </a:r>
                      <a:endParaRPr lang="en-US" altLang="ja-JP" sz="1200" b="0" i="0" u="none" strike="noStrike" dirty="0">
                        <a:solidFill>
                          <a:schemeClr val="tx1"/>
                        </a:solidFill>
                        <a:effectLst/>
                        <a:latin typeface="Arial" panose="020B0604020202020204" pitchFamily="34" charset="0"/>
                        <a:cs typeface="Arial" panose="020B0604020202020204" pitchFamily="34" charset="0"/>
                      </a:endParaRPr>
                    </a:p>
                  </a:txBody>
                  <a:tcPr marL="9525" marR="9525" marT="9525" marB="0" anchor="ctr"/>
                </a:tc>
                <a:tc>
                  <a:txBody>
                    <a:bodyPr/>
                    <a:lstStyle/>
                    <a:p>
                      <a:pPr marL="0" algn="ctr" rtl="0" eaLnBrk="1" fontAlgn="ctr" latinLnBrk="0" hangingPunct="1">
                        <a:spcBef>
                          <a:spcPts val="0"/>
                        </a:spcBef>
                        <a:spcAft>
                          <a:spcPts val="0"/>
                        </a:spcAft>
                      </a:pPr>
                      <a:r>
                        <a:rPr kumimoji="1" lang="en-US" sz="1200" b="0" i="0" u="none" strike="noStrike" kern="1200" dirty="0">
                          <a:solidFill>
                            <a:schemeClr val="tx1"/>
                          </a:solidFill>
                          <a:effectLst/>
                          <a:latin typeface="Arial" panose="020B0604020202020204" pitchFamily="34" charset="0"/>
                          <a:ea typeface="ＭＳ Ｐゴシック" panose="020B0600070205080204" pitchFamily="50" charset="-128"/>
                          <a:cs typeface="Arial" panose="020B0604020202020204" pitchFamily="34" charset="0"/>
                        </a:rPr>
                        <a:t>132.7</a:t>
                      </a:r>
                      <a:endParaRPr lang="en-US" altLang="ja-JP" sz="1200" b="0" i="0" u="none" strike="noStrike" dirty="0">
                        <a:solidFill>
                          <a:schemeClr val="tx1"/>
                        </a:solidFill>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406737814"/>
                  </a:ext>
                </a:extLst>
              </a:tr>
              <a:tr h="200025">
                <a:tc>
                  <a:txBody>
                    <a:bodyPr/>
                    <a:lstStyle/>
                    <a:p>
                      <a:pPr algn="ctr" fontAlgn="ctr"/>
                      <a:r>
                        <a:rPr lang="en-US" altLang="ja-JP" sz="1200" b="0" i="0" u="none" strike="noStrike" dirty="0">
                          <a:solidFill>
                            <a:schemeClr val="tx1"/>
                          </a:solidFill>
                          <a:effectLst/>
                          <a:latin typeface="Arial" panose="020B0604020202020204" pitchFamily="34" charset="0"/>
                          <a:ea typeface="ＭＳ Ｐゴシック" panose="020B0600070205080204" pitchFamily="50" charset="-128"/>
                          <a:cs typeface="Arial" panose="020B0604020202020204" pitchFamily="34" charset="0"/>
                        </a:rPr>
                        <a:t>2000</a:t>
                      </a:r>
                    </a:p>
                  </a:txBody>
                  <a:tcPr marL="0" marR="0" marT="0" marB="0" anchor="ctr"/>
                </a:tc>
                <a:tc>
                  <a:txBody>
                    <a:bodyPr/>
                    <a:lstStyle/>
                    <a:p>
                      <a:pPr marL="0" algn="ctr" rtl="0" eaLnBrk="1" fontAlgn="ctr" latinLnBrk="0" hangingPunct="1">
                        <a:spcBef>
                          <a:spcPts val="0"/>
                        </a:spcBef>
                        <a:spcAft>
                          <a:spcPts val="0"/>
                        </a:spcAft>
                      </a:pPr>
                      <a:r>
                        <a:rPr kumimoji="1" lang="en-US" sz="1200" b="0" i="0" u="none" strike="noStrike" kern="1200" dirty="0">
                          <a:solidFill>
                            <a:schemeClr val="tx1"/>
                          </a:solidFill>
                          <a:effectLst/>
                          <a:latin typeface="Arial" panose="020B0604020202020204" pitchFamily="34" charset="0"/>
                          <a:ea typeface="ＭＳ Ｐゴシック" panose="020B0600070205080204" pitchFamily="50" charset="-128"/>
                          <a:cs typeface="Arial" panose="020B0604020202020204" pitchFamily="34" charset="0"/>
                        </a:rPr>
                        <a:t>28.3</a:t>
                      </a:r>
                      <a:endParaRPr lang="en-US" altLang="ja-JP" sz="1200" b="0" i="0" u="none" strike="noStrike" dirty="0">
                        <a:solidFill>
                          <a:schemeClr val="tx1"/>
                        </a:solidFill>
                        <a:effectLst/>
                        <a:latin typeface="Arial" panose="020B0604020202020204" pitchFamily="34" charset="0"/>
                        <a:cs typeface="Arial" panose="020B0604020202020204" pitchFamily="34" charset="0"/>
                      </a:endParaRPr>
                    </a:p>
                  </a:txBody>
                  <a:tcPr marL="9525" marR="9525" marT="9525" marB="0" anchor="ctr"/>
                </a:tc>
                <a:tc>
                  <a:txBody>
                    <a:bodyPr/>
                    <a:lstStyle/>
                    <a:p>
                      <a:pPr marL="0" algn="ctr" rtl="0" eaLnBrk="1" fontAlgn="ctr" latinLnBrk="0" hangingPunct="1">
                        <a:spcBef>
                          <a:spcPts val="0"/>
                        </a:spcBef>
                        <a:spcAft>
                          <a:spcPts val="0"/>
                        </a:spcAft>
                      </a:pPr>
                      <a:r>
                        <a:rPr kumimoji="1" lang="en-US" sz="1200" b="0" i="0" u="none" strike="noStrike" kern="1200" dirty="0">
                          <a:solidFill>
                            <a:schemeClr val="tx1"/>
                          </a:solidFill>
                          <a:effectLst/>
                          <a:latin typeface="Arial" panose="020B0604020202020204" pitchFamily="34" charset="0"/>
                          <a:ea typeface="ＭＳ Ｐゴシック" panose="020B0600070205080204" pitchFamily="50" charset="-128"/>
                          <a:cs typeface="Arial" panose="020B0604020202020204" pitchFamily="34" charset="0"/>
                        </a:rPr>
                        <a:t>135.2</a:t>
                      </a:r>
                      <a:endParaRPr lang="en-US" altLang="ja-JP" sz="1200" b="0" i="0" u="none" strike="noStrike" dirty="0">
                        <a:solidFill>
                          <a:schemeClr val="tx1"/>
                        </a:solidFill>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1685552539"/>
                  </a:ext>
                </a:extLst>
              </a:tr>
              <a:tr h="200025">
                <a:tc>
                  <a:txBody>
                    <a:bodyPr/>
                    <a:lstStyle/>
                    <a:p>
                      <a:pPr algn="ctr" fontAlgn="ctr"/>
                      <a:r>
                        <a:rPr lang="en-US" altLang="ja-JP" sz="1200" b="0" i="0" u="none" strike="noStrike" dirty="0">
                          <a:solidFill>
                            <a:schemeClr val="tx1"/>
                          </a:solidFill>
                          <a:effectLst/>
                          <a:latin typeface="Arial" panose="020B0604020202020204" pitchFamily="34" charset="0"/>
                          <a:ea typeface="ＭＳ Ｐゴシック" panose="020B0600070205080204" pitchFamily="50" charset="-128"/>
                          <a:cs typeface="Arial" panose="020B0604020202020204" pitchFamily="34" charset="0"/>
                        </a:rPr>
                        <a:t>2500</a:t>
                      </a:r>
                    </a:p>
                  </a:txBody>
                  <a:tcPr marL="0" marR="0" marT="0" marB="0" anchor="ctr"/>
                </a:tc>
                <a:tc>
                  <a:txBody>
                    <a:bodyPr/>
                    <a:lstStyle/>
                    <a:p>
                      <a:pPr marL="0" algn="ctr" rtl="0" eaLnBrk="1" fontAlgn="ctr" latinLnBrk="0" hangingPunct="1">
                        <a:spcBef>
                          <a:spcPts val="0"/>
                        </a:spcBef>
                        <a:spcAft>
                          <a:spcPts val="0"/>
                        </a:spcAft>
                      </a:pPr>
                      <a:r>
                        <a:rPr kumimoji="1" lang="en-US" sz="1200" b="0" i="0" u="none" strike="noStrike" kern="1200" dirty="0">
                          <a:solidFill>
                            <a:schemeClr val="tx1"/>
                          </a:solidFill>
                          <a:effectLst/>
                          <a:latin typeface="Arial" panose="020B0604020202020204" pitchFamily="34" charset="0"/>
                          <a:ea typeface="ＭＳ Ｐゴシック" panose="020B0600070205080204" pitchFamily="50" charset="-128"/>
                          <a:cs typeface="Arial" panose="020B0604020202020204" pitchFamily="34" charset="0"/>
                        </a:rPr>
                        <a:t>37.1</a:t>
                      </a:r>
                      <a:endParaRPr lang="en-US" altLang="ja-JP" sz="1200" b="0" i="0" u="none" strike="noStrike" dirty="0">
                        <a:solidFill>
                          <a:schemeClr val="tx1"/>
                        </a:solidFill>
                        <a:effectLst/>
                        <a:latin typeface="Arial" panose="020B0604020202020204" pitchFamily="34" charset="0"/>
                        <a:cs typeface="Arial" panose="020B0604020202020204" pitchFamily="34" charset="0"/>
                      </a:endParaRPr>
                    </a:p>
                  </a:txBody>
                  <a:tcPr marL="9525" marR="9525" marT="9525" marB="0" anchor="ctr"/>
                </a:tc>
                <a:tc>
                  <a:txBody>
                    <a:bodyPr/>
                    <a:lstStyle/>
                    <a:p>
                      <a:pPr marL="0" algn="ctr" rtl="0" eaLnBrk="1" fontAlgn="ctr" latinLnBrk="0" hangingPunct="1">
                        <a:spcBef>
                          <a:spcPts val="0"/>
                        </a:spcBef>
                        <a:spcAft>
                          <a:spcPts val="0"/>
                        </a:spcAft>
                      </a:pPr>
                      <a:r>
                        <a:rPr kumimoji="1" lang="en-US" sz="1200" b="0" i="0" u="none" strike="noStrike" kern="1200" dirty="0">
                          <a:solidFill>
                            <a:schemeClr val="tx1"/>
                          </a:solidFill>
                          <a:effectLst/>
                          <a:latin typeface="Arial" panose="020B0604020202020204" pitchFamily="34" charset="0"/>
                          <a:ea typeface="ＭＳ Ｐゴシック" panose="020B0600070205080204" pitchFamily="50" charset="-128"/>
                          <a:cs typeface="Arial" panose="020B0604020202020204" pitchFamily="34" charset="0"/>
                        </a:rPr>
                        <a:t>141.9</a:t>
                      </a:r>
                      <a:endParaRPr lang="en-US" altLang="ja-JP" sz="1200" b="0" i="0" u="none" strike="noStrike" dirty="0">
                        <a:solidFill>
                          <a:schemeClr val="tx1"/>
                        </a:solidFill>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2851084398"/>
                  </a:ext>
                </a:extLst>
              </a:tr>
              <a:tr h="200025">
                <a:tc>
                  <a:txBody>
                    <a:bodyPr/>
                    <a:lstStyle/>
                    <a:p>
                      <a:pPr algn="ctr" fontAlgn="ctr"/>
                      <a:r>
                        <a:rPr lang="en-US" altLang="ja-JP" sz="1200" b="0" i="0" u="none" strike="noStrike" dirty="0">
                          <a:solidFill>
                            <a:schemeClr val="tx1"/>
                          </a:solidFill>
                          <a:effectLst/>
                          <a:latin typeface="Arial" panose="020B0604020202020204" pitchFamily="34" charset="0"/>
                          <a:ea typeface="ＭＳ Ｐゴシック" panose="020B0600070205080204" pitchFamily="50" charset="-128"/>
                          <a:cs typeface="Arial" panose="020B0604020202020204" pitchFamily="34" charset="0"/>
                        </a:rPr>
                        <a:t>3000</a:t>
                      </a:r>
                    </a:p>
                  </a:txBody>
                  <a:tcPr marL="0" marR="0" marT="0" marB="0" anchor="ctr"/>
                </a:tc>
                <a:tc>
                  <a:txBody>
                    <a:bodyPr/>
                    <a:lstStyle/>
                    <a:p>
                      <a:pPr marL="0" algn="ctr" rtl="0" eaLnBrk="1" fontAlgn="ctr" latinLnBrk="0" hangingPunct="1">
                        <a:spcBef>
                          <a:spcPts val="0"/>
                        </a:spcBef>
                        <a:spcAft>
                          <a:spcPts val="0"/>
                        </a:spcAft>
                      </a:pPr>
                      <a:r>
                        <a:rPr kumimoji="1" lang="en-US" sz="1200" b="0" i="0" u="none" strike="noStrike" kern="1200" dirty="0">
                          <a:solidFill>
                            <a:schemeClr val="tx1"/>
                          </a:solidFill>
                          <a:effectLst/>
                          <a:latin typeface="Arial" panose="020B0604020202020204" pitchFamily="34" charset="0"/>
                          <a:ea typeface="ＭＳ Ｐゴシック" panose="020B0600070205080204" pitchFamily="50" charset="-128"/>
                          <a:cs typeface="Arial" panose="020B0604020202020204" pitchFamily="34" charset="0"/>
                        </a:rPr>
                        <a:t>45.3</a:t>
                      </a:r>
                      <a:endParaRPr lang="en-US" altLang="ja-JP" sz="1200" b="0" i="0" u="none" strike="noStrike" dirty="0">
                        <a:solidFill>
                          <a:schemeClr val="tx1"/>
                        </a:solidFill>
                        <a:effectLst/>
                        <a:latin typeface="Arial" panose="020B0604020202020204" pitchFamily="34" charset="0"/>
                        <a:cs typeface="Arial" panose="020B0604020202020204" pitchFamily="34" charset="0"/>
                      </a:endParaRPr>
                    </a:p>
                  </a:txBody>
                  <a:tcPr marL="9525" marR="9525" marT="9525" marB="0" anchor="ctr"/>
                </a:tc>
                <a:tc>
                  <a:txBody>
                    <a:bodyPr/>
                    <a:lstStyle/>
                    <a:p>
                      <a:pPr marL="0" algn="ctr" rtl="0" eaLnBrk="1" fontAlgn="ctr" latinLnBrk="0" hangingPunct="1">
                        <a:spcBef>
                          <a:spcPts val="0"/>
                        </a:spcBef>
                        <a:spcAft>
                          <a:spcPts val="0"/>
                        </a:spcAft>
                      </a:pPr>
                      <a:r>
                        <a:rPr kumimoji="1" lang="en-US" sz="1200" b="0" i="0" u="none" strike="noStrike" kern="1200" dirty="0">
                          <a:solidFill>
                            <a:schemeClr val="tx1"/>
                          </a:solidFill>
                          <a:effectLst/>
                          <a:latin typeface="Arial" panose="020B0604020202020204" pitchFamily="34" charset="0"/>
                          <a:ea typeface="ＭＳ Ｐゴシック" panose="020B0600070205080204" pitchFamily="50" charset="-128"/>
                          <a:cs typeface="Arial" panose="020B0604020202020204" pitchFamily="34" charset="0"/>
                        </a:rPr>
                        <a:t>144.2</a:t>
                      </a:r>
                      <a:endParaRPr lang="en-US" altLang="ja-JP" sz="1200" b="0" i="0" u="none" strike="noStrike" dirty="0">
                        <a:solidFill>
                          <a:schemeClr val="tx1"/>
                        </a:solidFill>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1155059208"/>
                  </a:ext>
                </a:extLst>
              </a:tr>
              <a:tr h="200025">
                <a:tc>
                  <a:txBody>
                    <a:bodyPr/>
                    <a:lstStyle/>
                    <a:p>
                      <a:pPr algn="ctr" fontAlgn="ctr"/>
                      <a:r>
                        <a:rPr lang="en-US" altLang="ja-JP" sz="1200" b="0" i="0" u="none" strike="noStrike" dirty="0">
                          <a:solidFill>
                            <a:schemeClr val="tx1"/>
                          </a:solidFill>
                          <a:effectLst/>
                          <a:latin typeface="Arial" panose="020B0604020202020204" pitchFamily="34" charset="0"/>
                          <a:ea typeface="ＭＳ Ｐゴシック" panose="020B0600070205080204" pitchFamily="50" charset="-128"/>
                          <a:cs typeface="Arial" panose="020B0604020202020204" pitchFamily="34" charset="0"/>
                        </a:rPr>
                        <a:t>3500</a:t>
                      </a:r>
                    </a:p>
                  </a:txBody>
                  <a:tcPr marL="0" marR="0" marT="0" marB="0" anchor="ctr"/>
                </a:tc>
                <a:tc>
                  <a:txBody>
                    <a:bodyPr/>
                    <a:lstStyle/>
                    <a:p>
                      <a:pPr marL="0" algn="ctr" rtl="0" eaLnBrk="1" fontAlgn="ctr" latinLnBrk="0" hangingPunct="1">
                        <a:spcBef>
                          <a:spcPts val="0"/>
                        </a:spcBef>
                        <a:spcAft>
                          <a:spcPts val="0"/>
                        </a:spcAft>
                      </a:pPr>
                      <a:r>
                        <a:rPr kumimoji="1" lang="en-US" sz="1200" b="0" i="0" u="none" strike="noStrike" kern="1200" dirty="0">
                          <a:solidFill>
                            <a:schemeClr val="tx1"/>
                          </a:solidFill>
                          <a:effectLst/>
                          <a:latin typeface="Arial" panose="020B0604020202020204" pitchFamily="34" charset="0"/>
                          <a:ea typeface="ＭＳ Ｐゴシック" panose="020B0600070205080204" pitchFamily="50" charset="-128"/>
                          <a:cs typeface="Arial" panose="020B0604020202020204" pitchFamily="34" charset="0"/>
                        </a:rPr>
                        <a:t>55.6</a:t>
                      </a:r>
                      <a:endParaRPr lang="en-US" altLang="ja-JP" sz="1200" b="0" i="0" u="none" strike="noStrike" dirty="0">
                        <a:solidFill>
                          <a:schemeClr val="tx1"/>
                        </a:solidFill>
                        <a:effectLst/>
                        <a:latin typeface="Arial" panose="020B0604020202020204" pitchFamily="34" charset="0"/>
                        <a:cs typeface="Arial" panose="020B0604020202020204" pitchFamily="34" charset="0"/>
                      </a:endParaRPr>
                    </a:p>
                  </a:txBody>
                  <a:tcPr marL="9525" marR="9525" marT="9525" marB="0" anchor="ctr"/>
                </a:tc>
                <a:tc>
                  <a:txBody>
                    <a:bodyPr/>
                    <a:lstStyle/>
                    <a:p>
                      <a:pPr marL="0" algn="ctr" rtl="0" eaLnBrk="1" fontAlgn="ctr" latinLnBrk="0" hangingPunct="1">
                        <a:spcBef>
                          <a:spcPts val="0"/>
                        </a:spcBef>
                        <a:spcAft>
                          <a:spcPts val="0"/>
                        </a:spcAft>
                      </a:pPr>
                      <a:r>
                        <a:rPr kumimoji="1" lang="en-US" sz="1200" b="0" i="0" u="none" strike="noStrike" kern="1200" dirty="0">
                          <a:solidFill>
                            <a:schemeClr val="tx1"/>
                          </a:solidFill>
                          <a:effectLst/>
                          <a:latin typeface="Arial" panose="020B0604020202020204" pitchFamily="34" charset="0"/>
                          <a:ea typeface="ＭＳ Ｐゴシック" panose="020B0600070205080204" pitchFamily="50" charset="-128"/>
                          <a:cs typeface="Arial" panose="020B0604020202020204" pitchFamily="34" charset="0"/>
                        </a:rPr>
                        <a:t>151.8</a:t>
                      </a:r>
                      <a:endParaRPr lang="en-US" altLang="ja-JP" sz="1200" b="0" i="0" u="none" strike="noStrike" dirty="0">
                        <a:solidFill>
                          <a:schemeClr val="tx1"/>
                        </a:solidFill>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3669249426"/>
                  </a:ext>
                </a:extLst>
              </a:tr>
              <a:tr h="200025">
                <a:tc>
                  <a:txBody>
                    <a:bodyPr/>
                    <a:lstStyle/>
                    <a:p>
                      <a:pPr algn="ctr" fontAlgn="ctr"/>
                      <a:r>
                        <a:rPr lang="en-US" altLang="ja-JP" sz="1200" b="0" i="0" u="none" strike="noStrike" dirty="0">
                          <a:solidFill>
                            <a:schemeClr val="tx1"/>
                          </a:solidFill>
                          <a:effectLst/>
                          <a:latin typeface="Arial" panose="020B0604020202020204" pitchFamily="34" charset="0"/>
                          <a:ea typeface="ＭＳ Ｐゴシック" panose="020B0600070205080204" pitchFamily="50" charset="-128"/>
                          <a:cs typeface="Arial" panose="020B0604020202020204" pitchFamily="34" charset="0"/>
                        </a:rPr>
                        <a:t>4000</a:t>
                      </a:r>
                    </a:p>
                  </a:txBody>
                  <a:tcPr marL="0" marR="0" marT="0" marB="0" anchor="ctr"/>
                </a:tc>
                <a:tc>
                  <a:txBody>
                    <a:bodyPr/>
                    <a:lstStyle/>
                    <a:p>
                      <a:pPr marL="0" algn="ctr" rtl="0" eaLnBrk="1" fontAlgn="ctr" latinLnBrk="0" hangingPunct="1">
                        <a:spcBef>
                          <a:spcPts val="0"/>
                        </a:spcBef>
                        <a:spcAft>
                          <a:spcPts val="0"/>
                        </a:spcAft>
                      </a:pPr>
                      <a:r>
                        <a:rPr kumimoji="1" lang="en-US" sz="1200" b="0" i="0" u="none" strike="noStrike" kern="1200" dirty="0">
                          <a:solidFill>
                            <a:schemeClr val="tx1"/>
                          </a:solidFill>
                          <a:effectLst/>
                          <a:latin typeface="Arial" panose="020B0604020202020204" pitchFamily="34" charset="0"/>
                          <a:ea typeface="ＭＳ Ｐゴシック" panose="020B0600070205080204" pitchFamily="50" charset="-128"/>
                          <a:cs typeface="Arial" panose="020B0604020202020204" pitchFamily="34" charset="0"/>
                        </a:rPr>
                        <a:t>63.9</a:t>
                      </a:r>
                      <a:endParaRPr lang="en-US" altLang="ja-JP" sz="1200" b="0" i="0" u="none" strike="noStrike" dirty="0">
                        <a:solidFill>
                          <a:schemeClr val="tx1"/>
                        </a:solidFill>
                        <a:effectLst/>
                        <a:latin typeface="Arial" panose="020B0604020202020204" pitchFamily="34" charset="0"/>
                        <a:cs typeface="Arial" panose="020B0604020202020204" pitchFamily="34" charset="0"/>
                      </a:endParaRPr>
                    </a:p>
                  </a:txBody>
                  <a:tcPr marL="9525" marR="9525" marT="9525" marB="0" anchor="ctr"/>
                </a:tc>
                <a:tc>
                  <a:txBody>
                    <a:bodyPr/>
                    <a:lstStyle/>
                    <a:p>
                      <a:pPr marL="0" algn="ctr" rtl="0" eaLnBrk="1" fontAlgn="ctr" latinLnBrk="0" hangingPunct="1">
                        <a:spcBef>
                          <a:spcPts val="0"/>
                        </a:spcBef>
                        <a:spcAft>
                          <a:spcPts val="0"/>
                        </a:spcAft>
                      </a:pPr>
                      <a:r>
                        <a:rPr kumimoji="1" lang="en-US" sz="1200" b="0" i="0" u="none" strike="noStrike" kern="1200" dirty="0">
                          <a:solidFill>
                            <a:schemeClr val="tx1"/>
                          </a:solidFill>
                          <a:effectLst/>
                          <a:latin typeface="Arial" panose="020B0604020202020204" pitchFamily="34" charset="0"/>
                          <a:ea typeface="ＭＳ Ｐゴシック" panose="020B0600070205080204" pitchFamily="50" charset="-128"/>
                          <a:cs typeface="Arial" panose="020B0604020202020204" pitchFamily="34" charset="0"/>
                        </a:rPr>
                        <a:t>152.5</a:t>
                      </a:r>
                      <a:endParaRPr lang="en-US" altLang="ja-JP" sz="1200" b="0" i="0" u="none" strike="noStrike" dirty="0">
                        <a:solidFill>
                          <a:schemeClr val="tx1"/>
                        </a:solidFill>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1561195322"/>
                  </a:ext>
                </a:extLst>
              </a:tr>
              <a:tr h="200025">
                <a:tc>
                  <a:txBody>
                    <a:bodyPr/>
                    <a:lstStyle/>
                    <a:p>
                      <a:pPr algn="ctr" fontAlgn="ctr"/>
                      <a:r>
                        <a:rPr lang="en-US" altLang="ja-JP" sz="1200" b="0" i="0" u="none" strike="noStrike" dirty="0">
                          <a:solidFill>
                            <a:schemeClr val="tx1"/>
                          </a:solidFill>
                          <a:effectLst/>
                          <a:latin typeface="Arial" panose="020B0604020202020204" pitchFamily="34" charset="0"/>
                          <a:ea typeface="ＭＳ Ｐゴシック" panose="020B0600070205080204" pitchFamily="50" charset="-128"/>
                          <a:cs typeface="Arial" panose="020B0604020202020204" pitchFamily="34" charset="0"/>
                        </a:rPr>
                        <a:t>4500</a:t>
                      </a:r>
                    </a:p>
                  </a:txBody>
                  <a:tcPr marL="0" marR="0" marT="0" marB="0" anchor="ctr"/>
                </a:tc>
                <a:tc>
                  <a:txBody>
                    <a:bodyPr/>
                    <a:lstStyle/>
                    <a:p>
                      <a:pPr marL="0" algn="ctr" rtl="0" eaLnBrk="1" fontAlgn="ctr" latinLnBrk="0" hangingPunct="1">
                        <a:spcBef>
                          <a:spcPts val="0"/>
                        </a:spcBef>
                        <a:spcAft>
                          <a:spcPts val="0"/>
                        </a:spcAft>
                      </a:pPr>
                      <a:r>
                        <a:rPr kumimoji="1" lang="en-US" sz="1200" b="0" i="0" u="none" strike="noStrike" kern="1200" dirty="0">
                          <a:solidFill>
                            <a:schemeClr val="tx1"/>
                          </a:solidFill>
                          <a:effectLst/>
                          <a:latin typeface="Arial" panose="020B0604020202020204" pitchFamily="34" charset="0"/>
                          <a:ea typeface="ＭＳ Ｐゴシック" panose="020B0600070205080204" pitchFamily="50" charset="-128"/>
                          <a:cs typeface="Arial" panose="020B0604020202020204" pitchFamily="34" charset="0"/>
                        </a:rPr>
                        <a:t>72.9</a:t>
                      </a:r>
                      <a:endParaRPr lang="en-US" altLang="ja-JP" sz="1200" b="0" i="0" u="none" strike="noStrike" dirty="0">
                        <a:solidFill>
                          <a:schemeClr val="tx1"/>
                        </a:solidFill>
                        <a:effectLst/>
                        <a:latin typeface="Arial" panose="020B0604020202020204" pitchFamily="34" charset="0"/>
                        <a:cs typeface="Arial" panose="020B0604020202020204" pitchFamily="34" charset="0"/>
                      </a:endParaRPr>
                    </a:p>
                  </a:txBody>
                  <a:tcPr marL="9525" marR="9525" marT="9525" marB="0" anchor="ctr"/>
                </a:tc>
                <a:tc>
                  <a:txBody>
                    <a:bodyPr/>
                    <a:lstStyle/>
                    <a:p>
                      <a:pPr marL="0" algn="ctr" rtl="0" eaLnBrk="1" fontAlgn="ctr" latinLnBrk="0" hangingPunct="1">
                        <a:spcBef>
                          <a:spcPts val="0"/>
                        </a:spcBef>
                        <a:spcAft>
                          <a:spcPts val="0"/>
                        </a:spcAft>
                      </a:pPr>
                      <a:r>
                        <a:rPr kumimoji="1" lang="en-US" sz="1200" b="0" i="0" u="none" strike="noStrike" kern="1200" dirty="0">
                          <a:solidFill>
                            <a:schemeClr val="tx1"/>
                          </a:solidFill>
                          <a:effectLst/>
                          <a:latin typeface="Arial" panose="020B0604020202020204" pitchFamily="34" charset="0"/>
                          <a:ea typeface="ＭＳ Ｐゴシック" panose="020B0600070205080204" pitchFamily="50" charset="-128"/>
                          <a:cs typeface="Arial" panose="020B0604020202020204" pitchFamily="34" charset="0"/>
                        </a:rPr>
                        <a:t>154.6</a:t>
                      </a:r>
                      <a:endParaRPr lang="en-US" altLang="ja-JP" sz="1200" b="0" i="0" u="none" strike="noStrike" dirty="0">
                        <a:solidFill>
                          <a:schemeClr val="tx1"/>
                        </a:solidFill>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1039233233"/>
                  </a:ext>
                </a:extLst>
              </a:tr>
              <a:tr h="200025">
                <a:tc>
                  <a:txBody>
                    <a:bodyPr/>
                    <a:lstStyle/>
                    <a:p>
                      <a:pPr algn="ctr" fontAlgn="ctr"/>
                      <a:r>
                        <a:rPr lang="en-US" altLang="ja-JP" sz="1200" b="0" i="0" u="none" strike="noStrike" dirty="0">
                          <a:solidFill>
                            <a:schemeClr val="tx1"/>
                          </a:solidFill>
                          <a:effectLst/>
                          <a:latin typeface="Arial" panose="020B0604020202020204" pitchFamily="34" charset="0"/>
                          <a:ea typeface="ＭＳ Ｐゴシック" panose="020B0600070205080204" pitchFamily="50" charset="-128"/>
                          <a:cs typeface="Arial" panose="020B0604020202020204" pitchFamily="34" charset="0"/>
                        </a:rPr>
                        <a:t>4600</a:t>
                      </a:r>
                    </a:p>
                  </a:txBody>
                  <a:tcPr marL="0" marR="0" marT="0" marB="0" anchor="ctr"/>
                </a:tc>
                <a:tc>
                  <a:txBody>
                    <a:bodyPr/>
                    <a:lstStyle/>
                    <a:p>
                      <a:pPr marL="0" algn="ctr" rtl="0" eaLnBrk="1" fontAlgn="ctr" latinLnBrk="0" hangingPunct="1">
                        <a:spcBef>
                          <a:spcPts val="0"/>
                        </a:spcBef>
                        <a:spcAft>
                          <a:spcPts val="0"/>
                        </a:spcAft>
                      </a:pPr>
                      <a:r>
                        <a:rPr kumimoji="1" lang="en-US" sz="1200" b="0" i="0" u="none" strike="noStrike" kern="1200" dirty="0">
                          <a:solidFill>
                            <a:schemeClr val="tx1"/>
                          </a:solidFill>
                          <a:effectLst/>
                          <a:latin typeface="Arial" panose="020B0604020202020204" pitchFamily="34" charset="0"/>
                          <a:ea typeface="ＭＳ Ｐゴシック" panose="020B0600070205080204" pitchFamily="50" charset="-128"/>
                          <a:cs typeface="Arial" panose="020B0604020202020204" pitchFamily="34" charset="0"/>
                        </a:rPr>
                        <a:t>74.7</a:t>
                      </a:r>
                      <a:endParaRPr lang="en-US" altLang="ja-JP" sz="1200" b="0" i="0" u="none" strike="noStrike" dirty="0">
                        <a:solidFill>
                          <a:schemeClr val="tx1"/>
                        </a:solidFill>
                        <a:effectLst/>
                        <a:latin typeface="Arial" panose="020B0604020202020204" pitchFamily="34" charset="0"/>
                        <a:cs typeface="Arial" panose="020B0604020202020204" pitchFamily="34" charset="0"/>
                      </a:endParaRPr>
                    </a:p>
                  </a:txBody>
                  <a:tcPr marL="9525" marR="9525" marT="9525" marB="0" anchor="ctr"/>
                </a:tc>
                <a:tc>
                  <a:txBody>
                    <a:bodyPr/>
                    <a:lstStyle/>
                    <a:p>
                      <a:pPr marL="0" algn="ctr" rtl="0" eaLnBrk="1" fontAlgn="ctr" latinLnBrk="0" hangingPunct="1">
                        <a:spcBef>
                          <a:spcPts val="0"/>
                        </a:spcBef>
                        <a:spcAft>
                          <a:spcPts val="0"/>
                        </a:spcAft>
                      </a:pPr>
                      <a:r>
                        <a:rPr kumimoji="1" lang="en-US" sz="1200" b="0" i="0" u="none" strike="noStrike" kern="1200" dirty="0">
                          <a:solidFill>
                            <a:schemeClr val="tx1"/>
                          </a:solidFill>
                          <a:effectLst/>
                          <a:latin typeface="Arial" panose="020B0604020202020204" pitchFamily="34" charset="0"/>
                          <a:ea typeface="ＭＳ Ｐゴシック" panose="020B0600070205080204" pitchFamily="50" charset="-128"/>
                          <a:cs typeface="Arial" panose="020B0604020202020204" pitchFamily="34" charset="0"/>
                        </a:rPr>
                        <a:t>155.1</a:t>
                      </a:r>
                      <a:endParaRPr lang="en-US" altLang="ja-JP" sz="1200" b="0" i="0" u="none" strike="noStrike" dirty="0">
                        <a:solidFill>
                          <a:schemeClr val="tx1"/>
                        </a:solidFill>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4234076566"/>
                  </a:ext>
                </a:extLst>
              </a:tr>
              <a:tr h="200025">
                <a:tc>
                  <a:txBody>
                    <a:bodyPr/>
                    <a:lstStyle/>
                    <a:p>
                      <a:pPr algn="ctr" fontAlgn="ctr"/>
                      <a:r>
                        <a:rPr lang="en-US" altLang="ja-JP" sz="1200" b="0" i="0" u="none" strike="noStrike" dirty="0">
                          <a:solidFill>
                            <a:schemeClr val="tx1"/>
                          </a:solidFill>
                          <a:effectLst/>
                          <a:latin typeface="Arial" panose="020B0604020202020204" pitchFamily="34" charset="0"/>
                          <a:ea typeface="ＭＳ Ｐゴシック" panose="020B0600070205080204" pitchFamily="50" charset="-128"/>
                          <a:cs typeface="Arial" panose="020B0604020202020204" pitchFamily="34" charset="0"/>
                        </a:rPr>
                        <a:t>5000</a:t>
                      </a:r>
                    </a:p>
                  </a:txBody>
                  <a:tcPr marL="0" marR="0" marT="0" marB="0" anchor="ctr"/>
                </a:tc>
                <a:tc>
                  <a:txBody>
                    <a:bodyPr/>
                    <a:lstStyle/>
                    <a:p>
                      <a:pPr marL="0" algn="ctr" rtl="0" eaLnBrk="1" fontAlgn="ctr" latinLnBrk="0" hangingPunct="1">
                        <a:spcBef>
                          <a:spcPts val="0"/>
                        </a:spcBef>
                        <a:spcAft>
                          <a:spcPts val="0"/>
                        </a:spcAft>
                      </a:pPr>
                      <a:r>
                        <a:rPr kumimoji="1" lang="en-US" sz="1200" b="0" i="0" u="none" strike="noStrike" kern="1200" dirty="0">
                          <a:solidFill>
                            <a:schemeClr val="tx1"/>
                          </a:solidFill>
                          <a:effectLst/>
                          <a:latin typeface="Arial" panose="020B0604020202020204" pitchFamily="34" charset="0"/>
                          <a:ea typeface="ＭＳ Ｐゴシック" panose="020B0600070205080204" pitchFamily="50" charset="-128"/>
                          <a:cs typeface="Arial" panose="020B0604020202020204" pitchFamily="34" charset="0"/>
                        </a:rPr>
                        <a:t>80.3</a:t>
                      </a:r>
                      <a:endParaRPr lang="en-US" altLang="ja-JP" sz="1200" b="0" i="0" u="none" strike="noStrike" dirty="0">
                        <a:solidFill>
                          <a:schemeClr val="tx1"/>
                        </a:solidFill>
                        <a:effectLst/>
                        <a:latin typeface="Arial" panose="020B0604020202020204" pitchFamily="34" charset="0"/>
                        <a:cs typeface="Arial" panose="020B0604020202020204" pitchFamily="34" charset="0"/>
                      </a:endParaRPr>
                    </a:p>
                  </a:txBody>
                  <a:tcPr marL="9525" marR="9525" marT="9525" marB="0" anchor="ctr"/>
                </a:tc>
                <a:tc>
                  <a:txBody>
                    <a:bodyPr/>
                    <a:lstStyle/>
                    <a:p>
                      <a:pPr marL="0" algn="ctr" rtl="0" eaLnBrk="1" fontAlgn="ctr" latinLnBrk="0" hangingPunct="1">
                        <a:spcBef>
                          <a:spcPts val="0"/>
                        </a:spcBef>
                        <a:spcAft>
                          <a:spcPts val="0"/>
                        </a:spcAft>
                      </a:pPr>
                      <a:r>
                        <a:rPr kumimoji="1" lang="en-US" sz="1200" b="0" i="0" u="none" strike="noStrike" kern="1200" dirty="0">
                          <a:solidFill>
                            <a:schemeClr val="tx1"/>
                          </a:solidFill>
                          <a:effectLst/>
                          <a:latin typeface="Arial" panose="020B0604020202020204" pitchFamily="34" charset="0"/>
                          <a:ea typeface="ＭＳ Ｐゴシック" panose="020B0600070205080204" pitchFamily="50" charset="-128"/>
                          <a:cs typeface="Arial" panose="020B0604020202020204" pitchFamily="34" charset="0"/>
                        </a:rPr>
                        <a:t>153.4</a:t>
                      </a:r>
                      <a:endParaRPr lang="en-US" altLang="ja-JP" sz="1200" b="0" i="0" u="none" strike="noStrike" dirty="0">
                        <a:solidFill>
                          <a:schemeClr val="tx1"/>
                        </a:solidFill>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3772367577"/>
                  </a:ext>
                </a:extLst>
              </a:tr>
              <a:tr h="200025">
                <a:tc>
                  <a:txBody>
                    <a:bodyPr/>
                    <a:lstStyle/>
                    <a:p>
                      <a:pPr algn="ctr" fontAlgn="ctr"/>
                      <a:r>
                        <a:rPr lang="en-US" altLang="ja-JP" sz="1200" b="0" i="0" u="none" strike="noStrike" dirty="0">
                          <a:solidFill>
                            <a:schemeClr val="tx1"/>
                          </a:solidFill>
                          <a:effectLst/>
                          <a:latin typeface="Arial" panose="020B0604020202020204" pitchFamily="34" charset="0"/>
                          <a:ea typeface="ＭＳ Ｐゴシック" panose="020B0600070205080204" pitchFamily="50" charset="-128"/>
                          <a:cs typeface="Arial" panose="020B0604020202020204" pitchFamily="34" charset="0"/>
                        </a:rPr>
                        <a:t>5500</a:t>
                      </a:r>
                    </a:p>
                  </a:txBody>
                  <a:tcPr marL="0" marR="0" marT="0" marB="0" anchor="ctr"/>
                </a:tc>
                <a:tc>
                  <a:txBody>
                    <a:bodyPr/>
                    <a:lstStyle/>
                    <a:p>
                      <a:pPr marL="0" algn="ctr" rtl="0" eaLnBrk="1" fontAlgn="ctr" latinLnBrk="0" hangingPunct="1">
                        <a:spcBef>
                          <a:spcPts val="0"/>
                        </a:spcBef>
                        <a:spcAft>
                          <a:spcPts val="0"/>
                        </a:spcAft>
                      </a:pPr>
                      <a:r>
                        <a:rPr kumimoji="1" lang="en-US" sz="1200" b="0" i="0" u="none" strike="noStrike" kern="1200" dirty="0">
                          <a:solidFill>
                            <a:schemeClr val="tx1"/>
                          </a:solidFill>
                          <a:effectLst/>
                          <a:latin typeface="Arial" panose="020B0604020202020204" pitchFamily="34" charset="0"/>
                          <a:ea typeface="ＭＳ Ｐゴシック" panose="020B0600070205080204" pitchFamily="50" charset="-128"/>
                          <a:cs typeface="Arial" panose="020B0604020202020204" pitchFamily="34" charset="0"/>
                        </a:rPr>
                        <a:t>86.8</a:t>
                      </a:r>
                      <a:endParaRPr lang="en-US" altLang="ja-JP" sz="1200" b="0" i="0" u="none" strike="noStrike" dirty="0">
                        <a:solidFill>
                          <a:schemeClr val="tx1"/>
                        </a:solidFill>
                        <a:effectLst/>
                        <a:latin typeface="Arial" panose="020B0604020202020204" pitchFamily="34" charset="0"/>
                        <a:cs typeface="Arial" panose="020B0604020202020204" pitchFamily="34" charset="0"/>
                      </a:endParaRPr>
                    </a:p>
                  </a:txBody>
                  <a:tcPr marL="9525" marR="9525" marT="9525" marB="0" anchor="ctr"/>
                </a:tc>
                <a:tc>
                  <a:txBody>
                    <a:bodyPr/>
                    <a:lstStyle/>
                    <a:p>
                      <a:pPr marL="0" algn="ctr" rtl="0" eaLnBrk="1" fontAlgn="ctr" latinLnBrk="0" hangingPunct="1">
                        <a:spcBef>
                          <a:spcPts val="0"/>
                        </a:spcBef>
                        <a:spcAft>
                          <a:spcPts val="0"/>
                        </a:spcAft>
                      </a:pPr>
                      <a:r>
                        <a:rPr kumimoji="1" lang="en-US" sz="1200" b="0" i="0" u="none" strike="noStrike" kern="1200" dirty="0">
                          <a:solidFill>
                            <a:schemeClr val="tx1"/>
                          </a:solidFill>
                          <a:effectLst/>
                          <a:latin typeface="Arial" panose="020B0604020202020204" pitchFamily="34" charset="0"/>
                          <a:ea typeface="ＭＳ Ｐゴシック" panose="020B0600070205080204" pitchFamily="50" charset="-128"/>
                          <a:cs typeface="Arial" panose="020B0604020202020204" pitchFamily="34" charset="0"/>
                        </a:rPr>
                        <a:t>150.6</a:t>
                      </a:r>
                      <a:endParaRPr lang="en-US" altLang="ja-JP" sz="1200" b="0" i="0" u="none" strike="noStrike" dirty="0">
                        <a:solidFill>
                          <a:schemeClr val="tx1"/>
                        </a:solidFill>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2172950010"/>
                  </a:ext>
                </a:extLst>
              </a:tr>
              <a:tr h="200025">
                <a:tc>
                  <a:txBody>
                    <a:bodyPr/>
                    <a:lstStyle/>
                    <a:p>
                      <a:pPr algn="ctr" fontAlgn="ctr"/>
                      <a:r>
                        <a:rPr lang="en-US" altLang="ja-JP" sz="1200" b="0" i="0" u="none" strike="noStrike" dirty="0">
                          <a:solidFill>
                            <a:schemeClr val="tx1"/>
                          </a:solidFill>
                          <a:effectLst/>
                          <a:latin typeface="Arial" panose="020B0604020202020204" pitchFamily="34" charset="0"/>
                          <a:ea typeface="ＭＳ Ｐゴシック" panose="020B0600070205080204" pitchFamily="50" charset="-128"/>
                          <a:cs typeface="Arial" panose="020B0604020202020204" pitchFamily="34" charset="0"/>
                        </a:rPr>
                        <a:t>6000</a:t>
                      </a:r>
                    </a:p>
                  </a:txBody>
                  <a:tcPr marL="0" marR="0" marT="0" marB="0" anchor="ctr"/>
                </a:tc>
                <a:tc>
                  <a:txBody>
                    <a:bodyPr/>
                    <a:lstStyle/>
                    <a:p>
                      <a:pPr marL="0" algn="ctr" rtl="0" eaLnBrk="1" fontAlgn="ctr" latinLnBrk="0" hangingPunct="1">
                        <a:spcBef>
                          <a:spcPts val="0"/>
                        </a:spcBef>
                        <a:spcAft>
                          <a:spcPts val="0"/>
                        </a:spcAft>
                      </a:pPr>
                      <a:r>
                        <a:rPr kumimoji="1" lang="en-US" sz="1200" b="0" i="0" u="none" strike="noStrike" kern="1200" dirty="0">
                          <a:solidFill>
                            <a:schemeClr val="tx1"/>
                          </a:solidFill>
                          <a:effectLst/>
                          <a:latin typeface="Arial" panose="020B0604020202020204" pitchFamily="34" charset="0"/>
                          <a:ea typeface="ＭＳ Ｐゴシック" panose="020B0600070205080204" pitchFamily="50" charset="-128"/>
                          <a:cs typeface="Arial" panose="020B0604020202020204" pitchFamily="34" charset="0"/>
                        </a:rPr>
                        <a:t>92.6</a:t>
                      </a:r>
                      <a:endParaRPr lang="en-US" altLang="ja-JP" sz="1200" b="0" i="0" u="none" strike="noStrike" dirty="0">
                        <a:solidFill>
                          <a:schemeClr val="tx1"/>
                        </a:solidFill>
                        <a:effectLst/>
                        <a:latin typeface="Arial" panose="020B0604020202020204" pitchFamily="34" charset="0"/>
                        <a:cs typeface="Arial" panose="020B0604020202020204" pitchFamily="34" charset="0"/>
                      </a:endParaRPr>
                    </a:p>
                  </a:txBody>
                  <a:tcPr marL="9525" marR="9525" marT="9525" marB="0" anchor="ctr"/>
                </a:tc>
                <a:tc>
                  <a:txBody>
                    <a:bodyPr/>
                    <a:lstStyle/>
                    <a:p>
                      <a:pPr marL="0" algn="ctr" rtl="0" eaLnBrk="1" fontAlgn="ctr" latinLnBrk="0" hangingPunct="1">
                        <a:spcBef>
                          <a:spcPts val="0"/>
                        </a:spcBef>
                        <a:spcAft>
                          <a:spcPts val="0"/>
                        </a:spcAft>
                      </a:pPr>
                      <a:r>
                        <a:rPr kumimoji="1" lang="en-US" sz="1200" b="0" i="0" u="none" strike="noStrike" kern="1200" dirty="0">
                          <a:solidFill>
                            <a:schemeClr val="tx1"/>
                          </a:solidFill>
                          <a:effectLst/>
                          <a:latin typeface="Arial" panose="020B0604020202020204" pitchFamily="34" charset="0"/>
                          <a:ea typeface="ＭＳ Ｐゴシック" panose="020B0600070205080204" pitchFamily="50" charset="-128"/>
                          <a:cs typeface="Arial" panose="020B0604020202020204" pitchFamily="34" charset="0"/>
                        </a:rPr>
                        <a:t>147.4</a:t>
                      </a:r>
                      <a:endParaRPr lang="en-US" altLang="ja-JP" sz="1200" b="0" i="0" u="none" strike="noStrike" dirty="0">
                        <a:solidFill>
                          <a:schemeClr val="tx1"/>
                        </a:solidFill>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4182185567"/>
                  </a:ext>
                </a:extLst>
              </a:tr>
              <a:tr h="200025">
                <a:tc>
                  <a:txBody>
                    <a:bodyPr/>
                    <a:lstStyle/>
                    <a:p>
                      <a:pPr algn="ctr" fontAlgn="ctr"/>
                      <a:r>
                        <a:rPr lang="en-US" altLang="ja-JP" sz="1200" b="0" i="0" u="none" strike="noStrike" dirty="0">
                          <a:solidFill>
                            <a:schemeClr val="tx1"/>
                          </a:solidFill>
                          <a:effectLst/>
                          <a:latin typeface="Arial" panose="020B0604020202020204" pitchFamily="34" charset="0"/>
                          <a:ea typeface="ＭＳ Ｐゴシック" panose="020B0600070205080204" pitchFamily="50" charset="-128"/>
                          <a:cs typeface="Arial" panose="020B0604020202020204" pitchFamily="34" charset="0"/>
                        </a:rPr>
                        <a:t>6200</a:t>
                      </a:r>
                    </a:p>
                  </a:txBody>
                  <a:tcPr marL="0" marR="0" marT="0" marB="0" anchor="ctr"/>
                </a:tc>
                <a:tc>
                  <a:txBody>
                    <a:bodyPr/>
                    <a:lstStyle/>
                    <a:p>
                      <a:pPr marL="0" algn="ctr" rtl="0" eaLnBrk="1" fontAlgn="ctr" latinLnBrk="0" hangingPunct="1">
                        <a:spcBef>
                          <a:spcPts val="0"/>
                        </a:spcBef>
                        <a:spcAft>
                          <a:spcPts val="0"/>
                        </a:spcAft>
                      </a:pPr>
                      <a:r>
                        <a:rPr kumimoji="1" lang="en-US" sz="1200" b="0" i="0" u="none" strike="noStrike" kern="1200" dirty="0">
                          <a:solidFill>
                            <a:schemeClr val="tx1"/>
                          </a:solidFill>
                          <a:effectLst/>
                          <a:latin typeface="Arial" panose="020B0604020202020204" pitchFamily="34" charset="0"/>
                          <a:ea typeface="ＭＳ Ｐゴシック" panose="020B0600070205080204" pitchFamily="50" charset="-128"/>
                          <a:cs typeface="Arial" panose="020B0604020202020204" pitchFamily="34" charset="0"/>
                        </a:rPr>
                        <a:t>93.0</a:t>
                      </a:r>
                      <a:endParaRPr lang="en-US" altLang="ja-JP" sz="1200" b="0" i="0" u="none" strike="noStrike" dirty="0">
                        <a:solidFill>
                          <a:schemeClr val="tx1"/>
                        </a:solidFill>
                        <a:effectLst/>
                        <a:latin typeface="Arial" panose="020B0604020202020204" pitchFamily="34" charset="0"/>
                        <a:cs typeface="Arial" panose="020B0604020202020204" pitchFamily="34" charset="0"/>
                      </a:endParaRPr>
                    </a:p>
                  </a:txBody>
                  <a:tcPr marL="9525" marR="9525" marT="9525" marB="0" anchor="ctr"/>
                </a:tc>
                <a:tc>
                  <a:txBody>
                    <a:bodyPr/>
                    <a:lstStyle/>
                    <a:p>
                      <a:pPr marL="0" algn="ctr" rtl="0" eaLnBrk="1" fontAlgn="ctr" latinLnBrk="0" hangingPunct="1">
                        <a:spcBef>
                          <a:spcPts val="0"/>
                        </a:spcBef>
                        <a:spcAft>
                          <a:spcPts val="0"/>
                        </a:spcAft>
                      </a:pPr>
                      <a:r>
                        <a:rPr kumimoji="1" lang="en-US" sz="1200" b="0" i="0" u="none" strike="noStrike" kern="1200" dirty="0">
                          <a:solidFill>
                            <a:schemeClr val="tx1"/>
                          </a:solidFill>
                          <a:effectLst/>
                          <a:latin typeface="Arial" panose="020B0604020202020204" pitchFamily="34" charset="0"/>
                          <a:ea typeface="ＭＳ Ｐゴシック" panose="020B0600070205080204" pitchFamily="50" charset="-128"/>
                          <a:cs typeface="Arial" panose="020B0604020202020204" pitchFamily="34" charset="0"/>
                        </a:rPr>
                        <a:t>143.4</a:t>
                      </a:r>
                      <a:endParaRPr lang="en-US" altLang="ja-JP" sz="1200" b="0" i="0" u="none" strike="noStrike" dirty="0">
                        <a:solidFill>
                          <a:schemeClr val="tx1"/>
                        </a:solidFill>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1429027640"/>
                  </a:ext>
                </a:extLst>
              </a:tr>
              <a:tr h="200025">
                <a:tc>
                  <a:txBody>
                    <a:bodyPr/>
                    <a:lstStyle/>
                    <a:p>
                      <a:pPr algn="ctr" fontAlgn="ctr"/>
                      <a:r>
                        <a:rPr lang="en-US" altLang="ja-JP" sz="1200" b="0" i="0" u="none" strike="noStrike" dirty="0">
                          <a:solidFill>
                            <a:schemeClr val="tx1"/>
                          </a:solidFill>
                          <a:effectLst/>
                          <a:latin typeface="Arial" panose="020B0604020202020204" pitchFamily="34" charset="0"/>
                          <a:ea typeface="ＭＳ Ｐゴシック" panose="020B0600070205080204" pitchFamily="50" charset="-128"/>
                          <a:cs typeface="Arial" panose="020B0604020202020204" pitchFamily="34" charset="0"/>
                        </a:rPr>
                        <a:t>6400</a:t>
                      </a:r>
                    </a:p>
                  </a:txBody>
                  <a:tcPr marL="0" marR="0" marT="0" marB="0" anchor="ctr"/>
                </a:tc>
                <a:tc>
                  <a:txBody>
                    <a:bodyPr/>
                    <a:lstStyle/>
                    <a:p>
                      <a:pPr marL="0" algn="ctr" rtl="0" eaLnBrk="1" fontAlgn="ctr" latinLnBrk="0" hangingPunct="1">
                        <a:spcBef>
                          <a:spcPts val="0"/>
                        </a:spcBef>
                        <a:spcAft>
                          <a:spcPts val="0"/>
                        </a:spcAft>
                      </a:pPr>
                      <a:r>
                        <a:rPr kumimoji="1" lang="en-US" sz="1200" b="0" i="0" u="none" strike="noStrike" kern="1200" dirty="0">
                          <a:solidFill>
                            <a:schemeClr val="tx1"/>
                          </a:solidFill>
                          <a:effectLst/>
                          <a:latin typeface="Arial" panose="020B0604020202020204" pitchFamily="34" charset="0"/>
                          <a:ea typeface="ＭＳ Ｐゴシック" panose="020B0600070205080204" pitchFamily="50" charset="-128"/>
                          <a:cs typeface="Arial" panose="020B0604020202020204" pitchFamily="34" charset="0"/>
                        </a:rPr>
                        <a:t>92.0</a:t>
                      </a:r>
                      <a:endParaRPr lang="en-US" altLang="ja-JP" sz="1200" b="0" i="0" u="none" strike="noStrike" dirty="0">
                        <a:solidFill>
                          <a:schemeClr val="tx1"/>
                        </a:solidFill>
                        <a:effectLst/>
                        <a:latin typeface="Arial" panose="020B0604020202020204" pitchFamily="34" charset="0"/>
                        <a:cs typeface="Arial" panose="020B0604020202020204" pitchFamily="34" charset="0"/>
                      </a:endParaRPr>
                    </a:p>
                  </a:txBody>
                  <a:tcPr marL="9525" marR="9525" marT="9525" marB="0" anchor="ctr"/>
                </a:tc>
                <a:tc>
                  <a:txBody>
                    <a:bodyPr/>
                    <a:lstStyle/>
                    <a:p>
                      <a:pPr marL="0" algn="ctr" rtl="0" eaLnBrk="1" fontAlgn="ctr" latinLnBrk="0" hangingPunct="1">
                        <a:spcBef>
                          <a:spcPts val="0"/>
                        </a:spcBef>
                        <a:spcAft>
                          <a:spcPts val="0"/>
                        </a:spcAft>
                      </a:pPr>
                      <a:r>
                        <a:rPr kumimoji="1" lang="en-US" sz="1200" b="0" i="0" u="none" strike="noStrike" kern="1200" dirty="0">
                          <a:solidFill>
                            <a:schemeClr val="tx1"/>
                          </a:solidFill>
                          <a:effectLst/>
                          <a:latin typeface="Arial" panose="020B0604020202020204" pitchFamily="34" charset="0"/>
                          <a:ea typeface="ＭＳ Ｐゴシック" panose="020B0600070205080204" pitchFamily="50" charset="-128"/>
                          <a:cs typeface="Arial" panose="020B0604020202020204" pitchFamily="34" charset="0"/>
                        </a:rPr>
                        <a:t>137.4</a:t>
                      </a:r>
                      <a:endParaRPr lang="en-US" altLang="ja-JP" sz="1200" b="0" i="0" u="none" strike="noStrike" dirty="0">
                        <a:solidFill>
                          <a:schemeClr val="tx1"/>
                        </a:solidFill>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2686901393"/>
                  </a:ext>
                </a:extLst>
              </a:tr>
            </a:tbl>
          </a:graphicData>
        </a:graphic>
      </p:graphicFrame>
      <p:graphicFrame>
        <p:nvGraphicFramePr>
          <p:cNvPr id="3" name="表 2">
            <a:extLst>
              <a:ext uri="{FF2B5EF4-FFF2-40B4-BE49-F238E27FC236}">
                <a16:creationId xmlns:a16="http://schemas.microsoft.com/office/drawing/2014/main" id="{144A4D36-0DE3-F702-D248-AAE32483A975}"/>
              </a:ext>
            </a:extLst>
          </p:cNvPr>
          <p:cNvGraphicFramePr>
            <a:graphicFrameLocks noGrp="1"/>
          </p:cNvGraphicFramePr>
          <p:nvPr/>
        </p:nvGraphicFramePr>
        <p:xfrm>
          <a:off x="547829" y="5201899"/>
          <a:ext cx="3693113" cy="509760"/>
        </p:xfrm>
        <a:graphic>
          <a:graphicData uri="http://schemas.openxmlformats.org/drawingml/2006/table">
            <a:tbl>
              <a:tblPr firstRow="1" firstCol="1" bandRow="1"/>
              <a:tblGrid>
                <a:gridCol w="1546785">
                  <a:extLst>
                    <a:ext uri="{9D8B030D-6E8A-4147-A177-3AD203B41FA5}">
                      <a16:colId xmlns:a16="http://schemas.microsoft.com/office/drawing/2014/main" val="20000"/>
                    </a:ext>
                  </a:extLst>
                </a:gridCol>
                <a:gridCol w="2146328">
                  <a:extLst>
                    <a:ext uri="{9D8B030D-6E8A-4147-A177-3AD203B41FA5}">
                      <a16:colId xmlns:a16="http://schemas.microsoft.com/office/drawing/2014/main" val="20001"/>
                    </a:ext>
                  </a:extLst>
                </a:gridCol>
              </a:tblGrid>
              <a:tr h="171450">
                <a:tc>
                  <a:txBody>
                    <a:bodyPr/>
                    <a:lstStyle/>
                    <a:p>
                      <a:pPr algn="l">
                        <a:spcAft>
                          <a:spcPts val="0"/>
                        </a:spcAft>
                      </a:pPr>
                      <a:r>
                        <a:rPr lang="en-US" sz="1200" kern="0" dirty="0">
                          <a:solidFill>
                            <a:srgbClr val="000000"/>
                          </a:solidFill>
                          <a:effectLst/>
                          <a:latin typeface="Arial" panose="020B0604020202020204" pitchFamily="34" charset="0"/>
                          <a:ea typeface="+mn-ea"/>
                          <a:cs typeface="Arial" panose="020B0604020202020204" pitchFamily="34" charset="0"/>
                        </a:rPr>
                        <a:t>1) T-CAT</a:t>
                      </a:r>
                    </a:p>
                  </a:txBody>
                  <a:tcPr marL="36000" marR="36000" marT="36000" marB="360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ja-JP" sz="1200" kern="0" dirty="0">
                          <a:solidFill>
                            <a:srgbClr val="000000"/>
                          </a:solidFill>
                          <a:effectLst/>
                          <a:latin typeface="Arial" panose="020B0604020202020204" pitchFamily="34" charset="0"/>
                          <a:ea typeface="+mn-ea"/>
                          <a:cs typeface="Arial" panose="020B0604020202020204" pitchFamily="34" charset="0"/>
                        </a:rPr>
                        <a:t>≦950 deg C</a:t>
                      </a:r>
                    </a:p>
                  </a:txBody>
                  <a:tcPr marL="36000" marR="36000" marT="36000" marB="360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71450">
                <a:tc>
                  <a:txBody>
                    <a:bodyPr/>
                    <a:lstStyle/>
                    <a:p>
                      <a:pPr algn="l">
                        <a:spcAft>
                          <a:spcPts val="0"/>
                        </a:spcAft>
                      </a:pPr>
                      <a:r>
                        <a:rPr lang="en-US" sz="1200" kern="0" dirty="0">
                          <a:solidFill>
                            <a:srgbClr val="000000"/>
                          </a:solidFill>
                          <a:effectLst/>
                          <a:latin typeface="Arial" panose="020B0604020202020204" pitchFamily="34" charset="0"/>
                          <a:ea typeface="+mn-ea"/>
                          <a:cs typeface="Arial" panose="020B0604020202020204" pitchFamily="34" charset="0"/>
                        </a:rPr>
                        <a:t>2) Pmax ave</a:t>
                      </a:r>
                    </a:p>
                  </a:txBody>
                  <a:tcPr marL="36000" marR="36000" marT="36000" marB="360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ja-JP" altLang="en-US" sz="1200" kern="100" dirty="0">
                          <a:effectLst/>
                          <a:latin typeface="Arial" panose="020B0604020202020204" pitchFamily="34" charset="0"/>
                          <a:ea typeface="+mn-ea"/>
                          <a:cs typeface="Arial" panose="020B0604020202020204" pitchFamily="34" charset="0"/>
                        </a:rPr>
                        <a:t>≦</a:t>
                      </a:r>
                      <a:r>
                        <a:rPr lang="en-US" altLang="ja-JP" sz="1200" kern="100" dirty="0">
                          <a:effectLst/>
                          <a:latin typeface="Arial" panose="020B0604020202020204" pitchFamily="34" charset="0"/>
                          <a:ea typeface="+mn-ea"/>
                          <a:cs typeface="Arial" panose="020B0604020202020204" pitchFamily="34" charset="0"/>
                        </a:rPr>
                        <a:t>8.0</a:t>
                      </a:r>
                      <a:r>
                        <a:rPr lang="en-US" altLang="ja-JP" sz="1200" kern="100" baseline="0" dirty="0">
                          <a:effectLst/>
                          <a:latin typeface="Arial" panose="020B0604020202020204" pitchFamily="34" charset="0"/>
                          <a:ea typeface="+mn-ea"/>
                          <a:cs typeface="Arial" panose="020B0604020202020204" pitchFamily="34" charset="0"/>
                        </a:rPr>
                        <a:t> MPa</a:t>
                      </a:r>
                      <a:endParaRPr lang="ja-JP" sz="1200" kern="100" dirty="0">
                        <a:effectLst/>
                        <a:latin typeface="Arial" panose="020B0604020202020204" pitchFamily="34" charset="0"/>
                        <a:ea typeface="+mn-ea"/>
                        <a:cs typeface="Arial" panose="020B0604020202020204" pitchFamily="34" charset="0"/>
                      </a:endParaRPr>
                    </a:p>
                  </a:txBody>
                  <a:tcPr marL="36000" marR="36000" marT="36000" marB="360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4" name="テキスト ボックス 3">
            <a:extLst>
              <a:ext uri="{FF2B5EF4-FFF2-40B4-BE49-F238E27FC236}">
                <a16:creationId xmlns:a16="http://schemas.microsoft.com/office/drawing/2014/main" id="{3044AD8F-9952-9ABD-D9CA-EE22F7E38F1A}"/>
              </a:ext>
            </a:extLst>
          </p:cNvPr>
          <p:cNvSpPr txBox="1"/>
          <p:nvPr/>
        </p:nvSpPr>
        <p:spPr>
          <a:xfrm>
            <a:off x="35496" y="4855743"/>
            <a:ext cx="1275477" cy="338554"/>
          </a:xfrm>
          <a:prstGeom prst="rect">
            <a:avLst/>
          </a:prstGeom>
          <a:noFill/>
        </p:spPr>
        <p:txBody>
          <a:bodyPr wrap="none" rtlCol="0">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1" lang="en-US" altLang="ja-JP" sz="1600" b="1" i="0" u="none" strike="noStrike" kern="1200" cap="none" spc="0" normalizeH="0" baseline="0" noProof="0" dirty="0">
                <a:ln>
                  <a:noFill/>
                </a:ln>
                <a:solidFill>
                  <a:prstClr val="black"/>
                </a:solidFill>
                <a:effectLst/>
                <a:uLnTx/>
                <a:uFillTx/>
                <a:latin typeface="Meiryo UI"/>
                <a:ea typeface="Meiryo UI"/>
                <a:cs typeface="+mn-cs"/>
              </a:rPr>
              <a:t>Criteria</a:t>
            </a:r>
            <a:endParaRPr kumimoji="1" lang="ja-JP" altLang="en-US" sz="1600" b="1" i="0" u="none" strike="noStrike" kern="1200" cap="none" spc="0" normalizeH="0" baseline="0" noProof="0" dirty="0">
              <a:ln>
                <a:noFill/>
              </a:ln>
              <a:solidFill>
                <a:prstClr val="black"/>
              </a:solidFill>
              <a:effectLst/>
              <a:uLnTx/>
              <a:uFillTx/>
              <a:latin typeface="Meiryo UI"/>
              <a:ea typeface="Meiryo UI"/>
              <a:cs typeface="+mn-cs"/>
            </a:endParaRPr>
          </a:p>
        </p:txBody>
      </p:sp>
      <p:sp>
        <p:nvSpPr>
          <p:cNvPr id="5" name="テキスト ボックス 4">
            <a:extLst>
              <a:ext uri="{FF2B5EF4-FFF2-40B4-BE49-F238E27FC236}">
                <a16:creationId xmlns:a16="http://schemas.microsoft.com/office/drawing/2014/main" id="{B62E2EEF-D8B6-1398-3331-49C8F3317604}"/>
              </a:ext>
            </a:extLst>
          </p:cNvPr>
          <p:cNvSpPr txBox="1"/>
          <p:nvPr/>
        </p:nvSpPr>
        <p:spPr>
          <a:xfrm>
            <a:off x="35496" y="622822"/>
            <a:ext cx="4060920" cy="338554"/>
          </a:xfrm>
          <a:prstGeom prst="rect">
            <a:avLst/>
          </a:prstGeom>
          <a:noFill/>
        </p:spPr>
        <p:txBody>
          <a:bodyPr wrap="none" rtlCol="0">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1" lang="en-US" altLang="ja-JP" sz="1600" b="1" i="0" u="none" strike="noStrike" kern="1200" cap="none" spc="0" normalizeH="0" baseline="0" noProof="0" dirty="0">
                <a:ln>
                  <a:noFill/>
                </a:ln>
                <a:solidFill>
                  <a:prstClr val="black"/>
                </a:solidFill>
                <a:effectLst/>
                <a:uLnTx/>
                <a:uFillTx/>
                <a:latin typeface="Meiryo UI"/>
                <a:ea typeface="Meiryo UI"/>
                <a:cs typeface="+mn-cs"/>
              </a:rPr>
              <a:t>Target</a:t>
            </a:r>
            <a:r>
              <a:rPr kumimoji="1" lang="ja-JP" altLang="en-US" sz="1600" b="1" i="0" u="none" strike="noStrike" kern="1200" cap="none" spc="0" normalizeH="0" baseline="0" noProof="0" dirty="0">
                <a:ln>
                  <a:noFill/>
                </a:ln>
                <a:solidFill>
                  <a:prstClr val="black"/>
                </a:solidFill>
                <a:effectLst/>
                <a:uLnTx/>
                <a:uFillTx/>
                <a:latin typeface="Meiryo UI"/>
                <a:ea typeface="Meiryo UI"/>
                <a:cs typeface="+mn-cs"/>
              </a:rPr>
              <a:t> </a:t>
            </a:r>
            <a:r>
              <a:rPr kumimoji="1" lang="en-US" altLang="ja-JP" sz="1600" b="1" i="0" u="none" strike="noStrike" kern="1200" cap="none" spc="0" normalizeH="0" baseline="0" noProof="0" dirty="0">
                <a:ln>
                  <a:noFill/>
                </a:ln>
                <a:solidFill>
                  <a:prstClr val="black"/>
                </a:solidFill>
                <a:effectLst/>
                <a:uLnTx/>
                <a:uFillTx/>
                <a:latin typeface="Meiryo UI"/>
                <a:ea typeface="Meiryo UI"/>
                <a:cs typeface="+mn-cs"/>
              </a:rPr>
              <a:t>Engine</a:t>
            </a:r>
            <a:r>
              <a:rPr kumimoji="1" lang="ja-JP" altLang="en-US" sz="1600" b="1" i="0" u="none" strike="noStrike" kern="1200" cap="none" spc="0" normalizeH="0" baseline="0" noProof="0" dirty="0">
                <a:ln>
                  <a:noFill/>
                </a:ln>
                <a:solidFill>
                  <a:prstClr val="black"/>
                </a:solidFill>
                <a:effectLst/>
                <a:uLnTx/>
                <a:uFillTx/>
                <a:latin typeface="Meiryo UI"/>
                <a:ea typeface="Meiryo UI"/>
                <a:cs typeface="+mn-cs"/>
              </a:rPr>
              <a:t> </a:t>
            </a:r>
            <a:r>
              <a:rPr kumimoji="1" lang="en-US" altLang="ja-JP" sz="1600" b="1" i="0" u="none" strike="noStrike" kern="1200" cap="none" spc="0" normalizeH="0" baseline="0" noProof="0" dirty="0">
                <a:ln>
                  <a:noFill/>
                </a:ln>
                <a:solidFill>
                  <a:prstClr val="black"/>
                </a:solidFill>
                <a:effectLst/>
                <a:uLnTx/>
                <a:uFillTx/>
                <a:latin typeface="Meiryo UI"/>
                <a:ea typeface="Meiryo UI"/>
                <a:cs typeface="+mn-cs"/>
              </a:rPr>
              <a:t>Torque</a:t>
            </a:r>
            <a:r>
              <a:rPr kumimoji="1" lang="ja-JP" altLang="en-US" sz="1600" b="1" i="0" u="none" strike="noStrike" kern="1200" cap="none" spc="0" normalizeH="0" baseline="0" noProof="0" dirty="0">
                <a:ln>
                  <a:noFill/>
                </a:ln>
                <a:solidFill>
                  <a:prstClr val="black"/>
                </a:solidFill>
                <a:effectLst/>
                <a:uLnTx/>
                <a:uFillTx/>
                <a:latin typeface="Meiryo UI"/>
                <a:ea typeface="Meiryo UI"/>
                <a:cs typeface="+mn-cs"/>
              </a:rPr>
              <a:t> </a:t>
            </a:r>
            <a:r>
              <a:rPr kumimoji="1" lang="en-US" altLang="ja-JP" sz="1600" b="1" i="0" u="none" strike="noStrike" kern="1200" cap="none" spc="0" normalizeH="0" baseline="0" noProof="0" dirty="0">
                <a:ln>
                  <a:noFill/>
                </a:ln>
                <a:solidFill>
                  <a:prstClr val="black"/>
                </a:solidFill>
                <a:effectLst/>
                <a:uLnTx/>
                <a:uFillTx/>
                <a:latin typeface="Meiryo UI"/>
                <a:ea typeface="Meiryo UI"/>
                <a:cs typeface="+mn-cs"/>
              </a:rPr>
              <a:t>and</a:t>
            </a:r>
            <a:r>
              <a:rPr kumimoji="1" lang="ja-JP" altLang="en-US" sz="1600" b="1" i="0" u="none" strike="noStrike" kern="1200" cap="none" spc="0" normalizeH="0" baseline="0" noProof="0" dirty="0">
                <a:ln>
                  <a:noFill/>
                </a:ln>
                <a:solidFill>
                  <a:prstClr val="black"/>
                </a:solidFill>
                <a:effectLst/>
                <a:uLnTx/>
                <a:uFillTx/>
                <a:latin typeface="Meiryo UI"/>
                <a:ea typeface="Meiryo UI"/>
                <a:cs typeface="+mn-cs"/>
              </a:rPr>
              <a:t> </a:t>
            </a:r>
            <a:r>
              <a:rPr kumimoji="1" lang="en-US" altLang="ja-JP" sz="1600" b="1" i="0" u="none" strike="noStrike" kern="1200" cap="none" spc="0" normalizeH="0" baseline="0" noProof="0" dirty="0">
                <a:ln>
                  <a:noFill/>
                </a:ln>
                <a:solidFill>
                  <a:prstClr val="black"/>
                </a:solidFill>
                <a:effectLst/>
                <a:uLnTx/>
                <a:uFillTx/>
                <a:latin typeface="Meiryo UI"/>
                <a:ea typeface="Meiryo UI"/>
                <a:cs typeface="+mn-cs"/>
              </a:rPr>
              <a:t>Power</a:t>
            </a:r>
            <a:endParaRPr kumimoji="1" lang="ja-JP" altLang="en-US" sz="1600" b="1" i="0" u="none" strike="noStrike" kern="1200" cap="none" spc="0" normalizeH="0" baseline="0" noProof="0" dirty="0">
              <a:ln>
                <a:noFill/>
              </a:ln>
              <a:solidFill>
                <a:prstClr val="black"/>
              </a:solidFill>
              <a:effectLst/>
              <a:uLnTx/>
              <a:uFillTx/>
              <a:latin typeface="Meiryo UI"/>
              <a:ea typeface="Meiryo UI"/>
              <a:cs typeface="+mn-cs"/>
            </a:endParaRPr>
          </a:p>
        </p:txBody>
      </p:sp>
      <p:sp>
        <p:nvSpPr>
          <p:cNvPr id="6" name="テキスト ボックス 5">
            <a:extLst>
              <a:ext uri="{FF2B5EF4-FFF2-40B4-BE49-F238E27FC236}">
                <a16:creationId xmlns:a16="http://schemas.microsoft.com/office/drawing/2014/main" id="{EFC82ABB-095D-F04E-5068-6F386BB502B4}"/>
              </a:ext>
            </a:extLst>
          </p:cNvPr>
          <p:cNvSpPr txBox="1"/>
          <p:nvPr/>
        </p:nvSpPr>
        <p:spPr>
          <a:xfrm>
            <a:off x="4579350" y="622822"/>
            <a:ext cx="2529795" cy="338554"/>
          </a:xfrm>
          <a:prstGeom prst="rect">
            <a:avLst/>
          </a:prstGeom>
          <a:noFill/>
        </p:spPr>
        <p:txBody>
          <a:bodyPr wrap="none" rtlCol="0">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1" lang="en-US" altLang="ja-JP" sz="1600" b="1" i="0" u="none" strike="noStrike" kern="1200" cap="none" spc="0" normalizeH="0" baseline="0" noProof="0" dirty="0">
                <a:ln>
                  <a:noFill/>
                </a:ln>
                <a:solidFill>
                  <a:prstClr val="black"/>
                </a:solidFill>
                <a:effectLst/>
                <a:uLnTx/>
                <a:uFillTx/>
                <a:latin typeface="Meiryo UI"/>
                <a:ea typeface="Meiryo UI"/>
                <a:cs typeface="+mn-cs"/>
              </a:rPr>
              <a:t>Performance curve</a:t>
            </a:r>
            <a:endParaRPr kumimoji="1" lang="ja-JP" altLang="en-US" sz="1600" b="1" i="0" u="none" strike="noStrike" kern="1200" cap="none" spc="0" normalizeH="0" baseline="0" noProof="0" dirty="0">
              <a:ln>
                <a:noFill/>
              </a:ln>
              <a:solidFill>
                <a:prstClr val="black"/>
              </a:solidFill>
              <a:effectLst/>
              <a:uLnTx/>
              <a:uFillTx/>
              <a:latin typeface="Meiryo UI"/>
              <a:ea typeface="Meiryo UI"/>
              <a:cs typeface="+mn-cs"/>
            </a:endParaRPr>
          </a:p>
        </p:txBody>
      </p:sp>
      <p:graphicFrame>
        <p:nvGraphicFramePr>
          <p:cNvPr id="7" name="オブジェクト 6">
            <a:extLst>
              <a:ext uri="{FF2B5EF4-FFF2-40B4-BE49-F238E27FC236}">
                <a16:creationId xmlns:a16="http://schemas.microsoft.com/office/drawing/2014/main" id="{DA18D41A-003F-B29B-D5CB-83CF2EECB3FD}"/>
              </a:ext>
            </a:extLst>
          </p:cNvPr>
          <p:cNvGraphicFramePr>
            <a:graphicFrameLocks noChangeAspect="1"/>
          </p:cNvGraphicFramePr>
          <p:nvPr/>
        </p:nvGraphicFramePr>
        <p:xfrm>
          <a:off x="4961295" y="1009401"/>
          <a:ext cx="3690937" cy="4749800"/>
        </p:xfrm>
        <a:graphic>
          <a:graphicData uri="http://schemas.openxmlformats.org/presentationml/2006/ole">
            <mc:AlternateContent xmlns:mc="http://schemas.openxmlformats.org/markup-compatibility/2006">
              <mc:Choice xmlns:v="urn:schemas-microsoft-com:vml" Requires="v">
                <p:oleObj name="ワークシート" r:id="rId3" imgW="3691355" imgH="4750371" progId="Excel.Sheet.12">
                  <p:embed/>
                </p:oleObj>
              </mc:Choice>
              <mc:Fallback>
                <p:oleObj name="ワークシート" r:id="rId3" imgW="3691355" imgH="4750371" progId="Excel.Sheet.12">
                  <p:embed/>
                  <p:pic>
                    <p:nvPicPr>
                      <p:cNvPr id="7" name="オブジェクト 6">
                        <a:extLst>
                          <a:ext uri="{FF2B5EF4-FFF2-40B4-BE49-F238E27FC236}">
                            <a16:creationId xmlns:a16="http://schemas.microsoft.com/office/drawing/2014/main" id="{DA18D41A-003F-B29B-D5CB-83CF2EECB3FD}"/>
                          </a:ext>
                        </a:extLst>
                      </p:cNvPr>
                      <p:cNvPicPr/>
                      <p:nvPr/>
                    </p:nvPicPr>
                    <p:blipFill>
                      <a:blip r:embed="rId4"/>
                      <a:stretch>
                        <a:fillRect/>
                      </a:stretch>
                    </p:blipFill>
                    <p:spPr>
                      <a:xfrm>
                        <a:off x="4961295" y="1009401"/>
                        <a:ext cx="3690937" cy="4749800"/>
                      </a:xfrm>
                      <a:prstGeom prst="rect">
                        <a:avLst/>
                      </a:prstGeom>
                    </p:spPr>
                  </p:pic>
                </p:oleObj>
              </mc:Fallback>
            </mc:AlternateContent>
          </a:graphicData>
        </a:graphic>
      </p:graphicFrame>
      <p:sp>
        <p:nvSpPr>
          <p:cNvPr id="11" name="テキスト ボックス 10">
            <a:extLst>
              <a:ext uri="{FF2B5EF4-FFF2-40B4-BE49-F238E27FC236}">
                <a16:creationId xmlns:a16="http://schemas.microsoft.com/office/drawing/2014/main" id="{499AFFF9-03FD-DB46-2254-959A6EB5DEDA}"/>
              </a:ext>
            </a:extLst>
          </p:cNvPr>
          <p:cNvSpPr txBox="1"/>
          <p:nvPr/>
        </p:nvSpPr>
        <p:spPr>
          <a:xfrm>
            <a:off x="1521" y="6512934"/>
            <a:ext cx="9142479" cy="338554"/>
          </a:xfrm>
          <a:prstGeom prst="rect">
            <a:avLst/>
          </a:prstGeom>
          <a:solidFill>
            <a:srgbClr val="002060"/>
          </a:solidFill>
        </p:spPr>
        <p:txBody>
          <a:bodyPr wrap="square" rtlCol="0">
            <a:spAutoFit/>
          </a:bodyPr>
          <a:lstStyle/>
          <a:p>
            <a:r>
              <a:rPr lang="en-US" altLang="ja-JP" sz="1600" b="1" dirty="0">
                <a:solidFill>
                  <a:schemeClr val="bg1"/>
                </a:solidFill>
                <a:latin typeface="Meiryo UI" panose="020B0604030504040204" pitchFamily="50" charset="-128"/>
                <a:ea typeface="Meiryo UI" panose="020B0604030504040204" pitchFamily="50" charset="-128"/>
              </a:rPr>
              <a:t>Same as 62XS</a:t>
            </a:r>
            <a:endParaRPr lang="ja-JP" altLang="en-US" sz="1600" b="1" dirty="0">
              <a:solidFill>
                <a:schemeClr val="bg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28005899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Text Box 2"/>
          <p:cNvSpPr txBox="1">
            <a:spLocks noChangeArrowheads="1"/>
          </p:cNvSpPr>
          <p:nvPr/>
        </p:nvSpPr>
        <p:spPr bwMode="auto">
          <a:xfrm>
            <a:off x="1799836" y="83640"/>
            <a:ext cx="5560048" cy="400110"/>
          </a:xfrm>
          <a:prstGeom prst="rect">
            <a:avLst/>
          </a:prstGeom>
          <a:noFill/>
        </p:spPr>
        <p:txBody>
          <a:bodyPr wrap="none" rtlCol="0">
            <a:spAutoFit/>
          </a:bodyPr>
          <a:lstStyle>
            <a:defPPr>
              <a:defRPr lang="en-US"/>
            </a:defPPr>
            <a:lvl1pPr fontAlgn="auto">
              <a:spcBef>
                <a:spcPts val="0"/>
              </a:spcBef>
              <a:spcAft>
                <a:spcPts val="0"/>
              </a:spcAft>
              <a:defRPr kumimoji="0">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r>
              <a:rPr lang="en-US" altLang="ja-JP" sz="2000" dirty="0"/>
              <a:t>9. Engine Overview and</a:t>
            </a:r>
            <a:r>
              <a:rPr lang="ja-JP" altLang="en-US" sz="2000" dirty="0"/>
              <a:t> </a:t>
            </a:r>
            <a:r>
              <a:rPr lang="en-US" altLang="ja-JP" sz="2000" dirty="0"/>
              <a:t>Basic Specification</a:t>
            </a:r>
          </a:p>
        </p:txBody>
      </p:sp>
      <p:sp>
        <p:nvSpPr>
          <p:cNvPr id="3" name="正方形/長方形 62">
            <a:extLst>
              <a:ext uri="{FF2B5EF4-FFF2-40B4-BE49-F238E27FC236}">
                <a16:creationId xmlns:a16="http://schemas.microsoft.com/office/drawing/2014/main" id="{1AEB31EF-82D8-0535-F71B-8822C1027180}"/>
              </a:ext>
            </a:extLst>
          </p:cNvPr>
          <p:cNvSpPr>
            <a:spLocks noChangeArrowheads="1"/>
          </p:cNvSpPr>
          <p:nvPr/>
        </p:nvSpPr>
        <p:spPr bwMode="auto">
          <a:xfrm>
            <a:off x="0" y="532621"/>
            <a:ext cx="439910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900">
                <a:solidFill>
                  <a:schemeClr val="tx1"/>
                </a:solidFill>
                <a:latin typeface="Times New Roman" panose="02020603050405020304" pitchFamily="18" charset="0"/>
                <a:ea typeface="ＭＳ Ｐゴシック" panose="020B0600070205080204" pitchFamily="50" charset="-128"/>
              </a:defRPr>
            </a:lvl1pPr>
            <a:lvl2pPr marL="742950" indent="-285750">
              <a:defRPr kumimoji="1" sz="900">
                <a:solidFill>
                  <a:schemeClr val="tx1"/>
                </a:solidFill>
                <a:latin typeface="Times New Roman" panose="02020603050405020304" pitchFamily="18" charset="0"/>
                <a:ea typeface="ＭＳ Ｐゴシック" panose="020B0600070205080204" pitchFamily="50" charset="-128"/>
              </a:defRPr>
            </a:lvl2pPr>
            <a:lvl3pPr marL="1143000" indent="-228600">
              <a:defRPr kumimoji="1" sz="900">
                <a:solidFill>
                  <a:schemeClr val="tx1"/>
                </a:solidFill>
                <a:latin typeface="Times New Roman" panose="02020603050405020304" pitchFamily="18" charset="0"/>
                <a:ea typeface="ＭＳ Ｐゴシック" panose="020B0600070205080204" pitchFamily="50" charset="-128"/>
              </a:defRPr>
            </a:lvl3pPr>
            <a:lvl4pPr marL="1600200" indent="-228600">
              <a:defRPr kumimoji="1" sz="900">
                <a:solidFill>
                  <a:schemeClr val="tx1"/>
                </a:solidFill>
                <a:latin typeface="Times New Roman" panose="02020603050405020304" pitchFamily="18" charset="0"/>
                <a:ea typeface="ＭＳ Ｐゴシック" panose="020B0600070205080204" pitchFamily="50" charset="-128"/>
              </a:defRPr>
            </a:lvl4pPr>
            <a:lvl5pPr marL="2057400" indent="-228600">
              <a:defRPr kumimoji="1" sz="9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0"/>
              </a:spcBef>
              <a:spcAft>
                <a:spcPct val="0"/>
              </a:spcAft>
              <a:defRPr kumimoji="1" sz="9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0"/>
              </a:spcBef>
              <a:spcAft>
                <a:spcPct val="0"/>
              </a:spcAft>
              <a:defRPr kumimoji="1" sz="9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0"/>
              </a:spcBef>
              <a:spcAft>
                <a:spcPct val="0"/>
              </a:spcAft>
              <a:defRPr kumimoji="1" sz="9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0"/>
              </a:spcBef>
              <a:spcAft>
                <a:spcPct val="0"/>
              </a:spcAft>
              <a:defRPr kumimoji="1" sz="900">
                <a:solidFill>
                  <a:schemeClr val="tx1"/>
                </a:solidFill>
                <a:latin typeface="Times New Roman" panose="02020603050405020304" pitchFamily="18" charset="0"/>
                <a:ea typeface="ＭＳ Ｐゴシック" panose="020B0600070205080204" pitchFamily="50"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b="1"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a:t>
            </a:r>
            <a:r>
              <a:rPr kumimoji="1" lang="en-US" altLang="ja-JP" sz="1600" b="1"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ENG accessory parts SPEC Overview</a:t>
            </a:r>
            <a:r>
              <a:rPr kumimoji="1" lang="ja-JP" altLang="en-US" sz="1600" b="1"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　</a:t>
            </a:r>
          </a:p>
        </p:txBody>
      </p:sp>
      <p:graphicFrame>
        <p:nvGraphicFramePr>
          <p:cNvPr id="6" name="表 5">
            <a:extLst>
              <a:ext uri="{FF2B5EF4-FFF2-40B4-BE49-F238E27FC236}">
                <a16:creationId xmlns:a16="http://schemas.microsoft.com/office/drawing/2014/main" id="{C2CEBEA2-04D0-A35F-9BAB-90A84766C1E9}"/>
              </a:ext>
            </a:extLst>
          </p:cNvPr>
          <p:cNvGraphicFramePr>
            <a:graphicFrameLocks noGrp="1"/>
          </p:cNvGraphicFramePr>
          <p:nvPr>
            <p:extLst>
              <p:ext uri="{D42A27DB-BD31-4B8C-83A1-F6EECF244321}">
                <p14:modId xmlns:p14="http://schemas.microsoft.com/office/powerpoint/2010/main" val="2507993272"/>
              </p:ext>
            </p:extLst>
          </p:nvPr>
        </p:nvGraphicFramePr>
        <p:xfrm>
          <a:off x="65307" y="834510"/>
          <a:ext cx="9009807" cy="6003019"/>
        </p:xfrm>
        <a:graphic>
          <a:graphicData uri="http://schemas.openxmlformats.org/drawingml/2006/table">
            <a:tbl>
              <a:tblPr firstRow="1" bandRow="1">
                <a:tableStyleId>{5C22544A-7EE6-4342-B048-85BDC9FD1C3A}</a:tableStyleId>
              </a:tblPr>
              <a:tblGrid>
                <a:gridCol w="1013387">
                  <a:extLst>
                    <a:ext uri="{9D8B030D-6E8A-4147-A177-3AD203B41FA5}">
                      <a16:colId xmlns:a16="http://schemas.microsoft.com/office/drawing/2014/main" val="3578200226"/>
                    </a:ext>
                  </a:extLst>
                </a:gridCol>
                <a:gridCol w="1711316">
                  <a:extLst>
                    <a:ext uri="{9D8B030D-6E8A-4147-A177-3AD203B41FA5}">
                      <a16:colId xmlns:a16="http://schemas.microsoft.com/office/drawing/2014/main" val="1363577225"/>
                    </a:ext>
                  </a:extLst>
                </a:gridCol>
                <a:gridCol w="1571276">
                  <a:extLst>
                    <a:ext uri="{9D8B030D-6E8A-4147-A177-3AD203B41FA5}">
                      <a16:colId xmlns:a16="http://schemas.microsoft.com/office/drawing/2014/main" val="3745830041"/>
                    </a:ext>
                  </a:extLst>
                </a:gridCol>
                <a:gridCol w="1571276">
                  <a:extLst>
                    <a:ext uri="{9D8B030D-6E8A-4147-A177-3AD203B41FA5}">
                      <a16:colId xmlns:a16="http://schemas.microsoft.com/office/drawing/2014/main" val="2253352809"/>
                    </a:ext>
                  </a:extLst>
                </a:gridCol>
                <a:gridCol w="1571276">
                  <a:extLst>
                    <a:ext uri="{9D8B030D-6E8A-4147-A177-3AD203B41FA5}">
                      <a16:colId xmlns:a16="http://schemas.microsoft.com/office/drawing/2014/main" val="2828138382"/>
                    </a:ext>
                  </a:extLst>
                </a:gridCol>
                <a:gridCol w="1571276">
                  <a:extLst>
                    <a:ext uri="{9D8B030D-6E8A-4147-A177-3AD203B41FA5}">
                      <a16:colId xmlns:a16="http://schemas.microsoft.com/office/drawing/2014/main" val="1974533555"/>
                    </a:ext>
                  </a:extLst>
                </a:gridCol>
              </a:tblGrid>
              <a:tr h="0">
                <a:tc gridSpan="2">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rPr>
                        <a:t>ENG</a:t>
                      </a:r>
                      <a:endParaRPr kumimoji="1" lang="ja-JP" altLang="en-US" sz="1200" b="0" dirty="0">
                        <a:solidFill>
                          <a:schemeClr val="tx1"/>
                        </a:solidFill>
                        <a:latin typeface="Meiryo UI" panose="020B0604030504040204" pitchFamily="50" charset="-128"/>
                        <a:ea typeface="Meiryo UI" panose="020B0604030504040204" pitchFamily="50" charset="-128"/>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hMerge="1">
                  <a:txBody>
                    <a:bodyPr/>
                    <a:lstStyle/>
                    <a:p>
                      <a:endParaRPr kumimoji="1" lang="ja-JP" altLang="en-US"/>
                    </a:p>
                  </a:txBody>
                  <a:tcPr/>
                </a:tc>
                <a:tc gridSpan="2">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rPr>
                        <a:t>6WZZ</a:t>
                      </a:r>
                      <a:endParaRPr kumimoji="1" lang="ja-JP" altLang="en-US" sz="1200" b="0" dirty="0">
                        <a:solidFill>
                          <a:schemeClr val="tx1"/>
                        </a:solidFill>
                        <a:latin typeface="Meiryo UI" panose="020B0604030504040204" pitchFamily="50" charset="-128"/>
                        <a:ea typeface="Meiryo UI" panose="020B0604030504040204" pitchFamily="50" charset="-128"/>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hMerge="1">
                  <a:txBody>
                    <a:bodyPr/>
                    <a:lstStyle/>
                    <a:p>
                      <a:endParaRPr kumimoji="1" lang="ja-JP" altLang="en-US"/>
                    </a:p>
                  </a:txBody>
                  <a:tcPr/>
                </a:tc>
                <a:tc gridSpan="2">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rPr>
                        <a:t>62WZZ-MMC</a:t>
                      </a:r>
                      <a:endParaRPr kumimoji="1" lang="ja-JP" altLang="en-US" sz="1200" b="0" dirty="0">
                        <a:solidFill>
                          <a:schemeClr val="tx1"/>
                        </a:solidFill>
                        <a:latin typeface="Meiryo UI" panose="020B0604030504040204" pitchFamily="50" charset="-128"/>
                        <a:ea typeface="Meiryo UI" panose="020B0604030504040204" pitchFamily="50" charset="-128"/>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hMerge="1">
                  <a:txBody>
                    <a:bodyPr/>
                    <a:lstStyle/>
                    <a:p>
                      <a:endParaRPr kumimoji="1" lang="ja-JP" altLang="en-US"/>
                    </a:p>
                  </a:txBody>
                  <a:tcPr/>
                </a:tc>
                <a:extLst>
                  <a:ext uri="{0D108BD9-81ED-4DB2-BD59-A6C34878D82A}">
                    <a16:rowId xmlns:a16="http://schemas.microsoft.com/office/drawing/2014/main" val="2420131455"/>
                  </a:ext>
                </a:extLst>
              </a:tr>
              <a:tr h="0">
                <a:tc rowSpan="8">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rPr>
                        <a:t>ACG</a:t>
                      </a:r>
                      <a:endParaRPr kumimoji="1" lang="ja-JP" altLang="en-US" sz="1200" b="0" dirty="0">
                        <a:solidFill>
                          <a:schemeClr val="tx1"/>
                        </a:solidFill>
                        <a:latin typeface="Meiryo UI" panose="020B0604030504040204" pitchFamily="50" charset="-128"/>
                        <a:ea typeface="Meiryo UI" panose="020B0604030504040204" pitchFamily="50" charset="-128"/>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kumimoji="1" lang="en-US" altLang="ja-JP" sz="1200" b="0" kern="1200" dirty="0">
                          <a:solidFill>
                            <a:schemeClr val="tx1"/>
                          </a:solidFill>
                          <a:latin typeface="Meiryo UI" panose="020B0604030504040204" pitchFamily="50" charset="-128"/>
                          <a:ea typeface="Meiryo UI" panose="020B0604030504040204" pitchFamily="50" charset="-128"/>
                          <a:cs typeface="+mn-cs"/>
                        </a:rPr>
                        <a:t>Supplier</a:t>
                      </a:r>
                      <a:endParaRPr kumimoji="1" lang="ja-JP" altLang="en-US" sz="1200" b="0" kern="1200" dirty="0">
                        <a:solidFill>
                          <a:schemeClr val="tx1"/>
                        </a:solidFill>
                        <a:latin typeface="Meiryo UI" panose="020B0604030504040204" pitchFamily="50" charset="-128"/>
                        <a:ea typeface="Meiryo UI" panose="020B0604030504040204" pitchFamily="50" charset="-128"/>
                        <a:cs typeface="+mn-cs"/>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gridSpan="2">
                  <a:txBody>
                    <a:bodyPr/>
                    <a:lstStyle/>
                    <a:p>
                      <a:pPr marL="0" algn="ctr" defTabSz="914400" rtl="0" eaLnBrk="1" latinLnBrk="0" hangingPunct="1"/>
                      <a:r>
                        <a:rPr kumimoji="1" lang="en-US" altLang="ja-JP" sz="1200" b="0" kern="1200" dirty="0">
                          <a:solidFill>
                            <a:schemeClr val="tx1"/>
                          </a:solidFill>
                          <a:latin typeface="Meiryo UI" panose="020B0604030504040204" pitchFamily="50" charset="-128"/>
                          <a:ea typeface="Meiryo UI" panose="020B0604030504040204" pitchFamily="50" charset="-128"/>
                          <a:cs typeface="+mn-cs"/>
                        </a:rPr>
                        <a:t>DENSO</a:t>
                      </a:r>
                      <a:endParaRPr kumimoji="1" lang="ja-JP" altLang="en-US" sz="1200" b="0" kern="1200" dirty="0">
                        <a:solidFill>
                          <a:schemeClr val="tx1"/>
                        </a:solidFill>
                        <a:latin typeface="Meiryo UI" panose="020B0604030504040204" pitchFamily="50" charset="-128"/>
                        <a:ea typeface="Meiryo UI" panose="020B0604030504040204" pitchFamily="50" charset="-128"/>
                        <a:cs typeface="+mn-cs"/>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hMerge="1">
                  <a:txBody>
                    <a:bodyPr/>
                    <a:lstStyle/>
                    <a:p>
                      <a:endParaRPr kumimoji="1" lang="ja-JP" altLang="en-US"/>
                    </a:p>
                  </a:txBody>
                  <a:tcPr/>
                </a:tc>
                <a:tc gridSpan="2">
                  <a:txBody>
                    <a:bodyPr/>
                    <a:lstStyle/>
                    <a:p>
                      <a:pPr marL="0" algn="ctr" defTabSz="914400" rtl="0" eaLnBrk="1" latinLnBrk="0" hangingPunct="1"/>
                      <a:r>
                        <a:rPr kumimoji="1" lang="ja-JP" altLang="en-US" sz="12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a:t>
                      </a:r>
                      <a:endParaRPr kumimoji="1" lang="ja-JP" altLang="en-US" sz="1200" b="0" kern="1200" dirty="0">
                        <a:solidFill>
                          <a:schemeClr val="tx1"/>
                        </a:solidFill>
                        <a:latin typeface="Meiryo UI" panose="020B0604030504040204" pitchFamily="50" charset="-128"/>
                        <a:ea typeface="Meiryo UI" panose="020B0604030504040204" pitchFamily="50" charset="-128"/>
                        <a:cs typeface="+mn-cs"/>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hMerge="1">
                  <a:txBody>
                    <a:bodyPr/>
                    <a:lstStyle/>
                    <a:p>
                      <a:endParaRPr kumimoji="1" lang="ja-JP" altLang="en-US"/>
                    </a:p>
                  </a:txBody>
                  <a:tcPr/>
                </a:tc>
                <a:extLst>
                  <a:ext uri="{0D108BD9-81ED-4DB2-BD59-A6C34878D82A}">
                    <a16:rowId xmlns:a16="http://schemas.microsoft.com/office/drawing/2014/main" val="1256744697"/>
                  </a:ext>
                </a:extLst>
              </a:tr>
              <a:tr h="0">
                <a:tc vMerge="1">
                  <a:txBody>
                    <a:bodyPr/>
                    <a:lstStyle/>
                    <a:p>
                      <a:endParaRPr kumimoji="1" lang="ja-JP" altLang="en-US" sz="1050" b="0" dirty="0">
                        <a:solidFill>
                          <a:schemeClr val="tx1"/>
                        </a:solidFill>
                        <a:latin typeface="Meiryo UI" panose="020B0604030504040204" pitchFamily="50" charset="-128"/>
                        <a:ea typeface="Meiryo UI" panose="020B0604030504040204" pitchFamily="50" charset="-128"/>
                      </a:endParaRP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rPr>
                        <a:t>Type</a:t>
                      </a:r>
                      <a:endParaRPr kumimoji="1" lang="ja-JP" altLang="en-US" sz="1200" b="0" dirty="0">
                        <a:solidFill>
                          <a:schemeClr val="tx1"/>
                        </a:solidFill>
                        <a:latin typeface="Meiryo UI" panose="020B0604030504040204" pitchFamily="50" charset="-128"/>
                        <a:ea typeface="Meiryo UI" panose="020B0604030504040204" pitchFamily="50" charset="-128"/>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gridSpan="2">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rPr>
                        <a:t>cSC1</a:t>
                      </a:r>
                      <a:endParaRPr kumimoji="1" lang="ja-JP" altLang="en-US" sz="1200" b="0" dirty="0">
                        <a:solidFill>
                          <a:schemeClr val="tx1"/>
                        </a:solidFill>
                        <a:latin typeface="Meiryo UI" panose="020B0604030504040204" pitchFamily="50" charset="-128"/>
                        <a:ea typeface="Meiryo UI" panose="020B0604030504040204" pitchFamily="50" charset="-128"/>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hMerge="1">
                  <a:txBody>
                    <a:bodyPr/>
                    <a:lstStyle/>
                    <a:p>
                      <a:endParaRPr kumimoji="1" lang="ja-JP" altLang="en-US"/>
                    </a:p>
                  </a:txBody>
                  <a:tcPr/>
                </a:tc>
                <a:tc gridSpan="2">
                  <a:txBody>
                    <a:bodyPr/>
                    <a:lstStyle/>
                    <a:p>
                      <a:pPr algn="ctr"/>
                      <a:r>
                        <a:rPr kumimoji="1" lang="ja-JP" altLang="en-US" sz="12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a:t>
                      </a:r>
                      <a:endParaRPr kumimoji="1" lang="ja-JP" altLang="en-US" sz="1200" b="0" dirty="0">
                        <a:solidFill>
                          <a:schemeClr val="tx1"/>
                        </a:solidFill>
                        <a:latin typeface="Meiryo UI" panose="020B0604030504040204" pitchFamily="50" charset="-128"/>
                        <a:ea typeface="Meiryo UI" panose="020B0604030504040204" pitchFamily="50" charset="-128"/>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hMerge="1">
                  <a:txBody>
                    <a:bodyPr/>
                    <a:lstStyle/>
                    <a:p>
                      <a:endParaRPr kumimoji="1" lang="ja-JP" altLang="en-US"/>
                    </a:p>
                  </a:txBody>
                  <a:tcPr/>
                </a:tc>
                <a:extLst>
                  <a:ext uri="{0D108BD9-81ED-4DB2-BD59-A6C34878D82A}">
                    <a16:rowId xmlns:a16="http://schemas.microsoft.com/office/drawing/2014/main" val="2022351262"/>
                  </a:ext>
                </a:extLst>
              </a:tr>
              <a:tr h="0">
                <a:tc vMerge="1">
                  <a:txBody>
                    <a:bodyPr/>
                    <a:lstStyle/>
                    <a:p>
                      <a:endParaRPr kumimoji="1" lang="ja-JP" altLang="en-US" sz="1050" b="0">
                        <a:solidFill>
                          <a:schemeClr val="tx1"/>
                        </a:solidFill>
                        <a:latin typeface="Meiryo UI" panose="020B0604030504040204" pitchFamily="50" charset="-128"/>
                        <a:ea typeface="Meiryo UI" panose="020B0604030504040204" pitchFamily="50" charset="-128"/>
                      </a:endParaRP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rPr>
                        <a:t>Manufactural</a:t>
                      </a:r>
                      <a:r>
                        <a:rPr kumimoji="1" lang="ja-JP" altLang="en-US" sz="1200" b="0" baseline="0" dirty="0">
                          <a:solidFill>
                            <a:schemeClr val="tx1"/>
                          </a:solidFill>
                          <a:latin typeface="Meiryo UI" panose="020B0604030504040204" pitchFamily="50" charset="-128"/>
                          <a:ea typeface="Meiryo UI" panose="020B0604030504040204" pitchFamily="50" charset="-128"/>
                        </a:rPr>
                        <a:t> </a:t>
                      </a:r>
                      <a:r>
                        <a:rPr kumimoji="1" lang="en-US" altLang="ja-JP" sz="1200" b="0" dirty="0">
                          <a:solidFill>
                            <a:schemeClr val="tx1"/>
                          </a:solidFill>
                          <a:latin typeface="Meiryo UI" panose="020B0604030504040204" pitchFamily="50" charset="-128"/>
                          <a:ea typeface="Meiryo UI" panose="020B0604030504040204" pitchFamily="50" charset="-128"/>
                        </a:rPr>
                        <a:t>location</a:t>
                      </a:r>
                      <a:endParaRPr kumimoji="1" lang="ja-JP" altLang="en-US" sz="1200" b="0" dirty="0">
                        <a:solidFill>
                          <a:schemeClr val="tx1"/>
                        </a:solidFill>
                        <a:latin typeface="Meiryo UI" panose="020B0604030504040204" pitchFamily="50" charset="-128"/>
                        <a:ea typeface="Meiryo UI" panose="020B0604030504040204" pitchFamily="50" charset="-128"/>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gridSpan="2">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rPr>
                        <a:t>BRAZIL</a:t>
                      </a:r>
                      <a:endParaRPr kumimoji="1" lang="ja-JP" altLang="en-US" sz="1200" b="0" dirty="0">
                        <a:solidFill>
                          <a:schemeClr val="tx1"/>
                        </a:solidFill>
                        <a:latin typeface="Meiryo UI" panose="020B0604030504040204" pitchFamily="50" charset="-128"/>
                        <a:ea typeface="Meiryo UI" panose="020B0604030504040204" pitchFamily="50" charset="-128"/>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hMerge="1">
                  <a:txBody>
                    <a:bodyPr/>
                    <a:lstStyle/>
                    <a:p>
                      <a:endParaRPr kumimoji="1" lang="ja-JP" altLang="en-US"/>
                    </a:p>
                  </a:txBody>
                  <a:tcPr/>
                </a:tc>
                <a:tc gridSpan="2">
                  <a:txBody>
                    <a:bodyPr/>
                    <a:lstStyle/>
                    <a:p>
                      <a:pPr algn="ctr"/>
                      <a:r>
                        <a:rPr kumimoji="1" lang="ja-JP" altLang="en-US" sz="12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a:t>
                      </a:r>
                      <a:endParaRPr kumimoji="1" lang="ja-JP" altLang="en-US" sz="1200" b="0" dirty="0">
                        <a:solidFill>
                          <a:schemeClr val="tx1"/>
                        </a:solidFill>
                        <a:latin typeface="Meiryo UI" panose="020B0604030504040204" pitchFamily="50" charset="-128"/>
                        <a:ea typeface="Meiryo UI" panose="020B0604030504040204" pitchFamily="50" charset="-128"/>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hMerge="1">
                  <a:txBody>
                    <a:bodyPr/>
                    <a:lstStyle/>
                    <a:p>
                      <a:endParaRPr kumimoji="1" lang="ja-JP" altLang="en-US"/>
                    </a:p>
                  </a:txBody>
                  <a:tcPr/>
                </a:tc>
                <a:extLst>
                  <a:ext uri="{0D108BD9-81ED-4DB2-BD59-A6C34878D82A}">
                    <a16:rowId xmlns:a16="http://schemas.microsoft.com/office/drawing/2014/main" val="1293116856"/>
                  </a:ext>
                </a:extLst>
              </a:tr>
              <a:tr h="185420">
                <a:tc vMerge="1">
                  <a:txBody>
                    <a:bodyPr/>
                    <a:lstStyle/>
                    <a:p>
                      <a:endParaRPr kumimoji="1" lang="ja-JP" altLang="en-US" sz="1050" b="0">
                        <a:solidFill>
                          <a:schemeClr val="tx1"/>
                        </a:solidFill>
                        <a:latin typeface="Meiryo UI" panose="020B0604030504040204" pitchFamily="50" charset="-128"/>
                        <a:ea typeface="Meiryo UI" panose="020B0604030504040204" pitchFamily="50" charset="-128"/>
                      </a:endParaRP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rPr>
                        <a:t>Rated output</a:t>
                      </a:r>
                      <a:endParaRPr kumimoji="1" lang="ja-JP" altLang="en-US" sz="1200" b="0" dirty="0">
                        <a:solidFill>
                          <a:schemeClr val="tx1"/>
                        </a:solidFill>
                        <a:latin typeface="Meiryo UI" panose="020B0604030504040204" pitchFamily="50" charset="-128"/>
                        <a:ea typeface="Meiryo UI" panose="020B0604030504040204" pitchFamily="50" charset="-128"/>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gridSpan="2">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rPr>
                        <a:t>130A</a:t>
                      </a:r>
                      <a:endParaRPr kumimoji="1" lang="ja-JP" altLang="en-US" sz="1200" b="0" dirty="0">
                        <a:solidFill>
                          <a:schemeClr val="tx1"/>
                        </a:solidFill>
                        <a:latin typeface="Meiryo UI" panose="020B0604030504040204" pitchFamily="50" charset="-128"/>
                        <a:ea typeface="Meiryo UI" panose="020B0604030504040204" pitchFamily="50" charset="-128"/>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hMerge="1">
                  <a:txBody>
                    <a:bodyPr/>
                    <a:lstStyle/>
                    <a:p>
                      <a:endParaRPr kumimoji="1" lang="ja-JP" altLang="en-US"/>
                    </a:p>
                  </a:txBody>
                  <a:tcPr/>
                </a:tc>
                <a:tc gridSpan="2">
                  <a:txBody>
                    <a:bodyPr/>
                    <a:lstStyle/>
                    <a:p>
                      <a:pPr algn="ctr"/>
                      <a:r>
                        <a:rPr kumimoji="1" lang="ja-JP" altLang="en-US" sz="12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a:t>
                      </a:r>
                      <a:endParaRPr kumimoji="1" lang="ja-JP" altLang="en-US" sz="1200" b="0" dirty="0">
                        <a:solidFill>
                          <a:schemeClr val="tx1"/>
                        </a:solidFill>
                        <a:latin typeface="Meiryo UI" panose="020B0604030504040204" pitchFamily="50" charset="-128"/>
                        <a:ea typeface="Meiryo UI" panose="020B0604030504040204" pitchFamily="50" charset="-128"/>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hMerge="1">
                  <a:txBody>
                    <a:bodyPr/>
                    <a:lstStyle/>
                    <a:p>
                      <a:endParaRPr kumimoji="1" lang="ja-JP" altLang="en-US"/>
                    </a:p>
                  </a:txBody>
                  <a:tcPr/>
                </a:tc>
                <a:extLst>
                  <a:ext uri="{0D108BD9-81ED-4DB2-BD59-A6C34878D82A}">
                    <a16:rowId xmlns:a16="http://schemas.microsoft.com/office/drawing/2014/main" val="69603347"/>
                  </a:ext>
                </a:extLst>
              </a:tr>
              <a:tr h="116010">
                <a:tc vMerge="1">
                  <a:txBody>
                    <a:bodyPr/>
                    <a:lstStyle/>
                    <a:p>
                      <a:endParaRPr kumimoji="1" lang="ja-JP" altLang="en-US"/>
                    </a:p>
                  </a:txBody>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rPr>
                        <a:t>Terminal type</a:t>
                      </a:r>
                      <a:endParaRPr kumimoji="1" lang="ja-JP" altLang="en-US" sz="1200" b="0" dirty="0">
                        <a:solidFill>
                          <a:schemeClr val="tx1"/>
                        </a:solidFill>
                        <a:latin typeface="Meiryo UI" panose="020B0604030504040204" pitchFamily="50" charset="-128"/>
                        <a:ea typeface="Meiryo UI" panose="020B0604030504040204" pitchFamily="50" charset="-128"/>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gridSpan="2">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rPr>
                        <a:t>040</a:t>
                      </a:r>
                      <a:r>
                        <a:rPr kumimoji="1" lang="ja-JP" altLang="en-US" sz="1200" b="0" baseline="0" dirty="0">
                          <a:solidFill>
                            <a:schemeClr val="tx1"/>
                          </a:solidFill>
                          <a:latin typeface="Meiryo UI" panose="020B0604030504040204" pitchFamily="50" charset="-128"/>
                          <a:ea typeface="Meiryo UI" panose="020B0604030504040204" pitchFamily="50" charset="-128"/>
                        </a:rPr>
                        <a:t> </a:t>
                      </a:r>
                      <a:r>
                        <a:rPr kumimoji="1" lang="en-US" altLang="ja-JP" sz="1200" b="0" baseline="0" dirty="0">
                          <a:solidFill>
                            <a:schemeClr val="tx1"/>
                          </a:solidFill>
                          <a:latin typeface="Meiryo UI" panose="020B0604030504040204" pitchFamily="50" charset="-128"/>
                          <a:ea typeface="Meiryo UI" panose="020B0604030504040204" pitchFamily="50" charset="-128"/>
                        </a:rPr>
                        <a:t>terminal</a:t>
                      </a:r>
                      <a:endParaRPr kumimoji="1" lang="ja-JP" altLang="en-US" sz="1200" b="0" dirty="0">
                        <a:solidFill>
                          <a:schemeClr val="tx1"/>
                        </a:solidFill>
                        <a:latin typeface="Meiryo UI" panose="020B0604030504040204" pitchFamily="50" charset="-128"/>
                        <a:ea typeface="Meiryo UI" panose="020B0604030504040204" pitchFamily="50" charset="-128"/>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hMerge="1">
                  <a:txBody>
                    <a:bodyPr/>
                    <a:lstStyle/>
                    <a:p>
                      <a:endParaRPr kumimoji="1" lang="ja-JP" altLang="en-US"/>
                    </a:p>
                  </a:txBody>
                  <a:tcPr/>
                </a:tc>
                <a:tc gridSpan="2">
                  <a:txBody>
                    <a:bodyPr/>
                    <a:lstStyle/>
                    <a:p>
                      <a:pPr algn="ctr"/>
                      <a:r>
                        <a:rPr kumimoji="1" lang="ja-JP" altLang="en-US"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a:t>
                      </a:r>
                      <a:endParaRPr kumimoji="1" lang="ja-JP" altLang="en-US" sz="1200" b="0" dirty="0">
                        <a:solidFill>
                          <a:schemeClr val="tx1"/>
                        </a:solidFill>
                        <a:latin typeface="Meiryo UI" panose="020B0604030504040204" pitchFamily="50" charset="-128"/>
                        <a:ea typeface="Meiryo UI" panose="020B0604030504040204" pitchFamily="50" charset="-128"/>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hMerge="1">
                  <a:txBody>
                    <a:bodyPr/>
                    <a:lstStyle/>
                    <a:p>
                      <a:endParaRPr kumimoji="1" lang="ja-JP" altLang="en-US"/>
                    </a:p>
                  </a:txBody>
                  <a:tcPr/>
                </a:tc>
                <a:extLst>
                  <a:ext uri="{0D108BD9-81ED-4DB2-BD59-A6C34878D82A}">
                    <a16:rowId xmlns:a16="http://schemas.microsoft.com/office/drawing/2014/main" val="3862626002"/>
                  </a:ext>
                </a:extLst>
              </a:tr>
              <a:tr h="116010">
                <a:tc vMerge="1">
                  <a:txBody>
                    <a:bodyPr/>
                    <a:lstStyle/>
                    <a:p>
                      <a:endParaRPr kumimoji="1" lang="ja-JP" altLang="en-US"/>
                    </a:p>
                  </a:txBody>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rPr>
                        <a:t>REG Control</a:t>
                      </a:r>
                      <a:endParaRPr kumimoji="1" lang="ja-JP" altLang="en-US" sz="1200" b="0" dirty="0">
                        <a:solidFill>
                          <a:schemeClr val="tx1"/>
                        </a:solidFill>
                        <a:latin typeface="Meiryo UI" panose="020B0604030504040204" pitchFamily="50" charset="-128"/>
                        <a:ea typeface="Meiryo UI" panose="020B0604030504040204" pitchFamily="50" charset="-128"/>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gridSpan="2">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rPr>
                        <a:t>LIN Multi stage</a:t>
                      </a:r>
                      <a:endParaRPr kumimoji="1" lang="ja-JP" altLang="en-US" sz="1200" b="0" dirty="0">
                        <a:solidFill>
                          <a:schemeClr val="tx1"/>
                        </a:solidFill>
                        <a:latin typeface="Meiryo UI" panose="020B0604030504040204" pitchFamily="50" charset="-128"/>
                        <a:ea typeface="Meiryo UI" panose="020B0604030504040204" pitchFamily="50" charset="-128"/>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hMerge="1">
                  <a:txBody>
                    <a:bodyPr/>
                    <a:lstStyle/>
                    <a:p>
                      <a:endParaRPr kumimoji="1" lang="ja-JP" altLang="en-US"/>
                    </a:p>
                  </a:txBody>
                  <a:tcPr/>
                </a:tc>
                <a:tc gridSpan="2">
                  <a:txBody>
                    <a:bodyPr/>
                    <a:lstStyle/>
                    <a:p>
                      <a:pPr algn="ctr"/>
                      <a:r>
                        <a:rPr kumimoji="1" lang="ja-JP" altLang="en-US" sz="1200" b="0" dirty="0">
                          <a:solidFill>
                            <a:schemeClr val="tx1"/>
                          </a:solidFill>
                          <a:latin typeface="Meiryo UI" panose="020B0604030504040204" pitchFamily="50" charset="-128"/>
                          <a:ea typeface="Meiryo UI" panose="020B0604030504040204" pitchFamily="50" charset="-128"/>
                        </a:rPr>
                        <a:t>←</a:t>
                      </a: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hMerge="1">
                  <a:txBody>
                    <a:bodyPr/>
                    <a:lstStyle/>
                    <a:p>
                      <a:endParaRPr kumimoji="1" lang="ja-JP" altLang="en-US"/>
                    </a:p>
                  </a:txBody>
                  <a:tcPr/>
                </a:tc>
                <a:extLst>
                  <a:ext uri="{0D108BD9-81ED-4DB2-BD59-A6C34878D82A}">
                    <a16:rowId xmlns:a16="http://schemas.microsoft.com/office/drawing/2014/main" val="1601916740"/>
                  </a:ext>
                </a:extLst>
              </a:tr>
              <a:tr h="256755">
                <a:tc vMerge="1">
                  <a:txBody>
                    <a:bodyPr/>
                    <a:lstStyle/>
                    <a:p>
                      <a:endParaRPr kumimoji="1" lang="ja-JP" altLang="en-US" sz="1200" b="0" dirty="0">
                        <a:solidFill>
                          <a:schemeClr val="tx1"/>
                        </a:solidFill>
                        <a:latin typeface="Meiryo UI" panose="020B0604030504040204" pitchFamily="50" charset="-128"/>
                        <a:ea typeface="Meiryo UI" panose="020B0604030504040204" pitchFamily="50" charset="-128"/>
                      </a:endParaRPr>
                    </a:p>
                  </a:txBody>
                  <a:tcPr marL="36000" marR="36000" marT="36000" marB="3600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rPr>
                        <a:t>Pulley</a:t>
                      </a:r>
                      <a:r>
                        <a:rPr kumimoji="1" lang="en-US" altLang="ja-JP" sz="1200" b="0" baseline="0" dirty="0">
                          <a:solidFill>
                            <a:schemeClr val="tx1"/>
                          </a:solidFill>
                          <a:latin typeface="Meiryo UI" panose="020B0604030504040204" pitchFamily="50" charset="-128"/>
                          <a:ea typeface="Meiryo UI" panose="020B0604030504040204" pitchFamily="50" charset="-128"/>
                        </a:rPr>
                        <a:t> ratio </a:t>
                      </a:r>
                      <a:r>
                        <a:rPr kumimoji="1" lang="en-US" altLang="ja-JP" sz="1200" b="0" dirty="0">
                          <a:solidFill>
                            <a:schemeClr val="tx1"/>
                          </a:solidFill>
                          <a:latin typeface="Meiryo UI" panose="020B0604030504040204" pitchFamily="50" charset="-128"/>
                          <a:ea typeface="Meiryo UI" panose="020B0604030504040204" pitchFamily="50" charset="-128"/>
                        </a:rPr>
                        <a:t>/</a:t>
                      </a:r>
                      <a:r>
                        <a:rPr kumimoji="1" lang="ja-JP" altLang="en-US" sz="1200" b="0" baseline="0" dirty="0">
                          <a:solidFill>
                            <a:schemeClr val="tx1"/>
                          </a:solidFill>
                          <a:latin typeface="Meiryo UI" panose="020B0604030504040204" pitchFamily="50" charset="-128"/>
                          <a:ea typeface="Meiryo UI" panose="020B0604030504040204" pitchFamily="50" charset="-128"/>
                        </a:rPr>
                        <a:t> </a:t>
                      </a:r>
                      <a:r>
                        <a:rPr kumimoji="1" lang="en-US" altLang="ja-JP" sz="1200" b="0" dirty="0">
                          <a:solidFill>
                            <a:schemeClr val="tx1"/>
                          </a:solidFill>
                          <a:latin typeface="Meiryo UI" panose="020B0604030504040204" pitchFamily="50" charset="-128"/>
                          <a:ea typeface="Meiryo UI" panose="020B0604030504040204" pitchFamily="50" charset="-128"/>
                        </a:rPr>
                        <a:t>DIA</a:t>
                      </a:r>
                      <a:endParaRPr kumimoji="1" lang="ja-JP" altLang="en-US" sz="1200" b="0" dirty="0">
                        <a:solidFill>
                          <a:schemeClr val="tx1"/>
                        </a:solidFill>
                        <a:latin typeface="Meiryo UI" panose="020B0604030504040204" pitchFamily="50" charset="-128"/>
                        <a:ea typeface="Meiryo UI" panose="020B0604030504040204" pitchFamily="50" charset="-128"/>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gridSpan="2">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rPr>
                        <a:t>2.46 / Φ57.5</a:t>
                      </a:r>
                      <a:r>
                        <a:rPr kumimoji="1" lang="ja-JP" altLang="en-US" sz="1200" b="0" dirty="0">
                          <a:solidFill>
                            <a:schemeClr val="tx1"/>
                          </a:solidFill>
                          <a:latin typeface="Meiryo UI" panose="020B0604030504040204" pitchFamily="50" charset="-128"/>
                          <a:ea typeface="Meiryo UI" panose="020B0604030504040204" pitchFamily="50" charset="-128"/>
                        </a:rPr>
                        <a:t>　</a:t>
                      </a:r>
                      <a:r>
                        <a:rPr kumimoji="1" lang="en-US" altLang="ja-JP" sz="1200" b="0" dirty="0">
                          <a:solidFill>
                            <a:schemeClr val="tx1"/>
                          </a:solidFill>
                          <a:latin typeface="Meiryo UI" panose="020B0604030504040204" pitchFamily="50" charset="-128"/>
                          <a:ea typeface="Meiryo UI" panose="020B0604030504040204" pitchFamily="50" charset="-128"/>
                        </a:rPr>
                        <a:t>(</a:t>
                      </a:r>
                      <a:r>
                        <a:rPr kumimoji="1" lang="en-US" altLang="ja-JP" sz="1200" b="0" baseline="0" dirty="0">
                          <a:solidFill>
                            <a:schemeClr val="tx1"/>
                          </a:solidFill>
                          <a:latin typeface="Meiryo UI" panose="020B0604030504040204" pitchFamily="50" charset="-128"/>
                          <a:ea typeface="Meiryo UI" panose="020B0604030504040204" pitchFamily="50" charset="-128"/>
                        </a:rPr>
                        <a:t>DE-COUPLER</a:t>
                      </a:r>
                      <a:r>
                        <a:rPr kumimoji="1" lang="en-US" altLang="ja-JP" sz="1200" b="0" dirty="0">
                          <a:solidFill>
                            <a:schemeClr val="tx1"/>
                          </a:solidFill>
                          <a:latin typeface="Meiryo UI" panose="020B0604030504040204" pitchFamily="50" charset="-128"/>
                          <a:ea typeface="Meiryo UI" panose="020B0604030504040204" pitchFamily="50" charset="-128"/>
                        </a:rPr>
                        <a:t>)</a:t>
                      </a:r>
                      <a:endParaRPr kumimoji="1" lang="ja-JP" altLang="en-US" sz="1200" b="0" dirty="0">
                        <a:solidFill>
                          <a:schemeClr val="tx1"/>
                        </a:solidFill>
                        <a:latin typeface="Meiryo UI" panose="020B0604030504040204" pitchFamily="50" charset="-128"/>
                        <a:ea typeface="Meiryo UI" panose="020B0604030504040204" pitchFamily="50" charset="-128"/>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hMerge="1">
                  <a:txBody>
                    <a:bodyPr/>
                    <a:lstStyle/>
                    <a:p>
                      <a:endParaRPr kumimoji="1" lang="ja-JP" altLang="en-US"/>
                    </a:p>
                  </a:txBody>
                  <a:tcPr/>
                </a:tc>
                <a:tc gridSpan="2">
                  <a:txBody>
                    <a:bodyPr/>
                    <a:lstStyle/>
                    <a:p>
                      <a:pPr algn="ctr"/>
                      <a:r>
                        <a:rPr kumimoji="1" lang="ja-JP" altLang="en-US" sz="1200" b="0" dirty="0">
                          <a:solidFill>
                            <a:schemeClr val="tx1"/>
                          </a:solidFill>
                          <a:latin typeface="Meiryo UI" panose="020B0604030504040204" pitchFamily="50" charset="-128"/>
                          <a:ea typeface="Meiryo UI" panose="020B0604030504040204" pitchFamily="50" charset="-128"/>
                        </a:rPr>
                        <a:t>←</a:t>
                      </a: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hMerge="1">
                  <a:txBody>
                    <a:bodyPr/>
                    <a:lstStyle/>
                    <a:p>
                      <a:endParaRPr kumimoji="1" lang="ja-JP" altLang="en-US"/>
                    </a:p>
                  </a:txBody>
                  <a:tcPr/>
                </a:tc>
                <a:extLst>
                  <a:ext uri="{0D108BD9-81ED-4DB2-BD59-A6C34878D82A}">
                    <a16:rowId xmlns:a16="http://schemas.microsoft.com/office/drawing/2014/main" val="3292614459"/>
                  </a:ext>
                </a:extLst>
              </a:tr>
              <a:tr h="1230424">
                <a:tc vMerge="1">
                  <a:txBody>
                    <a:bodyPr/>
                    <a:lstStyle/>
                    <a:p>
                      <a:endParaRPr kumimoji="1" lang="ja-JP"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dirty="0">
                          <a:solidFill>
                            <a:schemeClr val="tx1"/>
                          </a:solidFill>
                          <a:latin typeface="Meiryo UI" panose="020B0604030504040204" pitchFamily="50" charset="-128"/>
                          <a:ea typeface="Meiryo UI" panose="020B0604030504040204" pitchFamily="50" charset="-128"/>
                        </a:rPr>
                        <a:t>Body</a:t>
                      </a:r>
                      <a:r>
                        <a:rPr kumimoji="1" lang="ja-JP" altLang="en-US" sz="1200" b="0" baseline="0" dirty="0">
                          <a:solidFill>
                            <a:schemeClr val="tx1"/>
                          </a:solidFill>
                          <a:latin typeface="Meiryo UI" panose="020B0604030504040204" pitchFamily="50" charset="-128"/>
                          <a:ea typeface="Meiryo UI" panose="020B0604030504040204" pitchFamily="50" charset="-128"/>
                        </a:rPr>
                        <a:t> </a:t>
                      </a:r>
                      <a:r>
                        <a:rPr kumimoji="1" lang="en-US" altLang="ja-JP" sz="1200" b="0" dirty="0">
                          <a:solidFill>
                            <a:schemeClr val="tx1"/>
                          </a:solidFill>
                          <a:latin typeface="Meiryo UI" panose="020B0604030504040204" pitchFamily="50" charset="-128"/>
                          <a:ea typeface="Meiryo UI" panose="020B0604030504040204" pitchFamily="50" charset="-128"/>
                        </a:rPr>
                        <a:t>/</a:t>
                      </a:r>
                      <a:r>
                        <a:rPr kumimoji="1" lang="ja-JP" altLang="en-US" sz="1200" b="0" baseline="0" dirty="0">
                          <a:solidFill>
                            <a:schemeClr val="tx1"/>
                          </a:solidFill>
                          <a:latin typeface="Meiryo UI" panose="020B0604030504040204" pitchFamily="50" charset="-128"/>
                          <a:ea typeface="Meiryo UI" panose="020B0604030504040204" pitchFamily="50" charset="-128"/>
                        </a:rPr>
                        <a:t> </a:t>
                      </a:r>
                      <a:r>
                        <a:rPr kumimoji="1" lang="en-US" altLang="ja-JP" sz="1200" b="0" baseline="0" dirty="0">
                          <a:solidFill>
                            <a:schemeClr val="tx1"/>
                          </a:solidFill>
                          <a:latin typeface="Meiryo UI" panose="020B0604030504040204" pitchFamily="50" charset="-128"/>
                          <a:ea typeface="Meiryo UI" panose="020B0604030504040204" pitchFamily="50" charset="-128"/>
                        </a:rPr>
                        <a:t>Terminal</a:t>
                      </a:r>
                      <a:endParaRPr kumimoji="1" lang="ja-JP" altLang="en-US" sz="1200" b="0" dirty="0">
                        <a:solidFill>
                          <a:schemeClr val="tx1"/>
                        </a:solidFill>
                        <a:latin typeface="Meiryo UI" panose="020B0604030504040204" pitchFamily="50" charset="-128"/>
                        <a:ea typeface="Meiryo UI" panose="020B0604030504040204" pitchFamily="50" charset="-128"/>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gridSpan="2">
                  <a:txBody>
                    <a:bodyPr/>
                    <a:lstStyle/>
                    <a:p>
                      <a:pPr algn="ctr"/>
                      <a:endParaRPr kumimoji="1" lang="ja-JP" altLang="en-US" sz="1200" b="0" dirty="0">
                        <a:solidFill>
                          <a:schemeClr val="tx1"/>
                        </a:solidFill>
                        <a:latin typeface="Meiryo UI" panose="020B0604030504040204" pitchFamily="50" charset="-128"/>
                        <a:ea typeface="Meiryo UI" panose="020B0604030504040204" pitchFamily="50" charset="-128"/>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hMerge="1">
                  <a:txBody>
                    <a:bodyPr/>
                    <a:lstStyle/>
                    <a:p>
                      <a:endParaRPr kumimoji="1" lang="ja-JP" altLang="en-US"/>
                    </a:p>
                  </a:txBody>
                  <a:tcPr/>
                </a:tc>
                <a:tc gridSpan="2">
                  <a:txBody>
                    <a:bodyPr/>
                    <a:lstStyle/>
                    <a:p>
                      <a:pPr algn="ctr"/>
                      <a:r>
                        <a:rPr kumimoji="1" lang="ja-JP" altLang="en-US" sz="1200" b="0" dirty="0">
                          <a:solidFill>
                            <a:schemeClr val="tx1"/>
                          </a:solidFill>
                          <a:latin typeface="Meiryo UI" panose="020B0604030504040204" pitchFamily="50" charset="-128"/>
                          <a:ea typeface="Meiryo UI" panose="020B0604030504040204" pitchFamily="50" charset="-128"/>
                        </a:rPr>
                        <a:t>←</a:t>
                      </a: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hMerge="1">
                  <a:txBody>
                    <a:bodyPr/>
                    <a:lstStyle/>
                    <a:p>
                      <a:endParaRPr kumimoji="1" lang="ja-JP" altLang="en-US"/>
                    </a:p>
                  </a:txBody>
                  <a:tcPr/>
                </a:tc>
                <a:extLst>
                  <a:ext uri="{0D108BD9-81ED-4DB2-BD59-A6C34878D82A}">
                    <a16:rowId xmlns:a16="http://schemas.microsoft.com/office/drawing/2014/main" val="57971282"/>
                  </a:ext>
                </a:extLst>
              </a:tr>
              <a:tr h="196020">
                <a:tc rowSpan="2">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rPr>
                        <a:t>ACG</a:t>
                      </a:r>
                    </a:p>
                    <a:p>
                      <a:pPr algn="ctr"/>
                      <a:r>
                        <a:rPr kumimoji="1" lang="en-US" altLang="ja-JP" sz="1200" b="0" dirty="0">
                          <a:solidFill>
                            <a:schemeClr val="tx1"/>
                          </a:solidFill>
                          <a:latin typeface="Meiryo UI" panose="020B0604030504040204" pitchFamily="50" charset="-128"/>
                          <a:ea typeface="Meiryo UI" panose="020B0604030504040204" pitchFamily="50" charset="-128"/>
                        </a:rPr>
                        <a:t>BELT</a:t>
                      </a:r>
                      <a:endParaRPr kumimoji="1" lang="ja-JP" altLang="en-US" sz="1200" b="0" dirty="0">
                        <a:solidFill>
                          <a:schemeClr val="tx1"/>
                        </a:solidFill>
                        <a:latin typeface="Meiryo UI" panose="020B0604030504040204" pitchFamily="50" charset="-128"/>
                        <a:ea typeface="Meiryo UI" panose="020B0604030504040204" pitchFamily="50" charset="-128"/>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kumimoji="1" lang="en-US" altLang="ja-JP" sz="1200" b="0" kern="1200" dirty="0">
                          <a:solidFill>
                            <a:schemeClr val="tx1"/>
                          </a:solidFill>
                          <a:latin typeface="Meiryo UI" panose="020B0604030504040204" pitchFamily="50" charset="-128"/>
                          <a:ea typeface="Meiryo UI" panose="020B0604030504040204" pitchFamily="50" charset="-128"/>
                          <a:cs typeface="+mn-cs"/>
                        </a:rPr>
                        <a:t>Supplier</a:t>
                      </a:r>
                      <a:endParaRPr kumimoji="1" lang="ja-JP" altLang="en-US" sz="1200" b="0" kern="1200" dirty="0">
                        <a:solidFill>
                          <a:schemeClr val="tx1"/>
                        </a:solidFill>
                        <a:latin typeface="Meiryo UI" panose="020B0604030504040204" pitchFamily="50" charset="-128"/>
                        <a:ea typeface="Meiryo UI" panose="020B0604030504040204" pitchFamily="50" charset="-128"/>
                        <a:cs typeface="+mn-cs"/>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gridSpan="2">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rPr>
                        <a:t>BANDO</a:t>
                      </a:r>
                      <a:endParaRPr kumimoji="1" lang="ja-JP" altLang="en-US" sz="1200" b="0" dirty="0">
                        <a:solidFill>
                          <a:schemeClr val="tx1"/>
                        </a:solidFill>
                        <a:latin typeface="Meiryo UI" panose="020B0604030504040204" pitchFamily="50" charset="-128"/>
                        <a:ea typeface="Meiryo UI" panose="020B0604030504040204" pitchFamily="50" charset="-128"/>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hMerge="1">
                  <a:txBody>
                    <a:bodyPr/>
                    <a:lstStyle/>
                    <a:p>
                      <a:endParaRPr kumimoji="1" lang="ja-JP" altLang="en-US"/>
                    </a:p>
                  </a:txBody>
                  <a:tcPr/>
                </a:tc>
                <a:tc gridSpan="2">
                  <a:txBody>
                    <a:bodyPr/>
                    <a:lstStyle/>
                    <a:p>
                      <a:pPr algn="ctr"/>
                      <a:r>
                        <a:rPr kumimoji="1" lang="ja-JP" altLang="en-US" sz="1200" b="0" dirty="0">
                          <a:solidFill>
                            <a:schemeClr val="tx1"/>
                          </a:solidFill>
                          <a:latin typeface="Meiryo UI" panose="020B0604030504040204" pitchFamily="50" charset="-128"/>
                          <a:ea typeface="Meiryo UI" panose="020B0604030504040204" pitchFamily="50" charset="-128"/>
                        </a:rPr>
                        <a:t>←</a:t>
                      </a: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hMerge="1">
                  <a:txBody>
                    <a:bodyPr/>
                    <a:lstStyle/>
                    <a:p>
                      <a:endParaRPr kumimoji="1" lang="ja-JP" altLang="en-US"/>
                    </a:p>
                  </a:txBody>
                  <a:tcPr/>
                </a:tc>
                <a:extLst>
                  <a:ext uri="{0D108BD9-81ED-4DB2-BD59-A6C34878D82A}">
                    <a16:rowId xmlns:a16="http://schemas.microsoft.com/office/drawing/2014/main" val="42968804"/>
                  </a:ext>
                </a:extLst>
              </a:tr>
              <a:tr h="116010">
                <a:tc vMerge="1">
                  <a:txBody>
                    <a:bodyPr/>
                    <a:lstStyle/>
                    <a:p>
                      <a:endParaRPr kumimoji="1" lang="ja-JP" altLang="en-US"/>
                    </a:p>
                  </a:txBody>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rPr>
                        <a:t>Type</a:t>
                      </a:r>
                      <a:r>
                        <a:rPr kumimoji="1" lang="ja-JP" altLang="en-US" sz="1200" b="0" baseline="0" dirty="0">
                          <a:solidFill>
                            <a:schemeClr val="tx1"/>
                          </a:solidFill>
                          <a:latin typeface="Meiryo UI" panose="020B0604030504040204" pitchFamily="50" charset="-128"/>
                          <a:ea typeface="Meiryo UI" panose="020B0604030504040204" pitchFamily="50" charset="-128"/>
                        </a:rPr>
                        <a:t> </a:t>
                      </a:r>
                      <a:r>
                        <a:rPr kumimoji="1" lang="en-US" altLang="ja-JP" sz="1200" b="0" dirty="0">
                          <a:solidFill>
                            <a:schemeClr val="tx1"/>
                          </a:solidFill>
                          <a:latin typeface="Meiryo UI" panose="020B0604030504040204" pitchFamily="50" charset="-128"/>
                          <a:ea typeface="Meiryo UI" panose="020B0604030504040204" pitchFamily="50" charset="-128"/>
                        </a:rPr>
                        <a:t>/ Rib /</a:t>
                      </a:r>
                      <a:r>
                        <a:rPr kumimoji="1" lang="ja-JP" altLang="en-US" sz="1200" b="0" baseline="0" dirty="0">
                          <a:solidFill>
                            <a:schemeClr val="tx1"/>
                          </a:solidFill>
                          <a:latin typeface="Meiryo UI" panose="020B0604030504040204" pitchFamily="50" charset="-128"/>
                          <a:ea typeface="Meiryo UI" panose="020B0604030504040204" pitchFamily="50" charset="-128"/>
                        </a:rPr>
                        <a:t> </a:t>
                      </a:r>
                      <a:r>
                        <a:rPr kumimoji="1" lang="en-US" altLang="ja-JP" sz="1200" b="0" dirty="0">
                          <a:solidFill>
                            <a:schemeClr val="tx1"/>
                          </a:solidFill>
                          <a:latin typeface="Meiryo UI" panose="020B0604030504040204" pitchFamily="50" charset="-128"/>
                          <a:ea typeface="Meiryo UI" panose="020B0604030504040204" pitchFamily="50" charset="-128"/>
                        </a:rPr>
                        <a:t>Length</a:t>
                      </a:r>
                      <a:endParaRPr kumimoji="1" lang="ja-JP" altLang="en-US" sz="1200" b="0" dirty="0">
                        <a:solidFill>
                          <a:schemeClr val="tx1"/>
                        </a:solidFill>
                        <a:latin typeface="Meiryo UI" panose="020B0604030504040204" pitchFamily="50" charset="-128"/>
                        <a:ea typeface="Meiryo UI" panose="020B0604030504040204" pitchFamily="50" charset="-128"/>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dirty="0">
                          <a:solidFill>
                            <a:schemeClr val="tx1"/>
                          </a:solidFill>
                          <a:latin typeface="Meiryo UI" panose="020B0604030504040204" pitchFamily="50" charset="-128"/>
                          <a:ea typeface="Meiryo UI" panose="020B0604030504040204" pitchFamily="50" charset="-128"/>
                        </a:rPr>
                        <a:t>PK</a:t>
                      </a:r>
                      <a:r>
                        <a:rPr kumimoji="1" lang="ja-JP" altLang="en-US" sz="1200" b="0" baseline="0" dirty="0">
                          <a:solidFill>
                            <a:schemeClr val="tx1"/>
                          </a:solidFill>
                          <a:latin typeface="Meiryo UI" panose="020B0604030504040204" pitchFamily="50" charset="-128"/>
                          <a:ea typeface="Meiryo UI" panose="020B0604030504040204" pitchFamily="50" charset="-128"/>
                        </a:rPr>
                        <a:t> </a:t>
                      </a:r>
                      <a:r>
                        <a:rPr kumimoji="1" lang="en-US" altLang="ja-JP" sz="1200" b="0" baseline="0" dirty="0">
                          <a:solidFill>
                            <a:schemeClr val="tx1"/>
                          </a:solidFill>
                          <a:latin typeface="Meiryo UI" panose="020B0604030504040204" pitchFamily="50" charset="-128"/>
                          <a:ea typeface="Meiryo UI" panose="020B0604030504040204" pitchFamily="50" charset="-128"/>
                        </a:rPr>
                        <a:t>profile</a:t>
                      </a:r>
                      <a:r>
                        <a:rPr kumimoji="1" lang="ja-JP" altLang="en-US" sz="1200" b="0" dirty="0">
                          <a:solidFill>
                            <a:schemeClr val="tx1"/>
                          </a:solidFill>
                          <a:latin typeface="Meiryo UI" panose="020B0604030504040204" pitchFamily="50" charset="-128"/>
                          <a:ea typeface="Meiryo UI" panose="020B0604030504040204" pitchFamily="50" charset="-128"/>
                        </a:rPr>
                        <a:t> </a:t>
                      </a:r>
                      <a:r>
                        <a:rPr kumimoji="1" lang="en-US" altLang="ja-JP" sz="1200" b="0" dirty="0">
                          <a:solidFill>
                            <a:schemeClr val="tx1"/>
                          </a:solidFill>
                          <a:latin typeface="Meiryo UI" panose="020B0604030504040204" pitchFamily="50" charset="-128"/>
                          <a:ea typeface="Meiryo UI" panose="020B0604030504040204" pitchFamily="50" charset="-128"/>
                        </a:rPr>
                        <a:t>TS5833R</a:t>
                      </a:r>
                      <a:r>
                        <a:rPr kumimoji="1" lang="ja-JP" altLang="en-US" sz="1200" b="0" baseline="0" dirty="0">
                          <a:solidFill>
                            <a:schemeClr val="tx1"/>
                          </a:solidFill>
                          <a:latin typeface="Meiryo UI" panose="020B0604030504040204" pitchFamily="50" charset="-128"/>
                          <a:ea typeface="Meiryo UI" panose="020B0604030504040204" pitchFamily="50" charset="-128"/>
                        </a:rPr>
                        <a:t> </a:t>
                      </a:r>
                      <a:r>
                        <a:rPr kumimoji="1" lang="en-US" altLang="ja-JP" sz="1200" b="0" dirty="0">
                          <a:solidFill>
                            <a:schemeClr val="tx1"/>
                          </a:solidFill>
                          <a:latin typeface="Meiryo UI" panose="020B0604030504040204" pitchFamily="50" charset="-128"/>
                          <a:ea typeface="Meiryo UI" panose="020B0604030504040204" pitchFamily="50" charset="-128"/>
                        </a:rPr>
                        <a:t>/</a:t>
                      </a:r>
                      <a:r>
                        <a:rPr kumimoji="1" lang="ja-JP" altLang="en-US" sz="1200" b="0" baseline="0" dirty="0">
                          <a:solidFill>
                            <a:schemeClr val="tx1"/>
                          </a:solidFill>
                          <a:latin typeface="Meiryo UI" panose="020B0604030504040204" pitchFamily="50" charset="-128"/>
                          <a:ea typeface="Meiryo UI" panose="020B0604030504040204" pitchFamily="50" charset="-128"/>
                        </a:rPr>
                        <a:t> </a:t>
                      </a:r>
                      <a:r>
                        <a:rPr kumimoji="1" lang="en-US" altLang="ja-JP" sz="1200" b="0" baseline="0" dirty="0">
                          <a:solidFill>
                            <a:schemeClr val="tx1"/>
                          </a:solidFill>
                          <a:latin typeface="Meiryo UI" panose="020B0604030504040204" pitchFamily="50" charset="-128"/>
                          <a:ea typeface="Meiryo UI" panose="020B0604030504040204" pitchFamily="50" charset="-128"/>
                        </a:rPr>
                        <a:t>6Rib /</a:t>
                      </a:r>
                      <a:r>
                        <a:rPr kumimoji="1" lang="ja-JP" altLang="en-US" sz="1200" b="0" baseline="0" dirty="0">
                          <a:solidFill>
                            <a:schemeClr val="tx1"/>
                          </a:solidFill>
                          <a:latin typeface="Meiryo UI" panose="020B0604030504040204" pitchFamily="50" charset="-128"/>
                          <a:ea typeface="Meiryo UI" panose="020B0604030504040204" pitchFamily="50" charset="-128"/>
                        </a:rPr>
                        <a:t> </a:t>
                      </a:r>
                      <a:r>
                        <a:rPr kumimoji="1" lang="en-US" altLang="ja-JP" sz="1200" b="0" dirty="0">
                          <a:solidFill>
                            <a:schemeClr val="tx1"/>
                          </a:solidFill>
                          <a:latin typeface="Meiryo UI" panose="020B0604030504040204" pitchFamily="50" charset="-128"/>
                          <a:ea typeface="Meiryo UI" panose="020B0604030504040204" pitchFamily="50" charset="-128"/>
                        </a:rPr>
                        <a:t>1101</a:t>
                      </a:r>
                      <a:r>
                        <a:rPr kumimoji="1" lang="ja-JP" altLang="en-US" sz="1200" b="0" dirty="0">
                          <a:solidFill>
                            <a:schemeClr val="tx1"/>
                          </a:solidFill>
                          <a:latin typeface="Meiryo UI" panose="020B0604030504040204" pitchFamily="50" charset="-128"/>
                          <a:ea typeface="Meiryo UI" panose="020B0604030504040204" pitchFamily="50" charset="-128"/>
                        </a:rPr>
                        <a:t>㎜</a:t>
                      </a: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hMerge="1">
                  <a:txBody>
                    <a:bodyPr/>
                    <a:lstStyle/>
                    <a:p>
                      <a:endParaRPr kumimoji="1" lang="ja-JP" altLang="en-US"/>
                    </a:p>
                  </a:txBody>
                  <a:tcP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dirty="0">
                          <a:solidFill>
                            <a:schemeClr val="tx1"/>
                          </a:solidFill>
                          <a:latin typeface="Meiryo UI" panose="020B0604030504040204" pitchFamily="50" charset="-128"/>
                          <a:ea typeface="Meiryo UI" panose="020B0604030504040204" pitchFamily="50" charset="-128"/>
                        </a:rPr>
                        <a:t>←</a:t>
                      </a:r>
                      <a:r>
                        <a:rPr kumimoji="1" lang="ja-JP" altLang="en-US" sz="1200" b="0" baseline="0" dirty="0">
                          <a:solidFill>
                            <a:schemeClr val="tx1"/>
                          </a:solidFill>
                          <a:latin typeface="Meiryo UI" panose="020B0604030504040204" pitchFamily="50" charset="-128"/>
                          <a:ea typeface="Meiryo UI" panose="020B0604030504040204" pitchFamily="50" charset="-128"/>
                        </a:rPr>
                        <a:t> </a:t>
                      </a:r>
                      <a:r>
                        <a:rPr kumimoji="1" lang="en-US" altLang="ja-JP" sz="1200" b="0" dirty="0">
                          <a:solidFill>
                            <a:schemeClr val="tx1"/>
                          </a:solidFill>
                          <a:latin typeface="Meiryo UI" panose="020B0604030504040204" pitchFamily="50" charset="-128"/>
                          <a:ea typeface="Meiryo UI" panose="020B0604030504040204" pitchFamily="50" charset="-128"/>
                        </a:rPr>
                        <a:t>/ </a:t>
                      </a:r>
                      <a:r>
                        <a:rPr kumimoji="1" lang="ja-JP" altLang="en-US" sz="1200" b="0" dirty="0">
                          <a:solidFill>
                            <a:schemeClr val="tx1"/>
                          </a:solidFill>
                          <a:latin typeface="Meiryo UI" panose="020B0604030504040204" pitchFamily="50" charset="-128"/>
                          <a:ea typeface="Meiryo UI" panose="020B0604030504040204" pitchFamily="50" charset="-128"/>
                        </a:rPr>
                        <a:t>←</a:t>
                      </a:r>
                      <a:r>
                        <a:rPr kumimoji="1" lang="ja-JP" altLang="en-US" sz="1200" b="0" baseline="0" dirty="0">
                          <a:solidFill>
                            <a:schemeClr val="tx1"/>
                          </a:solidFill>
                          <a:latin typeface="Meiryo UI" panose="020B0604030504040204" pitchFamily="50" charset="-128"/>
                          <a:ea typeface="Meiryo UI" panose="020B0604030504040204" pitchFamily="50" charset="-128"/>
                        </a:rPr>
                        <a:t> </a:t>
                      </a:r>
                      <a:r>
                        <a:rPr kumimoji="1" lang="en-US" altLang="ja-JP" sz="1200" b="0" baseline="0" dirty="0">
                          <a:solidFill>
                            <a:schemeClr val="tx1"/>
                          </a:solidFill>
                          <a:latin typeface="Meiryo UI" panose="020B0604030504040204" pitchFamily="50" charset="-128"/>
                          <a:ea typeface="Meiryo UI" panose="020B0604030504040204" pitchFamily="50" charset="-128"/>
                        </a:rPr>
                        <a:t>/</a:t>
                      </a:r>
                      <a:r>
                        <a:rPr kumimoji="1" lang="en-US" altLang="ja-JP" sz="1200" b="0" dirty="0">
                          <a:solidFill>
                            <a:schemeClr val="tx1"/>
                          </a:solidFill>
                          <a:latin typeface="Meiryo UI" panose="020B0604030504040204" pitchFamily="50" charset="-128"/>
                          <a:ea typeface="Meiryo UI" panose="020B0604030504040204" pitchFamily="50" charset="-128"/>
                        </a:rPr>
                        <a:t> </a:t>
                      </a:r>
                      <a:r>
                        <a:rPr kumimoji="1" lang="ja-JP" altLang="en-US" sz="1200" b="0" dirty="0">
                          <a:solidFill>
                            <a:schemeClr val="tx1"/>
                          </a:solidFill>
                          <a:latin typeface="Meiryo UI" panose="020B0604030504040204" pitchFamily="50" charset="-128"/>
                          <a:ea typeface="Meiryo UI" panose="020B0604030504040204" pitchFamily="50" charset="-128"/>
                        </a:rPr>
                        <a:t>←</a:t>
                      </a:r>
                      <a:r>
                        <a:rPr kumimoji="1" lang="ja-JP" altLang="en-US" sz="1200" b="0" baseline="0" dirty="0">
                          <a:solidFill>
                            <a:schemeClr val="tx1"/>
                          </a:solidFill>
                          <a:latin typeface="Meiryo UI" panose="020B0604030504040204" pitchFamily="50" charset="-128"/>
                          <a:ea typeface="Meiryo UI" panose="020B0604030504040204" pitchFamily="50" charset="-128"/>
                        </a:rPr>
                        <a:t> </a:t>
                      </a:r>
                      <a:endParaRPr kumimoji="1" lang="ja-JP" altLang="en-US" sz="1200" b="0" dirty="0">
                        <a:solidFill>
                          <a:schemeClr val="tx1"/>
                        </a:solidFill>
                        <a:latin typeface="Meiryo UI" panose="020B0604030504040204" pitchFamily="50" charset="-128"/>
                        <a:ea typeface="Meiryo UI" panose="020B0604030504040204" pitchFamily="50" charset="-128"/>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hMerge="1">
                  <a:txBody>
                    <a:bodyPr/>
                    <a:lstStyle/>
                    <a:p>
                      <a:endParaRPr kumimoji="1" lang="ja-JP" altLang="en-US"/>
                    </a:p>
                  </a:txBody>
                  <a:tcPr/>
                </a:tc>
                <a:extLst>
                  <a:ext uri="{0D108BD9-81ED-4DB2-BD59-A6C34878D82A}">
                    <a16:rowId xmlns:a16="http://schemas.microsoft.com/office/drawing/2014/main" val="4138747776"/>
                  </a:ext>
                </a:extLst>
              </a:tr>
              <a:tr h="102246">
                <a:tc rowSpan="2">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rPr>
                        <a:t>AUTO</a:t>
                      </a:r>
                    </a:p>
                    <a:p>
                      <a:pPr algn="ctr"/>
                      <a:r>
                        <a:rPr kumimoji="1" lang="en-US" altLang="ja-JP" sz="1200" b="0" dirty="0">
                          <a:solidFill>
                            <a:schemeClr val="tx1"/>
                          </a:solidFill>
                          <a:latin typeface="Meiryo UI" panose="020B0604030504040204" pitchFamily="50" charset="-128"/>
                          <a:ea typeface="Meiryo UI" panose="020B0604030504040204" pitchFamily="50" charset="-128"/>
                        </a:rPr>
                        <a:t>TENSIONER</a:t>
                      </a:r>
                      <a:endParaRPr kumimoji="1" lang="ja-JP" altLang="en-US" sz="1200" b="0" dirty="0">
                        <a:solidFill>
                          <a:schemeClr val="tx1"/>
                        </a:solidFill>
                        <a:latin typeface="Meiryo UI" panose="020B0604030504040204" pitchFamily="50" charset="-128"/>
                        <a:ea typeface="Meiryo UI" panose="020B0604030504040204" pitchFamily="50" charset="-128"/>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kumimoji="1" lang="en-US" altLang="ja-JP" sz="1200" b="0" kern="1200" dirty="0">
                          <a:solidFill>
                            <a:schemeClr val="tx1"/>
                          </a:solidFill>
                          <a:latin typeface="Meiryo UI" panose="020B0604030504040204" pitchFamily="50" charset="-128"/>
                          <a:ea typeface="Meiryo UI" panose="020B0604030504040204" pitchFamily="50" charset="-128"/>
                          <a:cs typeface="+mn-cs"/>
                        </a:rPr>
                        <a:t>Supplier</a:t>
                      </a:r>
                      <a:endParaRPr kumimoji="1" lang="ja-JP" altLang="en-US" sz="1200" b="0" kern="1200" dirty="0">
                        <a:solidFill>
                          <a:schemeClr val="tx1"/>
                        </a:solidFill>
                        <a:latin typeface="Meiryo UI" panose="020B0604030504040204" pitchFamily="50" charset="-128"/>
                        <a:ea typeface="Meiryo UI" panose="020B0604030504040204" pitchFamily="50" charset="-128"/>
                        <a:cs typeface="+mn-cs"/>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gridSpan="2">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rPr>
                        <a:t>Litens</a:t>
                      </a:r>
                      <a:endParaRPr kumimoji="1" lang="ja-JP" altLang="en-US" sz="1200" b="0" dirty="0">
                        <a:solidFill>
                          <a:schemeClr val="tx1"/>
                        </a:solidFill>
                        <a:latin typeface="Meiryo UI" panose="020B0604030504040204" pitchFamily="50" charset="-128"/>
                        <a:ea typeface="Meiryo UI" panose="020B0604030504040204" pitchFamily="50" charset="-128"/>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hMerge="1">
                  <a:txBody>
                    <a:bodyPr/>
                    <a:lstStyle/>
                    <a:p>
                      <a:endParaRPr kumimoji="1" lang="ja-JP" altLang="en-US"/>
                    </a:p>
                  </a:txBody>
                  <a:tcPr/>
                </a:tc>
                <a:tc gridSpan="2">
                  <a:txBody>
                    <a:bodyPr/>
                    <a:lstStyle/>
                    <a:p>
                      <a:pPr algn="ctr"/>
                      <a:r>
                        <a:rPr kumimoji="1" lang="ja-JP" altLang="en-US" sz="1200" b="0" dirty="0">
                          <a:solidFill>
                            <a:schemeClr val="tx1"/>
                          </a:solidFill>
                          <a:latin typeface="Meiryo UI" panose="020B0604030504040204" pitchFamily="50" charset="-128"/>
                          <a:ea typeface="Meiryo UI" panose="020B0604030504040204" pitchFamily="50" charset="-128"/>
                        </a:rPr>
                        <a:t>←</a:t>
                      </a: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hMerge="1">
                  <a:txBody>
                    <a:bodyPr/>
                    <a:lstStyle/>
                    <a:p>
                      <a:endParaRPr kumimoji="1" lang="ja-JP" altLang="en-US"/>
                    </a:p>
                  </a:txBody>
                  <a:tcPr/>
                </a:tc>
                <a:extLst>
                  <a:ext uri="{0D108BD9-81ED-4DB2-BD59-A6C34878D82A}">
                    <a16:rowId xmlns:a16="http://schemas.microsoft.com/office/drawing/2014/main" val="3952198106"/>
                  </a:ext>
                </a:extLst>
              </a:tr>
              <a:tr h="144897">
                <a:tc vMerge="1">
                  <a:txBody>
                    <a:bodyPr/>
                    <a:lstStyle/>
                    <a:p>
                      <a:endParaRPr kumimoji="1" lang="ja-JP" altLang="en-US"/>
                    </a:p>
                  </a:txBody>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rPr>
                        <a:t>Type</a:t>
                      </a:r>
                      <a:endParaRPr kumimoji="1" lang="ja-JP" altLang="en-US" sz="1200" b="0" dirty="0">
                        <a:solidFill>
                          <a:schemeClr val="tx1"/>
                        </a:solidFill>
                        <a:latin typeface="Meiryo UI" panose="020B0604030504040204" pitchFamily="50" charset="-128"/>
                        <a:ea typeface="Meiryo UI" panose="020B0604030504040204" pitchFamily="50" charset="-128"/>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gridSpan="2">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rPr>
                        <a:t>Friction</a:t>
                      </a:r>
                      <a:r>
                        <a:rPr kumimoji="1" lang="en-US" altLang="ja-JP" sz="1200" b="0" baseline="0" dirty="0">
                          <a:solidFill>
                            <a:schemeClr val="tx1"/>
                          </a:solidFill>
                          <a:latin typeface="Meiryo UI" panose="020B0604030504040204" pitchFamily="50" charset="-128"/>
                          <a:ea typeface="Meiryo UI" panose="020B0604030504040204" pitchFamily="50" charset="-128"/>
                        </a:rPr>
                        <a:t> type</a:t>
                      </a:r>
                      <a:endParaRPr kumimoji="1" lang="ja-JP" altLang="en-US" sz="1200" b="0" dirty="0">
                        <a:solidFill>
                          <a:schemeClr val="tx1"/>
                        </a:solidFill>
                        <a:latin typeface="Meiryo UI" panose="020B0604030504040204" pitchFamily="50" charset="-128"/>
                        <a:ea typeface="Meiryo UI" panose="020B0604030504040204" pitchFamily="50" charset="-128"/>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hMerge="1">
                  <a:txBody>
                    <a:bodyPr/>
                    <a:lstStyle/>
                    <a:p>
                      <a:endParaRPr kumimoji="1" lang="ja-JP" altLang="en-US"/>
                    </a:p>
                  </a:txBody>
                  <a:tcPr/>
                </a:tc>
                <a:tc gridSpan="2">
                  <a:txBody>
                    <a:bodyPr/>
                    <a:lstStyle/>
                    <a:p>
                      <a:pPr algn="ctr"/>
                      <a:r>
                        <a:rPr kumimoji="1" lang="ja-JP" altLang="en-US" sz="1200" b="0" dirty="0">
                          <a:solidFill>
                            <a:schemeClr val="tx1"/>
                          </a:solidFill>
                          <a:latin typeface="Meiryo UI" panose="020B0604030504040204" pitchFamily="50" charset="-128"/>
                          <a:ea typeface="Meiryo UI" panose="020B0604030504040204" pitchFamily="50" charset="-128"/>
                        </a:rPr>
                        <a:t>←</a:t>
                      </a: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hMerge="1">
                  <a:txBody>
                    <a:bodyPr/>
                    <a:lstStyle/>
                    <a:p>
                      <a:endParaRPr kumimoji="1" lang="ja-JP" altLang="en-US"/>
                    </a:p>
                  </a:txBody>
                  <a:tcPr/>
                </a:tc>
                <a:extLst>
                  <a:ext uri="{0D108BD9-81ED-4DB2-BD59-A6C34878D82A}">
                    <a16:rowId xmlns:a16="http://schemas.microsoft.com/office/drawing/2014/main" val="740324885"/>
                  </a:ext>
                </a:extLst>
              </a:tr>
              <a:tr h="0">
                <a:tc rowSpan="6">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rPr>
                        <a:t>BELT L/O</a:t>
                      </a:r>
                    </a:p>
                    <a:p>
                      <a:pPr algn="ctr"/>
                      <a:r>
                        <a:rPr kumimoji="1" lang="en-US" altLang="ja-JP" sz="1200" b="0" dirty="0">
                          <a:solidFill>
                            <a:schemeClr val="tx1"/>
                          </a:solidFill>
                          <a:latin typeface="Meiryo UI" panose="020B0604030504040204" pitchFamily="50" charset="-128"/>
                          <a:ea typeface="Meiryo UI" panose="020B0604030504040204" pitchFamily="50" charset="-128"/>
                        </a:rPr>
                        <a:t>(pulley</a:t>
                      </a:r>
                      <a:r>
                        <a:rPr kumimoji="1" lang="en-US" altLang="ja-JP" sz="1200" b="0" baseline="0" dirty="0">
                          <a:solidFill>
                            <a:schemeClr val="tx1"/>
                          </a:solidFill>
                          <a:latin typeface="Meiryo UI" panose="020B0604030504040204" pitchFamily="50" charset="-128"/>
                          <a:ea typeface="Meiryo UI" panose="020B0604030504040204" pitchFamily="50" charset="-128"/>
                        </a:rPr>
                        <a:t> center)</a:t>
                      </a:r>
                      <a:endParaRPr kumimoji="1" lang="ja-JP" altLang="en-US" sz="1200" b="0" dirty="0">
                        <a:solidFill>
                          <a:schemeClr val="tx1"/>
                        </a:solidFill>
                        <a:latin typeface="Meiryo UI" panose="020B0604030504040204" pitchFamily="50" charset="-128"/>
                        <a:ea typeface="Meiryo UI" panose="020B0604030504040204" pitchFamily="50" charset="-128"/>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1200" b="0" dirty="0">
                        <a:solidFill>
                          <a:schemeClr val="tx1"/>
                        </a:solidFill>
                        <a:latin typeface="Meiryo UI" panose="020B0604030504040204" pitchFamily="50" charset="-128"/>
                        <a:ea typeface="Meiryo UI" panose="020B0604030504040204" pitchFamily="50" charset="-128"/>
                      </a:endParaRPr>
                    </a:p>
                  </a:txBody>
                  <a:tcPr marL="36000" marR="36000" marT="36000" marB="36000" anchor="ctr">
                    <a:lnL w="9525" cap="flat" cmpd="sng" algn="ctr">
                      <a:no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rPr>
                        <a:t>X</a:t>
                      </a:r>
                      <a:endParaRPr kumimoji="1" lang="ja-JP" altLang="en-US" sz="1200" b="0" dirty="0">
                        <a:solidFill>
                          <a:schemeClr val="tx1"/>
                        </a:solidFill>
                        <a:latin typeface="Meiryo UI" panose="020B0604030504040204" pitchFamily="50" charset="-128"/>
                        <a:ea typeface="Meiryo UI" panose="020B0604030504040204" pitchFamily="50" charset="-128"/>
                      </a:endParaRPr>
                    </a:p>
                  </a:txBody>
                  <a:tcPr marL="36000" marR="36000" marT="36000" marB="36000" anchor="ctr">
                    <a:lnL w="952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rPr>
                        <a:t>Y</a:t>
                      </a:r>
                      <a:endParaRPr kumimoji="1" lang="ja-JP" altLang="en-US" sz="1200" b="0" dirty="0">
                        <a:solidFill>
                          <a:schemeClr val="tx1"/>
                        </a:solidFill>
                        <a:latin typeface="Meiryo UI" panose="020B0604030504040204" pitchFamily="50" charset="-128"/>
                        <a:ea typeface="Meiryo UI" panose="020B0604030504040204" pitchFamily="50" charset="-128"/>
                      </a:endParaRPr>
                    </a:p>
                  </a:txBody>
                  <a:tcPr marL="36000" marR="36000" marT="36000" marB="36000" anchor="ctr">
                    <a:lnL w="12700"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rPr>
                        <a:t>X</a:t>
                      </a:r>
                      <a:endParaRPr kumimoji="1" lang="ja-JP" altLang="en-US" sz="1200" b="0" dirty="0">
                        <a:solidFill>
                          <a:schemeClr val="tx1"/>
                        </a:solidFill>
                        <a:latin typeface="Meiryo UI" panose="020B0604030504040204" pitchFamily="50" charset="-128"/>
                        <a:ea typeface="Meiryo UI" panose="020B0604030504040204" pitchFamily="50" charset="-128"/>
                      </a:endParaRPr>
                    </a:p>
                  </a:txBody>
                  <a:tcPr marL="36000" marR="36000" marT="36000" marB="36000" anchor="ctr">
                    <a:lnL w="952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rPr>
                        <a:t>Y</a:t>
                      </a:r>
                      <a:endParaRPr kumimoji="1" lang="ja-JP" altLang="en-US" sz="1200" b="0" dirty="0">
                        <a:solidFill>
                          <a:schemeClr val="tx1"/>
                        </a:solidFill>
                        <a:latin typeface="Meiryo UI" panose="020B0604030504040204" pitchFamily="50" charset="-128"/>
                        <a:ea typeface="Meiryo UI" panose="020B0604030504040204" pitchFamily="50" charset="-128"/>
                      </a:endParaRPr>
                    </a:p>
                  </a:txBody>
                  <a:tcPr marL="36000" marR="36000" marT="36000" marB="36000" anchor="ctr">
                    <a:lnL w="12700"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58349819"/>
                  </a:ext>
                </a:extLst>
              </a:tr>
              <a:tr h="218880">
                <a:tc vMerge="1">
                  <a:txBody>
                    <a:bodyPr/>
                    <a:lstStyle/>
                    <a:p>
                      <a:endParaRPr kumimoji="1" lang="ja-JP" altLang="en-US"/>
                    </a:p>
                  </a:txBody>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rPr>
                        <a:t>CRANK</a:t>
                      </a:r>
                      <a:endParaRPr kumimoji="1" lang="ja-JP" altLang="en-US" sz="1200" b="0" dirty="0">
                        <a:solidFill>
                          <a:schemeClr val="tx1"/>
                        </a:solidFill>
                        <a:latin typeface="Meiryo UI" panose="020B0604030504040204" pitchFamily="50" charset="-128"/>
                        <a:ea typeface="Meiryo UI" panose="020B0604030504040204" pitchFamily="50" charset="-128"/>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rPr>
                        <a:t>0</a:t>
                      </a:r>
                      <a:endParaRPr kumimoji="1" lang="ja-JP" altLang="en-US" sz="1200" b="0" dirty="0">
                        <a:solidFill>
                          <a:schemeClr val="tx1"/>
                        </a:solidFill>
                        <a:latin typeface="Meiryo UI" panose="020B0604030504040204" pitchFamily="50" charset="-128"/>
                        <a:ea typeface="Meiryo UI" panose="020B0604030504040204" pitchFamily="50" charset="-128"/>
                      </a:endParaRPr>
                    </a:p>
                  </a:txBody>
                  <a:tcPr marL="36000" marR="36000" marT="36000" marB="36000" anchor="ctr">
                    <a:lnL w="952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rPr>
                        <a:t>0</a:t>
                      </a:r>
                      <a:endParaRPr kumimoji="1" lang="ja-JP" altLang="en-US" sz="1200" b="0" dirty="0">
                        <a:solidFill>
                          <a:schemeClr val="tx1"/>
                        </a:solidFill>
                        <a:latin typeface="Meiryo UI" panose="020B0604030504040204" pitchFamily="50" charset="-128"/>
                        <a:ea typeface="Meiryo UI" panose="020B0604030504040204" pitchFamily="50" charset="-128"/>
                      </a:endParaRPr>
                    </a:p>
                  </a:txBody>
                  <a:tcPr marL="36000" marR="36000" marT="36000" marB="36000" anchor="ctr">
                    <a:lnL w="12700"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2">
                  <a:txBody>
                    <a:bodyPr/>
                    <a:lstStyle/>
                    <a:p>
                      <a:pPr algn="ctr"/>
                      <a:r>
                        <a:rPr kumimoji="1" lang="ja-JP" altLang="en-US" sz="1200" b="0" dirty="0">
                          <a:solidFill>
                            <a:schemeClr val="tx1"/>
                          </a:solidFill>
                          <a:latin typeface="Meiryo UI" panose="020B0604030504040204" pitchFamily="50" charset="-128"/>
                          <a:ea typeface="Meiryo UI" panose="020B0604030504040204" pitchFamily="50" charset="-128"/>
                        </a:rPr>
                        <a:t>←</a:t>
                      </a: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algn="ctr"/>
                      <a:endParaRPr kumimoji="1" lang="ja-JP" altLang="en-US" sz="1200" b="0" dirty="0">
                        <a:solidFill>
                          <a:schemeClr val="tx1"/>
                        </a:solidFill>
                        <a:latin typeface="Meiryo UI" panose="020B0604030504040204" pitchFamily="50" charset="-128"/>
                        <a:ea typeface="Meiryo UI" panose="020B0604030504040204" pitchFamily="50" charset="-128"/>
                      </a:endParaRPr>
                    </a:p>
                  </a:txBody>
                  <a:tcPr marL="36000" marR="36000" marT="36000" marB="36000" anchor="ctr">
                    <a:lnL w="12700"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91037687"/>
                  </a:ext>
                </a:extLst>
              </a:tr>
              <a:tr h="166841">
                <a:tc vMerge="1">
                  <a:txBody>
                    <a:bodyPr/>
                    <a:lstStyle/>
                    <a:p>
                      <a:pPr algn="ctr"/>
                      <a:endParaRPr kumimoji="1" lang="ja-JP" altLang="en-US" sz="1200" b="0" dirty="0">
                        <a:solidFill>
                          <a:schemeClr val="tx1"/>
                        </a:solidFill>
                        <a:latin typeface="Meiryo UI" panose="020B0604030504040204" pitchFamily="50" charset="-128"/>
                        <a:ea typeface="Meiryo UI" panose="020B0604030504040204" pitchFamily="50" charset="-128"/>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rPr>
                        <a:t>A/TENS</a:t>
                      </a:r>
                      <a:endParaRPr kumimoji="1" lang="en-US" altLang="ja-JP" sz="1200" b="0" baseline="0" dirty="0">
                        <a:solidFill>
                          <a:schemeClr val="tx1"/>
                        </a:solidFill>
                        <a:latin typeface="Meiryo UI" panose="020B0604030504040204" pitchFamily="50" charset="-128"/>
                        <a:ea typeface="Meiryo UI" panose="020B0604030504040204" pitchFamily="50" charset="-128"/>
                      </a:endParaRPr>
                    </a:p>
                    <a:p>
                      <a:pPr algn="ctr"/>
                      <a:r>
                        <a:rPr kumimoji="1" lang="en-US" altLang="ja-JP" sz="1200" b="0" baseline="0" dirty="0">
                          <a:solidFill>
                            <a:schemeClr val="tx1"/>
                          </a:solidFill>
                          <a:latin typeface="Meiryo UI" panose="020B0604030504040204" pitchFamily="50" charset="-128"/>
                          <a:ea typeface="Meiryo UI" panose="020B0604030504040204" pitchFamily="50" charset="-128"/>
                        </a:rPr>
                        <a:t>(Pivot position)</a:t>
                      </a:r>
                      <a:endParaRPr kumimoji="1" lang="ja-JP" altLang="en-US" sz="1200" b="0" dirty="0">
                        <a:solidFill>
                          <a:schemeClr val="tx1"/>
                        </a:solidFill>
                        <a:latin typeface="Meiryo UI" panose="020B0604030504040204" pitchFamily="50" charset="-128"/>
                        <a:ea typeface="Meiryo UI" panose="020B0604030504040204" pitchFamily="50" charset="-128"/>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rPr>
                        <a:t>10.00</a:t>
                      </a:r>
                      <a:endParaRPr kumimoji="1" lang="ja-JP" altLang="en-US" sz="1200" b="0" dirty="0">
                        <a:solidFill>
                          <a:schemeClr val="tx1"/>
                        </a:solidFill>
                        <a:latin typeface="Meiryo UI" panose="020B0604030504040204" pitchFamily="50" charset="-128"/>
                        <a:ea typeface="Meiryo UI" panose="020B0604030504040204" pitchFamily="50" charset="-128"/>
                      </a:endParaRPr>
                    </a:p>
                  </a:txBody>
                  <a:tcPr marL="36000" marR="36000" marT="36000" marB="36000" anchor="ctr">
                    <a:lnL w="952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rPr>
                        <a:t>144.00</a:t>
                      </a:r>
                      <a:endParaRPr kumimoji="1" lang="ja-JP" altLang="en-US" sz="1200" b="0" dirty="0">
                        <a:solidFill>
                          <a:schemeClr val="tx1"/>
                        </a:solidFill>
                        <a:latin typeface="Meiryo UI" panose="020B0604030504040204" pitchFamily="50" charset="-128"/>
                        <a:ea typeface="Meiryo UI" panose="020B0604030504040204" pitchFamily="50" charset="-128"/>
                      </a:endParaRPr>
                    </a:p>
                  </a:txBody>
                  <a:tcPr marL="36000" marR="36000" marT="36000" marB="36000" anchor="ctr">
                    <a:lnL w="12700"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2">
                  <a:txBody>
                    <a:bodyPr/>
                    <a:lstStyle/>
                    <a:p>
                      <a:pPr algn="ctr"/>
                      <a:r>
                        <a:rPr kumimoji="1" lang="ja-JP" altLang="en-US" sz="1200" b="0" dirty="0">
                          <a:solidFill>
                            <a:schemeClr val="tx1"/>
                          </a:solidFill>
                          <a:latin typeface="Meiryo UI" panose="020B0604030504040204" pitchFamily="50" charset="-128"/>
                          <a:ea typeface="Meiryo UI" panose="020B0604030504040204" pitchFamily="50" charset="-128"/>
                        </a:rPr>
                        <a:t>←</a:t>
                      </a: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kumimoji="1" lang="ja-JP" altLang="en-US"/>
                    </a:p>
                  </a:txBody>
                  <a:tcPr/>
                </a:tc>
                <a:extLst>
                  <a:ext uri="{0D108BD9-81ED-4DB2-BD59-A6C34878D82A}">
                    <a16:rowId xmlns:a16="http://schemas.microsoft.com/office/drawing/2014/main" val="2350727622"/>
                  </a:ext>
                </a:extLst>
              </a:tr>
              <a:tr h="218880">
                <a:tc vMerge="1">
                  <a:txBody>
                    <a:bodyPr/>
                    <a:lstStyle/>
                    <a:p>
                      <a:pPr algn="ctr"/>
                      <a:endParaRPr kumimoji="1" lang="ja-JP" altLang="en-US" sz="1200" b="0" dirty="0">
                        <a:solidFill>
                          <a:schemeClr val="tx1"/>
                        </a:solidFill>
                        <a:latin typeface="Meiryo UI" panose="020B0604030504040204" pitchFamily="50" charset="-128"/>
                        <a:ea typeface="Meiryo UI" panose="020B0604030504040204" pitchFamily="50" charset="-128"/>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rPr>
                        <a:t>ACG</a:t>
                      </a:r>
                      <a:endParaRPr kumimoji="1" lang="ja-JP" altLang="en-US" sz="1200" b="0" dirty="0">
                        <a:solidFill>
                          <a:schemeClr val="tx1"/>
                        </a:solidFill>
                        <a:latin typeface="Meiryo UI" panose="020B0604030504040204" pitchFamily="50" charset="-128"/>
                        <a:ea typeface="Meiryo UI" panose="020B0604030504040204" pitchFamily="50" charset="-128"/>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rPr>
                        <a:t>185.5</a:t>
                      </a:r>
                      <a:endParaRPr kumimoji="1" lang="ja-JP" altLang="en-US" sz="1200" b="0" dirty="0">
                        <a:solidFill>
                          <a:schemeClr val="tx1"/>
                        </a:solidFill>
                        <a:latin typeface="Meiryo UI" panose="020B0604030504040204" pitchFamily="50" charset="-128"/>
                        <a:ea typeface="Meiryo UI" panose="020B0604030504040204" pitchFamily="50" charset="-128"/>
                      </a:endParaRPr>
                    </a:p>
                  </a:txBody>
                  <a:tcPr marL="36000" marR="36000" marT="36000" marB="36000" anchor="ctr">
                    <a:lnL w="952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rPr>
                        <a:t>165.0</a:t>
                      </a:r>
                      <a:endParaRPr kumimoji="1" lang="ja-JP" altLang="en-US" sz="1200" b="0" dirty="0">
                        <a:solidFill>
                          <a:schemeClr val="tx1"/>
                        </a:solidFill>
                        <a:latin typeface="Meiryo UI" panose="020B0604030504040204" pitchFamily="50" charset="-128"/>
                        <a:ea typeface="Meiryo UI" panose="020B0604030504040204" pitchFamily="50" charset="-128"/>
                      </a:endParaRPr>
                    </a:p>
                  </a:txBody>
                  <a:tcPr marL="36000" marR="36000" marT="36000" marB="36000" anchor="ctr">
                    <a:lnL w="12700"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a:t>
                      </a:r>
                      <a:endParaRPr kumimoji="1" lang="ja-JP" altLang="en-US"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a:txBody>
                  <a:tcPr marL="36000" marR="36000" marT="36000" marB="36000" anchor="ctr">
                    <a:lnL w="952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a:t>
                      </a:r>
                    </a:p>
                  </a:txBody>
                  <a:tcPr marL="36000" marR="36000" marT="36000" marB="36000" anchor="ctr">
                    <a:lnL w="12700"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82504160"/>
                  </a:ext>
                </a:extLst>
              </a:tr>
              <a:tr h="218880">
                <a:tc vMerge="1">
                  <a:txBody>
                    <a:bodyPr/>
                    <a:lstStyle/>
                    <a:p>
                      <a:pPr algn="ctr"/>
                      <a:endParaRPr kumimoji="1" lang="ja-JP" altLang="en-US" sz="1200" b="0" dirty="0">
                        <a:solidFill>
                          <a:schemeClr val="tx1"/>
                        </a:solidFill>
                        <a:latin typeface="Meiryo UI" panose="020B0604030504040204" pitchFamily="50" charset="-128"/>
                        <a:ea typeface="Meiryo UI" panose="020B0604030504040204" pitchFamily="50" charset="-128"/>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rPr>
                        <a:t>W/P</a:t>
                      </a:r>
                      <a:endParaRPr kumimoji="1" lang="ja-JP" altLang="en-US" sz="1200" b="0" dirty="0">
                        <a:solidFill>
                          <a:schemeClr val="tx1"/>
                        </a:solidFill>
                        <a:latin typeface="Meiryo UI" panose="020B0604030504040204" pitchFamily="50" charset="-128"/>
                        <a:ea typeface="Meiryo UI" panose="020B0604030504040204" pitchFamily="50" charset="-128"/>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rPr>
                        <a:t>177.0</a:t>
                      </a:r>
                      <a:endParaRPr kumimoji="1" lang="ja-JP" altLang="en-US" sz="1200" b="0" dirty="0">
                        <a:solidFill>
                          <a:schemeClr val="tx1"/>
                        </a:solidFill>
                        <a:latin typeface="Meiryo UI" panose="020B0604030504040204" pitchFamily="50" charset="-128"/>
                        <a:ea typeface="Meiryo UI" panose="020B0604030504040204" pitchFamily="50" charset="-128"/>
                      </a:endParaRPr>
                    </a:p>
                  </a:txBody>
                  <a:tcPr marL="36000" marR="36000" marT="36000" marB="36000" anchor="ctr">
                    <a:lnL w="952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rPr>
                        <a:t>54.5</a:t>
                      </a:r>
                      <a:endParaRPr kumimoji="1" lang="ja-JP" altLang="en-US" sz="1200" b="0" dirty="0">
                        <a:solidFill>
                          <a:schemeClr val="tx1"/>
                        </a:solidFill>
                        <a:latin typeface="Meiryo UI" panose="020B0604030504040204" pitchFamily="50" charset="-128"/>
                        <a:ea typeface="Meiryo UI" panose="020B0604030504040204" pitchFamily="50" charset="-128"/>
                      </a:endParaRPr>
                    </a:p>
                  </a:txBody>
                  <a:tcPr marL="36000" marR="36000" marT="36000" marB="36000" anchor="ctr">
                    <a:lnL w="12700"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2">
                  <a:txBody>
                    <a:bodyPr/>
                    <a:lstStyle/>
                    <a:p>
                      <a:pPr algn="ctr"/>
                      <a:r>
                        <a:rPr kumimoji="1" lang="ja-JP" altLang="en-US" sz="1200" b="0" dirty="0">
                          <a:solidFill>
                            <a:schemeClr val="tx1"/>
                          </a:solidFill>
                          <a:latin typeface="Meiryo UI" panose="020B0604030504040204" pitchFamily="50" charset="-128"/>
                          <a:ea typeface="Meiryo UI" panose="020B0604030504040204" pitchFamily="50" charset="-128"/>
                        </a:rPr>
                        <a:t>←</a:t>
                      </a: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algn="ctr"/>
                      <a:endParaRPr kumimoji="1" lang="ja-JP" altLang="en-US" sz="1200" b="0" dirty="0">
                        <a:solidFill>
                          <a:schemeClr val="tx1"/>
                        </a:solidFill>
                        <a:latin typeface="Meiryo UI" panose="020B0604030504040204" pitchFamily="50" charset="-128"/>
                        <a:ea typeface="Meiryo UI" panose="020B0604030504040204" pitchFamily="50" charset="-128"/>
                      </a:endParaRPr>
                    </a:p>
                  </a:txBody>
                  <a:tcPr marL="36000" marR="36000" marT="36000" marB="36000" anchor="ctr">
                    <a:lnL w="12700"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38015999"/>
                  </a:ext>
                </a:extLst>
              </a:tr>
              <a:tr h="218880">
                <a:tc vMerge="1">
                  <a:txBody>
                    <a:bodyPr/>
                    <a:lstStyle/>
                    <a:p>
                      <a:pPr algn="ctr"/>
                      <a:endParaRPr kumimoji="1" lang="ja-JP" altLang="en-US" sz="1200" b="0" dirty="0">
                        <a:solidFill>
                          <a:schemeClr val="tx1"/>
                        </a:solidFill>
                        <a:latin typeface="Meiryo UI" panose="020B0604030504040204" pitchFamily="50" charset="-128"/>
                        <a:ea typeface="Meiryo UI" panose="020B0604030504040204" pitchFamily="50" charset="-128"/>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rPr>
                        <a:t>COMPRESSOR</a:t>
                      </a:r>
                      <a:endParaRPr kumimoji="1" lang="ja-JP" altLang="en-US" sz="1200" b="0" dirty="0">
                        <a:solidFill>
                          <a:schemeClr val="tx1"/>
                        </a:solidFill>
                        <a:latin typeface="Meiryo UI" panose="020B0604030504040204" pitchFamily="50" charset="-128"/>
                        <a:ea typeface="Meiryo UI" panose="020B0604030504040204" pitchFamily="50" charset="-128"/>
                      </a:endParaRP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rPr>
                        <a:t>155.0</a:t>
                      </a:r>
                      <a:endParaRPr kumimoji="1" lang="ja-JP" altLang="en-US" sz="1200" b="0" dirty="0">
                        <a:solidFill>
                          <a:schemeClr val="tx1"/>
                        </a:solidFill>
                        <a:latin typeface="Meiryo UI" panose="020B0604030504040204" pitchFamily="50" charset="-128"/>
                        <a:ea typeface="Meiryo UI" panose="020B0604030504040204" pitchFamily="50" charset="-128"/>
                      </a:endParaRPr>
                    </a:p>
                  </a:txBody>
                  <a:tcPr marL="36000" marR="36000" marT="36000" marB="36000" anchor="ctr">
                    <a:lnL w="952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1200" b="0" dirty="0">
                          <a:solidFill>
                            <a:schemeClr val="tx1"/>
                          </a:solidFill>
                          <a:latin typeface="Meiryo UI" panose="020B0604030504040204" pitchFamily="50" charset="-128"/>
                          <a:ea typeface="Meiryo UI" panose="020B0604030504040204" pitchFamily="50" charset="-128"/>
                        </a:rPr>
                        <a:t>-81.4</a:t>
                      </a:r>
                      <a:endParaRPr kumimoji="1" lang="ja-JP" altLang="en-US" sz="1200" b="0" dirty="0">
                        <a:solidFill>
                          <a:schemeClr val="tx1"/>
                        </a:solidFill>
                        <a:latin typeface="Meiryo UI" panose="020B0604030504040204" pitchFamily="50" charset="-128"/>
                        <a:ea typeface="Meiryo UI" panose="020B0604030504040204" pitchFamily="50" charset="-128"/>
                      </a:endParaRPr>
                    </a:p>
                  </a:txBody>
                  <a:tcPr marL="36000" marR="36000" marT="36000" marB="36000" anchor="ctr">
                    <a:lnL w="12700"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gridSpan="2">
                  <a:txBody>
                    <a:bodyPr/>
                    <a:lstStyle/>
                    <a:p>
                      <a:pPr algn="ctr"/>
                      <a:r>
                        <a:rPr kumimoji="1" lang="ja-JP" altLang="en-US" sz="1200" b="0" dirty="0">
                          <a:solidFill>
                            <a:schemeClr val="tx1"/>
                          </a:solidFill>
                          <a:latin typeface="Meiryo UI" panose="020B0604030504040204" pitchFamily="50" charset="-128"/>
                          <a:ea typeface="Meiryo UI" panose="020B0604030504040204" pitchFamily="50" charset="-128"/>
                        </a:rPr>
                        <a:t>←</a:t>
                      </a:r>
                    </a:p>
                  </a:txBody>
                  <a:tcPr marL="36000" marR="36000" marT="36000" marB="3600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hMerge="1">
                  <a:txBody>
                    <a:bodyPr/>
                    <a:lstStyle/>
                    <a:p>
                      <a:pPr algn="ctr"/>
                      <a:endParaRPr kumimoji="1" lang="ja-JP" altLang="en-US" sz="1200" b="0" dirty="0">
                        <a:solidFill>
                          <a:schemeClr val="tx1"/>
                        </a:solidFill>
                        <a:latin typeface="Meiryo UI" panose="020B0604030504040204" pitchFamily="50" charset="-128"/>
                        <a:ea typeface="Meiryo UI" panose="020B0604030504040204" pitchFamily="50" charset="-128"/>
                      </a:endParaRPr>
                    </a:p>
                  </a:txBody>
                  <a:tcPr marL="36000" marR="36000" marT="36000" marB="36000" anchor="ctr">
                    <a:lnL w="12700"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19506105"/>
                  </a:ext>
                </a:extLst>
              </a:tr>
            </a:tbl>
          </a:graphicData>
        </a:graphic>
      </p:graphicFrame>
      <p:pic>
        <p:nvPicPr>
          <p:cNvPr id="8" name="図 7">
            <a:extLst>
              <a:ext uri="{FF2B5EF4-FFF2-40B4-BE49-F238E27FC236}">
                <a16:creationId xmlns:a16="http://schemas.microsoft.com/office/drawing/2014/main" id="{A1228F5D-982E-AD3B-CA5A-C2571FD65A31}"/>
              </a:ext>
            </a:extLst>
          </p:cNvPr>
          <p:cNvPicPr>
            <a:picLocks noChangeAspect="1"/>
          </p:cNvPicPr>
          <p:nvPr/>
        </p:nvPicPr>
        <p:blipFill>
          <a:blip r:embed="rId2"/>
          <a:stretch>
            <a:fillRect/>
          </a:stretch>
        </p:blipFill>
        <p:spPr>
          <a:xfrm>
            <a:off x="2930772" y="2941423"/>
            <a:ext cx="2137475" cy="1124313"/>
          </a:xfrm>
          <a:prstGeom prst="rect">
            <a:avLst/>
          </a:prstGeom>
        </p:spPr>
      </p:pic>
      <p:pic>
        <p:nvPicPr>
          <p:cNvPr id="12" name="図 11">
            <a:extLst>
              <a:ext uri="{FF2B5EF4-FFF2-40B4-BE49-F238E27FC236}">
                <a16:creationId xmlns:a16="http://schemas.microsoft.com/office/drawing/2014/main" id="{05AAA544-4782-508E-84DA-FE816525360B}"/>
              </a:ext>
            </a:extLst>
          </p:cNvPr>
          <p:cNvPicPr>
            <a:picLocks noChangeAspect="1"/>
          </p:cNvPicPr>
          <p:nvPr/>
        </p:nvPicPr>
        <p:blipFill>
          <a:blip r:embed="rId3"/>
          <a:stretch>
            <a:fillRect/>
          </a:stretch>
        </p:blipFill>
        <p:spPr>
          <a:xfrm>
            <a:off x="5111050" y="2994429"/>
            <a:ext cx="672451" cy="747168"/>
          </a:xfrm>
          <a:prstGeom prst="rect">
            <a:avLst/>
          </a:prstGeom>
        </p:spPr>
      </p:pic>
      <p:sp>
        <p:nvSpPr>
          <p:cNvPr id="13" name="正方形/長方形 71">
            <a:extLst>
              <a:ext uri="{FF2B5EF4-FFF2-40B4-BE49-F238E27FC236}">
                <a16:creationId xmlns:a16="http://schemas.microsoft.com/office/drawing/2014/main" id="{DD996246-0EDD-53DA-359E-E8F28FB02EF3}"/>
              </a:ext>
            </a:extLst>
          </p:cNvPr>
          <p:cNvSpPr>
            <a:spLocks noChangeArrowheads="1"/>
          </p:cNvSpPr>
          <p:nvPr/>
        </p:nvSpPr>
        <p:spPr bwMode="auto">
          <a:xfrm>
            <a:off x="5046302" y="3827751"/>
            <a:ext cx="798295" cy="246221"/>
          </a:xfrm>
          <a:prstGeom prst="rect">
            <a:avLst/>
          </a:prstGeom>
          <a:solidFill>
            <a:srgbClr val="4472C4">
              <a:lumMod val="20000"/>
              <a:lumOff val="80000"/>
            </a:srgbClr>
          </a:solidFill>
          <a:ln>
            <a:noFill/>
          </a:ln>
        </p:spPr>
        <p:txBody>
          <a:bodyPr wrap="none" lIns="0" r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0" cap="none" spc="0" normalizeH="0" baseline="0" noProof="0" dirty="0">
                <a:ln>
                  <a:noFill/>
                </a:ln>
                <a:solidFill>
                  <a:prstClr val="black"/>
                </a:solidFill>
                <a:effectLst/>
                <a:uLnTx/>
                <a:uFillTx/>
                <a:latin typeface="Meiryo UI" panose="020B0604030504040204" pitchFamily="50" charset="-128"/>
                <a:ea typeface="Meiryo UI"/>
                <a:cs typeface="+mn-cs"/>
              </a:rPr>
              <a:t>040</a:t>
            </a:r>
            <a:r>
              <a:rPr kumimoji="1" lang="ja-JP" altLang="en-US" sz="1000" b="0" i="0" u="none" strike="noStrike" kern="0" cap="none" spc="0" normalizeH="0" baseline="0" noProof="0" dirty="0">
                <a:ln>
                  <a:noFill/>
                </a:ln>
                <a:solidFill>
                  <a:prstClr val="black"/>
                </a:solidFill>
                <a:effectLst/>
                <a:uLnTx/>
                <a:uFillTx/>
                <a:latin typeface="Meiryo UI" panose="020B0604030504040204" pitchFamily="50" charset="-128"/>
                <a:ea typeface="Meiryo UI"/>
                <a:cs typeface="+mn-cs"/>
              </a:rPr>
              <a:t> </a:t>
            </a:r>
            <a:r>
              <a:rPr kumimoji="1" lang="en-US" altLang="ja-JP" sz="1000" b="0" i="0" u="none" strike="noStrike" kern="0" cap="none" spc="0" normalizeH="0" baseline="0" noProof="0" dirty="0">
                <a:ln>
                  <a:noFill/>
                </a:ln>
                <a:solidFill>
                  <a:prstClr val="black"/>
                </a:solidFill>
                <a:effectLst/>
                <a:uLnTx/>
                <a:uFillTx/>
                <a:latin typeface="Meiryo UI" panose="020B0604030504040204" pitchFamily="50" charset="-128"/>
                <a:ea typeface="Meiryo UI"/>
                <a:cs typeface="+mn-cs"/>
              </a:rPr>
              <a:t>terminal</a:t>
            </a:r>
          </a:p>
        </p:txBody>
      </p:sp>
      <p:sp>
        <p:nvSpPr>
          <p:cNvPr id="14" name="正方形/長方形 13">
            <a:extLst>
              <a:ext uri="{FF2B5EF4-FFF2-40B4-BE49-F238E27FC236}">
                <a16:creationId xmlns:a16="http://schemas.microsoft.com/office/drawing/2014/main" id="{46EDD354-4FD4-F7C5-85D0-2610594736DF}"/>
              </a:ext>
            </a:extLst>
          </p:cNvPr>
          <p:cNvSpPr/>
          <p:nvPr/>
        </p:nvSpPr>
        <p:spPr bwMode="auto">
          <a:xfrm>
            <a:off x="5925341" y="828193"/>
            <a:ext cx="3154792" cy="6009336"/>
          </a:xfrm>
          <a:prstGeom prst="rect">
            <a:avLst/>
          </a:prstGeom>
          <a:noFill/>
          <a:ln w="38100" cap="flat" cmpd="sng" algn="ctr">
            <a:solidFill>
              <a:srgbClr val="0000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ja-JP" altLang="en-US" sz="2400" b="0" i="0" u="none" strike="noStrike" kern="1200" cap="none" spc="0" normalizeH="0" baseline="0" noProof="0">
              <a:ln>
                <a:noFill/>
              </a:ln>
              <a:solidFill>
                <a:srgbClr val="000000"/>
              </a:solidFill>
              <a:effectLst/>
              <a:uLnTx/>
              <a:uFillTx/>
              <a:latin typeface="Times New Roman" pitchFamily="18" charset="0"/>
              <a:ea typeface="ＭＳ Ｐゴシック" pitchFamily="50" charset="-128"/>
              <a:cs typeface="+mn-cs"/>
            </a:endParaRPr>
          </a:p>
        </p:txBody>
      </p:sp>
    </p:spTree>
    <p:extLst>
      <p:ext uri="{BB962C8B-B14F-4D97-AF65-F5344CB8AC3E}">
        <p14:creationId xmlns:p14="http://schemas.microsoft.com/office/powerpoint/2010/main" val="140299195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 Box 2"/>
          <p:cNvSpPr txBox="1">
            <a:spLocks noChangeArrowheads="1"/>
          </p:cNvSpPr>
          <p:nvPr/>
        </p:nvSpPr>
        <p:spPr bwMode="auto">
          <a:xfrm>
            <a:off x="1799836" y="83640"/>
            <a:ext cx="5560048" cy="400110"/>
          </a:xfrm>
          <a:prstGeom prst="rect">
            <a:avLst/>
          </a:prstGeom>
          <a:noFill/>
        </p:spPr>
        <p:txBody>
          <a:bodyPr wrap="none" rtlCol="0">
            <a:spAutoFit/>
          </a:bodyPr>
          <a:lstStyle>
            <a:defPPr>
              <a:defRPr lang="en-US"/>
            </a:defPPr>
            <a:lvl1pPr fontAlgn="auto">
              <a:spcBef>
                <a:spcPts val="0"/>
              </a:spcBef>
              <a:spcAft>
                <a:spcPts val="0"/>
              </a:spcAft>
              <a:defRPr kumimoji="0">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r>
              <a:rPr lang="en-US" altLang="ja-JP" sz="2000" dirty="0"/>
              <a:t>9. Engine Overview and</a:t>
            </a:r>
            <a:r>
              <a:rPr lang="ja-JP" altLang="en-US" sz="2000" dirty="0"/>
              <a:t> </a:t>
            </a:r>
            <a:r>
              <a:rPr lang="en-US" altLang="ja-JP" sz="2000" dirty="0"/>
              <a:t>Basic Specification</a:t>
            </a:r>
          </a:p>
        </p:txBody>
      </p:sp>
      <p:pic>
        <p:nvPicPr>
          <p:cNvPr id="4" name="図 3">
            <a:extLst>
              <a:ext uri="{FF2B5EF4-FFF2-40B4-BE49-F238E27FC236}">
                <a16:creationId xmlns:a16="http://schemas.microsoft.com/office/drawing/2014/main" id="{5AFA509F-B810-1306-A828-C56768A627A6}"/>
              </a:ext>
            </a:extLst>
          </p:cNvPr>
          <p:cNvPicPr>
            <a:picLocks noChangeAspect="1"/>
          </p:cNvPicPr>
          <p:nvPr/>
        </p:nvPicPr>
        <p:blipFill rotWithShape="1">
          <a:blip r:embed="rId3"/>
          <a:srcRect b="6249"/>
          <a:stretch/>
        </p:blipFill>
        <p:spPr>
          <a:xfrm>
            <a:off x="117956" y="2278806"/>
            <a:ext cx="2224560" cy="2394217"/>
          </a:xfrm>
          <a:prstGeom prst="rect">
            <a:avLst/>
          </a:prstGeom>
        </p:spPr>
      </p:pic>
      <p:sp>
        <p:nvSpPr>
          <p:cNvPr id="5" name="テキスト ボックス 4">
            <a:extLst>
              <a:ext uri="{FF2B5EF4-FFF2-40B4-BE49-F238E27FC236}">
                <a16:creationId xmlns:a16="http://schemas.microsoft.com/office/drawing/2014/main" id="{3ABD4F02-0674-5157-3AAE-54F1BE2E1F44}"/>
              </a:ext>
            </a:extLst>
          </p:cNvPr>
          <p:cNvSpPr txBox="1"/>
          <p:nvPr/>
        </p:nvSpPr>
        <p:spPr>
          <a:xfrm>
            <a:off x="-14787" y="510451"/>
            <a:ext cx="2951065"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600" b="1"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&lt;Changing parts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600" b="1"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            and contents&gt;</a:t>
            </a:r>
          </a:p>
        </p:txBody>
      </p:sp>
      <p:sp>
        <p:nvSpPr>
          <p:cNvPr id="10" name="テキスト ボックス 9">
            <a:extLst>
              <a:ext uri="{FF2B5EF4-FFF2-40B4-BE49-F238E27FC236}">
                <a16:creationId xmlns:a16="http://schemas.microsoft.com/office/drawing/2014/main" id="{07C3189B-F99C-6507-6EE6-CCABAFDEFE8A}"/>
              </a:ext>
            </a:extLst>
          </p:cNvPr>
          <p:cNvSpPr txBox="1"/>
          <p:nvPr/>
        </p:nvSpPr>
        <p:spPr>
          <a:xfrm>
            <a:off x="4549593" y="4732671"/>
            <a:ext cx="1863565"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0" cap="none" spc="0" normalizeH="0" baseline="0" noProof="0" dirty="0">
                <a:ln>
                  <a:noFill/>
                </a:ln>
                <a:solidFill>
                  <a:srgbClr val="0000FF"/>
                </a:solidFill>
                <a:effectLst/>
                <a:uLnTx/>
                <a:uFillTx/>
                <a:latin typeface="Meiryo UI" panose="020B0604030504040204" pitchFamily="50" charset="-128"/>
                <a:ea typeface="Meiryo UI"/>
                <a:cs typeface="+mn-cs"/>
              </a:rPr>
              <a:t>Change BELT length</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0" cap="none" spc="0" normalizeH="0" baseline="0" noProof="0" dirty="0">
                <a:ln>
                  <a:noFill/>
                </a:ln>
                <a:solidFill>
                  <a:srgbClr val="0000FF"/>
                </a:solidFill>
                <a:effectLst/>
                <a:uLnTx/>
                <a:uFillTx/>
                <a:latin typeface="Meiryo UI" panose="020B0604030504040204" pitchFamily="50" charset="-128"/>
                <a:ea typeface="Meiryo UI"/>
                <a:cs typeface="+mn-cs"/>
              </a:rPr>
              <a:t>(to adapt L/O</a:t>
            </a:r>
            <a:r>
              <a:rPr kumimoji="1" lang="ja-JP" altLang="en-US" sz="1000" b="0" i="0" u="none" strike="noStrike" kern="0" cap="none" spc="0" normalizeH="0" baseline="0" noProof="0" dirty="0">
                <a:ln>
                  <a:noFill/>
                </a:ln>
                <a:solidFill>
                  <a:srgbClr val="0000FF"/>
                </a:solidFill>
                <a:effectLst/>
                <a:uLnTx/>
                <a:uFillTx/>
                <a:latin typeface="Meiryo UI" panose="020B0604030504040204" pitchFamily="50" charset="-128"/>
                <a:ea typeface="Meiryo UI"/>
                <a:cs typeface="+mn-cs"/>
              </a:rPr>
              <a:t> </a:t>
            </a:r>
            <a:r>
              <a:rPr kumimoji="1" lang="en-US" altLang="ja-JP" sz="1000" b="0" i="0" u="none" strike="noStrike" kern="0" cap="none" spc="0" normalizeH="0" baseline="0" noProof="0" dirty="0">
                <a:ln>
                  <a:noFill/>
                </a:ln>
                <a:solidFill>
                  <a:srgbClr val="0000FF"/>
                </a:solidFill>
                <a:effectLst/>
                <a:uLnTx/>
                <a:uFillTx/>
                <a:latin typeface="Meiryo UI" panose="020B0604030504040204" pitchFamily="50" charset="-128"/>
                <a:ea typeface="Meiryo UI"/>
                <a:cs typeface="+mn-cs"/>
              </a:rPr>
              <a:t>change)</a:t>
            </a:r>
          </a:p>
        </p:txBody>
      </p:sp>
      <p:sp>
        <p:nvSpPr>
          <p:cNvPr id="13" name="テキスト ボックス 12">
            <a:extLst>
              <a:ext uri="{FF2B5EF4-FFF2-40B4-BE49-F238E27FC236}">
                <a16:creationId xmlns:a16="http://schemas.microsoft.com/office/drawing/2014/main" id="{BF599DBE-6172-F6B6-A8CA-B06C7CFC49F5}"/>
              </a:ext>
            </a:extLst>
          </p:cNvPr>
          <p:cNvSpPr txBox="1"/>
          <p:nvPr/>
        </p:nvSpPr>
        <p:spPr>
          <a:xfrm>
            <a:off x="6635618" y="4633274"/>
            <a:ext cx="2557321" cy="41549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50" b="0" i="0" u="none" strike="noStrike" kern="0" cap="none" spc="0" normalizeH="0" baseline="0" noProof="0" dirty="0">
                <a:ln>
                  <a:noFill/>
                </a:ln>
                <a:solidFill>
                  <a:srgbClr val="0000FF"/>
                </a:solidFill>
                <a:effectLst/>
                <a:uLnTx/>
                <a:uFillTx/>
                <a:latin typeface="Meiryo UI" panose="020B0604030504040204" pitchFamily="50" charset="-128"/>
                <a:ea typeface="Meiryo UI"/>
                <a:cs typeface="+mn-cs"/>
              </a:rPr>
              <a:t>Change direction to fasten a bolt</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50" b="0" i="0" u="none" strike="noStrike" kern="0" cap="none" spc="0" normalizeH="0" baseline="0" noProof="0" dirty="0">
                <a:ln>
                  <a:noFill/>
                </a:ln>
                <a:solidFill>
                  <a:srgbClr val="0000FF"/>
                </a:solidFill>
                <a:effectLst/>
                <a:uLnTx/>
                <a:uFillTx/>
                <a:latin typeface="Meiryo UI" panose="020B0604030504040204" pitchFamily="50" charset="-128"/>
                <a:ea typeface="Meiryo UI"/>
                <a:cs typeface="+mn-cs"/>
              </a:rPr>
              <a:t>(to adapt DENSO ACG</a:t>
            </a:r>
            <a:r>
              <a:rPr kumimoji="1" lang="ja-JP" altLang="en-US" sz="1050" b="0" i="0" u="none" strike="noStrike" kern="0" cap="none" spc="0" normalizeH="0" baseline="0" noProof="0" dirty="0">
                <a:ln>
                  <a:noFill/>
                </a:ln>
                <a:solidFill>
                  <a:srgbClr val="0000FF"/>
                </a:solidFill>
                <a:effectLst/>
                <a:uLnTx/>
                <a:uFillTx/>
                <a:latin typeface="Meiryo UI" panose="020B0604030504040204" pitchFamily="50" charset="-128"/>
                <a:ea typeface="Meiryo UI"/>
                <a:cs typeface="+mn-cs"/>
              </a:rPr>
              <a:t> </a:t>
            </a:r>
            <a:r>
              <a:rPr kumimoji="1" lang="en-US" altLang="ja-JP" sz="1050" b="0" i="0" u="none" strike="noStrike" kern="0" cap="none" spc="0" normalizeH="0" baseline="0" noProof="0" dirty="0">
                <a:ln>
                  <a:noFill/>
                </a:ln>
                <a:solidFill>
                  <a:srgbClr val="0000FF"/>
                </a:solidFill>
                <a:effectLst/>
                <a:uLnTx/>
                <a:uFillTx/>
                <a:latin typeface="Meiryo UI" panose="020B0604030504040204" pitchFamily="50" charset="-128"/>
                <a:ea typeface="Meiryo UI"/>
                <a:cs typeface="+mn-cs"/>
              </a:rPr>
              <a:t>slide bush)</a:t>
            </a:r>
          </a:p>
        </p:txBody>
      </p:sp>
      <p:pic>
        <p:nvPicPr>
          <p:cNvPr id="14" name="図 13">
            <a:extLst>
              <a:ext uri="{FF2B5EF4-FFF2-40B4-BE49-F238E27FC236}">
                <a16:creationId xmlns:a16="http://schemas.microsoft.com/office/drawing/2014/main" id="{FD2B847E-5450-9781-DDBD-8A79053873A5}"/>
              </a:ext>
            </a:extLst>
          </p:cNvPr>
          <p:cNvPicPr>
            <a:picLocks noChangeAspect="1"/>
          </p:cNvPicPr>
          <p:nvPr/>
        </p:nvPicPr>
        <p:blipFill>
          <a:blip r:embed="rId4"/>
          <a:stretch>
            <a:fillRect/>
          </a:stretch>
        </p:blipFill>
        <p:spPr>
          <a:xfrm>
            <a:off x="2863766" y="2104488"/>
            <a:ext cx="1564165" cy="2047634"/>
          </a:xfrm>
          <a:prstGeom prst="rect">
            <a:avLst/>
          </a:prstGeom>
        </p:spPr>
      </p:pic>
      <p:pic>
        <p:nvPicPr>
          <p:cNvPr id="15" name="図 14">
            <a:extLst>
              <a:ext uri="{FF2B5EF4-FFF2-40B4-BE49-F238E27FC236}">
                <a16:creationId xmlns:a16="http://schemas.microsoft.com/office/drawing/2014/main" id="{91BA3CC3-EB4F-A89A-A9D6-7D8E6A480C2C}"/>
              </a:ext>
            </a:extLst>
          </p:cNvPr>
          <p:cNvPicPr>
            <a:picLocks noChangeAspect="1"/>
          </p:cNvPicPr>
          <p:nvPr/>
        </p:nvPicPr>
        <p:blipFill>
          <a:blip r:embed="rId5"/>
          <a:stretch>
            <a:fillRect/>
          </a:stretch>
        </p:blipFill>
        <p:spPr>
          <a:xfrm>
            <a:off x="5812904" y="1960733"/>
            <a:ext cx="2467105" cy="2509642"/>
          </a:xfrm>
          <a:prstGeom prst="rect">
            <a:avLst/>
          </a:prstGeom>
        </p:spPr>
      </p:pic>
      <p:cxnSp>
        <p:nvCxnSpPr>
          <p:cNvPr id="16" name="直線コネクタ 15">
            <a:extLst>
              <a:ext uri="{FF2B5EF4-FFF2-40B4-BE49-F238E27FC236}">
                <a16:creationId xmlns:a16="http://schemas.microsoft.com/office/drawing/2014/main" id="{2AC3B84E-AE9E-BA16-EA83-6D2672F3C652}"/>
              </a:ext>
            </a:extLst>
          </p:cNvPr>
          <p:cNvCxnSpPr/>
          <p:nvPr/>
        </p:nvCxnSpPr>
        <p:spPr>
          <a:xfrm flipH="1">
            <a:off x="3441742" y="2893421"/>
            <a:ext cx="536576" cy="407670"/>
          </a:xfrm>
          <a:prstGeom prst="line">
            <a:avLst/>
          </a:prstGeom>
          <a:noFill/>
          <a:ln w="38100" cap="flat" cmpd="sng" algn="ctr">
            <a:solidFill>
              <a:srgbClr val="ED7D31"/>
            </a:solidFill>
            <a:prstDash val="solid"/>
            <a:miter lim="800000"/>
          </a:ln>
          <a:effectLst/>
        </p:spPr>
      </p:cxnSp>
      <p:cxnSp>
        <p:nvCxnSpPr>
          <p:cNvPr id="17" name="直線コネクタ 16">
            <a:extLst>
              <a:ext uri="{FF2B5EF4-FFF2-40B4-BE49-F238E27FC236}">
                <a16:creationId xmlns:a16="http://schemas.microsoft.com/office/drawing/2014/main" id="{CA15D54F-5448-3C77-494C-621FF853D681}"/>
              </a:ext>
            </a:extLst>
          </p:cNvPr>
          <p:cNvCxnSpPr/>
          <p:nvPr/>
        </p:nvCxnSpPr>
        <p:spPr>
          <a:xfrm flipH="1" flipV="1">
            <a:off x="3487462" y="4019911"/>
            <a:ext cx="624840" cy="370840"/>
          </a:xfrm>
          <a:prstGeom prst="line">
            <a:avLst/>
          </a:prstGeom>
          <a:noFill/>
          <a:ln w="38100" cap="flat" cmpd="sng" algn="ctr">
            <a:solidFill>
              <a:srgbClr val="ED7D31"/>
            </a:solidFill>
            <a:prstDash val="solid"/>
            <a:miter lim="800000"/>
          </a:ln>
          <a:effectLst/>
        </p:spPr>
      </p:cxnSp>
      <p:cxnSp>
        <p:nvCxnSpPr>
          <p:cNvPr id="18" name="直線コネクタ 17">
            <a:extLst>
              <a:ext uri="{FF2B5EF4-FFF2-40B4-BE49-F238E27FC236}">
                <a16:creationId xmlns:a16="http://schemas.microsoft.com/office/drawing/2014/main" id="{128CD5C1-320B-6524-99C2-9914C8F29406}"/>
              </a:ext>
            </a:extLst>
          </p:cNvPr>
          <p:cNvCxnSpPr/>
          <p:nvPr/>
        </p:nvCxnSpPr>
        <p:spPr>
          <a:xfrm flipH="1">
            <a:off x="3302677" y="2532741"/>
            <a:ext cx="269240" cy="629920"/>
          </a:xfrm>
          <a:prstGeom prst="line">
            <a:avLst/>
          </a:prstGeom>
          <a:noFill/>
          <a:ln w="38100" cap="flat" cmpd="sng" algn="ctr">
            <a:solidFill>
              <a:srgbClr val="ED7D31"/>
            </a:solidFill>
            <a:prstDash val="solid"/>
            <a:miter lim="800000"/>
          </a:ln>
          <a:effectLst/>
        </p:spPr>
      </p:cxnSp>
      <p:sp>
        <p:nvSpPr>
          <p:cNvPr id="19" name="円弧 18">
            <a:extLst>
              <a:ext uri="{FF2B5EF4-FFF2-40B4-BE49-F238E27FC236}">
                <a16:creationId xmlns:a16="http://schemas.microsoft.com/office/drawing/2014/main" id="{46DBB65F-F243-2221-F8F5-429DF3CABF05}"/>
              </a:ext>
            </a:extLst>
          </p:cNvPr>
          <p:cNvSpPr/>
          <p:nvPr/>
        </p:nvSpPr>
        <p:spPr>
          <a:xfrm>
            <a:off x="3312837" y="3143611"/>
            <a:ext cx="989965" cy="989965"/>
          </a:xfrm>
          <a:prstGeom prst="arc">
            <a:avLst>
              <a:gd name="adj1" fmla="val 7744744"/>
              <a:gd name="adj2" fmla="val 13416499"/>
            </a:avLst>
          </a:prstGeom>
          <a:noFill/>
          <a:ln w="38100" cap="flat" cmpd="sng" algn="ctr">
            <a:solidFill>
              <a:srgbClr val="ED7D31"/>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prstClr val="black"/>
              </a:solidFill>
              <a:effectLst/>
              <a:uLnTx/>
              <a:uFillTx/>
              <a:latin typeface="Century Gothic"/>
              <a:ea typeface="Meiryo UI"/>
              <a:cs typeface="+mn-cs"/>
            </a:endParaRPr>
          </a:p>
        </p:txBody>
      </p:sp>
      <p:sp>
        <p:nvSpPr>
          <p:cNvPr id="20" name="円弧 19">
            <a:extLst>
              <a:ext uri="{FF2B5EF4-FFF2-40B4-BE49-F238E27FC236}">
                <a16:creationId xmlns:a16="http://schemas.microsoft.com/office/drawing/2014/main" id="{C77C2109-D6CB-122E-3870-EFD5476A5497}"/>
              </a:ext>
            </a:extLst>
          </p:cNvPr>
          <p:cNvSpPr/>
          <p:nvPr/>
        </p:nvSpPr>
        <p:spPr>
          <a:xfrm>
            <a:off x="3526769" y="2419077"/>
            <a:ext cx="541019" cy="541019"/>
          </a:xfrm>
          <a:prstGeom prst="arc">
            <a:avLst>
              <a:gd name="adj1" fmla="val 12623913"/>
              <a:gd name="adj2" fmla="val 3104803"/>
            </a:avLst>
          </a:prstGeom>
          <a:noFill/>
          <a:ln w="38100" cap="flat" cmpd="sng" algn="ctr">
            <a:solidFill>
              <a:srgbClr val="ED7D31"/>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prstClr val="black"/>
              </a:solidFill>
              <a:effectLst/>
              <a:uLnTx/>
              <a:uFillTx/>
              <a:latin typeface="Century Gothic"/>
              <a:ea typeface="Meiryo UI"/>
              <a:cs typeface="+mn-cs"/>
            </a:endParaRPr>
          </a:p>
        </p:txBody>
      </p:sp>
      <p:sp>
        <p:nvSpPr>
          <p:cNvPr id="21" name="テキスト ボックス 20">
            <a:extLst>
              <a:ext uri="{FF2B5EF4-FFF2-40B4-BE49-F238E27FC236}">
                <a16:creationId xmlns:a16="http://schemas.microsoft.com/office/drawing/2014/main" id="{DC4D84D9-B3A6-7B40-278C-CCC790D0BF3B}"/>
              </a:ext>
            </a:extLst>
          </p:cNvPr>
          <p:cNvSpPr txBox="1"/>
          <p:nvPr/>
        </p:nvSpPr>
        <p:spPr>
          <a:xfrm>
            <a:off x="6708342" y="4421563"/>
            <a:ext cx="1026839" cy="254342"/>
          </a:xfrm>
          <a:prstGeom prst="rect">
            <a:avLst/>
          </a:prstGeom>
          <a:solidFill>
            <a:srgbClr val="CCFFFF"/>
          </a:solidFill>
          <a:ln w="12700">
            <a:solidFill>
              <a:srgbClr val="0000FF"/>
            </a:solidFill>
          </a:ln>
        </p:spPr>
        <p:txBody>
          <a:bodyPr wrap="non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0" cap="none" spc="0" normalizeH="0" baseline="0" noProof="0" dirty="0">
                <a:ln>
                  <a:noFill/>
                </a:ln>
                <a:solidFill>
                  <a:prstClr val="black"/>
                </a:solidFill>
                <a:effectLst/>
                <a:uLnTx/>
                <a:uFillTx/>
                <a:latin typeface="Meiryo UI" panose="020B0604030504040204" pitchFamily="50" charset="-128"/>
                <a:ea typeface="Meiryo UI"/>
                <a:cs typeface="+mn-cs"/>
              </a:rPr>
              <a:t>ACG BOLT</a:t>
            </a:r>
            <a:endParaRPr kumimoji="1" lang="ja-JP" altLang="en-US" sz="1200" b="0" i="0" u="none" strike="noStrike" kern="0" cap="none" spc="0" normalizeH="0" baseline="0" noProof="0" dirty="0">
              <a:ln>
                <a:noFill/>
              </a:ln>
              <a:solidFill>
                <a:prstClr val="black"/>
              </a:solidFill>
              <a:effectLst/>
              <a:uLnTx/>
              <a:uFillTx/>
              <a:latin typeface="Meiryo UI" panose="020B0604030504040204" pitchFamily="50" charset="-128"/>
              <a:ea typeface="Meiryo UI"/>
              <a:cs typeface="+mn-cs"/>
            </a:endParaRPr>
          </a:p>
        </p:txBody>
      </p:sp>
      <p:sp>
        <p:nvSpPr>
          <p:cNvPr id="22" name="楕円 21">
            <a:extLst>
              <a:ext uri="{FF2B5EF4-FFF2-40B4-BE49-F238E27FC236}">
                <a16:creationId xmlns:a16="http://schemas.microsoft.com/office/drawing/2014/main" id="{77D085BD-1A6A-5179-820D-3CB256FE98BB}"/>
              </a:ext>
            </a:extLst>
          </p:cNvPr>
          <p:cNvSpPr/>
          <p:nvPr/>
        </p:nvSpPr>
        <p:spPr>
          <a:xfrm>
            <a:off x="6309021" y="3178409"/>
            <a:ext cx="822960" cy="475488"/>
          </a:xfrm>
          <a:prstGeom prst="ellipse">
            <a:avLst/>
          </a:prstGeom>
          <a:noFill/>
          <a:ln w="19050" cap="flat" cmpd="sng" algn="ctr">
            <a:solidFill>
              <a:srgbClr val="FFFF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prstClr val="white"/>
              </a:solidFill>
              <a:effectLst/>
              <a:uLnTx/>
              <a:uFillTx/>
              <a:latin typeface="Century Gothic"/>
              <a:ea typeface="Meiryo UI"/>
              <a:cs typeface="+mn-cs"/>
            </a:endParaRPr>
          </a:p>
        </p:txBody>
      </p:sp>
      <p:cxnSp>
        <p:nvCxnSpPr>
          <p:cNvPr id="23" name="直線コネクタ 22">
            <a:extLst>
              <a:ext uri="{FF2B5EF4-FFF2-40B4-BE49-F238E27FC236}">
                <a16:creationId xmlns:a16="http://schemas.microsoft.com/office/drawing/2014/main" id="{B50BF524-2207-6716-2127-905326A14157}"/>
              </a:ext>
            </a:extLst>
          </p:cNvPr>
          <p:cNvCxnSpPr/>
          <p:nvPr/>
        </p:nvCxnSpPr>
        <p:spPr>
          <a:xfrm>
            <a:off x="6693069" y="3672187"/>
            <a:ext cx="493776" cy="755903"/>
          </a:xfrm>
          <a:prstGeom prst="line">
            <a:avLst/>
          </a:prstGeom>
          <a:noFill/>
          <a:ln w="6350" cap="flat" cmpd="sng" algn="ctr">
            <a:solidFill>
              <a:srgbClr val="0000FF"/>
            </a:solidFill>
            <a:prstDash val="solid"/>
            <a:headEnd type="oval"/>
          </a:ln>
          <a:effectLst>
            <a:glow rad="38100">
              <a:srgbClr val="FFFFFF"/>
            </a:glow>
          </a:effectLst>
        </p:spPr>
      </p:cxnSp>
      <p:cxnSp>
        <p:nvCxnSpPr>
          <p:cNvPr id="24" name="直線コネクタ 23">
            <a:extLst>
              <a:ext uri="{FF2B5EF4-FFF2-40B4-BE49-F238E27FC236}">
                <a16:creationId xmlns:a16="http://schemas.microsoft.com/office/drawing/2014/main" id="{F565809F-36AB-7502-5435-B7FDE13A6AEF}"/>
              </a:ext>
            </a:extLst>
          </p:cNvPr>
          <p:cNvCxnSpPr>
            <a:endCxn id="36" idx="1"/>
          </p:cNvCxnSpPr>
          <p:nvPr/>
        </p:nvCxnSpPr>
        <p:spPr>
          <a:xfrm>
            <a:off x="3377783" y="3388349"/>
            <a:ext cx="1272407" cy="1261097"/>
          </a:xfrm>
          <a:prstGeom prst="line">
            <a:avLst/>
          </a:prstGeom>
          <a:noFill/>
          <a:ln w="6350" cap="flat" cmpd="sng" algn="ctr">
            <a:solidFill>
              <a:srgbClr val="0000FF"/>
            </a:solidFill>
            <a:prstDash val="solid"/>
            <a:headEnd type="oval"/>
          </a:ln>
          <a:effectLst>
            <a:glow rad="38100">
              <a:srgbClr val="FFFFFF"/>
            </a:glow>
          </a:effectLst>
        </p:spPr>
      </p:cxnSp>
      <p:cxnSp>
        <p:nvCxnSpPr>
          <p:cNvPr id="25" name="直線コネクタ 24">
            <a:extLst>
              <a:ext uri="{FF2B5EF4-FFF2-40B4-BE49-F238E27FC236}">
                <a16:creationId xmlns:a16="http://schemas.microsoft.com/office/drawing/2014/main" id="{66CCD792-E851-6288-4C06-8B0C87122EA0}"/>
              </a:ext>
            </a:extLst>
          </p:cNvPr>
          <p:cNvCxnSpPr/>
          <p:nvPr/>
        </p:nvCxnSpPr>
        <p:spPr>
          <a:xfrm>
            <a:off x="3799023" y="2670536"/>
            <a:ext cx="851167" cy="29190"/>
          </a:xfrm>
          <a:prstGeom prst="line">
            <a:avLst/>
          </a:prstGeom>
          <a:noFill/>
          <a:ln w="6350" cap="flat" cmpd="sng" algn="ctr">
            <a:solidFill>
              <a:srgbClr val="0000FF"/>
            </a:solidFill>
            <a:prstDash val="solid"/>
            <a:headEnd type="oval"/>
          </a:ln>
          <a:effectLst>
            <a:glow rad="38100">
              <a:srgbClr val="FFFFFF"/>
            </a:glow>
          </a:effectLst>
        </p:spPr>
      </p:cxnSp>
      <p:cxnSp>
        <p:nvCxnSpPr>
          <p:cNvPr id="26" name="直線コネクタ 25">
            <a:extLst>
              <a:ext uri="{FF2B5EF4-FFF2-40B4-BE49-F238E27FC236}">
                <a16:creationId xmlns:a16="http://schemas.microsoft.com/office/drawing/2014/main" id="{AA1D779C-A1CE-F0FF-255E-E2FF7CDA2023}"/>
              </a:ext>
            </a:extLst>
          </p:cNvPr>
          <p:cNvCxnSpPr/>
          <p:nvPr/>
        </p:nvCxnSpPr>
        <p:spPr>
          <a:xfrm flipH="1">
            <a:off x="5731948" y="2641962"/>
            <a:ext cx="509285" cy="48609"/>
          </a:xfrm>
          <a:prstGeom prst="line">
            <a:avLst/>
          </a:prstGeom>
          <a:noFill/>
          <a:ln w="6350" cap="flat" cmpd="sng" algn="ctr">
            <a:solidFill>
              <a:srgbClr val="0000FF"/>
            </a:solidFill>
            <a:prstDash val="solid"/>
            <a:headEnd type="oval"/>
          </a:ln>
          <a:effectLst>
            <a:glow rad="38100">
              <a:srgbClr val="FFFFFF"/>
            </a:glow>
          </a:effectLst>
        </p:spPr>
      </p:cxnSp>
      <p:sp>
        <p:nvSpPr>
          <p:cNvPr id="27" name="楕円 26">
            <a:extLst>
              <a:ext uri="{FF2B5EF4-FFF2-40B4-BE49-F238E27FC236}">
                <a16:creationId xmlns:a16="http://schemas.microsoft.com/office/drawing/2014/main" id="{B2CF9684-E1C4-6691-8B93-30DE087AF67E}"/>
              </a:ext>
            </a:extLst>
          </p:cNvPr>
          <p:cNvSpPr/>
          <p:nvPr/>
        </p:nvSpPr>
        <p:spPr>
          <a:xfrm>
            <a:off x="4048550" y="3063314"/>
            <a:ext cx="432782" cy="475488"/>
          </a:xfrm>
          <a:prstGeom prst="ellipse">
            <a:avLst/>
          </a:prstGeom>
          <a:noFill/>
          <a:ln w="19050" cap="flat" cmpd="sng" algn="ctr">
            <a:solidFill>
              <a:srgbClr val="FFFF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prstClr val="white"/>
              </a:solidFill>
              <a:effectLst/>
              <a:uLnTx/>
              <a:uFillTx/>
              <a:latin typeface="Century Gothic"/>
              <a:ea typeface="Meiryo UI"/>
              <a:cs typeface="+mn-cs"/>
            </a:endParaRPr>
          </a:p>
        </p:txBody>
      </p:sp>
      <p:cxnSp>
        <p:nvCxnSpPr>
          <p:cNvPr id="28" name="直線コネクタ 27">
            <a:extLst>
              <a:ext uri="{FF2B5EF4-FFF2-40B4-BE49-F238E27FC236}">
                <a16:creationId xmlns:a16="http://schemas.microsoft.com/office/drawing/2014/main" id="{1424F85A-8872-EC51-C864-0100E224AD07}"/>
              </a:ext>
            </a:extLst>
          </p:cNvPr>
          <p:cNvCxnSpPr>
            <a:endCxn id="29" idx="1"/>
          </p:cNvCxnSpPr>
          <p:nvPr/>
        </p:nvCxnSpPr>
        <p:spPr>
          <a:xfrm>
            <a:off x="7709352" y="2367641"/>
            <a:ext cx="141155" cy="307114"/>
          </a:xfrm>
          <a:prstGeom prst="line">
            <a:avLst/>
          </a:prstGeom>
          <a:noFill/>
          <a:ln w="6350" cap="flat" cmpd="sng" algn="ctr">
            <a:solidFill>
              <a:srgbClr val="0000FF"/>
            </a:solidFill>
            <a:prstDash val="solid"/>
            <a:headEnd type="oval"/>
          </a:ln>
          <a:effectLst>
            <a:glow rad="38100">
              <a:srgbClr val="FFFFFF"/>
            </a:glow>
          </a:effectLst>
        </p:spPr>
      </p:cxnSp>
      <p:sp>
        <p:nvSpPr>
          <p:cNvPr id="29" name="テキスト ボックス 28">
            <a:extLst>
              <a:ext uri="{FF2B5EF4-FFF2-40B4-BE49-F238E27FC236}">
                <a16:creationId xmlns:a16="http://schemas.microsoft.com/office/drawing/2014/main" id="{60DD13A4-C157-1858-9FB0-4739F95A89B5}"/>
              </a:ext>
            </a:extLst>
          </p:cNvPr>
          <p:cNvSpPr txBox="1"/>
          <p:nvPr/>
        </p:nvSpPr>
        <p:spPr>
          <a:xfrm>
            <a:off x="7850507" y="2539900"/>
            <a:ext cx="1162872" cy="269709"/>
          </a:xfrm>
          <a:prstGeom prst="rect">
            <a:avLst/>
          </a:prstGeom>
          <a:solidFill>
            <a:srgbClr val="CCFFFF"/>
          </a:solidFill>
          <a:ln w="12700">
            <a:solidFill>
              <a:srgbClr val="0000FF"/>
            </a:solidFill>
          </a:ln>
        </p:spPr>
        <p:txBody>
          <a:bodyPr wrap="non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0" cap="none" spc="0" normalizeH="0" baseline="0" noProof="0" dirty="0">
                <a:ln>
                  <a:noFill/>
                </a:ln>
                <a:solidFill>
                  <a:prstClr val="black"/>
                </a:solidFill>
                <a:effectLst/>
                <a:uLnTx/>
                <a:uFillTx/>
                <a:latin typeface="Meiryo UI" panose="020B0604030504040204" pitchFamily="50" charset="-128"/>
                <a:ea typeface="Meiryo UI"/>
                <a:cs typeface="+mn-cs"/>
              </a:rPr>
              <a:t>040</a:t>
            </a:r>
            <a:r>
              <a:rPr kumimoji="1" lang="ja-JP" altLang="en-US" sz="1200" b="0" i="0" u="none" strike="noStrike" kern="0" cap="none" spc="0" normalizeH="0" baseline="0" noProof="0" dirty="0">
                <a:ln>
                  <a:noFill/>
                </a:ln>
                <a:solidFill>
                  <a:prstClr val="black"/>
                </a:solidFill>
                <a:effectLst/>
                <a:uLnTx/>
                <a:uFillTx/>
                <a:latin typeface="Meiryo UI" panose="020B0604030504040204" pitchFamily="50" charset="-128"/>
                <a:ea typeface="Meiryo UI"/>
                <a:cs typeface="+mn-cs"/>
              </a:rPr>
              <a:t> </a:t>
            </a:r>
            <a:r>
              <a:rPr kumimoji="1" lang="en-US" altLang="ja-JP" sz="1200" b="0" i="0" u="none" strike="noStrike" kern="0" cap="none" spc="0" normalizeH="0" baseline="0" noProof="0" dirty="0">
                <a:ln>
                  <a:noFill/>
                </a:ln>
                <a:solidFill>
                  <a:prstClr val="black"/>
                </a:solidFill>
                <a:effectLst/>
                <a:uLnTx/>
                <a:uFillTx/>
                <a:latin typeface="Meiryo UI" panose="020B0604030504040204" pitchFamily="50" charset="-128"/>
                <a:ea typeface="Meiryo UI"/>
                <a:cs typeface="+mn-cs"/>
              </a:rPr>
              <a:t>terminal</a:t>
            </a:r>
            <a:endParaRPr kumimoji="1" lang="ja-JP" altLang="en-US" sz="1200" b="0" i="0" u="none" strike="noStrike" kern="0" cap="none" spc="0" normalizeH="0" baseline="0" noProof="0" dirty="0">
              <a:ln>
                <a:noFill/>
              </a:ln>
              <a:solidFill>
                <a:prstClr val="black"/>
              </a:solidFill>
              <a:effectLst/>
              <a:uLnTx/>
              <a:uFillTx/>
              <a:latin typeface="Meiryo UI" panose="020B0604030504040204" pitchFamily="50" charset="-128"/>
              <a:ea typeface="Meiryo UI"/>
              <a:cs typeface="+mn-cs"/>
            </a:endParaRPr>
          </a:p>
        </p:txBody>
      </p:sp>
      <p:sp>
        <p:nvSpPr>
          <p:cNvPr id="30" name="楕円 29">
            <a:extLst>
              <a:ext uri="{FF2B5EF4-FFF2-40B4-BE49-F238E27FC236}">
                <a16:creationId xmlns:a16="http://schemas.microsoft.com/office/drawing/2014/main" id="{FBCC632B-FD68-B68A-BF10-F3FC1C3DB8F2}"/>
              </a:ext>
            </a:extLst>
          </p:cNvPr>
          <p:cNvSpPr/>
          <p:nvPr/>
        </p:nvSpPr>
        <p:spPr>
          <a:xfrm>
            <a:off x="7365732" y="2028510"/>
            <a:ext cx="511261" cy="475488"/>
          </a:xfrm>
          <a:prstGeom prst="ellipse">
            <a:avLst/>
          </a:prstGeom>
          <a:noFill/>
          <a:ln w="19050" cap="flat" cmpd="sng" algn="ctr">
            <a:solidFill>
              <a:srgbClr val="FFFF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prstClr val="white"/>
              </a:solidFill>
              <a:effectLst/>
              <a:uLnTx/>
              <a:uFillTx/>
              <a:latin typeface="Century Gothic"/>
              <a:ea typeface="Meiryo UI"/>
              <a:cs typeface="+mn-cs"/>
            </a:endParaRPr>
          </a:p>
        </p:txBody>
      </p:sp>
      <p:cxnSp>
        <p:nvCxnSpPr>
          <p:cNvPr id="31" name="直線コネクタ 30">
            <a:extLst>
              <a:ext uri="{FF2B5EF4-FFF2-40B4-BE49-F238E27FC236}">
                <a16:creationId xmlns:a16="http://schemas.microsoft.com/office/drawing/2014/main" id="{04B70A2E-24C8-7446-92CB-49DC78A426CF}"/>
              </a:ext>
            </a:extLst>
          </p:cNvPr>
          <p:cNvCxnSpPr>
            <a:endCxn id="34" idx="1"/>
          </p:cNvCxnSpPr>
          <p:nvPr/>
        </p:nvCxnSpPr>
        <p:spPr>
          <a:xfrm flipV="1">
            <a:off x="3856591" y="2090529"/>
            <a:ext cx="803590" cy="166667"/>
          </a:xfrm>
          <a:prstGeom prst="line">
            <a:avLst/>
          </a:prstGeom>
          <a:noFill/>
          <a:ln w="6350" cap="flat" cmpd="sng" algn="ctr">
            <a:solidFill>
              <a:srgbClr val="0000FF"/>
            </a:solidFill>
            <a:prstDash val="solid"/>
            <a:headEnd type="oval"/>
          </a:ln>
          <a:effectLst>
            <a:glow rad="38100">
              <a:srgbClr val="FFFFFF"/>
            </a:glow>
          </a:effectLst>
        </p:spPr>
      </p:cxnSp>
      <p:cxnSp>
        <p:nvCxnSpPr>
          <p:cNvPr id="32" name="直線コネクタ 31">
            <a:extLst>
              <a:ext uri="{FF2B5EF4-FFF2-40B4-BE49-F238E27FC236}">
                <a16:creationId xmlns:a16="http://schemas.microsoft.com/office/drawing/2014/main" id="{9D1EA93B-3C83-12E3-34A5-94355B0808BF}"/>
              </a:ext>
            </a:extLst>
          </p:cNvPr>
          <p:cNvCxnSpPr>
            <a:endCxn id="34" idx="3"/>
          </p:cNvCxnSpPr>
          <p:nvPr/>
        </p:nvCxnSpPr>
        <p:spPr>
          <a:xfrm flipH="1" flipV="1">
            <a:off x="5740181" y="2090529"/>
            <a:ext cx="831952" cy="141069"/>
          </a:xfrm>
          <a:prstGeom prst="line">
            <a:avLst/>
          </a:prstGeom>
          <a:noFill/>
          <a:ln w="6350" cap="flat" cmpd="sng" algn="ctr">
            <a:solidFill>
              <a:srgbClr val="0000FF"/>
            </a:solidFill>
            <a:prstDash val="solid"/>
            <a:headEnd type="oval"/>
          </a:ln>
          <a:effectLst>
            <a:glow rad="38100">
              <a:srgbClr val="FFFFFF"/>
            </a:glow>
          </a:effectLst>
        </p:spPr>
      </p:cxnSp>
      <p:cxnSp>
        <p:nvCxnSpPr>
          <p:cNvPr id="33" name="直線コネクタ 32">
            <a:extLst>
              <a:ext uri="{FF2B5EF4-FFF2-40B4-BE49-F238E27FC236}">
                <a16:creationId xmlns:a16="http://schemas.microsoft.com/office/drawing/2014/main" id="{C2037C56-6590-F5C4-13A0-32ABF2542F2E}"/>
              </a:ext>
            </a:extLst>
          </p:cNvPr>
          <p:cNvCxnSpPr>
            <a:stCxn id="27" idx="6"/>
            <a:endCxn id="37" idx="1"/>
          </p:cNvCxnSpPr>
          <p:nvPr/>
        </p:nvCxnSpPr>
        <p:spPr>
          <a:xfrm>
            <a:off x="4481333" y="3301058"/>
            <a:ext cx="168857" cy="335280"/>
          </a:xfrm>
          <a:prstGeom prst="line">
            <a:avLst/>
          </a:prstGeom>
          <a:noFill/>
          <a:ln w="6350" cap="flat" cmpd="sng" algn="ctr">
            <a:solidFill>
              <a:srgbClr val="0000FF"/>
            </a:solidFill>
            <a:prstDash val="solid"/>
            <a:headEnd type="oval"/>
          </a:ln>
          <a:effectLst>
            <a:glow rad="38100">
              <a:srgbClr val="FFFFFF"/>
            </a:glow>
          </a:effectLst>
        </p:spPr>
      </p:cxnSp>
      <p:sp>
        <p:nvSpPr>
          <p:cNvPr id="34" name="テキスト ボックス 33">
            <a:extLst>
              <a:ext uri="{FF2B5EF4-FFF2-40B4-BE49-F238E27FC236}">
                <a16:creationId xmlns:a16="http://schemas.microsoft.com/office/drawing/2014/main" id="{728C9F45-FAEC-1CFC-7BC8-D60D7BE3BEF0}"/>
              </a:ext>
            </a:extLst>
          </p:cNvPr>
          <p:cNvSpPr txBox="1"/>
          <p:nvPr/>
        </p:nvSpPr>
        <p:spPr>
          <a:xfrm>
            <a:off x="4660181" y="1981651"/>
            <a:ext cx="1080000" cy="217755"/>
          </a:xfrm>
          <a:prstGeom prst="rect">
            <a:avLst/>
          </a:prstGeom>
          <a:solidFill>
            <a:srgbClr val="CCFFFF"/>
          </a:solidFill>
          <a:ln w="12700">
            <a:solidFill>
              <a:srgbClr val="0000FF"/>
            </a:solidFill>
          </a:ln>
        </p:spPr>
        <p:txBody>
          <a:bodyPr wrap="none" rtlCol="0" anchor="ctr">
            <a:noAutofit/>
          </a:bodyPr>
          <a:lstStyle>
            <a:defPPr>
              <a:defRPr lang="en-US"/>
            </a:defPPr>
            <a:lvl1pPr fontAlgn="auto">
              <a:spcBef>
                <a:spcPts val="0"/>
              </a:spcBef>
              <a:spcAft>
                <a:spcPts val="0"/>
              </a:spcAft>
              <a:defRPr sz="1200" kern="0">
                <a:solidFill>
                  <a:prstClr val="black"/>
                </a:solidFill>
                <a:latin typeface="Meiryo UI" panose="020B0604030504040204" pitchFamily="50" charset="-128"/>
                <a:ea typeface="Meiryo UI"/>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0" cap="none" spc="0" normalizeH="0" baseline="0" noProof="0" dirty="0">
                <a:ln>
                  <a:noFill/>
                </a:ln>
                <a:solidFill>
                  <a:prstClr val="black"/>
                </a:solidFill>
                <a:effectLst/>
                <a:uLnTx/>
                <a:uFillTx/>
                <a:latin typeface="Meiryo UI" panose="020B0604030504040204" pitchFamily="50" charset="-128"/>
                <a:ea typeface="Meiryo UI"/>
                <a:cs typeface="+mn-cs"/>
              </a:rPr>
              <a:t>ACG:DENSO</a:t>
            </a:r>
            <a:r>
              <a:rPr kumimoji="1" lang="ja-JP" altLang="en-US" sz="1200" b="0" i="0" u="none" strike="noStrike" kern="0" cap="none" spc="0" normalizeH="0" baseline="0" noProof="0" dirty="0">
                <a:ln>
                  <a:noFill/>
                </a:ln>
                <a:solidFill>
                  <a:prstClr val="black"/>
                </a:solidFill>
                <a:effectLst/>
                <a:uLnTx/>
                <a:uFillTx/>
                <a:latin typeface="Meiryo UI" panose="020B0604030504040204" pitchFamily="50" charset="-128"/>
                <a:ea typeface="Meiryo UI"/>
                <a:cs typeface="+mn-cs"/>
              </a:rPr>
              <a:t> </a:t>
            </a:r>
          </a:p>
        </p:txBody>
      </p:sp>
      <p:sp>
        <p:nvSpPr>
          <p:cNvPr id="35" name="テキスト ボックス 34">
            <a:extLst>
              <a:ext uri="{FF2B5EF4-FFF2-40B4-BE49-F238E27FC236}">
                <a16:creationId xmlns:a16="http://schemas.microsoft.com/office/drawing/2014/main" id="{BFCA30F4-A004-65B3-DD6D-A8F37B2AADA6}"/>
              </a:ext>
            </a:extLst>
          </p:cNvPr>
          <p:cNvSpPr txBox="1"/>
          <p:nvPr/>
        </p:nvSpPr>
        <p:spPr>
          <a:xfrm>
            <a:off x="4650189" y="2490404"/>
            <a:ext cx="1080000" cy="396000"/>
          </a:xfrm>
          <a:prstGeom prst="rect">
            <a:avLst/>
          </a:prstGeom>
          <a:solidFill>
            <a:srgbClr val="CCFFFF"/>
          </a:solidFill>
          <a:ln w="12700">
            <a:solidFill>
              <a:srgbClr val="0000FF"/>
            </a:solidFill>
          </a:ln>
        </p:spPr>
        <p:txBody>
          <a:bodyPr wrap="non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0" cap="none" spc="0" normalizeH="0" baseline="0" noProof="0" dirty="0">
                <a:ln>
                  <a:noFill/>
                </a:ln>
                <a:solidFill>
                  <a:prstClr val="black"/>
                </a:solidFill>
                <a:effectLst/>
                <a:uLnTx/>
                <a:uFillTx/>
                <a:latin typeface="Meiryo UI" panose="020B0604030504040204" pitchFamily="50" charset="-128"/>
                <a:ea typeface="Meiryo UI"/>
                <a:cs typeface="+mn-cs"/>
              </a:rPr>
              <a:t>DECOUPLER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0" cap="none" spc="0" normalizeH="0" baseline="0" noProof="0" dirty="0">
                <a:ln>
                  <a:noFill/>
                </a:ln>
                <a:solidFill>
                  <a:prstClr val="black"/>
                </a:solidFill>
                <a:effectLst/>
                <a:uLnTx/>
                <a:uFillTx/>
                <a:latin typeface="Meiryo UI" panose="020B0604030504040204" pitchFamily="50" charset="-128"/>
                <a:ea typeface="Meiryo UI"/>
                <a:cs typeface="+mn-cs"/>
              </a:rPr>
              <a:t>PULLEY</a:t>
            </a:r>
          </a:p>
        </p:txBody>
      </p:sp>
      <p:sp>
        <p:nvSpPr>
          <p:cNvPr id="36" name="テキスト ボックス 35">
            <a:extLst>
              <a:ext uri="{FF2B5EF4-FFF2-40B4-BE49-F238E27FC236}">
                <a16:creationId xmlns:a16="http://schemas.microsoft.com/office/drawing/2014/main" id="{07A2BA75-009E-35BA-F747-8A2443380D39}"/>
              </a:ext>
            </a:extLst>
          </p:cNvPr>
          <p:cNvSpPr txBox="1"/>
          <p:nvPr/>
        </p:nvSpPr>
        <p:spPr>
          <a:xfrm>
            <a:off x="4650189" y="4540568"/>
            <a:ext cx="1080000" cy="217755"/>
          </a:xfrm>
          <a:prstGeom prst="rect">
            <a:avLst/>
          </a:prstGeom>
          <a:solidFill>
            <a:srgbClr val="CCFFFF"/>
          </a:solidFill>
          <a:ln w="12700">
            <a:solidFill>
              <a:srgbClr val="0000FF"/>
            </a:solidFill>
          </a:ln>
        </p:spPr>
        <p:txBody>
          <a:bodyPr wrap="non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0" cap="none" spc="0" normalizeH="0" baseline="0" noProof="0" dirty="0">
                <a:ln>
                  <a:noFill/>
                </a:ln>
                <a:solidFill>
                  <a:prstClr val="black"/>
                </a:solidFill>
                <a:effectLst/>
                <a:uLnTx/>
                <a:uFillTx/>
                <a:latin typeface="Meiryo UI" panose="020B0604030504040204" pitchFamily="50" charset="-128"/>
                <a:ea typeface="Meiryo UI"/>
                <a:cs typeface="+mn-cs"/>
              </a:rPr>
              <a:t>BELT</a:t>
            </a:r>
            <a:endParaRPr kumimoji="1" lang="ja-JP" altLang="en-US" sz="1200" b="0" i="0" u="none" strike="noStrike" kern="0" cap="none" spc="0" normalizeH="0" baseline="0" noProof="0" dirty="0">
              <a:ln>
                <a:noFill/>
              </a:ln>
              <a:solidFill>
                <a:prstClr val="black"/>
              </a:solidFill>
              <a:effectLst/>
              <a:uLnTx/>
              <a:uFillTx/>
              <a:latin typeface="Meiryo UI" panose="020B0604030504040204" pitchFamily="50" charset="-128"/>
              <a:ea typeface="Meiryo UI"/>
              <a:cs typeface="+mn-cs"/>
            </a:endParaRPr>
          </a:p>
        </p:txBody>
      </p:sp>
      <p:sp>
        <p:nvSpPr>
          <p:cNvPr id="37" name="テキスト ボックス 36">
            <a:extLst>
              <a:ext uri="{FF2B5EF4-FFF2-40B4-BE49-F238E27FC236}">
                <a16:creationId xmlns:a16="http://schemas.microsoft.com/office/drawing/2014/main" id="{A962A7CC-EA17-A260-5CEB-C18FEF9A90C2}"/>
              </a:ext>
            </a:extLst>
          </p:cNvPr>
          <p:cNvSpPr txBox="1"/>
          <p:nvPr/>
        </p:nvSpPr>
        <p:spPr>
          <a:xfrm>
            <a:off x="4650189" y="3465330"/>
            <a:ext cx="1080000" cy="342017"/>
          </a:xfrm>
          <a:prstGeom prst="rect">
            <a:avLst/>
          </a:prstGeom>
          <a:solidFill>
            <a:srgbClr val="CCFFFF"/>
          </a:solidFill>
          <a:ln w="12700">
            <a:solidFill>
              <a:srgbClr val="0000FF"/>
            </a:solidFill>
          </a:ln>
        </p:spPr>
        <p:txBody>
          <a:bodyPr wrap="non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0" cap="none" spc="0" normalizeH="0" baseline="0" noProof="0" dirty="0">
                <a:ln>
                  <a:noFill/>
                </a:ln>
                <a:solidFill>
                  <a:prstClr val="black"/>
                </a:solidFill>
                <a:effectLst/>
                <a:uLnTx/>
                <a:uFillTx/>
                <a:latin typeface="Meiryo UI" panose="020B0604030504040204" pitchFamily="50" charset="-128"/>
                <a:ea typeface="Meiryo UI"/>
                <a:cs typeface="+mn-cs"/>
              </a:rPr>
              <a:t>Water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0" cap="none" spc="0" normalizeH="0" baseline="0" noProof="0" dirty="0">
                <a:ln>
                  <a:noFill/>
                </a:ln>
                <a:solidFill>
                  <a:prstClr val="black"/>
                </a:solidFill>
                <a:effectLst/>
                <a:uLnTx/>
                <a:uFillTx/>
                <a:latin typeface="Meiryo UI" panose="020B0604030504040204" pitchFamily="50" charset="-128"/>
                <a:ea typeface="Meiryo UI"/>
                <a:cs typeface="+mn-cs"/>
              </a:rPr>
              <a:t>Passage</a:t>
            </a:r>
            <a:endParaRPr kumimoji="1" lang="ja-JP" altLang="en-US" sz="1200" b="0" i="0" u="none" strike="noStrike" kern="0" cap="none" spc="0" normalizeH="0" baseline="0" noProof="0" dirty="0">
              <a:ln>
                <a:noFill/>
              </a:ln>
              <a:solidFill>
                <a:prstClr val="black"/>
              </a:solidFill>
              <a:effectLst/>
              <a:uLnTx/>
              <a:uFillTx/>
              <a:latin typeface="Meiryo UI" panose="020B0604030504040204" pitchFamily="50" charset="-128"/>
              <a:ea typeface="Meiryo UI"/>
              <a:cs typeface="+mn-cs"/>
            </a:endParaRPr>
          </a:p>
        </p:txBody>
      </p:sp>
      <p:sp>
        <p:nvSpPr>
          <p:cNvPr id="39" name="テキスト ボックス 38">
            <a:extLst>
              <a:ext uri="{FF2B5EF4-FFF2-40B4-BE49-F238E27FC236}">
                <a16:creationId xmlns:a16="http://schemas.microsoft.com/office/drawing/2014/main" id="{D70F129D-0A41-1149-7EAA-F7417CEB36B6}"/>
              </a:ext>
            </a:extLst>
          </p:cNvPr>
          <p:cNvSpPr txBox="1"/>
          <p:nvPr/>
        </p:nvSpPr>
        <p:spPr>
          <a:xfrm>
            <a:off x="4492876" y="3797689"/>
            <a:ext cx="1592115" cy="723275"/>
          </a:xfrm>
          <a:prstGeom prst="rect">
            <a:avLst/>
          </a:prstGeom>
          <a:noFill/>
        </p:spPr>
        <p:txBody>
          <a:bodyPr wrap="square" rtlCol="0">
            <a:spAutoFit/>
          </a:bodyPr>
          <a:lstStyle>
            <a:defPPr>
              <a:defRPr lang="en-US"/>
            </a:defPPr>
            <a:lvl1pPr algn="l" fontAlgn="auto">
              <a:spcBef>
                <a:spcPts val="0"/>
              </a:spcBef>
              <a:spcAft>
                <a:spcPts val="0"/>
              </a:spcAft>
              <a:defRPr sz="1000" kern="0">
                <a:solidFill>
                  <a:srgbClr val="0000FF"/>
                </a:solidFill>
                <a:latin typeface="Meiryo UI" panose="020B0604030504040204" pitchFamily="50" charset="-128"/>
                <a:ea typeface="Meiryo UI"/>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0" cap="none" spc="0" normalizeH="0" baseline="0" noProof="0" dirty="0">
                <a:ln>
                  <a:noFill/>
                </a:ln>
                <a:solidFill>
                  <a:srgbClr val="0000FF"/>
                </a:solidFill>
                <a:effectLst/>
                <a:uLnTx/>
                <a:uFillTx/>
                <a:latin typeface="Meiryo UI" panose="020B0604030504040204" pitchFamily="50" charset="-128"/>
                <a:ea typeface="Meiryo UI"/>
                <a:cs typeface="+mn-cs"/>
              </a:rPr>
              <a:t>Change boss position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0" cap="none" spc="0" normalizeH="0" baseline="0" noProof="0" dirty="0">
                <a:ln>
                  <a:noFill/>
                </a:ln>
                <a:solidFill>
                  <a:srgbClr val="0000FF"/>
                </a:solidFill>
                <a:effectLst/>
                <a:uLnTx/>
                <a:uFillTx/>
                <a:latin typeface="Meiryo UI" panose="020B0604030504040204" pitchFamily="50" charset="-128"/>
                <a:ea typeface="Meiryo UI"/>
                <a:cs typeface="+mn-cs"/>
              </a:rPr>
              <a:t>(to adapt DENSO ACG</a:t>
            </a:r>
            <a:r>
              <a:rPr kumimoji="1" lang="ja-JP" altLang="en-US" sz="1000" b="0" i="0" u="none" strike="noStrike" kern="0" cap="none" spc="0" normalizeH="0" baseline="0" noProof="0" dirty="0">
                <a:ln>
                  <a:noFill/>
                </a:ln>
                <a:solidFill>
                  <a:srgbClr val="0000FF"/>
                </a:solidFill>
                <a:effectLst/>
                <a:uLnTx/>
                <a:uFillTx/>
                <a:latin typeface="Meiryo UI" panose="020B0604030504040204" pitchFamily="50" charset="-128"/>
                <a:ea typeface="Meiryo UI"/>
                <a:cs typeface="+mn-cs"/>
              </a:rPr>
              <a:t> </a:t>
            </a:r>
            <a:r>
              <a:rPr kumimoji="1" lang="en-US" altLang="ja-JP" sz="1000" b="0" i="0" u="none" strike="noStrike" kern="0" cap="none" spc="0" normalizeH="0" baseline="0" noProof="0" dirty="0">
                <a:ln>
                  <a:noFill/>
                </a:ln>
                <a:solidFill>
                  <a:srgbClr val="0000FF"/>
                </a:solidFill>
                <a:effectLst/>
                <a:uLnTx/>
                <a:uFillTx/>
                <a:latin typeface="Meiryo UI" panose="020B0604030504040204" pitchFamily="50" charset="-128"/>
                <a:ea typeface="Meiryo UI"/>
                <a:cs typeface="+mn-cs"/>
              </a:rPr>
              <a:t>slide bush)</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000" b="0" i="0" u="none" strike="noStrike" kern="0" cap="none" spc="0" normalizeH="0" baseline="0" noProof="0" dirty="0">
              <a:ln>
                <a:noFill/>
              </a:ln>
              <a:solidFill>
                <a:srgbClr val="0000FF"/>
              </a:solidFill>
              <a:effectLst/>
              <a:uLnTx/>
              <a:uFillTx/>
              <a:latin typeface="Meiryo UI" panose="020B0604030504040204" pitchFamily="50" charset="-128"/>
              <a:ea typeface="Meiryo UI"/>
              <a:cs typeface="+mn-cs"/>
            </a:endParaRPr>
          </a:p>
        </p:txBody>
      </p:sp>
      <p:pic>
        <p:nvPicPr>
          <p:cNvPr id="40" name="図 39">
            <a:extLst>
              <a:ext uri="{FF2B5EF4-FFF2-40B4-BE49-F238E27FC236}">
                <a16:creationId xmlns:a16="http://schemas.microsoft.com/office/drawing/2014/main" id="{E2DA0780-BC57-12E4-967B-8E2F5B3C204A}"/>
              </a:ext>
            </a:extLst>
          </p:cNvPr>
          <p:cNvPicPr>
            <a:picLocks noChangeAspect="1"/>
          </p:cNvPicPr>
          <p:nvPr/>
        </p:nvPicPr>
        <p:blipFill rotWithShape="1">
          <a:blip r:embed="rId3">
            <a:duotone>
              <a:srgbClr val="E7E6E6">
                <a:shade val="45000"/>
                <a:satMod val="135000"/>
              </a:srgbClr>
              <a:prstClr val="white"/>
            </a:duotone>
          </a:blip>
          <a:srcRect b="6249"/>
          <a:stretch/>
        </p:blipFill>
        <p:spPr>
          <a:xfrm>
            <a:off x="81027" y="2266195"/>
            <a:ext cx="2224560" cy="2394217"/>
          </a:xfrm>
          <a:custGeom>
            <a:avLst/>
            <a:gdLst>
              <a:gd name="connsiteX0" fmla="*/ 824142 w 2224560"/>
              <a:gd name="connsiteY0" fmla="*/ 125285 h 2394217"/>
              <a:gd name="connsiteX1" fmla="*/ 824142 w 2224560"/>
              <a:gd name="connsiteY1" fmla="*/ 1710245 h 2394217"/>
              <a:gd name="connsiteX2" fmla="*/ 2063662 w 2224560"/>
              <a:gd name="connsiteY2" fmla="*/ 1710245 h 2394217"/>
              <a:gd name="connsiteX3" fmla="*/ 2063662 w 2224560"/>
              <a:gd name="connsiteY3" fmla="*/ 125285 h 2394217"/>
              <a:gd name="connsiteX4" fmla="*/ 0 w 2224560"/>
              <a:gd name="connsiteY4" fmla="*/ 0 h 2394217"/>
              <a:gd name="connsiteX5" fmla="*/ 2224560 w 2224560"/>
              <a:gd name="connsiteY5" fmla="*/ 0 h 2394217"/>
              <a:gd name="connsiteX6" fmla="*/ 2224560 w 2224560"/>
              <a:gd name="connsiteY6" fmla="*/ 2394217 h 2394217"/>
              <a:gd name="connsiteX7" fmla="*/ 0 w 2224560"/>
              <a:gd name="connsiteY7" fmla="*/ 2394217 h 23942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24560" h="2394217">
                <a:moveTo>
                  <a:pt x="824142" y="125285"/>
                </a:moveTo>
                <a:lnTo>
                  <a:pt x="824142" y="1710245"/>
                </a:lnTo>
                <a:lnTo>
                  <a:pt x="2063662" y="1710245"/>
                </a:lnTo>
                <a:lnTo>
                  <a:pt x="2063662" y="125285"/>
                </a:lnTo>
                <a:close/>
                <a:moveTo>
                  <a:pt x="0" y="0"/>
                </a:moveTo>
                <a:lnTo>
                  <a:pt x="2224560" y="0"/>
                </a:lnTo>
                <a:lnTo>
                  <a:pt x="2224560" y="2394217"/>
                </a:lnTo>
                <a:lnTo>
                  <a:pt x="0" y="2394217"/>
                </a:lnTo>
                <a:close/>
              </a:path>
            </a:pathLst>
          </a:custGeom>
        </p:spPr>
      </p:pic>
      <p:sp>
        <p:nvSpPr>
          <p:cNvPr id="41" name="正方形/長方形 40">
            <a:extLst>
              <a:ext uri="{FF2B5EF4-FFF2-40B4-BE49-F238E27FC236}">
                <a16:creationId xmlns:a16="http://schemas.microsoft.com/office/drawing/2014/main" id="{B6D20664-6DBE-50C5-B26C-567ACE80B84B}"/>
              </a:ext>
            </a:extLst>
          </p:cNvPr>
          <p:cNvSpPr/>
          <p:nvPr/>
        </p:nvSpPr>
        <p:spPr>
          <a:xfrm>
            <a:off x="871625" y="2394446"/>
            <a:ext cx="1239520" cy="1584960"/>
          </a:xfrm>
          <a:prstGeom prst="rect">
            <a:avLst/>
          </a:prstGeom>
          <a:noFill/>
          <a:ln w="38100" cap="flat" cmpd="sng" algn="ctr">
            <a:solidFill>
              <a:sysClr val="windowText" lastClr="0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prstClr val="white"/>
              </a:solidFill>
              <a:effectLst/>
              <a:uLnTx/>
              <a:uFillTx/>
              <a:latin typeface="Century Gothic"/>
              <a:ea typeface="Meiryo UI"/>
              <a:cs typeface="+mn-cs"/>
            </a:endParaRPr>
          </a:p>
        </p:txBody>
      </p:sp>
      <p:cxnSp>
        <p:nvCxnSpPr>
          <p:cNvPr id="43" name="直線コネクタ 42">
            <a:extLst>
              <a:ext uri="{FF2B5EF4-FFF2-40B4-BE49-F238E27FC236}">
                <a16:creationId xmlns:a16="http://schemas.microsoft.com/office/drawing/2014/main" id="{0C79BA76-5AC7-C8A6-35AD-E3741D6DD7BD}"/>
              </a:ext>
            </a:extLst>
          </p:cNvPr>
          <p:cNvCxnSpPr>
            <a:cxnSpLocks/>
          </p:cNvCxnSpPr>
          <p:nvPr/>
        </p:nvCxnSpPr>
        <p:spPr>
          <a:xfrm flipV="1">
            <a:off x="2111146" y="1563404"/>
            <a:ext cx="517969" cy="831042"/>
          </a:xfrm>
          <a:prstGeom prst="line">
            <a:avLst/>
          </a:prstGeom>
          <a:noFill/>
          <a:ln w="6350" cap="flat" cmpd="sng" algn="ctr">
            <a:solidFill>
              <a:sysClr val="window" lastClr="FFFFFF">
                <a:lumMod val="50000"/>
              </a:sysClr>
            </a:solidFill>
            <a:prstDash val="solid"/>
            <a:miter lim="800000"/>
          </a:ln>
          <a:effectLst/>
        </p:spPr>
      </p:cxnSp>
      <p:cxnSp>
        <p:nvCxnSpPr>
          <p:cNvPr id="44" name="直線コネクタ 43">
            <a:extLst>
              <a:ext uri="{FF2B5EF4-FFF2-40B4-BE49-F238E27FC236}">
                <a16:creationId xmlns:a16="http://schemas.microsoft.com/office/drawing/2014/main" id="{7B2C2672-509F-6B81-8C21-2CB1217D70BA}"/>
              </a:ext>
            </a:extLst>
          </p:cNvPr>
          <p:cNvCxnSpPr>
            <a:cxnSpLocks/>
          </p:cNvCxnSpPr>
          <p:nvPr/>
        </p:nvCxnSpPr>
        <p:spPr>
          <a:xfrm>
            <a:off x="2131004" y="3980688"/>
            <a:ext cx="481583" cy="1110342"/>
          </a:xfrm>
          <a:prstGeom prst="line">
            <a:avLst/>
          </a:prstGeom>
          <a:noFill/>
          <a:ln w="6350" cap="flat" cmpd="sng" algn="ctr">
            <a:solidFill>
              <a:sysClr val="window" lastClr="FFFFFF">
                <a:lumMod val="50000"/>
              </a:sysClr>
            </a:solidFill>
            <a:prstDash val="solid"/>
            <a:miter lim="800000"/>
          </a:ln>
          <a:effectLst/>
        </p:spPr>
      </p:cxnSp>
      <p:sp>
        <p:nvSpPr>
          <p:cNvPr id="49" name="テキスト ボックス 48">
            <a:extLst>
              <a:ext uri="{FF2B5EF4-FFF2-40B4-BE49-F238E27FC236}">
                <a16:creationId xmlns:a16="http://schemas.microsoft.com/office/drawing/2014/main" id="{8FF648F7-375A-482D-0587-2CDFF1C9902B}"/>
              </a:ext>
            </a:extLst>
          </p:cNvPr>
          <p:cNvSpPr txBox="1"/>
          <p:nvPr/>
        </p:nvSpPr>
        <p:spPr>
          <a:xfrm>
            <a:off x="4567655" y="2865799"/>
            <a:ext cx="1517337"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0" cap="none" spc="0" normalizeH="0" baseline="0" noProof="0" dirty="0">
                <a:ln>
                  <a:noFill/>
                </a:ln>
                <a:solidFill>
                  <a:srgbClr val="0000FF"/>
                </a:solidFill>
                <a:effectLst/>
                <a:uLnTx/>
                <a:uFillTx/>
                <a:latin typeface="Meiryo UI" panose="020B0604030504040204" pitchFamily="50" charset="-128"/>
                <a:ea typeface="Meiryo UI"/>
                <a:cs typeface="+mn-cs"/>
              </a:rPr>
              <a:t>Change pulley</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0" cap="none" spc="0" normalizeH="0" baseline="0" noProof="0" dirty="0">
                <a:ln>
                  <a:noFill/>
                </a:ln>
                <a:solidFill>
                  <a:srgbClr val="0000FF"/>
                </a:solidFill>
                <a:effectLst/>
                <a:uLnTx/>
                <a:uFillTx/>
                <a:latin typeface="Meiryo UI" panose="020B0604030504040204" pitchFamily="50" charset="-128"/>
                <a:ea typeface="Meiryo UI"/>
                <a:cs typeface="+mn-cs"/>
              </a:rPr>
              <a:t>to adapt DENSO ACG</a:t>
            </a:r>
          </a:p>
        </p:txBody>
      </p:sp>
      <p:sp>
        <p:nvSpPr>
          <p:cNvPr id="50" name="テキスト ボックス 49">
            <a:extLst>
              <a:ext uri="{FF2B5EF4-FFF2-40B4-BE49-F238E27FC236}">
                <a16:creationId xmlns:a16="http://schemas.microsoft.com/office/drawing/2014/main" id="{E5EE5567-F8B3-8DDD-E0AE-A660CF5285B2}"/>
              </a:ext>
            </a:extLst>
          </p:cNvPr>
          <p:cNvSpPr txBox="1"/>
          <p:nvPr/>
        </p:nvSpPr>
        <p:spPr>
          <a:xfrm>
            <a:off x="2713840" y="1647298"/>
            <a:ext cx="1767491" cy="270512"/>
          </a:xfrm>
          <a:prstGeom prst="roundRect">
            <a:avLst/>
          </a:prstGeom>
          <a:solidFill>
            <a:sysClr val="window" lastClr="FFFFFF"/>
          </a:solidFill>
          <a:ln w="12700">
            <a:solidFill>
              <a:srgbClr val="FF00FF"/>
            </a:solidFill>
          </a:ln>
        </p:spPr>
        <p:txBody>
          <a:bodyPr wrap="non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dirty="0">
                <a:ln>
                  <a:noFill/>
                </a:ln>
                <a:solidFill>
                  <a:prstClr val="black"/>
                </a:solidFill>
                <a:effectLst/>
                <a:uLnTx/>
                <a:uFillTx/>
                <a:latin typeface="Century Gothic"/>
                <a:ea typeface="Meiryo UI"/>
                <a:cs typeface="+mn-cs"/>
              </a:rPr>
              <a:t>6WZZ &amp; 6WZX</a:t>
            </a:r>
            <a:endParaRPr kumimoji="0" lang="ja-JP" altLang="en-US" sz="1400" b="1" i="0" u="none" strike="noStrike" kern="0" cap="none" spc="0" normalizeH="0" baseline="0" noProof="0" dirty="0">
              <a:ln>
                <a:noFill/>
              </a:ln>
              <a:solidFill>
                <a:prstClr val="black"/>
              </a:solidFill>
              <a:effectLst/>
              <a:uLnTx/>
              <a:uFillTx/>
              <a:latin typeface="Century Gothic"/>
              <a:ea typeface="Meiryo UI"/>
              <a:cs typeface="+mn-cs"/>
            </a:endParaRPr>
          </a:p>
        </p:txBody>
      </p:sp>
      <p:sp>
        <p:nvSpPr>
          <p:cNvPr id="52" name="正方形/長方形 51">
            <a:extLst>
              <a:ext uri="{FF2B5EF4-FFF2-40B4-BE49-F238E27FC236}">
                <a16:creationId xmlns:a16="http://schemas.microsoft.com/office/drawing/2014/main" id="{88319CF3-20BF-F125-FB0F-EA4EF26BCF5E}"/>
              </a:ext>
            </a:extLst>
          </p:cNvPr>
          <p:cNvSpPr/>
          <p:nvPr/>
        </p:nvSpPr>
        <p:spPr bwMode="auto">
          <a:xfrm>
            <a:off x="2612588" y="1563404"/>
            <a:ext cx="6480048" cy="3527626"/>
          </a:xfrm>
          <a:prstGeom prst="rect">
            <a:avLst/>
          </a:prstGeom>
          <a:noFill/>
          <a:ln w="38100" cap="flat" cmpd="sng" algn="ctr">
            <a:solidFill>
              <a:srgbClr val="0000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ja-JP" altLang="en-US" sz="2400" b="0" i="0" u="none" strike="noStrike" kern="1200" cap="none" spc="0" normalizeH="0" baseline="0" noProof="0">
              <a:ln>
                <a:noFill/>
              </a:ln>
              <a:solidFill>
                <a:srgbClr val="000000"/>
              </a:solidFill>
              <a:effectLst/>
              <a:uLnTx/>
              <a:uFillTx/>
              <a:latin typeface="Times New Roman" pitchFamily="18" charset="0"/>
              <a:ea typeface="ＭＳ Ｐゴシック" pitchFamily="50" charset="-128"/>
              <a:cs typeface="+mn-cs"/>
            </a:endParaRPr>
          </a:p>
        </p:txBody>
      </p:sp>
      <p:sp>
        <p:nvSpPr>
          <p:cNvPr id="38" name="テキスト ボックス 37">
            <a:extLst>
              <a:ext uri="{FF2B5EF4-FFF2-40B4-BE49-F238E27FC236}">
                <a16:creationId xmlns:a16="http://schemas.microsoft.com/office/drawing/2014/main" id="{CF908CF7-0CAB-831E-3E31-7737DB721272}"/>
              </a:ext>
            </a:extLst>
          </p:cNvPr>
          <p:cNvSpPr txBox="1"/>
          <p:nvPr/>
        </p:nvSpPr>
        <p:spPr>
          <a:xfrm>
            <a:off x="1521" y="6512934"/>
            <a:ext cx="9142479" cy="338554"/>
          </a:xfrm>
          <a:prstGeom prst="rect">
            <a:avLst/>
          </a:prstGeom>
          <a:solidFill>
            <a:srgbClr val="002060"/>
          </a:solidFill>
        </p:spPr>
        <p:txBody>
          <a:bodyPr wrap="square" rtlCol="0">
            <a:spAutoFit/>
          </a:bodyPr>
          <a:lstStyle/>
          <a:p>
            <a:r>
              <a:rPr lang="en-US" altLang="ja-JP" sz="1600" b="1" dirty="0">
                <a:solidFill>
                  <a:schemeClr val="bg1"/>
                </a:solidFill>
                <a:latin typeface="Meiryo UI" panose="020B0604030504040204" pitchFamily="50" charset="-128"/>
                <a:ea typeface="Meiryo UI" panose="020B0604030504040204" pitchFamily="50" charset="-128"/>
              </a:rPr>
              <a:t>Same as 6WZZ</a:t>
            </a:r>
            <a:endParaRPr lang="ja-JP" altLang="en-US" sz="1600" b="1" dirty="0">
              <a:solidFill>
                <a:schemeClr val="bg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143077791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 2">
            <a:extLst>
              <a:ext uri="{FF2B5EF4-FFF2-40B4-BE49-F238E27FC236}">
                <a16:creationId xmlns:a16="http://schemas.microsoft.com/office/drawing/2014/main" id="{4EBA8AF3-CFD2-636E-B3E3-07476014F4F0}"/>
              </a:ext>
            </a:extLst>
          </p:cNvPr>
          <p:cNvGraphicFramePr>
            <a:graphicFrameLocks noGrp="1"/>
          </p:cNvGraphicFramePr>
          <p:nvPr>
            <p:extLst>
              <p:ext uri="{D42A27DB-BD31-4B8C-83A1-F6EECF244321}">
                <p14:modId xmlns:p14="http://schemas.microsoft.com/office/powerpoint/2010/main" val="1328586849"/>
              </p:ext>
            </p:extLst>
          </p:nvPr>
        </p:nvGraphicFramePr>
        <p:xfrm>
          <a:off x="142250" y="908756"/>
          <a:ext cx="8845851" cy="5366360"/>
        </p:xfrm>
        <a:graphic>
          <a:graphicData uri="http://schemas.openxmlformats.org/drawingml/2006/table">
            <a:tbl>
              <a:tblPr/>
              <a:tblGrid>
                <a:gridCol w="357878">
                  <a:extLst>
                    <a:ext uri="{9D8B030D-6E8A-4147-A177-3AD203B41FA5}">
                      <a16:colId xmlns:a16="http://schemas.microsoft.com/office/drawing/2014/main" val="2110776132"/>
                    </a:ext>
                  </a:extLst>
                </a:gridCol>
                <a:gridCol w="2750743">
                  <a:extLst>
                    <a:ext uri="{9D8B030D-6E8A-4147-A177-3AD203B41FA5}">
                      <a16:colId xmlns:a16="http://schemas.microsoft.com/office/drawing/2014/main" val="3974959486"/>
                    </a:ext>
                  </a:extLst>
                </a:gridCol>
                <a:gridCol w="812659">
                  <a:extLst>
                    <a:ext uri="{9D8B030D-6E8A-4147-A177-3AD203B41FA5}">
                      <a16:colId xmlns:a16="http://schemas.microsoft.com/office/drawing/2014/main" val="3832172307"/>
                    </a:ext>
                  </a:extLst>
                </a:gridCol>
                <a:gridCol w="715755">
                  <a:extLst>
                    <a:ext uri="{9D8B030D-6E8A-4147-A177-3AD203B41FA5}">
                      <a16:colId xmlns:a16="http://schemas.microsoft.com/office/drawing/2014/main" val="2965720667"/>
                    </a:ext>
                  </a:extLst>
                </a:gridCol>
                <a:gridCol w="715755">
                  <a:extLst>
                    <a:ext uri="{9D8B030D-6E8A-4147-A177-3AD203B41FA5}">
                      <a16:colId xmlns:a16="http://schemas.microsoft.com/office/drawing/2014/main" val="3202157791"/>
                    </a:ext>
                  </a:extLst>
                </a:gridCol>
                <a:gridCol w="715755">
                  <a:extLst>
                    <a:ext uri="{9D8B030D-6E8A-4147-A177-3AD203B41FA5}">
                      <a16:colId xmlns:a16="http://schemas.microsoft.com/office/drawing/2014/main" val="2664817889"/>
                    </a:ext>
                  </a:extLst>
                </a:gridCol>
                <a:gridCol w="2777306">
                  <a:extLst>
                    <a:ext uri="{9D8B030D-6E8A-4147-A177-3AD203B41FA5}">
                      <a16:colId xmlns:a16="http://schemas.microsoft.com/office/drawing/2014/main" val="2418379009"/>
                    </a:ext>
                  </a:extLst>
                </a:gridCol>
              </a:tblGrid>
              <a:tr h="519341">
                <a:tc>
                  <a:txBody>
                    <a:bodyPr/>
                    <a:lstStyle/>
                    <a:p>
                      <a:pPr algn="ctr" fontAlgn="ctr"/>
                      <a:r>
                        <a:rPr lang="en-US" sz="1400" b="0" i="0" u="none" strike="noStrike" dirty="0">
                          <a:solidFill>
                            <a:srgbClr val="000000"/>
                          </a:solidFill>
                          <a:effectLst/>
                          <a:latin typeface="Meiryo UI" panose="020B0604030504040204" pitchFamily="50" charset="-128"/>
                          <a:ea typeface="Meiryo UI" panose="020B0604030504040204" pitchFamily="50" charset="-128"/>
                        </a:rPr>
                        <a:t>No</a:t>
                      </a: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dirty="0">
                          <a:solidFill>
                            <a:srgbClr val="000000"/>
                          </a:solidFill>
                          <a:effectLst/>
                          <a:latin typeface="Meiryo UI" panose="020B0604030504040204" pitchFamily="50" charset="-128"/>
                          <a:ea typeface="Meiryo UI" panose="020B0604030504040204" pitchFamily="50" charset="-128"/>
                        </a:rPr>
                        <a:t>Item</a:t>
                      </a: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1400" b="0" i="0" u="none" strike="noStrike" dirty="0">
                          <a:solidFill>
                            <a:srgbClr val="000000"/>
                          </a:solidFill>
                          <a:effectLst/>
                          <a:latin typeface="Meiryo UI" panose="020B0604030504040204" pitchFamily="50" charset="-128"/>
                          <a:ea typeface="Meiryo UI" panose="020B0604030504040204" pitchFamily="50" charset="-128"/>
                        </a:rPr>
                        <a:t>Soft/Cal</a:t>
                      </a: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ja-JP" sz="1400" b="0" i="0" u="none" strike="noStrike" dirty="0">
                          <a:solidFill>
                            <a:srgbClr val="000000"/>
                          </a:solidFill>
                          <a:effectLst/>
                          <a:latin typeface="Meiryo UI" panose="020B0604030504040204" pitchFamily="50" charset="-128"/>
                          <a:ea typeface="Meiryo UI" panose="020B0604030504040204" pitchFamily="50" charset="-128"/>
                        </a:rPr>
                        <a:t>62XS</a:t>
                      </a:r>
                    </a:p>
                    <a:p>
                      <a:pPr algn="ctr" fontAlgn="ctr"/>
                      <a:r>
                        <a:rPr lang="en-US" altLang="ja-JP" sz="1400" b="0" i="0" u="none" strike="noStrike" dirty="0">
                          <a:solidFill>
                            <a:srgbClr val="000000"/>
                          </a:solidFill>
                          <a:effectLst/>
                          <a:latin typeface="Meiryo UI" panose="020B0604030504040204" pitchFamily="50" charset="-128"/>
                          <a:ea typeface="Meiryo UI" panose="020B0604030504040204" pitchFamily="50" charset="-128"/>
                        </a:rPr>
                        <a:t>(MG1)</a:t>
                      </a: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ja-JP" sz="1400" b="0" i="0" u="none" strike="noStrike" dirty="0">
                          <a:solidFill>
                            <a:srgbClr val="000000"/>
                          </a:solidFill>
                          <a:effectLst/>
                          <a:latin typeface="Meiryo UI" panose="020B0604030504040204" pitchFamily="50" charset="-128"/>
                          <a:ea typeface="Meiryo UI" panose="020B0604030504040204" pitchFamily="50" charset="-128"/>
                        </a:rPr>
                        <a:t>6WZZ</a:t>
                      </a:r>
                    </a:p>
                    <a:p>
                      <a:pPr algn="ctr" fontAlgn="ctr"/>
                      <a:r>
                        <a:rPr lang="en-US" altLang="ja-JP" sz="1100" b="0" i="0" u="none" strike="noStrike" dirty="0">
                          <a:solidFill>
                            <a:srgbClr val="000000"/>
                          </a:solidFill>
                          <a:effectLst/>
                          <a:latin typeface="Meiryo UI" panose="020B0604030504040204" pitchFamily="50" charset="-128"/>
                          <a:ea typeface="Meiryo UI" panose="020B0604030504040204" pitchFamily="50" charset="-128"/>
                        </a:rPr>
                        <a:t>(MED17)</a:t>
                      </a:r>
                      <a:endParaRPr lang="en-US" altLang="ja-JP" sz="1400" b="0" i="0" u="none" strike="noStrike" dirty="0">
                        <a:solidFill>
                          <a:srgbClr val="000000"/>
                        </a:solidFill>
                        <a:effectLst/>
                        <a:latin typeface="Meiryo UI" panose="020B0604030504040204" pitchFamily="50" charset="-128"/>
                        <a:ea typeface="Meiryo UI" panose="020B0604030504040204" pitchFamily="50" charset="-128"/>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ja-JP" sz="1400" b="0" i="0" u="none" strike="noStrike" dirty="0">
                          <a:solidFill>
                            <a:srgbClr val="000000"/>
                          </a:solidFill>
                          <a:effectLst/>
                          <a:latin typeface="Meiryo UI" panose="020B0604030504040204" pitchFamily="50" charset="-128"/>
                          <a:ea typeface="Meiryo UI" panose="020B0604030504040204" pitchFamily="50" charset="-128"/>
                        </a:rPr>
                        <a:t>6WZX</a:t>
                      </a:r>
                    </a:p>
                    <a:p>
                      <a:pPr algn="ctr" fontAlgn="ctr"/>
                      <a:r>
                        <a:rPr lang="en-US" sz="1400" b="0" i="0" u="none" strike="noStrike" dirty="0">
                          <a:solidFill>
                            <a:srgbClr val="000000"/>
                          </a:solidFill>
                          <a:effectLst/>
                          <a:latin typeface="Meiryo UI" panose="020B0604030504040204" pitchFamily="50" charset="-128"/>
                          <a:ea typeface="Meiryo UI" panose="020B0604030504040204" pitchFamily="50" charset="-128"/>
                        </a:rPr>
                        <a:t>(MG1)</a:t>
                      </a: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ja-JP" sz="1400" b="0" i="0" u="none" strike="noStrike" dirty="0">
                          <a:solidFill>
                            <a:srgbClr val="000000"/>
                          </a:solidFill>
                          <a:effectLst/>
                          <a:latin typeface="Meiryo UI" panose="020B0604030504040204" pitchFamily="50" charset="-128"/>
                          <a:ea typeface="Meiryo UI" panose="020B0604030504040204" pitchFamily="50" charset="-128"/>
                        </a:rPr>
                        <a:t>Remarks</a:t>
                      </a:r>
                      <a:endParaRPr lang="en-US" sz="1400" b="0" i="0" u="none" strike="noStrike" dirty="0">
                        <a:solidFill>
                          <a:srgbClr val="000000"/>
                        </a:solidFill>
                        <a:effectLst/>
                        <a:latin typeface="Meiryo UI" panose="020B0604030504040204" pitchFamily="50" charset="-128"/>
                        <a:ea typeface="Meiryo UI" panose="020B0604030504040204" pitchFamily="50" charset="-128"/>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87400603"/>
                  </a:ext>
                </a:extLst>
              </a:tr>
              <a:tr h="360640">
                <a:tc>
                  <a:txBody>
                    <a:bodyPr/>
                    <a:lstStyle/>
                    <a:p>
                      <a:pPr algn="ctr" fontAlgn="ct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1</a:t>
                      </a: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Tip-In DRB filter in S-range and MANU-mode is not separated by A/C on/off</a:t>
                      </a:r>
                      <a:endParaRPr 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900" b="0" i="0" u="none" strike="noStrike" dirty="0">
                          <a:solidFill>
                            <a:schemeClr val="tx1"/>
                          </a:solidFill>
                          <a:effectLst/>
                          <a:latin typeface="Meiryo UI" panose="020B0604030504040204" pitchFamily="50" charset="-128"/>
                          <a:ea typeface="Meiryo UI" panose="020B0604030504040204" pitchFamily="50" charset="-128"/>
                        </a:rPr>
                        <a:t>Soft</a:t>
                      </a:r>
                      <a:endParaRPr lang="ja-JP" altLang="en-US" sz="900" b="0" i="0" u="none" strike="noStrike" dirty="0">
                        <a:solidFill>
                          <a:schemeClr val="tx1"/>
                        </a:solidFill>
                        <a:effectLst/>
                        <a:latin typeface="Meiryo UI" panose="020B0604030504040204" pitchFamily="50" charset="-128"/>
                        <a:ea typeface="Meiryo UI" panose="020B0604030504040204" pitchFamily="50" charset="-128"/>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kumimoji="1" lang="en-US" altLang="ja-JP" sz="9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Yes</a:t>
                      </a: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ECFF"/>
                    </a:solidFill>
                  </a:tcPr>
                </a:tc>
                <a:tc>
                  <a:txBody>
                    <a:bodyPr/>
                    <a:lstStyle/>
                    <a:p>
                      <a:pPr algn="ctr" fontAlgn="ct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Yes</a:t>
                      </a: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ECFF"/>
                    </a:solidFill>
                  </a:tcPr>
                </a:tc>
                <a:tc>
                  <a:txBody>
                    <a:bodyPr/>
                    <a:lstStyle/>
                    <a:p>
                      <a:pPr algn="ctr" fontAlgn="ctr"/>
                      <a:r>
                        <a:rPr lang="en-US" altLang="ja-JP" sz="900" b="0" i="0" u="none" strike="noStrike" dirty="0">
                          <a:solidFill>
                            <a:schemeClr val="tx1"/>
                          </a:solidFill>
                          <a:effectLst/>
                          <a:latin typeface="Meiryo UI" panose="020B0604030504040204" pitchFamily="50" charset="-128"/>
                          <a:ea typeface="Meiryo UI" panose="020B0604030504040204" pitchFamily="50" charset="-128"/>
                        </a:rPr>
                        <a:t>Yes</a:t>
                      </a:r>
                      <a:endParaRPr lang="en-US" sz="900" b="0" i="0" u="none" strike="noStrike" dirty="0">
                        <a:solidFill>
                          <a:schemeClr val="tx1"/>
                        </a:solidFill>
                        <a:effectLst/>
                        <a:latin typeface="Meiryo UI" panose="020B0604030504040204" pitchFamily="50" charset="-128"/>
                        <a:ea typeface="Meiryo UI" panose="020B0604030504040204" pitchFamily="50" charset="-128"/>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ECFF"/>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Software is applied</a:t>
                      </a: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at</a:t>
                      </a: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62XW. Data will be calibrated if there is a market problem</a:t>
                      </a: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19578189"/>
                  </a:ext>
                </a:extLst>
              </a:tr>
              <a:tr h="360640">
                <a:tc>
                  <a:txBody>
                    <a:bodyPr/>
                    <a:lstStyle/>
                    <a:p>
                      <a:pPr algn="ctr" fontAlgn="ct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2</a:t>
                      </a: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Tip-Out DRB filter in S-range and MANU-mode is not separated by A/C on/off</a:t>
                      </a: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900" b="0" i="0" u="none" strike="noStrike" dirty="0">
                          <a:solidFill>
                            <a:schemeClr val="tx1"/>
                          </a:solidFill>
                          <a:effectLst/>
                          <a:latin typeface="Meiryo UI" panose="020B0604030504040204" pitchFamily="50" charset="-128"/>
                          <a:ea typeface="Meiryo UI" panose="020B0604030504040204" pitchFamily="50" charset="-128"/>
                        </a:rPr>
                        <a:t>Soft</a:t>
                      </a:r>
                      <a:endParaRPr lang="en-US" sz="900" b="0" i="0" u="none" strike="noStrike" dirty="0">
                        <a:solidFill>
                          <a:schemeClr val="tx1"/>
                        </a:solidFill>
                        <a:effectLst/>
                        <a:latin typeface="Meiryo UI" panose="020B0604030504040204" pitchFamily="50" charset="-128"/>
                        <a:ea typeface="Meiryo UI" panose="020B0604030504040204" pitchFamily="50" charset="-128"/>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kumimoji="1" lang="en-US" altLang="ja-JP" sz="9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Yes</a:t>
                      </a:r>
                      <a:endParaRPr lang="ja-JP" altLang="en-US" sz="900" b="0" i="0" u="none" strike="noStrike" dirty="0">
                        <a:solidFill>
                          <a:schemeClr val="tx1"/>
                        </a:solidFill>
                        <a:effectLst/>
                        <a:latin typeface="Meiryo UI" panose="020B0604030504040204" pitchFamily="50" charset="-128"/>
                        <a:ea typeface="Meiryo UI" panose="020B0604030504040204" pitchFamily="50" charset="-128"/>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ECFF"/>
                    </a:solidFill>
                  </a:tcPr>
                </a:tc>
                <a:tc>
                  <a:txBody>
                    <a:bodyPr/>
                    <a:lstStyle/>
                    <a:p>
                      <a:pPr algn="ctr" fontAlgn="ctr"/>
                      <a:r>
                        <a:rPr lang="en-US" altLang="ja-JP" sz="900" b="0" i="0" u="none" strike="noStrike" dirty="0">
                          <a:solidFill>
                            <a:schemeClr val="tx1"/>
                          </a:solidFill>
                          <a:effectLst/>
                          <a:latin typeface="Meiryo UI" panose="020B0604030504040204" pitchFamily="50" charset="-128"/>
                          <a:ea typeface="Meiryo UI" panose="020B0604030504040204" pitchFamily="50" charset="-128"/>
                        </a:rPr>
                        <a:t>Yes</a:t>
                      </a:r>
                      <a:endParaRPr lang="ja-JP" altLang="en-US" sz="900" b="0" i="0" u="none" strike="noStrike" dirty="0">
                        <a:solidFill>
                          <a:schemeClr val="tx1"/>
                        </a:solidFill>
                        <a:effectLst/>
                        <a:latin typeface="Meiryo UI" panose="020B0604030504040204" pitchFamily="50" charset="-128"/>
                        <a:ea typeface="Meiryo UI" panose="020B0604030504040204" pitchFamily="50" charset="-128"/>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ECFF"/>
                    </a:solidFill>
                  </a:tcPr>
                </a:tc>
                <a:tc>
                  <a:txBody>
                    <a:bodyPr/>
                    <a:lstStyle/>
                    <a:p>
                      <a:pPr algn="ctr" fontAlgn="ctr"/>
                      <a:r>
                        <a:rPr lang="en-US" altLang="ja-JP" sz="900" b="0" i="0" u="none" strike="noStrike" dirty="0">
                          <a:solidFill>
                            <a:schemeClr val="tx1"/>
                          </a:solidFill>
                          <a:effectLst/>
                          <a:latin typeface="Meiryo UI" panose="020B0604030504040204" pitchFamily="50" charset="-128"/>
                          <a:ea typeface="Meiryo UI" panose="020B0604030504040204" pitchFamily="50" charset="-128"/>
                        </a:rPr>
                        <a:t>Yes</a:t>
                      </a:r>
                      <a:endParaRPr lang="en-US" sz="900" b="0" i="0" u="none" strike="noStrike" dirty="0">
                        <a:solidFill>
                          <a:schemeClr val="tx1"/>
                        </a:solidFill>
                        <a:effectLst/>
                        <a:latin typeface="Meiryo UI" panose="020B0604030504040204" pitchFamily="50" charset="-128"/>
                        <a:ea typeface="Meiryo UI" panose="020B0604030504040204" pitchFamily="50" charset="-128"/>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ECFF"/>
                    </a:solidFill>
                  </a:tcPr>
                </a:tc>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Software is applied</a:t>
                      </a: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at</a:t>
                      </a: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62XW. Data will be calibrated if there is a market problem</a:t>
                      </a: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94963162"/>
                  </a:ext>
                </a:extLst>
              </a:tr>
              <a:tr h="360640">
                <a:tc>
                  <a:txBody>
                    <a:bodyPr/>
                    <a:lstStyle/>
                    <a:p>
                      <a:pPr algn="ctr" fontAlgn="ct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3</a:t>
                      </a: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VTEC</a:t>
                      </a: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activate</a:t>
                      </a: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condition</a:t>
                      </a: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low</a:t>
                      </a: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vehicle</a:t>
                      </a: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speed</a:t>
                      </a: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threshold</a:t>
                      </a:r>
                      <a:endParaRPr 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Soft</a:t>
                      </a: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kumimoji="1" lang="en-US" altLang="ja-JP" sz="9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Yes</a:t>
                      </a:r>
                      <a:endParaRPr lang="en-US" sz="900" b="0" i="0" u="none" strike="noStrike" dirty="0">
                        <a:solidFill>
                          <a:schemeClr val="tx1"/>
                        </a:solidFill>
                        <a:effectLst/>
                        <a:latin typeface="Meiryo UI" panose="020B0604030504040204" pitchFamily="50" charset="-128"/>
                        <a:ea typeface="Meiryo UI" panose="020B0604030504040204" pitchFamily="50" charset="-128"/>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ECFF"/>
                    </a:solidFill>
                  </a:tcPr>
                </a:tc>
                <a:tc>
                  <a:txBody>
                    <a:bodyPr/>
                    <a:lstStyle/>
                    <a:p>
                      <a:pPr algn="ctr" fontAlgn="ctr"/>
                      <a:r>
                        <a:rPr lang="en-US" altLang="ja-JP" sz="900" b="0" i="0" u="none" strike="noStrike" dirty="0">
                          <a:solidFill>
                            <a:schemeClr val="tx1"/>
                          </a:solidFill>
                          <a:effectLst/>
                          <a:latin typeface="Meiryo UI" panose="020B0604030504040204" pitchFamily="50" charset="-128"/>
                          <a:ea typeface="Meiryo UI" panose="020B0604030504040204" pitchFamily="50" charset="-128"/>
                        </a:rPr>
                        <a:t>Yes</a:t>
                      </a:r>
                      <a:endParaRPr lang="en-US" sz="900" b="0" i="0" u="none" strike="noStrike" dirty="0">
                        <a:solidFill>
                          <a:schemeClr val="tx1"/>
                        </a:solidFill>
                        <a:effectLst/>
                        <a:latin typeface="Meiryo UI" panose="020B0604030504040204" pitchFamily="50" charset="-128"/>
                        <a:ea typeface="Meiryo UI" panose="020B0604030504040204" pitchFamily="50" charset="-128"/>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ECFF"/>
                    </a:solidFill>
                  </a:tcPr>
                </a:tc>
                <a:tc>
                  <a:txBody>
                    <a:bodyPr/>
                    <a:lstStyle/>
                    <a:p>
                      <a:pPr algn="ctr" fontAlgn="ctr"/>
                      <a:r>
                        <a:rPr lang="en-US" altLang="ja-JP" sz="900" b="0" i="0" u="none" strike="noStrike" dirty="0">
                          <a:solidFill>
                            <a:schemeClr val="tx1"/>
                          </a:solidFill>
                          <a:effectLst/>
                          <a:latin typeface="Meiryo UI" panose="020B0604030504040204" pitchFamily="50" charset="-128"/>
                          <a:ea typeface="Meiryo UI" panose="020B0604030504040204" pitchFamily="50" charset="-128"/>
                        </a:rPr>
                        <a:t>Yes</a:t>
                      </a:r>
                      <a:endParaRPr lang="ja-JP" altLang="en-US" sz="900" b="0" i="0" u="none" strike="noStrike" dirty="0">
                        <a:solidFill>
                          <a:schemeClr val="tx1"/>
                        </a:solidFill>
                        <a:effectLst/>
                        <a:latin typeface="Meiryo UI" panose="020B0604030504040204" pitchFamily="50" charset="-128"/>
                        <a:ea typeface="Meiryo UI" panose="020B0604030504040204" pitchFamily="50" charset="-128"/>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ECFF"/>
                    </a:solidFill>
                  </a:tcPr>
                </a:tc>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Software is applied</a:t>
                      </a: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at</a:t>
                      </a: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62XW. Data will be calibrated if there is a market problem</a:t>
                      </a: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83039789"/>
                  </a:ext>
                </a:extLst>
              </a:tr>
              <a:tr h="360640">
                <a:tc>
                  <a:txBody>
                    <a:bodyPr/>
                    <a:lstStyle/>
                    <a:p>
                      <a:pPr algn="ctr" fontAlgn="ct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4</a:t>
                      </a: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EGR</a:t>
                      </a: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correction</a:t>
                      </a: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for</a:t>
                      </a: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minimum</a:t>
                      </a: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IG</a:t>
                      </a: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angle</a:t>
                      </a: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when</a:t>
                      </a: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transmission</a:t>
                      </a: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request</a:t>
                      </a:r>
                      <a:endParaRPr 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Soft</a:t>
                      </a: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kumimoji="1" lang="en-US" altLang="ja-JP" sz="9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Yes</a:t>
                      </a:r>
                      <a:endParaRPr lang="en-US" sz="900" b="0" i="0" u="none" strike="noStrike" dirty="0">
                        <a:solidFill>
                          <a:schemeClr val="tx1"/>
                        </a:solidFill>
                        <a:effectLst/>
                        <a:latin typeface="Meiryo UI" panose="020B0604030504040204" pitchFamily="50" charset="-128"/>
                        <a:ea typeface="Meiryo UI" panose="020B0604030504040204" pitchFamily="50" charset="-128"/>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ECFF"/>
                    </a:solidFill>
                  </a:tcPr>
                </a:tc>
                <a:tc>
                  <a:txBody>
                    <a:bodyPr/>
                    <a:lstStyle/>
                    <a:p>
                      <a:pPr algn="ctr" fontAlgn="ctr"/>
                      <a:r>
                        <a:rPr lang="en-US" sz="900" b="0" i="0" u="none" strike="noStrike" dirty="0">
                          <a:solidFill>
                            <a:schemeClr val="tx1"/>
                          </a:solidFill>
                          <a:effectLst/>
                          <a:latin typeface="Meiryo UI" panose="020B0604030504040204" pitchFamily="50" charset="-128"/>
                          <a:ea typeface="Meiryo UI" panose="020B0604030504040204" pitchFamily="50" charset="-128"/>
                        </a:rPr>
                        <a:t>No</a:t>
                      </a: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altLang="ja-JP" sz="900" b="0" i="0" u="none" strike="noStrike" dirty="0">
                          <a:solidFill>
                            <a:schemeClr val="tx1"/>
                          </a:solidFill>
                          <a:effectLst/>
                          <a:latin typeface="Meiryo UI" panose="020B0604030504040204" pitchFamily="50" charset="-128"/>
                          <a:ea typeface="Meiryo UI" panose="020B0604030504040204" pitchFamily="50" charset="-128"/>
                        </a:rPr>
                        <a:t>Yes</a:t>
                      </a:r>
                      <a:endParaRPr lang="en-US" sz="900" b="0" i="0" u="none" strike="noStrike" dirty="0">
                        <a:solidFill>
                          <a:schemeClr val="tx1"/>
                        </a:solidFill>
                        <a:effectLst/>
                        <a:latin typeface="Meiryo UI" panose="020B0604030504040204" pitchFamily="50" charset="-128"/>
                        <a:ea typeface="Meiryo UI" panose="020B0604030504040204" pitchFamily="50" charset="-128"/>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ECFF"/>
                    </a:solidFill>
                  </a:tcPr>
                </a:tc>
                <a:tc>
                  <a:txBody>
                    <a:bodyPr/>
                    <a:lstStyle/>
                    <a:p>
                      <a:pPr marL="0" marR="0" indent="0" algn="l" defTabSz="914400" rtl="0" eaLnBrk="1" fontAlgn="ctr" latinLnBrk="0" hangingPunct="1">
                        <a:lnSpc>
                          <a:spcPct val="100000"/>
                        </a:lnSpc>
                        <a:spcBef>
                          <a:spcPts val="0"/>
                        </a:spcBef>
                        <a:spcAft>
                          <a:spcPts val="0"/>
                        </a:spcAft>
                        <a:buClrTx/>
                        <a:buSzTx/>
                        <a:buFontTx/>
                        <a:buNone/>
                        <a:tabLst/>
                        <a:defRPr/>
                      </a:pPr>
                      <a:endParaRPr lang="en-US" altLang="ja-JP" sz="900" b="0" i="0" u="none" strike="noStrike" dirty="0">
                        <a:solidFill>
                          <a:srgbClr val="000000"/>
                        </a:solidFill>
                        <a:effectLst/>
                        <a:latin typeface="Meiryo UI" panose="020B0604030504040204" pitchFamily="50" charset="-128"/>
                        <a:ea typeface="Meiryo UI" panose="020B0604030504040204" pitchFamily="50" charset="-128"/>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97098947"/>
                  </a:ext>
                </a:extLst>
              </a:tr>
              <a:tr h="360640">
                <a:tc>
                  <a:txBody>
                    <a:bodyPr/>
                    <a:lstStyle/>
                    <a:p>
                      <a:pPr algn="ctr" fontAlgn="ct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5</a:t>
                      </a: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Ne</a:t>
                      </a: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oscillation</a:t>
                      </a: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at</a:t>
                      </a: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SCS</a:t>
                      </a: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short</a:t>
                      </a: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Soft</a:t>
                      </a: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kumimoji="1" lang="en-US" altLang="ja-JP" sz="9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Yes</a:t>
                      </a:r>
                      <a:endParaRPr lang="en-US" sz="900" b="0" i="0" u="none" strike="noStrike" dirty="0">
                        <a:solidFill>
                          <a:schemeClr val="tx1"/>
                        </a:solidFill>
                        <a:effectLst/>
                        <a:latin typeface="Meiryo UI" panose="020B0604030504040204" pitchFamily="50" charset="-128"/>
                        <a:ea typeface="Meiryo UI" panose="020B0604030504040204" pitchFamily="50" charset="-128"/>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ECFF"/>
                    </a:solidFill>
                  </a:tcPr>
                </a:tc>
                <a:tc>
                  <a:txBody>
                    <a:bodyPr/>
                    <a:lstStyle/>
                    <a:p>
                      <a:pPr algn="ctr" fontAlgn="ctr"/>
                      <a:r>
                        <a:rPr kumimoji="1" lang="en-US" altLang="ja-JP" sz="9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No</a:t>
                      </a:r>
                      <a:endParaRPr lang="en-US" sz="900" b="0" i="0" u="none" strike="noStrike" dirty="0">
                        <a:solidFill>
                          <a:schemeClr val="tx1"/>
                        </a:solidFill>
                        <a:effectLst/>
                        <a:latin typeface="Meiryo UI" panose="020B0604030504040204" pitchFamily="50" charset="-128"/>
                        <a:ea typeface="Meiryo UI" panose="020B0604030504040204" pitchFamily="50" charset="-128"/>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altLang="ja-JP" sz="900" b="0" i="0" u="none" strike="noStrike" dirty="0">
                          <a:solidFill>
                            <a:schemeClr val="tx1"/>
                          </a:solidFill>
                          <a:effectLst/>
                          <a:latin typeface="Meiryo UI" panose="020B0604030504040204" pitchFamily="50" charset="-128"/>
                          <a:ea typeface="Meiryo UI" panose="020B0604030504040204" pitchFamily="50" charset="-128"/>
                        </a:rPr>
                        <a:t>Yes</a:t>
                      </a:r>
                      <a:endParaRPr lang="en-US" sz="900" b="0" i="0" u="none" strike="noStrike" dirty="0">
                        <a:solidFill>
                          <a:schemeClr val="tx1"/>
                        </a:solidFill>
                        <a:effectLst/>
                        <a:latin typeface="Meiryo UI" panose="020B0604030504040204" pitchFamily="50" charset="-128"/>
                        <a:ea typeface="Meiryo UI" panose="020B0604030504040204" pitchFamily="50" charset="-128"/>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ECFF"/>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kumimoji="1" lang="en-US" altLang="ja-JP" sz="900" kern="1200" dirty="0">
                        <a:solidFill>
                          <a:schemeClr val="tx1"/>
                        </a:solidFill>
                        <a:effectLst/>
                        <a:latin typeface="Meiryo UI" panose="020B0604030504040204" pitchFamily="50" charset="-128"/>
                        <a:ea typeface="Meiryo UI" panose="020B0604030504040204" pitchFamily="50" charset="-128"/>
                        <a:cs typeface="+mn-cs"/>
                      </a:endParaRPr>
                    </a:p>
                    <a:p>
                      <a:pPr marL="0" marR="0" lvl="0" indent="0" algn="l" defTabSz="914400" rtl="0" eaLnBrk="1" fontAlgn="ctr" latinLnBrk="0" hangingPunct="1">
                        <a:lnSpc>
                          <a:spcPct val="100000"/>
                        </a:lnSpc>
                        <a:spcBef>
                          <a:spcPts val="0"/>
                        </a:spcBef>
                        <a:spcAft>
                          <a:spcPts val="0"/>
                        </a:spcAft>
                        <a:buClrTx/>
                        <a:buSzTx/>
                        <a:buFontTx/>
                        <a:buNone/>
                        <a:tabLst/>
                        <a:defRPr/>
                      </a:pPr>
                      <a:endParaRPr kumimoji="1" lang="ja-JP" altLang="ja-JP" sz="900" kern="1200" dirty="0">
                        <a:solidFill>
                          <a:schemeClr val="tx1"/>
                        </a:solidFill>
                        <a:effectLst/>
                        <a:latin typeface="Meiryo UI" panose="020B0604030504040204" pitchFamily="50" charset="-128"/>
                        <a:ea typeface="Meiryo UI" panose="020B0604030504040204" pitchFamily="50" charset="-128"/>
                        <a:cs typeface="+mn-cs"/>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70778496"/>
                  </a:ext>
                </a:extLst>
              </a:tr>
              <a:tr h="360640">
                <a:tc>
                  <a:txBody>
                    <a:bodyPr/>
                    <a:lstStyle/>
                    <a:p>
                      <a:pPr algn="ctr" fontAlgn="ct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6</a:t>
                      </a: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Doesn’t keep high idling at completed vehicle inspection</a:t>
                      </a:r>
                      <a:endParaRPr 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Soft</a:t>
                      </a: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kumimoji="1" lang="en-US" altLang="ja-JP" sz="9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Yes</a:t>
                      </a:r>
                      <a:endParaRPr lang="en-US" sz="900" b="0" i="0" u="none" strike="noStrike" dirty="0">
                        <a:solidFill>
                          <a:schemeClr val="tx1"/>
                        </a:solidFill>
                        <a:effectLst/>
                        <a:latin typeface="Meiryo UI" panose="020B0604030504040204" pitchFamily="50" charset="-128"/>
                        <a:ea typeface="Meiryo UI" panose="020B0604030504040204" pitchFamily="50" charset="-128"/>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ECFF"/>
                    </a:solidFill>
                  </a:tcPr>
                </a:tc>
                <a:tc>
                  <a:txBody>
                    <a:bodyPr/>
                    <a:lstStyle/>
                    <a:p>
                      <a:pPr algn="ctr" fontAlgn="ctr"/>
                      <a:r>
                        <a:rPr kumimoji="1" lang="en-US" altLang="ja-JP" sz="9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No</a:t>
                      </a:r>
                      <a:endParaRPr lang="en-US" sz="900" b="0" i="0" u="none" strike="noStrike" dirty="0">
                        <a:solidFill>
                          <a:schemeClr val="tx1"/>
                        </a:solidFill>
                        <a:effectLst/>
                        <a:latin typeface="Meiryo UI" panose="020B0604030504040204" pitchFamily="50" charset="-128"/>
                        <a:ea typeface="Meiryo UI" panose="020B0604030504040204" pitchFamily="50" charset="-128"/>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900" b="0" i="0" u="none" strike="noStrike" dirty="0">
                          <a:solidFill>
                            <a:schemeClr val="tx1"/>
                          </a:solidFill>
                          <a:effectLst/>
                          <a:latin typeface="Meiryo UI" panose="020B0604030504040204" pitchFamily="50" charset="-128"/>
                          <a:ea typeface="Meiryo UI" panose="020B0604030504040204" pitchFamily="50" charset="-128"/>
                        </a:rPr>
                        <a:t>Yes</a:t>
                      </a: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ECFF"/>
                    </a:solidFill>
                  </a:tcPr>
                </a:tc>
                <a:tc>
                  <a:txBody>
                    <a:bodyPr/>
                    <a:lstStyle/>
                    <a:p>
                      <a:pPr marL="0" marR="0" indent="0" algn="l" defTabSz="914400" rtl="0" eaLnBrk="1" fontAlgn="ctr" latinLnBrk="0" hangingPunct="1">
                        <a:lnSpc>
                          <a:spcPct val="100000"/>
                        </a:lnSpc>
                        <a:spcBef>
                          <a:spcPts val="0"/>
                        </a:spcBef>
                        <a:spcAft>
                          <a:spcPts val="0"/>
                        </a:spcAft>
                        <a:buClrTx/>
                        <a:buSzTx/>
                        <a:buFontTx/>
                        <a:buNone/>
                        <a:tabLst/>
                        <a:defRPr/>
                      </a:pPr>
                      <a:endParaRPr 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27573896"/>
                  </a:ext>
                </a:extLst>
              </a:tr>
              <a:tr h="360640">
                <a:tc>
                  <a:txBody>
                    <a:bodyPr/>
                    <a:lstStyle/>
                    <a:p>
                      <a:pPr algn="ctr" fontAlgn="ct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7</a:t>
                      </a: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Increased toughness of Kotsun</a:t>
                      </a: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(small) shock at</a:t>
                      </a: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 </a:t>
                      </a: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deceleration</a:t>
                      </a: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Cal</a:t>
                      </a: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kumimoji="1" lang="en-US" altLang="ja-JP" sz="9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Yes</a:t>
                      </a: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ECFF"/>
                    </a:solidFill>
                  </a:tcPr>
                </a:tc>
                <a:tc>
                  <a:txBody>
                    <a:bodyPr/>
                    <a:lstStyle/>
                    <a:p>
                      <a:pPr algn="ctr" fontAlgn="ct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Yes</a:t>
                      </a: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ECFF"/>
                    </a:solidFill>
                  </a:tcPr>
                </a:tc>
                <a:tc>
                  <a:txBody>
                    <a:bodyPr/>
                    <a:lstStyle/>
                    <a:p>
                      <a:pPr algn="ctr" fontAlgn="ctr"/>
                      <a:r>
                        <a:rPr lang="en-US" altLang="ja-JP" sz="900" b="0" i="0" u="none" strike="noStrike" dirty="0">
                          <a:solidFill>
                            <a:schemeClr val="tx1"/>
                          </a:solidFill>
                          <a:effectLst/>
                          <a:latin typeface="Meiryo UI" panose="020B0604030504040204" pitchFamily="50" charset="-128"/>
                          <a:ea typeface="Meiryo UI" panose="020B0604030504040204" pitchFamily="50" charset="-128"/>
                        </a:rPr>
                        <a:t>Yes</a:t>
                      </a:r>
                      <a:endParaRPr lang="ja-JP" altLang="en-US" sz="900" b="0" i="0" u="none" strike="noStrike" dirty="0">
                        <a:solidFill>
                          <a:schemeClr val="tx1"/>
                        </a:solidFill>
                        <a:effectLst/>
                        <a:latin typeface="Meiryo UI" panose="020B0604030504040204" pitchFamily="50" charset="-128"/>
                        <a:ea typeface="Meiryo UI" panose="020B0604030504040204" pitchFamily="50" charset="-128"/>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ECFF"/>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altLang="ja-JP" sz="900" b="0" i="0" u="none" strike="noStrike" dirty="0">
                        <a:solidFill>
                          <a:srgbClr val="000000"/>
                        </a:solidFill>
                        <a:effectLst/>
                        <a:latin typeface="Meiryo UI" panose="020B0604030504040204" pitchFamily="50" charset="-128"/>
                        <a:ea typeface="Meiryo UI" panose="020B0604030504040204" pitchFamily="50" charset="-128"/>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3720947"/>
                  </a:ext>
                </a:extLst>
              </a:tr>
              <a:tr h="328899">
                <a:tc>
                  <a:txBody>
                    <a:bodyPr/>
                    <a:lstStyle/>
                    <a:p>
                      <a:pPr algn="ctr" fontAlgn="ct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9</a:t>
                      </a: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altLang="ja-JP" sz="800" b="0" i="0" u="none" strike="noStrike" dirty="0">
                          <a:solidFill>
                            <a:srgbClr val="000000"/>
                          </a:solidFill>
                          <a:effectLst/>
                          <a:latin typeface="Meiryo UI" panose="020B0604030504040204" pitchFamily="50" charset="-128"/>
                          <a:ea typeface="Meiryo UI" panose="020B0604030504040204" pitchFamily="50" charset="-128"/>
                        </a:rPr>
                        <a:t>Bow</a:t>
                      </a:r>
                      <a:r>
                        <a:rPr lang="ja-JP" altLang="en-US" sz="800" b="0" i="0" u="none" strike="noStrike" dirty="0">
                          <a:solidFill>
                            <a:srgbClr val="000000"/>
                          </a:solidFill>
                          <a:effectLst/>
                          <a:latin typeface="Meiryo UI" panose="020B0604030504040204" pitchFamily="50" charset="-128"/>
                          <a:ea typeface="Meiryo UI" panose="020B0604030504040204" pitchFamily="50" charset="-128"/>
                        </a:rPr>
                        <a:t> </a:t>
                      </a:r>
                      <a:r>
                        <a:rPr lang="en-US" altLang="ja-JP" sz="800" b="0" i="0" u="none" strike="noStrike" dirty="0">
                          <a:solidFill>
                            <a:srgbClr val="000000"/>
                          </a:solidFill>
                          <a:effectLst/>
                          <a:latin typeface="Meiryo UI" panose="020B0604030504040204" pitchFamily="50" charset="-128"/>
                          <a:ea typeface="Meiryo UI" panose="020B0604030504040204" pitchFamily="50" charset="-128"/>
                        </a:rPr>
                        <a:t>sound</a:t>
                      </a:r>
                      <a:r>
                        <a:rPr lang="ja-JP" altLang="en-US" sz="800" b="0" i="0" u="none" strike="noStrike" dirty="0">
                          <a:solidFill>
                            <a:srgbClr val="000000"/>
                          </a:solidFill>
                          <a:effectLst/>
                          <a:latin typeface="Meiryo UI" panose="020B0604030504040204" pitchFamily="50" charset="-128"/>
                          <a:ea typeface="Meiryo UI" panose="020B0604030504040204" pitchFamily="50" charset="-128"/>
                        </a:rPr>
                        <a:t> </a:t>
                      </a:r>
                      <a:r>
                        <a:rPr lang="en-US" altLang="ja-JP" sz="800" b="0" i="0" u="none" strike="noStrike" dirty="0">
                          <a:solidFill>
                            <a:srgbClr val="000000"/>
                          </a:solidFill>
                          <a:effectLst/>
                          <a:latin typeface="Meiryo UI" panose="020B0604030504040204" pitchFamily="50" charset="-128"/>
                          <a:ea typeface="Meiryo UI" panose="020B0604030504040204" pitchFamily="50" charset="-128"/>
                        </a:rPr>
                        <a:t>after</a:t>
                      </a:r>
                      <a:r>
                        <a:rPr lang="ja-JP" altLang="en-US" sz="800" b="0" i="0" u="none" strike="noStrike" dirty="0">
                          <a:solidFill>
                            <a:srgbClr val="000000"/>
                          </a:solidFill>
                          <a:effectLst/>
                          <a:latin typeface="Meiryo UI" panose="020B0604030504040204" pitchFamily="50" charset="-128"/>
                          <a:ea typeface="Meiryo UI" panose="020B0604030504040204" pitchFamily="50" charset="-128"/>
                        </a:rPr>
                        <a:t> </a:t>
                      </a:r>
                      <a:r>
                        <a:rPr lang="en-US" altLang="ja-JP" sz="800" b="0" i="0" u="none" strike="noStrike" dirty="0">
                          <a:solidFill>
                            <a:srgbClr val="000000"/>
                          </a:solidFill>
                          <a:effectLst/>
                          <a:latin typeface="Meiryo UI" panose="020B0604030504040204" pitchFamily="50" charset="-128"/>
                          <a:ea typeface="Meiryo UI" panose="020B0604030504040204" pitchFamily="50" charset="-128"/>
                        </a:rPr>
                        <a:t>snap</a:t>
                      </a:r>
                      <a:r>
                        <a:rPr lang="ja-JP" altLang="en-US" sz="800" b="0" i="0" u="none" strike="noStrike" dirty="0">
                          <a:solidFill>
                            <a:srgbClr val="000000"/>
                          </a:solidFill>
                          <a:effectLst/>
                          <a:latin typeface="Meiryo UI" panose="020B0604030504040204" pitchFamily="50" charset="-128"/>
                          <a:ea typeface="Meiryo UI" panose="020B0604030504040204" pitchFamily="50" charset="-128"/>
                        </a:rPr>
                        <a:t> </a:t>
                      </a:r>
                      <a:r>
                        <a:rPr lang="en-US" altLang="ja-JP" sz="800" b="0" i="0" u="none" strike="noStrike" dirty="0">
                          <a:solidFill>
                            <a:srgbClr val="000000"/>
                          </a:solidFill>
                          <a:effectLst/>
                          <a:latin typeface="Meiryo UI" panose="020B0604030504040204" pitchFamily="50" charset="-128"/>
                          <a:ea typeface="Meiryo UI" panose="020B0604030504040204" pitchFamily="50" charset="-128"/>
                        </a:rPr>
                        <a:t>(Pointed out at the 6HZA T-mid test drive event)</a:t>
                      </a: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Cal</a:t>
                      </a: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kumimoji="1" lang="en-US" altLang="ja-JP" sz="9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Yes</a:t>
                      </a: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ECFF"/>
                    </a:solidFill>
                  </a:tcPr>
                </a:tc>
                <a:tc>
                  <a:txBody>
                    <a:bodyPr/>
                    <a:lstStyle/>
                    <a:p>
                      <a:pPr algn="ctr" fontAlgn="ct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Yes</a:t>
                      </a:r>
                      <a:endParaRPr lang="ja-JP" altLang="en-US" sz="900" b="0" i="0" u="none" strike="noStrike" dirty="0">
                        <a:solidFill>
                          <a:srgbClr val="000000"/>
                        </a:solidFill>
                        <a:effectLst/>
                        <a:latin typeface="Meiryo UI" panose="020B0604030504040204" pitchFamily="50" charset="-128"/>
                        <a:ea typeface="Meiryo UI" panose="020B0604030504040204" pitchFamily="50" charset="-128"/>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ECFF"/>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ja-JP" sz="900" b="0" i="0" u="none" strike="noStrike" dirty="0">
                          <a:solidFill>
                            <a:schemeClr val="tx1"/>
                          </a:solidFill>
                          <a:effectLst/>
                          <a:latin typeface="Meiryo UI" panose="020B0604030504040204" pitchFamily="50" charset="-128"/>
                          <a:ea typeface="Meiryo UI" panose="020B0604030504040204" pitchFamily="50" charset="-128"/>
                        </a:rPr>
                        <a:t>Yes</a:t>
                      </a:r>
                      <a:endParaRPr lang="ja-JP" altLang="en-US" sz="900" b="0" i="0" u="none" strike="noStrike" dirty="0">
                        <a:solidFill>
                          <a:schemeClr val="tx1"/>
                        </a:solidFill>
                        <a:effectLst/>
                        <a:latin typeface="Meiryo UI" panose="020B0604030504040204" pitchFamily="50" charset="-128"/>
                        <a:ea typeface="Meiryo UI" panose="020B0604030504040204" pitchFamily="50" charset="-128"/>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ECFF"/>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altLang="ja-JP" sz="900" b="0" i="0" u="none" strike="noStrike" dirty="0">
                        <a:solidFill>
                          <a:srgbClr val="000000"/>
                        </a:solidFill>
                        <a:effectLst/>
                        <a:latin typeface="Meiryo UI" panose="020B0604030504040204" pitchFamily="50" charset="-128"/>
                        <a:ea typeface="Meiryo UI" panose="020B0604030504040204" pitchFamily="50" charset="-128"/>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96514355"/>
                  </a:ext>
                </a:extLst>
              </a:tr>
              <a:tr h="297159">
                <a:tc>
                  <a:txBody>
                    <a:bodyPr/>
                    <a:lstStyle/>
                    <a:p>
                      <a:pPr algn="ctr" fontAlgn="ctr"/>
                      <a:r>
                        <a:rPr lang="en-US" altLang="ja-JP" sz="900" b="0" i="0" u="none" strike="noStrike" dirty="0">
                          <a:solidFill>
                            <a:schemeClr val="bg1">
                              <a:lumMod val="50000"/>
                            </a:schemeClr>
                          </a:solidFill>
                          <a:effectLst/>
                          <a:latin typeface="Meiryo UI" panose="020B0604030504040204" pitchFamily="50" charset="-128"/>
                          <a:ea typeface="Meiryo UI" panose="020B0604030504040204" pitchFamily="50" charset="-128"/>
                        </a:rPr>
                        <a:t>10</a:t>
                      </a: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75000"/>
                      </a:schemeClr>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altLang="ja-JP" sz="900" b="0" i="0" u="none" strike="noStrike" dirty="0">
                          <a:solidFill>
                            <a:schemeClr val="bg1">
                              <a:lumMod val="50000"/>
                            </a:schemeClr>
                          </a:solidFill>
                          <a:effectLst/>
                          <a:latin typeface="Meiryo UI" panose="020B0604030504040204" pitchFamily="50" charset="-128"/>
                          <a:ea typeface="Meiryo UI" panose="020B0604030504040204" pitchFamily="50" charset="-128"/>
                        </a:rPr>
                        <a:t>Paddle Up Shift shock improvement</a:t>
                      </a: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75000"/>
                      </a:schemeClr>
                    </a:solidFill>
                  </a:tcPr>
                </a:tc>
                <a:tc>
                  <a:txBody>
                    <a:bodyPr/>
                    <a:lstStyle/>
                    <a:p>
                      <a:pPr algn="ctr" fontAlgn="ctr"/>
                      <a:r>
                        <a:rPr kumimoji="1" lang="en-US" altLang="ja-JP" sz="900" b="0" i="0" u="none" strike="noStrike" kern="1200" cap="none" spc="0" normalizeH="0" baseline="0" noProof="0" dirty="0">
                          <a:ln>
                            <a:noFill/>
                          </a:ln>
                          <a:solidFill>
                            <a:schemeClr val="bg1">
                              <a:lumMod val="50000"/>
                            </a:schemeClr>
                          </a:solidFill>
                          <a:effectLst/>
                          <a:uLnTx/>
                          <a:uFillTx/>
                          <a:latin typeface="Meiryo UI" panose="020B0604030504040204" pitchFamily="50" charset="-128"/>
                          <a:ea typeface="Meiryo UI" panose="020B0604030504040204" pitchFamily="50" charset="-128"/>
                          <a:cs typeface="+mn-cs"/>
                        </a:rPr>
                        <a:t>Soft</a:t>
                      </a:r>
                      <a:endParaRPr lang="ja-JP" altLang="en-US" sz="900" b="0" i="0" u="none" strike="noStrike" dirty="0">
                        <a:solidFill>
                          <a:schemeClr val="bg1">
                            <a:lumMod val="50000"/>
                          </a:schemeClr>
                        </a:solidFill>
                        <a:effectLst/>
                        <a:latin typeface="Meiryo UI" panose="020B0604030504040204" pitchFamily="50" charset="-128"/>
                        <a:ea typeface="Meiryo UI" panose="020B0604030504040204" pitchFamily="50" charset="-128"/>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75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schemeClr val="bg1">
                              <a:lumMod val="50000"/>
                            </a:schemeClr>
                          </a:solidFill>
                          <a:effectLst/>
                          <a:uLnTx/>
                          <a:uFillTx/>
                          <a:latin typeface="Meiryo UI" panose="020B0604030504040204" pitchFamily="50" charset="-128"/>
                          <a:ea typeface="Meiryo UI" panose="020B0604030504040204" pitchFamily="50" charset="-128"/>
                          <a:cs typeface="+mn-cs"/>
                        </a:rPr>
                        <a:t>No</a:t>
                      </a:r>
                      <a:endParaRPr kumimoji="1" lang="ja-JP" altLang="en-US" sz="900" b="0" i="0" u="none" strike="noStrike" kern="1200" cap="none" spc="0" normalizeH="0" baseline="0" noProof="0" dirty="0">
                        <a:ln>
                          <a:noFill/>
                        </a:ln>
                        <a:solidFill>
                          <a:schemeClr val="bg1">
                            <a:lumMod val="50000"/>
                          </a:schemeClr>
                        </a:solidFill>
                        <a:effectLst/>
                        <a:uLnTx/>
                        <a:uFillTx/>
                        <a:latin typeface="Meiryo UI" panose="020B0604030504040204" pitchFamily="50" charset="-128"/>
                        <a:ea typeface="Meiryo UI" panose="020B0604030504040204" pitchFamily="50" charset="-128"/>
                        <a:cs typeface="+mn-cs"/>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75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schemeClr val="bg1">
                              <a:lumMod val="50000"/>
                            </a:schemeClr>
                          </a:solidFill>
                          <a:effectLst/>
                          <a:uLnTx/>
                          <a:uFillTx/>
                          <a:latin typeface="Meiryo UI" panose="020B0604030504040204" pitchFamily="50" charset="-128"/>
                          <a:ea typeface="Meiryo UI" panose="020B0604030504040204" pitchFamily="50" charset="-128"/>
                          <a:cs typeface="+mn-cs"/>
                        </a:rPr>
                        <a:t>No</a:t>
                      </a:r>
                      <a:endParaRPr kumimoji="1" lang="ja-JP" altLang="en-US" sz="900" b="0" i="0" u="none" strike="noStrike" kern="1200" cap="none" spc="0" normalizeH="0" baseline="0" noProof="0" dirty="0">
                        <a:ln>
                          <a:noFill/>
                        </a:ln>
                        <a:solidFill>
                          <a:schemeClr val="bg1">
                            <a:lumMod val="50000"/>
                          </a:schemeClr>
                        </a:solidFill>
                        <a:effectLst/>
                        <a:uLnTx/>
                        <a:uFillTx/>
                        <a:latin typeface="Meiryo UI" panose="020B0604030504040204" pitchFamily="50" charset="-128"/>
                        <a:ea typeface="Meiryo UI" panose="020B0604030504040204" pitchFamily="50" charset="-128"/>
                        <a:cs typeface="+mn-cs"/>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75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schemeClr val="bg1">
                              <a:lumMod val="50000"/>
                            </a:schemeClr>
                          </a:solidFill>
                          <a:effectLst/>
                          <a:uLnTx/>
                          <a:uFillTx/>
                          <a:latin typeface="Meiryo UI" panose="020B0604030504040204" pitchFamily="50" charset="-128"/>
                          <a:ea typeface="Meiryo UI" panose="020B0604030504040204" pitchFamily="50" charset="-128"/>
                          <a:cs typeface="+mn-cs"/>
                        </a:rPr>
                        <a:t>No</a:t>
                      </a:r>
                      <a:endParaRPr lang="ja-JP" altLang="en-US" sz="900" b="0" i="0" u="none" strike="noStrike" dirty="0">
                        <a:solidFill>
                          <a:schemeClr val="bg1">
                            <a:lumMod val="50000"/>
                          </a:schemeClr>
                        </a:solidFill>
                        <a:effectLst/>
                        <a:latin typeface="Meiryo UI" panose="020B0604030504040204" pitchFamily="50" charset="-128"/>
                        <a:ea typeface="Meiryo UI" panose="020B0604030504040204" pitchFamily="50" charset="-128"/>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7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ja-JP" sz="900" b="0" i="0" u="none" strike="noStrike" dirty="0">
                          <a:solidFill>
                            <a:schemeClr val="bg1">
                              <a:lumMod val="50000"/>
                            </a:schemeClr>
                          </a:solidFill>
                          <a:effectLst/>
                          <a:latin typeface="Meiryo UI" panose="020B0604030504040204" pitchFamily="50" charset="-128"/>
                          <a:ea typeface="Meiryo UI" panose="020B0604030504040204" pitchFamily="50" charset="-128"/>
                        </a:rPr>
                        <a:t>Withdraw</a:t>
                      </a: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133728361"/>
                  </a:ext>
                </a:extLst>
              </a:tr>
              <a:tr h="646302">
                <a:tc>
                  <a:txBody>
                    <a:bodyPr/>
                    <a:lstStyle/>
                    <a:p>
                      <a:pPr algn="ctr" fontAlgn="ctr"/>
                      <a:r>
                        <a:rPr lang="en-US" altLang="ja-JP" sz="1400" b="0" i="0" u="none" strike="noStrike" dirty="0">
                          <a:solidFill>
                            <a:srgbClr val="000000"/>
                          </a:solidFill>
                          <a:effectLst/>
                          <a:latin typeface="Meiryo UI" panose="020B0604030504040204" pitchFamily="50" charset="-128"/>
                          <a:ea typeface="Meiryo UI" panose="020B0604030504040204" pitchFamily="50" charset="-128"/>
                        </a:rPr>
                        <a:t>11</a:t>
                      </a: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altLang="ja-JP" sz="1200" b="0" i="0" u="none" strike="noStrike" dirty="0">
                          <a:solidFill>
                            <a:srgbClr val="000000"/>
                          </a:solidFill>
                          <a:effectLst/>
                          <a:latin typeface="Meiryo UI" panose="020B0604030504040204" pitchFamily="50" charset="-128"/>
                          <a:ea typeface="Meiryo UI" panose="020B0604030504040204" pitchFamily="50" charset="-128"/>
                        </a:rPr>
                        <a:t>Engine Low speed calculation by using engine speed estimation, for CVT variant </a:t>
                      </a: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Soft</a:t>
                      </a:r>
                      <a:endParaRPr lang="ja-JP" altLang="en-US" sz="1400" b="0" i="0" u="none" strike="noStrike" dirty="0">
                        <a:solidFill>
                          <a:srgbClr val="000000"/>
                        </a:solidFill>
                        <a:effectLst/>
                        <a:latin typeface="Meiryo UI" panose="020B0604030504040204" pitchFamily="50" charset="-128"/>
                        <a:ea typeface="Meiryo UI" panose="020B0604030504040204" pitchFamily="50" charset="-128"/>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Yes</a:t>
                      </a:r>
                      <a:endParaRPr lang="ja-JP" altLang="en-US" sz="1400" b="0" i="0" u="none" strike="noStrike" dirty="0">
                        <a:solidFill>
                          <a:schemeClr val="tx1"/>
                        </a:solidFill>
                        <a:effectLst/>
                        <a:latin typeface="Meiryo UI" panose="020B0604030504040204" pitchFamily="50" charset="-128"/>
                        <a:ea typeface="Meiryo UI" panose="020B0604030504040204" pitchFamily="50" charset="-128"/>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ECFF"/>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No</a:t>
                      </a:r>
                      <a:endParaRPr kumimoji="1" lang="ja-JP" altLang="en-US"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Yes</a:t>
                      </a:r>
                      <a:endParaRPr lang="ja-JP" altLang="en-US" sz="1400" b="0" i="0" u="none" strike="noStrike" dirty="0">
                        <a:solidFill>
                          <a:schemeClr val="tx1"/>
                        </a:solidFill>
                        <a:effectLst/>
                        <a:latin typeface="Meiryo UI" panose="020B0604030504040204" pitchFamily="50" charset="-128"/>
                        <a:ea typeface="Meiryo UI" panose="020B0604030504040204" pitchFamily="50" charset="-128"/>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ECFF"/>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ja-JP" sz="1200" b="0" i="0" u="none" strike="noStrike" dirty="0">
                          <a:solidFill>
                            <a:schemeClr val="tx1"/>
                          </a:solidFill>
                          <a:effectLst/>
                          <a:latin typeface="Meiryo UI" panose="020B0604030504040204" pitchFamily="50" charset="-128"/>
                          <a:ea typeface="Meiryo UI" panose="020B0604030504040204" pitchFamily="50" charset="-128"/>
                        </a:rPr>
                        <a:t>CR-GDI-HG27A-FI003-0</a:t>
                      </a: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9115845"/>
                  </a:ext>
                </a:extLst>
              </a:tr>
              <a:tr h="297159">
                <a:tc>
                  <a:txBody>
                    <a:bodyPr/>
                    <a:lstStyle/>
                    <a:p>
                      <a:pPr algn="ctr" fontAlgn="ctr"/>
                      <a:r>
                        <a:rPr lang="en-US" altLang="ja-JP" sz="1400" b="0" i="0" u="none" strike="noStrike" dirty="0">
                          <a:solidFill>
                            <a:srgbClr val="000000"/>
                          </a:solidFill>
                          <a:effectLst/>
                          <a:latin typeface="Meiryo UI" panose="020B0604030504040204" pitchFamily="50" charset="-128"/>
                          <a:ea typeface="Meiryo UI" panose="020B0604030504040204" pitchFamily="50" charset="-128"/>
                        </a:rPr>
                        <a:t>12</a:t>
                      </a: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altLang="ja-JP" sz="1200" b="0" i="0" u="none" strike="noStrike" dirty="0">
                          <a:solidFill>
                            <a:srgbClr val="000000"/>
                          </a:solidFill>
                          <a:effectLst/>
                          <a:latin typeface="Meiryo UI" panose="020B0604030504040204" pitchFamily="50" charset="-128"/>
                          <a:ea typeface="Meiryo UI" panose="020B0604030504040204" pitchFamily="50" charset="-128"/>
                        </a:rPr>
                        <a:t>Voltage monitor function</a:t>
                      </a: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Soft</a:t>
                      </a:r>
                      <a:endParaRPr lang="ja-JP" altLang="en-US" sz="1400" b="0" i="0" u="none" strike="noStrike" dirty="0">
                        <a:solidFill>
                          <a:srgbClr val="000000"/>
                        </a:solidFill>
                        <a:effectLst/>
                        <a:latin typeface="Meiryo UI" panose="020B0604030504040204" pitchFamily="50" charset="-128"/>
                        <a:ea typeface="Meiryo UI" panose="020B0604030504040204" pitchFamily="50" charset="-128"/>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Yes</a:t>
                      </a:r>
                      <a:endParaRPr lang="ja-JP" altLang="en-US" sz="1400" b="0" i="0" u="none" strike="noStrike" dirty="0">
                        <a:solidFill>
                          <a:schemeClr val="tx1"/>
                        </a:solidFill>
                        <a:effectLst/>
                        <a:latin typeface="Meiryo UI" panose="020B0604030504040204" pitchFamily="50" charset="-128"/>
                        <a:ea typeface="Meiryo UI" panose="020B0604030504040204" pitchFamily="50" charset="-128"/>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ECFF"/>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No</a:t>
                      </a:r>
                      <a:endParaRPr kumimoji="1" lang="ja-JP" altLang="en-US"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Yes</a:t>
                      </a:r>
                      <a:endParaRPr lang="ja-JP" altLang="en-US" sz="1400" b="0" i="0" u="none" strike="noStrike" dirty="0">
                        <a:solidFill>
                          <a:schemeClr val="tx1"/>
                        </a:solidFill>
                        <a:effectLst/>
                        <a:latin typeface="Meiryo UI" panose="020B0604030504040204" pitchFamily="50" charset="-128"/>
                        <a:ea typeface="Meiryo UI" panose="020B0604030504040204" pitchFamily="50" charset="-128"/>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EC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sz="1400" b="0" i="0" u="none" strike="noStrike" dirty="0">
                        <a:solidFill>
                          <a:srgbClr val="000000"/>
                        </a:solidFill>
                        <a:effectLst/>
                        <a:latin typeface="Meiryo UI" panose="020B0604030504040204" pitchFamily="50" charset="-128"/>
                        <a:ea typeface="Meiryo UI" panose="020B0604030504040204" pitchFamily="50" charset="-128"/>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25393633"/>
                  </a:ext>
                </a:extLst>
              </a:tr>
              <a:tr h="455861">
                <a:tc>
                  <a:txBody>
                    <a:bodyPr/>
                    <a:lstStyle/>
                    <a:p>
                      <a:pPr algn="ctr" fontAlgn="ctr"/>
                      <a:r>
                        <a:rPr lang="en-US" altLang="ja-JP" sz="1400" b="0" i="0" u="none" strike="noStrike" dirty="0">
                          <a:solidFill>
                            <a:srgbClr val="000000"/>
                          </a:solidFill>
                          <a:effectLst/>
                          <a:latin typeface="Meiryo UI" panose="020B0604030504040204" pitchFamily="50" charset="-128"/>
                          <a:ea typeface="Meiryo UI" panose="020B0604030504040204" pitchFamily="50" charset="-128"/>
                        </a:rPr>
                        <a:t>13</a:t>
                      </a: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altLang="ja-JP" sz="1200" b="0" i="0" u="none" strike="noStrike" dirty="0">
                          <a:solidFill>
                            <a:srgbClr val="000000"/>
                          </a:solidFill>
                          <a:effectLst/>
                          <a:latin typeface="Meiryo UI" panose="020B0604030504040204" pitchFamily="50" charset="-128"/>
                          <a:ea typeface="Meiryo UI" panose="020B0604030504040204" pitchFamily="50" charset="-128"/>
                        </a:rPr>
                        <a:t>12V Battery management update</a:t>
                      </a:r>
                    </a:p>
                    <a:p>
                      <a:pPr marL="0" marR="0" lvl="0" indent="0" algn="l" defTabSz="914400" rtl="0" eaLnBrk="1" fontAlgn="ctr" latinLnBrk="0" hangingPunct="1">
                        <a:lnSpc>
                          <a:spcPct val="100000"/>
                        </a:lnSpc>
                        <a:spcBef>
                          <a:spcPts val="0"/>
                        </a:spcBef>
                        <a:spcAft>
                          <a:spcPts val="0"/>
                        </a:spcAft>
                        <a:buClrTx/>
                        <a:buSzTx/>
                        <a:buFontTx/>
                        <a:buNone/>
                        <a:tabLst/>
                        <a:defRPr/>
                      </a:pPr>
                      <a:r>
                        <a:rPr lang="en-US" altLang="ja-JP" sz="1200" b="0" i="0" u="none" strike="noStrike" dirty="0">
                          <a:solidFill>
                            <a:srgbClr val="000000"/>
                          </a:solidFill>
                          <a:effectLst/>
                          <a:latin typeface="Meiryo UI" panose="020B0604030504040204" pitchFamily="50" charset="-128"/>
                          <a:ea typeface="Meiryo UI" panose="020B0604030504040204" pitchFamily="50" charset="-128"/>
                        </a:rPr>
                        <a:t>With A/C control logic </a:t>
                      </a: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Soft</a:t>
                      </a:r>
                      <a:endParaRPr lang="ja-JP" altLang="en-US" sz="1400" b="0" i="0" u="none" strike="noStrike" dirty="0">
                        <a:solidFill>
                          <a:srgbClr val="000000"/>
                        </a:solidFill>
                        <a:effectLst/>
                        <a:latin typeface="Meiryo UI" panose="020B0604030504040204" pitchFamily="50" charset="-128"/>
                        <a:ea typeface="Meiryo UI" panose="020B0604030504040204" pitchFamily="50" charset="-128"/>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Yes</a:t>
                      </a:r>
                      <a:endParaRPr lang="ja-JP" altLang="en-US" sz="1400" b="0" i="0" u="none" strike="noStrike" dirty="0">
                        <a:solidFill>
                          <a:schemeClr val="tx1"/>
                        </a:solidFill>
                        <a:effectLst/>
                        <a:latin typeface="Meiryo UI" panose="020B0604030504040204" pitchFamily="50" charset="-128"/>
                        <a:ea typeface="Meiryo UI" panose="020B0604030504040204" pitchFamily="50" charset="-128"/>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ECFF"/>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No</a:t>
                      </a:r>
                      <a:endParaRPr kumimoji="1" lang="ja-JP" altLang="en-US"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Yes</a:t>
                      </a:r>
                      <a:endParaRPr lang="ja-JP" altLang="en-US" sz="1400" b="0" i="0" u="none" strike="noStrike" dirty="0">
                        <a:solidFill>
                          <a:schemeClr val="tx1"/>
                        </a:solidFill>
                        <a:effectLst/>
                        <a:latin typeface="Meiryo UI" panose="020B0604030504040204" pitchFamily="50" charset="-128"/>
                        <a:ea typeface="Meiryo UI" panose="020B0604030504040204" pitchFamily="50" charset="-128"/>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ECFF"/>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ja-JP" sz="1400" b="0" i="0" u="none" strike="noStrike" dirty="0">
                          <a:solidFill>
                            <a:srgbClr val="000000"/>
                          </a:solidFill>
                          <a:effectLst/>
                          <a:latin typeface="Meiryo UI" panose="020B0604030504040204" pitchFamily="50" charset="-128"/>
                          <a:ea typeface="Meiryo UI" panose="020B0604030504040204" pitchFamily="50" charset="-128"/>
                        </a:rPr>
                        <a:t>New item(Not maru-Ji)</a:t>
                      </a: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92558364"/>
                  </a:ext>
                </a:extLst>
              </a:tr>
              <a:tr h="297159">
                <a:tc>
                  <a:txBody>
                    <a:bodyPr/>
                    <a:lstStyle/>
                    <a:p>
                      <a:pPr algn="ctr" fontAlgn="ctr"/>
                      <a:r>
                        <a:rPr lang="en-US" altLang="ja-JP" sz="1400" b="0" i="0" u="none" strike="noStrike" dirty="0">
                          <a:solidFill>
                            <a:srgbClr val="000000"/>
                          </a:solidFill>
                          <a:effectLst/>
                          <a:latin typeface="Meiryo UI" panose="020B0604030504040204" pitchFamily="50" charset="-128"/>
                          <a:ea typeface="Meiryo UI" panose="020B0604030504040204" pitchFamily="50" charset="-128"/>
                        </a:rPr>
                        <a:t>14</a:t>
                      </a: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altLang="ja-JP" sz="1200" b="0" i="0" u="none" strike="noStrike" dirty="0">
                          <a:solidFill>
                            <a:srgbClr val="000000"/>
                          </a:solidFill>
                          <a:effectLst/>
                          <a:latin typeface="Meiryo UI" panose="020B0604030504040204" pitchFamily="50" charset="-128"/>
                          <a:ea typeface="Meiryo UI" panose="020B0604030504040204" pitchFamily="50" charset="-128"/>
                        </a:rPr>
                        <a:t>Cyber security update</a:t>
                      </a: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kumimoji="1" lang="en-US" altLang="ja-JP"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Soft</a:t>
                      </a:r>
                      <a:endParaRPr lang="ja-JP" altLang="en-US" sz="1400" b="0" i="0" u="none" strike="noStrike" dirty="0">
                        <a:solidFill>
                          <a:srgbClr val="000000"/>
                        </a:solidFill>
                        <a:effectLst/>
                        <a:latin typeface="Meiryo UI" panose="020B0604030504040204" pitchFamily="50" charset="-128"/>
                        <a:ea typeface="Meiryo UI" panose="020B0604030504040204" pitchFamily="50" charset="-128"/>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Yes</a:t>
                      </a:r>
                      <a:endParaRPr lang="ja-JP" altLang="en-US" sz="1400" b="0" i="0" u="none" strike="noStrike" dirty="0">
                        <a:solidFill>
                          <a:schemeClr val="tx1"/>
                        </a:solidFill>
                        <a:effectLst/>
                        <a:latin typeface="Meiryo UI" panose="020B0604030504040204" pitchFamily="50" charset="-128"/>
                        <a:ea typeface="Meiryo UI" panose="020B0604030504040204" pitchFamily="50" charset="-128"/>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ECFF"/>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No</a:t>
                      </a:r>
                      <a:endParaRPr kumimoji="1" lang="ja-JP" altLang="en-US"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Yes</a:t>
                      </a:r>
                      <a:endParaRPr lang="ja-JP" altLang="en-US" sz="1400" b="0" i="0" u="none" strike="noStrike" dirty="0">
                        <a:solidFill>
                          <a:schemeClr val="tx1"/>
                        </a:solidFill>
                        <a:effectLst/>
                        <a:latin typeface="Meiryo UI" panose="020B0604030504040204" pitchFamily="50" charset="-128"/>
                        <a:ea typeface="Meiryo UI" panose="020B0604030504040204" pitchFamily="50" charset="-128"/>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ECFF"/>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ja-JP" sz="1400" b="0" i="0" u="none" strike="noStrike" dirty="0">
                          <a:solidFill>
                            <a:srgbClr val="000000"/>
                          </a:solidFill>
                          <a:effectLst/>
                          <a:latin typeface="Meiryo UI" panose="020B0604030504040204" pitchFamily="50" charset="-128"/>
                          <a:ea typeface="Meiryo UI" panose="020B0604030504040204" pitchFamily="50" charset="-128"/>
                        </a:rPr>
                        <a:t>Refer p.68</a:t>
                      </a: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10634132"/>
                  </a:ext>
                </a:extLst>
              </a:tr>
            </a:tbl>
          </a:graphicData>
        </a:graphic>
      </p:graphicFrame>
      <p:sp>
        <p:nvSpPr>
          <p:cNvPr id="71" name="Text Box 2"/>
          <p:cNvSpPr txBox="1">
            <a:spLocks noChangeArrowheads="1"/>
          </p:cNvSpPr>
          <p:nvPr/>
        </p:nvSpPr>
        <p:spPr bwMode="auto">
          <a:xfrm>
            <a:off x="1799836" y="83640"/>
            <a:ext cx="5560048" cy="400110"/>
          </a:xfrm>
          <a:prstGeom prst="rect">
            <a:avLst/>
          </a:prstGeom>
          <a:noFill/>
        </p:spPr>
        <p:txBody>
          <a:bodyPr wrap="none" rtlCol="0">
            <a:spAutoFit/>
          </a:bodyPr>
          <a:lstStyle>
            <a:defPPr>
              <a:defRPr lang="en-US"/>
            </a:defPPr>
            <a:lvl1pPr fontAlgn="auto">
              <a:spcBef>
                <a:spcPts val="0"/>
              </a:spcBef>
              <a:spcAft>
                <a:spcPts val="0"/>
              </a:spcAft>
              <a:defRPr kumimoji="0">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r>
              <a:rPr lang="en-US" altLang="ja-JP" sz="2000" dirty="0"/>
              <a:t>9. Engine Overview and</a:t>
            </a:r>
            <a:r>
              <a:rPr lang="ja-JP" altLang="en-US" sz="2000" dirty="0"/>
              <a:t> </a:t>
            </a:r>
            <a:r>
              <a:rPr lang="en-US" altLang="ja-JP" sz="2000" dirty="0"/>
              <a:t>Basic Specification</a:t>
            </a:r>
          </a:p>
        </p:txBody>
      </p:sp>
      <p:sp>
        <p:nvSpPr>
          <p:cNvPr id="5" name="テキスト ボックス 4">
            <a:extLst>
              <a:ext uri="{FF2B5EF4-FFF2-40B4-BE49-F238E27FC236}">
                <a16:creationId xmlns:a16="http://schemas.microsoft.com/office/drawing/2014/main" id="{14A40603-98ED-FA07-F12E-3B7FCFB5382C}"/>
              </a:ext>
            </a:extLst>
          </p:cNvPr>
          <p:cNvSpPr txBox="1"/>
          <p:nvPr/>
        </p:nvSpPr>
        <p:spPr>
          <a:xfrm>
            <a:off x="1521" y="6512934"/>
            <a:ext cx="9142479" cy="338554"/>
          </a:xfrm>
          <a:prstGeom prst="rect">
            <a:avLst/>
          </a:prstGeom>
          <a:solidFill>
            <a:srgbClr val="002060"/>
          </a:solidFill>
        </p:spPr>
        <p:txBody>
          <a:bodyPr wrap="square" rtlCol="0">
            <a:spAutoFit/>
          </a:bodyPr>
          <a:lstStyle/>
          <a:p>
            <a:r>
              <a:rPr lang="en-US" altLang="ja-JP" sz="1600" b="1" dirty="0">
                <a:solidFill>
                  <a:schemeClr val="bg1"/>
                </a:solidFill>
                <a:latin typeface="Meiryo UI" panose="020B0604030504040204" pitchFamily="50" charset="-128"/>
                <a:ea typeface="Meiryo UI" panose="020B0604030504040204" pitchFamily="50" charset="-128"/>
              </a:rPr>
              <a:t>Same as 62XS</a:t>
            </a:r>
            <a:endParaRPr lang="ja-JP" altLang="en-US" sz="1600" b="1" dirty="0">
              <a:solidFill>
                <a:schemeClr val="bg1"/>
              </a:solidFill>
              <a:latin typeface="Meiryo UI" panose="020B0604030504040204" pitchFamily="50" charset="-128"/>
              <a:ea typeface="Meiryo UI" panose="020B0604030504040204" pitchFamily="50" charset="-128"/>
            </a:endParaRPr>
          </a:p>
        </p:txBody>
      </p:sp>
      <p:sp>
        <p:nvSpPr>
          <p:cNvPr id="8" name="テキスト ボックス 2">
            <a:extLst>
              <a:ext uri="{FF2B5EF4-FFF2-40B4-BE49-F238E27FC236}">
                <a16:creationId xmlns:a16="http://schemas.microsoft.com/office/drawing/2014/main" id="{442F9DD7-059C-8CD3-0312-B60121F35E21}"/>
              </a:ext>
            </a:extLst>
          </p:cNvPr>
          <p:cNvSpPr txBox="1"/>
          <p:nvPr/>
        </p:nvSpPr>
        <p:spPr>
          <a:xfrm>
            <a:off x="142250" y="534587"/>
            <a:ext cx="6895542" cy="369332"/>
          </a:xfrm>
          <a:prstGeom prst="rect">
            <a:avLst/>
          </a:prstGeom>
          <a:noFill/>
        </p:spPr>
        <p:txBody>
          <a:bodyPr wrap="none" rtlCol="0">
            <a:spAutoFit/>
          </a:bodyPr>
          <a:lstStyle>
            <a:defPPr>
              <a:defRPr lang="en-US"/>
            </a:defPPr>
            <a:lvl1pPr algn="ctr" rtl="0" fontAlgn="base">
              <a:spcBef>
                <a:spcPct val="0"/>
              </a:spcBef>
              <a:spcAft>
                <a:spcPct val="0"/>
              </a:spcAft>
              <a:defRPr kumimoji="1" sz="2400" kern="1200">
                <a:solidFill>
                  <a:schemeClr val="tx1"/>
                </a:solidFill>
                <a:latin typeface="Times New Roman" pitchFamily="18" charset="0"/>
                <a:ea typeface="ＭＳ Ｐゴシック" charset="-128"/>
                <a:cs typeface="+mn-cs"/>
              </a:defRPr>
            </a:lvl1pPr>
            <a:lvl2pPr marL="457200" algn="ctr" rtl="0" fontAlgn="base">
              <a:spcBef>
                <a:spcPct val="0"/>
              </a:spcBef>
              <a:spcAft>
                <a:spcPct val="0"/>
              </a:spcAft>
              <a:defRPr kumimoji="1" sz="2400" kern="1200">
                <a:solidFill>
                  <a:schemeClr val="tx1"/>
                </a:solidFill>
                <a:latin typeface="Times New Roman" pitchFamily="18" charset="0"/>
                <a:ea typeface="ＭＳ Ｐゴシック" charset="-128"/>
                <a:cs typeface="+mn-cs"/>
              </a:defRPr>
            </a:lvl2pPr>
            <a:lvl3pPr marL="914400" algn="ctr" rtl="0" fontAlgn="base">
              <a:spcBef>
                <a:spcPct val="0"/>
              </a:spcBef>
              <a:spcAft>
                <a:spcPct val="0"/>
              </a:spcAft>
              <a:defRPr kumimoji="1" sz="2400" kern="1200">
                <a:solidFill>
                  <a:schemeClr val="tx1"/>
                </a:solidFill>
                <a:latin typeface="Times New Roman" pitchFamily="18" charset="0"/>
                <a:ea typeface="ＭＳ Ｐゴシック" charset="-128"/>
                <a:cs typeface="+mn-cs"/>
              </a:defRPr>
            </a:lvl3pPr>
            <a:lvl4pPr marL="1371600" algn="ctr" rtl="0" fontAlgn="base">
              <a:spcBef>
                <a:spcPct val="0"/>
              </a:spcBef>
              <a:spcAft>
                <a:spcPct val="0"/>
              </a:spcAft>
              <a:defRPr kumimoji="1" sz="2400" kern="1200">
                <a:solidFill>
                  <a:schemeClr val="tx1"/>
                </a:solidFill>
                <a:latin typeface="Times New Roman" pitchFamily="18" charset="0"/>
                <a:ea typeface="ＭＳ Ｐゴシック" charset="-128"/>
                <a:cs typeface="+mn-cs"/>
              </a:defRPr>
            </a:lvl4pPr>
            <a:lvl5pPr marL="1828800" algn="ctr" rtl="0" fontAlgn="base">
              <a:spcBef>
                <a:spcPct val="0"/>
              </a:spcBef>
              <a:spcAft>
                <a:spcPct val="0"/>
              </a:spcAft>
              <a:defRPr kumimoji="1" sz="2400" kern="1200">
                <a:solidFill>
                  <a:schemeClr val="tx1"/>
                </a:solidFill>
                <a:latin typeface="Times New Roman" pitchFamily="18" charset="0"/>
                <a:ea typeface="ＭＳ Ｐゴシック" charset="-128"/>
                <a:cs typeface="+mn-cs"/>
              </a:defRPr>
            </a:lvl5pPr>
            <a:lvl6pPr marL="2286000" algn="l" defTabSz="914400" rtl="0" eaLnBrk="1" latinLnBrk="0" hangingPunct="1">
              <a:defRPr kumimoji="1" sz="2400" kern="1200">
                <a:solidFill>
                  <a:schemeClr val="tx1"/>
                </a:solidFill>
                <a:latin typeface="Times New Roman" pitchFamily="18" charset="0"/>
                <a:ea typeface="ＭＳ Ｐゴシック" charset="-128"/>
                <a:cs typeface="+mn-cs"/>
              </a:defRPr>
            </a:lvl6pPr>
            <a:lvl7pPr marL="2743200" algn="l" defTabSz="914400" rtl="0" eaLnBrk="1" latinLnBrk="0" hangingPunct="1">
              <a:defRPr kumimoji="1" sz="2400" kern="1200">
                <a:solidFill>
                  <a:schemeClr val="tx1"/>
                </a:solidFill>
                <a:latin typeface="Times New Roman" pitchFamily="18" charset="0"/>
                <a:ea typeface="ＭＳ Ｐゴシック" charset="-128"/>
                <a:cs typeface="+mn-cs"/>
              </a:defRPr>
            </a:lvl7pPr>
            <a:lvl8pPr marL="3200400" algn="l" defTabSz="914400" rtl="0" eaLnBrk="1" latinLnBrk="0" hangingPunct="1">
              <a:defRPr kumimoji="1" sz="2400" kern="1200">
                <a:solidFill>
                  <a:schemeClr val="tx1"/>
                </a:solidFill>
                <a:latin typeface="Times New Roman" pitchFamily="18" charset="0"/>
                <a:ea typeface="ＭＳ Ｐゴシック" charset="-128"/>
                <a:cs typeface="+mn-cs"/>
              </a:defRPr>
            </a:lvl8pPr>
            <a:lvl9pPr marL="3657600" algn="l" defTabSz="914400" rtl="0" eaLnBrk="1" latinLnBrk="0" hangingPunct="1">
              <a:defRPr kumimoji="1" sz="2400" kern="1200">
                <a:solidFill>
                  <a:schemeClr val="tx1"/>
                </a:solidFill>
                <a:latin typeface="Times New Roman" pitchFamily="18" charset="0"/>
                <a:ea typeface="ＭＳ Ｐゴシック" charset="-128"/>
                <a:cs typeface="+mn-cs"/>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altLang="ja-JP" sz="1800" b="1" u="sng" dirty="0">
                <a:solidFill>
                  <a:srgbClr val="000000"/>
                </a:solidFill>
                <a:latin typeface="Meiryo UI" panose="020B0604030504040204" pitchFamily="50" charset="-128"/>
                <a:ea typeface="Meiryo UI" panose="020B0604030504040204" pitchFamily="50" charset="-128"/>
              </a:rPr>
              <a:t>6WZZ</a:t>
            </a:r>
            <a:r>
              <a:rPr kumimoji="1" lang="ja-JP" altLang="en-US" sz="1800" b="1" i="0" u="sng"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　</a:t>
            </a:r>
            <a:r>
              <a:rPr kumimoji="1" lang="en-US" altLang="ja-JP" sz="1800" b="1" i="0" u="sng"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Maru-Ji</a:t>
            </a:r>
            <a:r>
              <a:rPr kumimoji="1" lang="ja-JP" altLang="en-US" sz="1800" b="1" i="0" u="sng"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 </a:t>
            </a:r>
            <a:r>
              <a:rPr kumimoji="1" lang="en-US" altLang="ja-JP" sz="1800" b="1" i="0" u="sng"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items</a:t>
            </a:r>
            <a:r>
              <a:rPr kumimoji="1" lang="ja-JP" altLang="en-US" sz="1800" b="1" i="0" u="sng"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a:t>
            </a:r>
            <a:r>
              <a:rPr kumimoji="1" lang="en-US" altLang="ja-JP" sz="1800" b="1" i="0" u="sng"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Remaining development items</a:t>
            </a:r>
            <a:r>
              <a:rPr kumimoji="1" lang="ja-JP" altLang="en-US" sz="1800" b="1" i="0" u="sng"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a:t>
            </a:r>
          </a:p>
        </p:txBody>
      </p:sp>
      <p:sp>
        <p:nvSpPr>
          <p:cNvPr id="2" name="フリーフォーム: 図形 1">
            <a:extLst>
              <a:ext uri="{FF2B5EF4-FFF2-40B4-BE49-F238E27FC236}">
                <a16:creationId xmlns:a16="http://schemas.microsoft.com/office/drawing/2014/main" id="{881D8915-2B14-3B69-EB56-93777790EE53}"/>
              </a:ext>
            </a:extLst>
          </p:cNvPr>
          <p:cNvSpPr/>
          <p:nvPr/>
        </p:nvSpPr>
        <p:spPr bwMode="auto">
          <a:xfrm>
            <a:off x="160006" y="907706"/>
            <a:ext cx="8841744" cy="5568289"/>
          </a:xfrm>
          <a:custGeom>
            <a:avLst/>
            <a:gdLst>
              <a:gd name="connsiteX0" fmla="*/ 5340707 w 8832203"/>
              <a:gd name="connsiteY0" fmla="*/ 0 h 5366359"/>
              <a:gd name="connsiteX1" fmla="*/ 6079296 w 8832203"/>
              <a:gd name="connsiteY1" fmla="*/ 0 h 5366359"/>
              <a:gd name="connsiteX2" fmla="*/ 6079296 w 8832203"/>
              <a:gd name="connsiteY2" fmla="*/ 4210582 h 5366359"/>
              <a:gd name="connsiteX3" fmla="*/ 8832203 w 8832203"/>
              <a:gd name="connsiteY3" fmla="*/ 4210582 h 5366359"/>
              <a:gd name="connsiteX4" fmla="*/ 8832203 w 8832203"/>
              <a:gd name="connsiteY4" fmla="*/ 5366359 h 5366359"/>
              <a:gd name="connsiteX5" fmla="*/ 0 w 8832203"/>
              <a:gd name="connsiteY5" fmla="*/ 5366359 h 5366359"/>
              <a:gd name="connsiteX6" fmla="*/ 0 w 8832203"/>
              <a:gd name="connsiteY6" fmla="*/ 4210582 h 5366359"/>
              <a:gd name="connsiteX7" fmla="*/ 5340707 w 8832203"/>
              <a:gd name="connsiteY7" fmla="*/ 4210582 h 5366359"/>
              <a:gd name="connsiteX0" fmla="*/ 5340707 w 8832203"/>
              <a:gd name="connsiteY0" fmla="*/ 0 h 5366359"/>
              <a:gd name="connsiteX1" fmla="*/ 6079296 w 8832203"/>
              <a:gd name="connsiteY1" fmla="*/ 0 h 5366359"/>
              <a:gd name="connsiteX2" fmla="*/ 6069754 w 8832203"/>
              <a:gd name="connsiteY2" fmla="*/ 3351841 h 5366359"/>
              <a:gd name="connsiteX3" fmla="*/ 8832203 w 8832203"/>
              <a:gd name="connsiteY3" fmla="*/ 4210582 h 5366359"/>
              <a:gd name="connsiteX4" fmla="*/ 8832203 w 8832203"/>
              <a:gd name="connsiteY4" fmla="*/ 5366359 h 5366359"/>
              <a:gd name="connsiteX5" fmla="*/ 0 w 8832203"/>
              <a:gd name="connsiteY5" fmla="*/ 5366359 h 5366359"/>
              <a:gd name="connsiteX6" fmla="*/ 0 w 8832203"/>
              <a:gd name="connsiteY6" fmla="*/ 4210582 h 5366359"/>
              <a:gd name="connsiteX7" fmla="*/ 5340707 w 8832203"/>
              <a:gd name="connsiteY7" fmla="*/ 4210582 h 5366359"/>
              <a:gd name="connsiteX8" fmla="*/ 5340707 w 8832203"/>
              <a:gd name="connsiteY8" fmla="*/ 0 h 5366359"/>
              <a:gd name="connsiteX0" fmla="*/ 5340707 w 8832203"/>
              <a:gd name="connsiteY0" fmla="*/ 0 h 5366359"/>
              <a:gd name="connsiteX1" fmla="*/ 6079296 w 8832203"/>
              <a:gd name="connsiteY1" fmla="*/ 0 h 5366359"/>
              <a:gd name="connsiteX2" fmla="*/ 6069754 w 8832203"/>
              <a:gd name="connsiteY2" fmla="*/ 3351841 h 5366359"/>
              <a:gd name="connsiteX3" fmla="*/ 8832203 w 8832203"/>
              <a:gd name="connsiteY3" fmla="*/ 3370924 h 5366359"/>
              <a:gd name="connsiteX4" fmla="*/ 8832203 w 8832203"/>
              <a:gd name="connsiteY4" fmla="*/ 5366359 h 5366359"/>
              <a:gd name="connsiteX5" fmla="*/ 0 w 8832203"/>
              <a:gd name="connsiteY5" fmla="*/ 5366359 h 5366359"/>
              <a:gd name="connsiteX6" fmla="*/ 0 w 8832203"/>
              <a:gd name="connsiteY6" fmla="*/ 4210582 h 5366359"/>
              <a:gd name="connsiteX7" fmla="*/ 5340707 w 8832203"/>
              <a:gd name="connsiteY7" fmla="*/ 4210582 h 5366359"/>
              <a:gd name="connsiteX8" fmla="*/ 5340707 w 8832203"/>
              <a:gd name="connsiteY8" fmla="*/ 0 h 5366359"/>
              <a:gd name="connsiteX0" fmla="*/ 5340707 w 8832203"/>
              <a:gd name="connsiteY0" fmla="*/ 0 h 5366359"/>
              <a:gd name="connsiteX1" fmla="*/ 6079296 w 8832203"/>
              <a:gd name="connsiteY1" fmla="*/ 0 h 5366359"/>
              <a:gd name="connsiteX2" fmla="*/ 6069754 w 8832203"/>
              <a:gd name="connsiteY2" fmla="*/ 3351841 h 5366359"/>
              <a:gd name="connsiteX3" fmla="*/ 8832203 w 8832203"/>
              <a:gd name="connsiteY3" fmla="*/ 3370924 h 5366359"/>
              <a:gd name="connsiteX4" fmla="*/ 8832203 w 8832203"/>
              <a:gd name="connsiteY4" fmla="*/ 5366359 h 5366359"/>
              <a:gd name="connsiteX5" fmla="*/ 0 w 8832203"/>
              <a:gd name="connsiteY5" fmla="*/ 5366359 h 5366359"/>
              <a:gd name="connsiteX6" fmla="*/ 0 w 8832203"/>
              <a:gd name="connsiteY6" fmla="*/ 4210582 h 5366359"/>
              <a:gd name="connsiteX7" fmla="*/ 5321624 w 8832203"/>
              <a:gd name="connsiteY7" fmla="*/ 3390007 h 5366359"/>
              <a:gd name="connsiteX8" fmla="*/ 5340707 w 8832203"/>
              <a:gd name="connsiteY8" fmla="*/ 0 h 5366359"/>
              <a:gd name="connsiteX0" fmla="*/ 5350248 w 8841744"/>
              <a:gd name="connsiteY0" fmla="*/ 0 h 5366359"/>
              <a:gd name="connsiteX1" fmla="*/ 6088837 w 8841744"/>
              <a:gd name="connsiteY1" fmla="*/ 0 h 5366359"/>
              <a:gd name="connsiteX2" fmla="*/ 6079295 w 8841744"/>
              <a:gd name="connsiteY2" fmla="*/ 3351841 h 5366359"/>
              <a:gd name="connsiteX3" fmla="*/ 8841744 w 8841744"/>
              <a:gd name="connsiteY3" fmla="*/ 3370924 h 5366359"/>
              <a:gd name="connsiteX4" fmla="*/ 8841744 w 8841744"/>
              <a:gd name="connsiteY4" fmla="*/ 5366359 h 5366359"/>
              <a:gd name="connsiteX5" fmla="*/ 9541 w 8841744"/>
              <a:gd name="connsiteY5" fmla="*/ 5366359 h 5366359"/>
              <a:gd name="connsiteX6" fmla="*/ 0 w 8841744"/>
              <a:gd name="connsiteY6" fmla="*/ 3370924 h 5366359"/>
              <a:gd name="connsiteX7" fmla="*/ 5331165 w 8841744"/>
              <a:gd name="connsiteY7" fmla="*/ 3390007 h 5366359"/>
              <a:gd name="connsiteX8" fmla="*/ 5350248 w 8841744"/>
              <a:gd name="connsiteY8" fmla="*/ 0 h 5366359"/>
              <a:gd name="connsiteX0" fmla="*/ 5350248 w 8841744"/>
              <a:gd name="connsiteY0" fmla="*/ 0 h 5366359"/>
              <a:gd name="connsiteX1" fmla="*/ 6088837 w 8841744"/>
              <a:gd name="connsiteY1" fmla="*/ 0 h 5366359"/>
              <a:gd name="connsiteX2" fmla="*/ 6079295 w 8841744"/>
              <a:gd name="connsiteY2" fmla="*/ 3351841 h 5366359"/>
              <a:gd name="connsiteX3" fmla="*/ 8841744 w 8841744"/>
              <a:gd name="connsiteY3" fmla="*/ 3370924 h 5366359"/>
              <a:gd name="connsiteX4" fmla="*/ 8841744 w 8841744"/>
              <a:gd name="connsiteY4" fmla="*/ 5366359 h 5366359"/>
              <a:gd name="connsiteX5" fmla="*/ 9541 w 8841744"/>
              <a:gd name="connsiteY5" fmla="*/ 5366359 h 5366359"/>
              <a:gd name="connsiteX6" fmla="*/ 0 w 8841744"/>
              <a:gd name="connsiteY6" fmla="*/ 3370924 h 5366359"/>
              <a:gd name="connsiteX7" fmla="*/ 5331165 w 8841744"/>
              <a:gd name="connsiteY7" fmla="*/ 3380465 h 5366359"/>
              <a:gd name="connsiteX8" fmla="*/ 5350248 w 8841744"/>
              <a:gd name="connsiteY8" fmla="*/ 0 h 5366359"/>
              <a:gd name="connsiteX0" fmla="*/ 5350248 w 8841744"/>
              <a:gd name="connsiteY0" fmla="*/ 0 h 5366359"/>
              <a:gd name="connsiteX1" fmla="*/ 6088837 w 8841744"/>
              <a:gd name="connsiteY1" fmla="*/ 0 h 5366359"/>
              <a:gd name="connsiteX2" fmla="*/ 6079295 w 8841744"/>
              <a:gd name="connsiteY2" fmla="*/ 3351841 h 5366359"/>
              <a:gd name="connsiteX3" fmla="*/ 8841744 w 8841744"/>
              <a:gd name="connsiteY3" fmla="*/ 3370924 h 5366359"/>
              <a:gd name="connsiteX4" fmla="*/ 8841744 w 8841744"/>
              <a:gd name="connsiteY4" fmla="*/ 5366359 h 5366359"/>
              <a:gd name="connsiteX5" fmla="*/ 9541 w 8841744"/>
              <a:gd name="connsiteY5" fmla="*/ 5366359 h 5366359"/>
              <a:gd name="connsiteX6" fmla="*/ 0 w 8841744"/>
              <a:gd name="connsiteY6" fmla="*/ 3370924 h 5366359"/>
              <a:gd name="connsiteX7" fmla="*/ 5331165 w 8841744"/>
              <a:gd name="connsiteY7" fmla="*/ 3351840 h 5366359"/>
              <a:gd name="connsiteX8" fmla="*/ 5350248 w 8841744"/>
              <a:gd name="connsiteY8" fmla="*/ 0 h 5366359"/>
              <a:gd name="connsiteX0" fmla="*/ 5350248 w 8841744"/>
              <a:gd name="connsiteY0" fmla="*/ 0 h 5366359"/>
              <a:gd name="connsiteX1" fmla="*/ 6088837 w 8841744"/>
              <a:gd name="connsiteY1" fmla="*/ 0 h 5366359"/>
              <a:gd name="connsiteX2" fmla="*/ 6079295 w 8841744"/>
              <a:gd name="connsiteY2" fmla="*/ 3351841 h 5366359"/>
              <a:gd name="connsiteX3" fmla="*/ 8841744 w 8841744"/>
              <a:gd name="connsiteY3" fmla="*/ 3370924 h 5366359"/>
              <a:gd name="connsiteX4" fmla="*/ 8841744 w 8841744"/>
              <a:gd name="connsiteY4" fmla="*/ 5366359 h 5366359"/>
              <a:gd name="connsiteX5" fmla="*/ 9541 w 8841744"/>
              <a:gd name="connsiteY5" fmla="*/ 5366359 h 5366359"/>
              <a:gd name="connsiteX6" fmla="*/ 0 w 8841744"/>
              <a:gd name="connsiteY6" fmla="*/ 3370924 h 5366359"/>
              <a:gd name="connsiteX7" fmla="*/ 5331165 w 8841744"/>
              <a:gd name="connsiteY7" fmla="*/ 3380465 h 5366359"/>
              <a:gd name="connsiteX8" fmla="*/ 5350248 w 8841744"/>
              <a:gd name="connsiteY8" fmla="*/ 0 h 5366359"/>
              <a:gd name="connsiteX0" fmla="*/ 5350248 w 8841744"/>
              <a:gd name="connsiteY0" fmla="*/ 0 h 5366359"/>
              <a:gd name="connsiteX1" fmla="*/ 6088837 w 8841744"/>
              <a:gd name="connsiteY1" fmla="*/ 0 h 5366359"/>
              <a:gd name="connsiteX2" fmla="*/ 6050671 w 8841744"/>
              <a:gd name="connsiteY2" fmla="*/ 3370924 h 5366359"/>
              <a:gd name="connsiteX3" fmla="*/ 8841744 w 8841744"/>
              <a:gd name="connsiteY3" fmla="*/ 3370924 h 5366359"/>
              <a:gd name="connsiteX4" fmla="*/ 8841744 w 8841744"/>
              <a:gd name="connsiteY4" fmla="*/ 5366359 h 5366359"/>
              <a:gd name="connsiteX5" fmla="*/ 9541 w 8841744"/>
              <a:gd name="connsiteY5" fmla="*/ 5366359 h 5366359"/>
              <a:gd name="connsiteX6" fmla="*/ 0 w 8841744"/>
              <a:gd name="connsiteY6" fmla="*/ 3370924 h 5366359"/>
              <a:gd name="connsiteX7" fmla="*/ 5331165 w 8841744"/>
              <a:gd name="connsiteY7" fmla="*/ 3380465 h 5366359"/>
              <a:gd name="connsiteX8" fmla="*/ 5350248 w 8841744"/>
              <a:gd name="connsiteY8" fmla="*/ 0 h 5366359"/>
              <a:gd name="connsiteX0" fmla="*/ 5350248 w 8841744"/>
              <a:gd name="connsiteY0" fmla="*/ 0 h 5366359"/>
              <a:gd name="connsiteX1" fmla="*/ 6088837 w 8841744"/>
              <a:gd name="connsiteY1" fmla="*/ 0 h 5366359"/>
              <a:gd name="connsiteX2" fmla="*/ 6069754 w 8841744"/>
              <a:gd name="connsiteY2" fmla="*/ 3370924 h 5366359"/>
              <a:gd name="connsiteX3" fmla="*/ 8841744 w 8841744"/>
              <a:gd name="connsiteY3" fmla="*/ 3370924 h 5366359"/>
              <a:gd name="connsiteX4" fmla="*/ 8841744 w 8841744"/>
              <a:gd name="connsiteY4" fmla="*/ 5366359 h 5366359"/>
              <a:gd name="connsiteX5" fmla="*/ 9541 w 8841744"/>
              <a:gd name="connsiteY5" fmla="*/ 5366359 h 5366359"/>
              <a:gd name="connsiteX6" fmla="*/ 0 w 8841744"/>
              <a:gd name="connsiteY6" fmla="*/ 3370924 h 5366359"/>
              <a:gd name="connsiteX7" fmla="*/ 5331165 w 8841744"/>
              <a:gd name="connsiteY7" fmla="*/ 3380465 h 5366359"/>
              <a:gd name="connsiteX8" fmla="*/ 5350248 w 8841744"/>
              <a:gd name="connsiteY8" fmla="*/ 0 h 5366359"/>
              <a:gd name="connsiteX0" fmla="*/ 5350248 w 8841744"/>
              <a:gd name="connsiteY0" fmla="*/ 0 h 5366359"/>
              <a:gd name="connsiteX1" fmla="*/ 6088837 w 8841744"/>
              <a:gd name="connsiteY1" fmla="*/ 0 h 5366359"/>
              <a:gd name="connsiteX2" fmla="*/ 6069754 w 8841744"/>
              <a:gd name="connsiteY2" fmla="*/ 3370924 h 5366359"/>
              <a:gd name="connsiteX3" fmla="*/ 8841744 w 8841744"/>
              <a:gd name="connsiteY3" fmla="*/ 3370924 h 5366359"/>
              <a:gd name="connsiteX4" fmla="*/ 8841744 w 8841744"/>
              <a:gd name="connsiteY4" fmla="*/ 5366359 h 5366359"/>
              <a:gd name="connsiteX5" fmla="*/ 9541 w 8841744"/>
              <a:gd name="connsiteY5" fmla="*/ 5366359 h 5366359"/>
              <a:gd name="connsiteX6" fmla="*/ 0 w 8841744"/>
              <a:gd name="connsiteY6" fmla="*/ 3370924 h 5366359"/>
              <a:gd name="connsiteX7" fmla="*/ 5359789 w 8841744"/>
              <a:gd name="connsiteY7" fmla="*/ 3361382 h 5366359"/>
              <a:gd name="connsiteX8" fmla="*/ 5350248 w 8841744"/>
              <a:gd name="connsiteY8" fmla="*/ 0 h 5366359"/>
              <a:gd name="connsiteX0" fmla="*/ 5350248 w 8841744"/>
              <a:gd name="connsiteY0" fmla="*/ 0 h 5366359"/>
              <a:gd name="connsiteX1" fmla="*/ 6069754 w 8841744"/>
              <a:gd name="connsiteY1" fmla="*/ 0 h 5366359"/>
              <a:gd name="connsiteX2" fmla="*/ 6069754 w 8841744"/>
              <a:gd name="connsiteY2" fmla="*/ 3370924 h 5366359"/>
              <a:gd name="connsiteX3" fmla="*/ 8841744 w 8841744"/>
              <a:gd name="connsiteY3" fmla="*/ 3370924 h 5366359"/>
              <a:gd name="connsiteX4" fmla="*/ 8841744 w 8841744"/>
              <a:gd name="connsiteY4" fmla="*/ 5366359 h 5366359"/>
              <a:gd name="connsiteX5" fmla="*/ 9541 w 8841744"/>
              <a:gd name="connsiteY5" fmla="*/ 5366359 h 5366359"/>
              <a:gd name="connsiteX6" fmla="*/ 0 w 8841744"/>
              <a:gd name="connsiteY6" fmla="*/ 3370924 h 5366359"/>
              <a:gd name="connsiteX7" fmla="*/ 5359789 w 8841744"/>
              <a:gd name="connsiteY7" fmla="*/ 3361382 h 5366359"/>
              <a:gd name="connsiteX8" fmla="*/ 5350248 w 8841744"/>
              <a:gd name="connsiteY8" fmla="*/ 0 h 5366359"/>
              <a:gd name="connsiteX0" fmla="*/ 5332831 w 8841744"/>
              <a:gd name="connsiteY0" fmla="*/ 0 h 5549239"/>
              <a:gd name="connsiteX1" fmla="*/ 6069754 w 8841744"/>
              <a:gd name="connsiteY1" fmla="*/ 182880 h 5549239"/>
              <a:gd name="connsiteX2" fmla="*/ 6069754 w 8841744"/>
              <a:gd name="connsiteY2" fmla="*/ 3553804 h 5549239"/>
              <a:gd name="connsiteX3" fmla="*/ 8841744 w 8841744"/>
              <a:gd name="connsiteY3" fmla="*/ 3553804 h 5549239"/>
              <a:gd name="connsiteX4" fmla="*/ 8841744 w 8841744"/>
              <a:gd name="connsiteY4" fmla="*/ 5549239 h 5549239"/>
              <a:gd name="connsiteX5" fmla="*/ 9541 w 8841744"/>
              <a:gd name="connsiteY5" fmla="*/ 5549239 h 5549239"/>
              <a:gd name="connsiteX6" fmla="*/ 0 w 8841744"/>
              <a:gd name="connsiteY6" fmla="*/ 3553804 h 5549239"/>
              <a:gd name="connsiteX7" fmla="*/ 5359789 w 8841744"/>
              <a:gd name="connsiteY7" fmla="*/ 3544262 h 5549239"/>
              <a:gd name="connsiteX8" fmla="*/ 5332831 w 8841744"/>
              <a:gd name="connsiteY8" fmla="*/ 0 h 5549239"/>
              <a:gd name="connsiteX0" fmla="*/ 5332831 w 8841744"/>
              <a:gd name="connsiteY0" fmla="*/ 0 h 5549239"/>
              <a:gd name="connsiteX1" fmla="*/ 6052337 w 8841744"/>
              <a:gd name="connsiteY1" fmla="*/ 26126 h 5549239"/>
              <a:gd name="connsiteX2" fmla="*/ 6069754 w 8841744"/>
              <a:gd name="connsiteY2" fmla="*/ 3553804 h 5549239"/>
              <a:gd name="connsiteX3" fmla="*/ 8841744 w 8841744"/>
              <a:gd name="connsiteY3" fmla="*/ 3553804 h 5549239"/>
              <a:gd name="connsiteX4" fmla="*/ 8841744 w 8841744"/>
              <a:gd name="connsiteY4" fmla="*/ 5549239 h 5549239"/>
              <a:gd name="connsiteX5" fmla="*/ 9541 w 8841744"/>
              <a:gd name="connsiteY5" fmla="*/ 5549239 h 5549239"/>
              <a:gd name="connsiteX6" fmla="*/ 0 w 8841744"/>
              <a:gd name="connsiteY6" fmla="*/ 3553804 h 5549239"/>
              <a:gd name="connsiteX7" fmla="*/ 5359789 w 8841744"/>
              <a:gd name="connsiteY7" fmla="*/ 3544262 h 5549239"/>
              <a:gd name="connsiteX8" fmla="*/ 5332831 w 8841744"/>
              <a:gd name="connsiteY8" fmla="*/ 0 h 5549239"/>
              <a:gd name="connsiteX0" fmla="*/ 5332831 w 8841744"/>
              <a:gd name="connsiteY0" fmla="*/ 0 h 5549239"/>
              <a:gd name="connsiteX1" fmla="*/ 6061046 w 8841744"/>
              <a:gd name="connsiteY1" fmla="*/ 26126 h 5549239"/>
              <a:gd name="connsiteX2" fmla="*/ 6069754 w 8841744"/>
              <a:gd name="connsiteY2" fmla="*/ 3553804 h 5549239"/>
              <a:gd name="connsiteX3" fmla="*/ 8841744 w 8841744"/>
              <a:gd name="connsiteY3" fmla="*/ 3553804 h 5549239"/>
              <a:gd name="connsiteX4" fmla="*/ 8841744 w 8841744"/>
              <a:gd name="connsiteY4" fmla="*/ 5549239 h 5549239"/>
              <a:gd name="connsiteX5" fmla="*/ 9541 w 8841744"/>
              <a:gd name="connsiteY5" fmla="*/ 5549239 h 5549239"/>
              <a:gd name="connsiteX6" fmla="*/ 0 w 8841744"/>
              <a:gd name="connsiteY6" fmla="*/ 3553804 h 5549239"/>
              <a:gd name="connsiteX7" fmla="*/ 5359789 w 8841744"/>
              <a:gd name="connsiteY7" fmla="*/ 3544262 h 5549239"/>
              <a:gd name="connsiteX8" fmla="*/ 5332831 w 8841744"/>
              <a:gd name="connsiteY8" fmla="*/ 0 h 5549239"/>
              <a:gd name="connsiteX0" fmla="*/ 5332831 w 8841744"/>
              <a:gd name="connsiteY0" fmla="*/ 0 h 5549239"/>
              <a:gd name="connsiteX1" fmla="*/ 6061046 w 8841744"/>
              <a:gd name="connsiteY1" fmla="*/ 26126 h 5549239"/>
              <a:gd name="connsiteX2" fmla="*/ 6069754 w 8841744"/>
              <a:gd name="connsiteY2" fmla="*/ 3553804 h 5549239"/>
              <a:gd name="connsiteX3" fmla="*/ 8841744 w 8841744"/>
              <a:gd name="connsiteY3" fmla="*/ 3553804 h 5549239"/>
              <a:gd name="connsiteX4" fmla="*/ 8841744 w 8841744"/>
              <a:gd name="connsiteY4" fmla="*/ 5549239 h 5549239"/>
              <a:gd name="connsiteX5" fmla="*/ 9541 w 8841744"/>
              <a:gd name="connsiteY5" fmla="*/ 5549239 h 5549239"/>
              <a:gd name="connsiteX6" fmla="*/ 0 w 8841744"/>
              <a:gd name="connsiteY6" fmla="*/ 3553804 h 5549239"/>
              <a:gd name="connsiteX7" fmla="*/ 5359789 w 8841744"/>
              <a:gd name="connsiteY7" fmla="*/ 3544262 h 5549239"/>
              <a:gd name="connsiteX8" fmla="*/ 5332831 w 8841744"/>
              <a:gd name="connsiteY8" fmla="*/ 0 h 5549239"/>
              <a:gd name="connsiteX0" fmla="*/ 5332831 w 8841744"/>
              <a:gd name="connsiteY0" fmla="*/ 16737 h 5565976"/>
              <a:gd name="connsiteX1" fmla="*/ 6046759 w 8841744"/>
              <a:gd name="connsiteY1" fmla="*/ 0 h 5565976"/>
              <a:gd name="connsiteX2" fmla="*/ 6069754 w 8841744"/>
              <a:gd name="connsiteY2" fmla="*/ 3570541 h 5565976"/>
              <a:gd name="connsiteX3" fmla="*/ 8841744 w 8841744"/>
              <a:gd name="connsiteY3" fmla="*/ 3570541 h 5565976"/>
              <a:gd name="connsiteX4" fmla="*/ 8841744 w 8841744"/>
              <a:gd name="connsiteY4" fmla="*/ 5565976 h 5565976"/>
              <a:gd name="connsiteX5" fmla="*/ 9541 w 8841744"/>
              <a:gd name="connsiteY5" fmla="*/ 5565976 h 5565976"/>
              <a:gd name="connsiteX6" fmla="*/ 0 w 8841744"/>
              <a:gd name="connsiteY6" fmla="*/ 3570541 h 5565976"/>
              <a:gd name="connsiteX7" fmla="*/ 5359789 w 8841744"/>
              <a:gd name="connsiteY7" fmla="*/ 3560999 h 5565976"/>
              <a:gd name="connsiteX8" fmla="*/ 5332831 w 8841744"/>
              <a:gd name="connsiteY8" fmla="*/ 16737 h 5565976"/>
              <a:gd name="connsiteX0" fmla="*/ 5347118 w 8841744"/>
              <a:gd name="connsiteY0" fmla="*/ 0 h 5568289"/>
              <a:gd name="connsiteX1" fmla="*/ 6046759 w 8841744"/>
              <a:gd name="connsiteY1" fmla="*/ 2313 h 5568289"/>
              <a:gd name="connsiteX2" fmla="*/ 6069754 w 8841744"/>
              <a:gd name="connsiteY2" fmla="*/ 3572854 h 5568289"/>
              <a:gd name="connsiteX3" fmla="*/ 8841744 w 8841744"/>
              <a:gd name="connsiteY3" fmla="*/ 3572854 h 5568289"/>
              <a:gd name="connsiteX4" fmla="*/ 8841744 w 8841744"/>
              <a:gd name="connsiteY4" fmla="*/ 5568289 h 5568289"/>
              <a:gd name="connsiteX5" fmla="*/ 9541 w 8841744"/>
              <a:gd name="connsiteY5" fmla="*/ 5568289 h 5568289"/>
              <a:gd name="connsiteX6" fmla="*/ 0 w 8841744"/>
              <a:gd name="connsiteY6" fmla="*/ 3572854 h 5568289"/>
              <a:gd name="connsiteX7" fmla="*/ 5359789 w 8841744"/>
              <a:gd name="connsiteY7" fmla="*/ 3563312 h 5568289"/>
              <a:gd name="connsiteX8" fmla="*/ 5347118 w 8841744"/>
              <a:gd name="connsiteY8" fmla="*/ 0 h 5568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841744" h="5568289">
                <a:moveTo>
                  <a:pt x="5347118" y="0"/>
                </a:moveTo>
                <a:lnTo>
                  <a:pt x="6046759" y="2313"/>
                </a:lnTo>
                <a:cubicBezTo>
                  <a:pt x="6043578" y="1119593"/>
                  <a:pt x="6072935" y="2455574"/>
                  <a:pt x="6069754" y="3572854"/>
                </a:cubicBezTo>
                <a:lnTo>
                  <a:pt x="8841744" y="3572854"/>
                </a:lnTo>
                <a:lnTo>
                  <a:pt x="8841744" y="5568289"/>
                </a:lnTo>
                <a:lnTo>
                  <a:pt x="9541" y="5568289"/>
                </a:lnTo>
                <a:cubicBezTo>
                  <a:pt x="6361" y="4903144"/>
                  <a:pt x="3180" y="4237999"/>
                  <a:pt x="0" y="3572854"/>
                </a:cubicBezTo>
                <a:lnTo>
                  <a:pt x="5359789" y="3563312"/>
                </a:lnTo>
                <a:cubicBezTo>
                  <a:pt x="5356609" y="2442851"/>
                  <a:pt x="5350298" y="1120461"/>
                  <a:pt x="5347118" y="0"/>
                </a:cubicBezTo>
                <a:close/>
              </a:path>
            </a:pathLst>
          </a:custGeom>
          <a:noFill/>
          <a:ln w="38100" cap="flat" cmpd="sng" algn="ctr">
            <a:solidFill>
              <a:srgbClr val="0000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defPPr>
              <a:defRPr lang="en-US"/>
            </a:defPPr>
            <a:lvl1pPr algn="ctr" rtl="0" fontAlgn="base">
              <a:spcBef>
                <a:spcPct val="0"/>
              </a:spcBef>
              <a:spcAft>
                <a:spcPct val="0"/>
              </a:spcAft>
              <a:defRPr kumimoji="1" sz="2400" kern="1200">
                <a:solidFill>
                  <a:schemeClr val="tx1"/>
                </a:solidFill>
                <a:latin typeface="Times New Roman" pitchFamily="18" charset="0"/>
                <a:ea typeface="ＭＳ Ｐゴシック" charset="-128"/>
                <a:cs typeface="+mn-cs"/>
              </a:defRPr>
            </a:lvl1pPr>
            <a:lvl2pPr marL="457200" algn="ctr" rtl="0" fontAlgn="base">
              <a:spcBef>
                <a:spcPct val="0"/>
              </a:spcBef>
              <a:spcAft>
                <a:spcPct val="0"/>
              </a:spcAft>
              <a:defRPr kumimoji="1" sz="2400" kern="1200">
                <a:solidFill>
                  <a:schemeClr val="tx1"/>
                </a:solidFill>
                <a:latin typeface="Times New Roman" pitchFamily="18" charset="0"/>
                <a:ea typeface="ＭＳ Ｐゴシック" charset="-128"/>
                <a:cs typeface="+mn-cs"/>
              </a:defRPr>
            </a:lvl2pPr>
            <a:lvl3pPr marL="914400" algn="ctr" rtl="0" fontAlgn="base">
              <a:spcBef>
                <a:spcPct val="0"/>
              </a:spcBef>
              <a:spcAft>
                <a:spcPct val="0"/>
              </a:spcAft>
              <a:defRPr kumimoji="1" sz="2400" kern="1200">
                <a:solidFill>
                  <a:schemeClr val="tx1"/>
                </a:solidFill>
                <a:latin typeface="Times New Roman" pitchFamily="18" charset="0"/>
                <a:ea typeface="ＭＳ Ｐゴシック" charset="-128"/>
                <a:cs typeface="+mn-cs"/>
              </a:defRPr>
            </a:lvl3pPr>
            <a:lvl4pPr marL="1371600" algn="ctr" rtl="0" fontAlgn="base">
              <a:spcBef>
                <a:spcPct val="0"/>
              </a:spcBef>
              <a:spcAft>
                <a:spcPct val="0"/>
              </a:spcAft>
              <a:defRPr kumimoji="1" sz="2400" kern="1200">
                <a:solidFill>
                  <a:schemeClr val="tx1"/>
                </a:solidFill>
                <a:latin typeface="Times New Roman" pitchFamily="18" charset="0"/>
                <a:ea typeface="ＭＳ Ｐゴシック" charset="-128"/>
                <a:cs typeface="+mn-cs"/>
              </a:defRPr>
            </a:lvl4pPr>
            <a:lvl5pPr marL="1828800" algn="ctr" rtl="0" fontAlgn="base">
              <a:spcBef>
                <a:spcPct val="0"/>
              </a:spcBef>
              <a:spcAft>
                <a:spcPct val="0"/>
              </a:spcAft>
              <a:defRPr kumimoji="1" sz="2400" kern="1200">
                <a:solidFill>
                  <a:schemeClr val="tx1"/>
                </a:solidFill>
                <a:latin typeface="Times New Roman" pitchFamily="18" charset="0"/>
                <a:ea typeface="ＭＳ Ｐゴシック" charset="-128"/>
                <a:cs typeface="+mn-cs"/>
              </a:defRPr>
            </a:lvl5pPr>
            <a:lvl6pPr marL="2286000" algn="l" defTabSz="914400" rtl="0" eaLnBrk="1" latinLnBrk="0" hangingPunct="1">
              <a:defRPr kumimoji="1" sz="2400" kern="1200">
                <a:solidFill>
                  <a:schemeClr val="tx1"/>
                </a:solidFill>
                <a:latin typeface="Times New Roman" pitchFamily="18" charset="0"/>
                <a:ea typeface="ＭＳ Ｐゴシック" charset="-128"/>
                <a:cs typeface="+mn-cs"/>
              </a:defRPr>
            </a:lvl6pPr>
            <a:lvl7pPr marL="2743200" algn="l" defTabSz="914400" rtl="0" eaLnBrk="1" latinLnBrk="0" hangingPunct="1">
              <a:defRPr kumimoji="1" sz="2400" kern="1200">
                <a:solidFill>
                  <a:schemeClr val="tx1"/>
                </a:solidFill>
                <a:latin typeface="Times New Roman" pitchFamily="18" charset="0"/>
                <a:ea typeface="ＭＳ Ｐゴシック" charset="-128"/>
                <a:cs typeface="+mn-cs"/>
              </a:defRPr>
            </a:lvl7pPr>
            <a:lvl8pPr marL="3200400" algn="l" defTabSz="914400" rtl="0" eaLnBrk="1" latinLnBrk="0" hangingPunct="1">
              <a:defRPr kumimoji="1" sz="2400" kern="1200">
                <a:solidFill>
                  <a:schemeClr val="tx1"/>
                </a:solidFill>
                <a:latin typeface="Times New Roman" pitchFamily="18" charset="0"/>
                <a:ea typeface="ＭＳ Ｐゴシック" charset="-128"/>
                <a:cs typeface="+mn-cs"/>
              </a:defRPr>
            </a:lvl8pPr>
            <a:lvl9pPr marL="3657600" algn="l" defTabSz="914400" rtl="0" eaLnBrk="1" latinLnBrk="0" hangingPunct="1">
              <a:defRPr kumimoji="1" sz="2400" kern="1200">
                <a:solidFill>
                  <a:schemeClr val="tx1"/>
                </a:solidFill>
                <a:latin typeface="Times New Roman" pitchFamily="18" charset="0"/>
                <a:ea typeface="ＭＳ Ｐゴシック" charset="-128"/>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ja-JP" altLang="en-US" sz="2400" b="0" i="0" u="none" strike="noStrike" kern="1200" cap="none" spc="0" normalizeH="0" baseline="0" noProof="0">
              <a:ln>
                <a:noFill/>
              </a:ln>
              <a:solidFill>
                <a:srgbClr val="000000"/>
              </a:solidFill>
              <a:effectLst/>
              <a:uLnTx/>
              <a:uFillTx/>
              <a:latin typeface="Times New Roman" pitchFamily="18" charset="0"/>
              <a:ea typeface="ＭＳ Ｐゴシック" pitchFamily="50" charset="-128"/>
              <a:cs typeface="+mn-cs"/>
            </a:endParaRPr>
          </a:p>
        </p:txBody>
      </p:sp>
    </p:spTree>
    <p:extLst>
      <p:ext uri="{BB962C8B-B14F-4D97-AF65-F5344CB8AC3E}">
        <p14:creationId xmlns:p14="http://schemas.microsoft.com/office/powerpoint/2010/main" val="243919881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 1">
            <a:extLst>
              <a:ext uri="{FF2B5EF4-FFF2-40B4-BE49-F238E27FC236}">
                <a16:creationId xmlns:a16="http://schemas.microsoft.com/office/drawing/2014/main" id="{48DCB464-A38A-B410-F368-4F938430F766}"/>
              </a:ext>
            </a:extLst>
          </p:cNvPr>
          <p:cNvGraphicFramePr>
            <a:graphicFrameLocks noGrp="1"/>
          </p:cNvGraphicFramePr>
          <p:nvPr>
            <p:extLst>
              <p:ext uri="{D42A27DB-BD31-4B8C-83A1-F6EECF244321}">
                <p14:modId xmlns:p14="http://schemas.microsoft.com/office/powerpoint/2010/main" val="4131066396"/>
              </p:ext>
            </p:extLst>
          </p:nvPr>
        </p:nvGraphicFramePr>
        <p:xfrm>
          <a:off x="149074" y="1651453"/>
          <a:ext cx="8845851" cy="3891741"/>
        </p:xfrm>
        <a:graphic>
          <a:graphicData uri="http://schemas.openxmlformats.org/drawingml/2006/table">
            <a:tbl>
              <a:tblPr/>
              <a:tblGrid>
                <a:gridCol w="357878">
                  <a:extLst>
                    <a:ext uri="{9D8B030D-6E8A-4147-A177-3AD203B41FA5}">
                      <a16:colId xmlns:a16="http://schemas.microsoft.com/office/drawing/2014/main" val="1952552046"/>
                    </a:ext>
                  </a:extLst>
                </a:gridCol>
                <a:gridCol w="2750743">
                  <a:extLst>
                    <a:ext uri="{9D8B030D-6E8A-4147-A177-3AD203B41FA5}">
                      <a16:colId xmlns:a16="http://schemas.microsoft.com/office/drawing/2014/main" val="1847233108"/>
                    </a:ext>
                  </a:extLst>
                </a:gridCol>
                <a:gridCol w="812659">
                  <a:extLst>
                    <a:ext uri="{9D8B030D-6E8A-4147-A177-3AD203B41FA5}">
                      <a16:colId xmlns:a16="http://schemas.microsoft.com/office/drawing/2014/main" val="1227529861"/>
                    </a:ext>
                  </a:extLst>
                </a:gridCol>
                <a:gridCol w="715755">
                  <a:extLst>
                    <a:ext uri="{9D8B030D-6E8A-4147-A177-3AD203B41FA5}">
                      <a16:colId xmlns:a16="http://schemas.microsoft.com/office/drawing/2014/main" val="299075789"/>
                    </a:ext>
                  </a:extLst>
                </a:gridCol>
                <a:gridCol w="715755">
                  <a:extLst>
                    <a:ext uri="{9D8B030D-6E8A-4147-A177-3AD203B41FA5}">
                      <a16:colId xmlns:a16="http://schemas.microsoft.com/office/drawing/2014/main" val="1272167002"/>
                    </a:ext>
                  </a:extLst>
                </a:gridCol>
                <a:gridCol w="715755">
                  <a:extLst>
                    <a:ext uri="{9D8B030D-6E8A-4147-A177-3AD203B41FA5}">
                      <a16:colId xmlns:a16="http://schemas.microsoft.com/office/drawing/2014/main" val="1067591408"/>
                    </a:ext>
                  </a:extLst>
                </a:gridCol>
                <a:gridCol w="2777306">
                  <a:extLst>
                    <a:ext uri="{9D8B030D-6E8A-4147-A177-3AD203B41FA5}">
                      <a16:colId xmlns:a16="http://schemas.microsoft.com/office/drawing/2014/main" val="980233236"/>
                    </a:ext>
                  </a:extLst>
                </a:gridCol>
              </a:tblGrid>
              <a:tr h="519341">
                <a:tc>
                  <a:txBody>
                    <a:bodyPr/>
                    <a:lstStyle/>
                    <a:p>
                      <a:pPr algn="ctr" fontAlgn="ctr"/>
                      <a:r>
                        <a:rPr lang="en-US" sz="1400" b="0" i="0" u="none" strike="noStrike" dirty="0">
                          <a:solidFill>
                            <a:srgbClr val="000000"/>
                          </a:solidFill>
                          <a:effectLst/>
                          <a:latin typeface="Meiryo UI" panose="020B0604030504040204" pitchFamily="50" charset="-128"/>
                          <a:ea typeface="Meiryo UI" panose="020B0604030504040204" pitchFamily="50" charset="-128"/>
                        </a:rPr>
                        <a:t>No</a:t>
                      </a: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dirty="0">
                          <a:solidFill>
                            <a:srgbClr val="000000"/>
                          </a:solidFill>
                          <a:effectLst/>
                          <a:latin typeface="Meiryo UI" panose="020B0604030504040204" pitchFamily="50" charset="-128"/>
                          <a:ea typeface="Meiryo UI" panose="020B0604030504040204" pitchFamily="50" charset="-128"/>
                        </a:rPr>
                        <a:t>Item</a:t>
                      </a: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1400" b="0" i="0" u="none" strike="noStrike" dirty="0">
                          <a:solidFill>
                            <a:srgbClr val="000000"/>
                          </a:solidFill>
                          <a:effectLst/>
                          <a:latin typeface="Meiryo UI" panose="020B0604030504040204" pitchFamily="50" charset="-128"/>
                          <a:ea typeface="Meiryo UI" panose="020B0604030504040204" pitchFamily="50" charset="-128"/>
                        </a:rPr>
                        <a:t>Soft/Cal</a:t>
                      </a: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ja-JP" sz="1400" b="0" i="0" u="none" strike="noStrike" dirty="0">
                          <a:solidFill>
                            <a:srgbClr val="000000"/>
                          </a:solidFill>
                          <a:effectLst/>
                          <a:latin typeface="Meiryo UI" panose="020B0604030504040204" pitchFamily="50" charset="-128"/>
                          <a:ea typeface="Meiryo UI" panose="020B0604030504040204" pitchFamily="50" charset="-128"/>
                        </a:rPr>
                        <a:t>62XS</a:t>
                      </a:r>
                    </a:p>
                    <a:p>
                      <a:pPr algn="ctr" fontAlgn="ctr"/>
                      <a:r>
                        <a:rPr lang="en-US" altLang="ja-JP" sz="1400" b="0" i="0" u="none" strike="noStrike" dirty="0">
                          <a:solidFill>
                            <a:srgbClr val="000000"/>
                          </a:solidFill>
                          <a:effectLst/>
                          <a:latin typeface="Meiryo UI" panose="020B0604030504040204" pitchFamily="50" charset="-128"/>
                          <a:ea typeface="Meiryo UI" panose="020B0604030504040204" pitchFamily="50" charset="-128"/>
                        </a:rPr>
                        <a:t>(MG1)</a:t>
                      </a: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ja-JP" sz="1400" b="0" i="0" u="none" strike="noStrike" dirty="0">
                          <a:solidFill>
                            <a:srgbClr val="000000"/>
                          </a:solidFill>
                          <a:effectLst/>
                          <a:latin typeface="Meiryo UI" panose="020B0604030504040204" pitchFamily="50" charset="-128"/>
                          <a:ea typeface="Meiryo UI" panose="020B0604030504040204" pitchFamily="50" charset="-128"/>
                        </a:rPr>
                        <a:t>6WZZ</a:t>
                      </a:r>
                    </a:p>
                    <a:p>
                      <a:pPr algn="ctr" fontAlgn="ctr"/>
                      <a:r>
                        <a:rPr lang="en-US" altLang="ja-JP" sz="1100" b="0" i="0" u="none" strike="noStrike" dirty="0">
                          <a:solidFill>
                            <a:srgbClr val="000000"/>
                          </a:solidFill>
                          <a:effectLst/>
                          <a:latin typeface="Meiryo UI" panose="020B0604030504040204" pitchFamily="50" charset="-128"/>
                          <a:ea typeface="Meiryo UI" panose="020B0604030504040204" pitchFamily="50" charset="-128"/>
                        </a:rPr>
                        <a:t>(MED17)</a:t>
                      </a:r>
                      <a:endParaRPr lang="en-US" altLang="ja-JP" sz="1400" b="0" i="0" u="none" strike="noStrike" dirty="0">
                        <a:solidFill>
                          <a:srgbClr val="000000"/>
                        </a:solidFill>
                        <a:effectLst/>
                        <a:latin typeface="Meiryo UI" panose="020B0604030504040204" pitchFamily="50" charset="-128"/>
                        <a:ea typeface="Meiryo UI" panose="020B0604030504040204" pitchFamily="50" charset="-128"/>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ja-JP" sz="1400" b="0" i="0" u="none" strike="noStrike" dirty="0">
                          <a:solidFill>
                            <a:srgbClr val="000000"/>
                          </a:solidFill>
                          <a:effectLst/>
                          <a:latin typeface="Meiryo UI" panose="020B0604030504040204" pitchFamily="50" charset="-128"/>
                          <a:ea typeface="Meiryo UI" panose="020B0604030504040204" pitchFamily="50" charset="-128"/>
                        </a:rPr>
                        <a:t>6WZX</a:t>
                      </a:r>
                    </a:p>
                    <a:p>
                      <a:pPr algn="ctr" fontAlgn="ctr"/>
                      <a:r>
                        <a:rPr lang="en-US" sz="1400" b="0" i="0" u="none" strike="noStrike" dirty="0">
                          <a:solidFill>
                            <a:srgbClr val="000000"/>
                          </a:solidFill>
                          <a:effectLst/>
                          <a:latin typeface="Meiryo UI" panose="020B0604030504040204" pitchFamily="50" charset="-128"/>
                          <a:ea typeface="Meiryo UI" panose="020B0604030504040204" pitchFamily="50" charset="-128"/>
                        </a:rPr>
                        <a:t>(MG1)</a:t>
                      </a: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ja-JP" sz="1400" b="0" i="0" u="none" strike="noStrike" dirty="0">
                          <a:solidFill>
                            <a:srgbClr val="000000"/>
                          </a:solidFill>
                          <a:effectLst/>
                          <a:latin typeface="Meiryo UI" panose="020B0604030504040204" pitchFamily="50" charset="-128"/>
                          <a:ea typeface="Meiryo UI" panose="020B0604030504040204" pitchFamily="50" charset="-128"/>
                        </a:rPr>
                        <a:t>Remarks</a:t>
                      </a:r>
                      <a:endParaRPr lang="en-US" sz="1400" b="0" i="0" u="none" strike="noStrike" dirty="0">
                        <a:solidFill>
                          <a:srgbClr val="000000"/>
                        </a:solidFill>
                        <a:effectLst/>
                        <a:latin typeface="Meiryo UI" panose="020B0604030504040204" pitchFamily="50" charset="-128"/>
                        <a:ea typeface="Meiryo UI" panose="020B0604030504040204" pitchFamily="50" charset="-128"/>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27649755"/>
                  </a:ext>
                </a:extLst>
              </a:tr>
              <a:tr h="360640">
                <a:tc>
                  <a:txBody>
                    <a:bodyPr/>
                    <a:lstStyle/>
                    <a:p>
                      <a:pPr algn="ctr" fontAlgn="ctr"/>
                      <a:r>
                        <a:rPr lang="en-US" altLang="ja-JP" sz="1200" b="0" i="0" u="none" strike="noStrike" dirty="0">
                          <a:solidFill>
                            <a:srgbClr val="000000"/>
                          </a:solidFill>
                          <a:effectLst/>
                          <a:latin typeface="Meiryo UI" panose="020B0604030504040204" pitchFamily="50" charset="-128"/>
                          <a:ea typeface="Meiryo UI" panose="020B0604030504040204" pitchFamily="50" charset="-128"/>
                        </a:rPr>
                        <a:t>15</a:t>
                      </a: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200" b="0" i="0" u="none" strike="noStrike" dirty="0">
                          <a:solidFill>
                            <a:srgbClr val="000000"/>
                          </a:solidFill>
                          <a:effectLst/>
                          <a:latin typeface="Meiryo UI" panose="020B0604030504040204" pitchFamily="50" charset="-128"/>
                          <a:ea typeface="Meiryo UI" panose="020B0604030504040204" pitchFamily="50" charset="-128"/>
                        </a:rPr>
                        <a:t>S-range Tip-in DRB Shock</a:t>
                      </a: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1200" b="0" i="0" u="none" strike="noStrike" dirty="0">
                          <a:solidFill>
                            <a:schemeClr val="tx1"/>
                          </a:solidFill>
                          <a:effectLst/>
                          <a:latin typeface="Meiryo UI" panose="020B0604030504040204" pitchFamily="50" charset="-128"/>
                          <a:ea typeface="Meiryo UI" panose="020B0604030504040204" pitchFamily="50" charset="-128"/>
                        </a:rPr>
                        <a:t>SW/Cal</a:t>
                      </a: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ja-JP" sz="1200" b="0" i="0" u="none" strike="noStrike" dirty="0">
                          <a:solidFill>
                            <a:schemeClr val="tx1"/>
                          </a:solidFill>
                          <a:effectLst/>
                          <a:latin typeface="Meiryo UI" panose="020B0604030504040204" pitchFamily="50" charset="-128"/>
                          <a:ea typeface="Meiryo UI" panose="020B0604030504040204" pitchFamily="50" charset="-128"/>
                        </a:rPr>
                        <a:t>Yes</a:t>
                      </a:r>
                    </a:p>
                    <a:p>
                      <a:pPr algn="ctr" fontAlgn="ctr"/>
                      <a:r>
                        <a:rPr lang="en-US" sz="1000" b="0" i="0" u="none" strike="noStrike" dirty="0">
                          <a:solidFill>
                            <a:schemeClr val="tx1"/>
                          </a:solidFill>
                          <a:effectLst/>
                          <a:latin typeface="Meiryo UI" panose="020B0604030504040204" pitchFamily="50" charset="-128"/>
                          <a:ea typeface="Meiryo UI" panose="020B0604030504040204" pitchFamily="50" charset="-128"/>
                        </a:rPr>
                        <a:t>(</a:t>
                      </a:r>
                      <a:r>
                        <a:rPr lang="en-US" sz="1000" b="0" i="0" u="none" strike="noStrike" dirty="0" err="1">
                          <a:solidFill>
                            <a:schemeClr val="tx1"/>
                          </a:solidFill>
                          <a:effectLst/>
                          <a:latin typeface="Meiryo UI" panose="020B0604030504040204" pitchFamily="50" charset="-128"/>
                          <a:ea typeface="Meiryo UI" panose="020B0604030504040204" pitchFamily="50" charset="-128"/>
                        </a:rPr>
                        <a:t>Cal&amp;SW</a:t>
                      </a:r>
                      <a:r>
                        <a:rPr lang="en-US" sz="1000" b="0" i="0" u="none" strike="noStrike" dirty="0">
                          <a:solidFill>
                            <a:schemeClr val="tx1"/>
                          </a:solidFill>
                          <a:effectLst/>
                          <a:latin typeface="Meiryo UI" panose="020B0604030504040204" pitchFamily="50" charset="-128"/>
                          <a:ea typeface="Meiryo UI" panose="020B0604030504040204" pitchFamily="50" charset="-128"/>
                        </a:rPr>
                        <a:t>)</a:t>
                      </a: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ECFF"/>
                    </a:solidFill>
                  </a:tcPr>
                </a:tc>
                <a:tc>
                  <a:txBody>
                    <a:bodyPr/>
                    <a:lstStyle/>
                    <a:p>
                      <a:pPr algn="ctr" fontAlgn="ctr"/>
                      <a:r>
                        <a:rPr lang="en-US" altLang="ja-JP" sz="1200" b="0" i="0" u="none" strike="noStrike" dirty="0">
                          <a:solidFill>
                            <a:srgbClr val="000000"/>
                          </a:solidFill>
                          <a:effectLst/>
                          <a:latin typeface="Meiryo UI" panose="020B0604030504040204" pitchFamily="50" charset="-128"/>
                          <a:ea typeface="Meiryo UI" panose="020B0604030504040204" pitchFamily="50" charset="-128"/>
                        </a:rPr>
                        <a:t>No</a:t>
                      </a:r>
                      <a:endParaRPr lang="ja-JP" altLang="en-US" sz="1200" b="0" i="0" u="none" strike="noStrike" dirty="0">
                        <a:solidFill>
                          <a:srgbClr val="000000"/>
                        </a:solidFill>
                        <a:effectLst/>
                        <a:latin typeface="Meiryo UI" panose="020B0604030504040204" pitchFamily="50" charset="-128"/>
                        <a:ea typeface="Meiryo UI" panose="020B0604030504040204" pitchFamily="50" charset="-128"/>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altLang="ja-JP" sz="1200" b="0" i="0" u="none" strike="noStrike" dirty="0">
                          <a:solidFill>
                            <a:schemeClr val="tx1"/>
                          </a:solidFill>
                          <a:effectLst/>
                          <a:latin typeface="Meiryo UI" panose="020B0604030504040204" pitchFamily="50" charset="-128"/>
                          <a:ea typeface="Meiryo UI" panose="020B0604030504040204" pitchFamily="50" charset="-128"/>
                        </a:rPr>
                        <a:t>Yes</a:t>
                      </a:r>
                    </a:p>
                    <a:p>
                      <a:pPr algn="ctr" fontAlgn="ctr"/>
                      <a:r>
                        <a:rPr lang="en-US" sz="1000" b="0" i="0" u="none" strike="noStrike" dirty="0">
                          <a:solidFill>
                            <a:schemeClr val="tx1"/>
                          </a:solidFill>
                          <a:effectLst/>
                          <a:latin typeface="Meiryo UI" panose="020B0604030504040204" pitchFamily="50" charset="-128"/>
                          <a:ea typeface="Meiryo UI" panose="020B0604030504040204" pitchFamily="50" charset="-128"/>
                        </a:rPr>
                        <a:t>(</a:t>
                      </a:r>
                      <a:r>
                        <a:rPr lang="en-US" sz="1000" b="0" i="0" u="none" strike="noStrike" dirty="0" err="1">
                          <a:solidFill>
                            <a:schemeClr val="tx1"/>
                          </a:solidFill>
                          <a:effectLst/>
                          <a:latin typeface="Meiryo UI" panose="020B0604030504040204" pitchFamily="50" charset="-128"/>
                          <a:ea typeface="Meiryo UI" panose="020B0604030504040204" pitchFamily="50" charset="-128"/>
                        </a:rPr>
                        <a:t>Cal&amp;SW</a:t>
                      </a:r>
                      <a:r>
                        <a:rPr lang="en-US" sz="1000" b="0" i="0" u="none" strike="noStrike" dirty="0">
                          <a:solidFill>
                            <a:schemeClr val="tx1"/>
                          </a:solidFill>
                          <a:effectLst/>
                          <a:latin typeface="Meiryo UI" panose="020B0604030504040204" pitchFamily="50" charset="-128"/>
                          <a:ea typeface="Meiryo UI" panose="020B0604030504040204" pitchFamily="50" charset="-128"/>
                        </a:rPr>
                        <a:t>)</a:t>
                      </a: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ECFF"/>
                    </a:solidFill>
                  </a:tcPr>
                </a:tc>
                <a:tc>
                  <a:txBody>
                    <a:bodyPr/>
                    <a:lstStyle/>
                    <a:p>
                      <a:r>
                        <a:rPr kumimoji="1" lang="en-US" altLang="ja-JP" sz="600" b="0" i="0" u="none" strike="noStrike" kern="1200" baseline="0" dirty="0">
                          <a:solidFill>
                            <a:schemeClr val="tx1"/>
                          </a:solidFill>
                          <a:latin typeface="Meiryo UI" panose="020B0604030504040204" pitchFamily="50" charset="-128"/>
                          <a:ea typeface="Meiryo UI" panose="020B0604030504040204" pitchFamily="50" charset="-128"/>
                          <a:cs typeface="+mn-cs"/>
                        </a:rPr>
                        <a:t>Shock was observed at S-range Tip-in DRB. </a:t>
                      </a:r>
                    </a:p>
                    <a:p>
                      <a:r>
                        <a:rPr kumimoji="1" lang="en-US" altLang="ja-JP" sz="600" b="0" i="0" u="none" strike="noStrike" kern="1200" baseline="0" dirty="0">
                          <a:solidFill>
                            <a:schemeClr val="tx1"/>
                          </a:solidFill>
                          <a:latin typeface="Meiryo UI" panose="020B0604030504040204" pitchFamily="50" charset="-128"/>
                          <a:ea typeface="Meiryo UI" panose="020B0604030504040204" pitchFamily="50" charset="-128"/>
                          <a:cs typeface="+mn-cs"/>
                        </a:rPr>
                        <a:t>Countermeasure taken in 62XA by CVT side was cancelled in EF7C and to be cancelled 62XS, too. Re-calibration of DRB filter at S-range was done in EF7C. CVT side to be cancel torque intervention also in 62XS and countermeasure for SW buggy fix to be implemented in 62XS.</a:t>
                      </a: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42877627"/>
                  </a:ext>
                </a:extLst>
              </a:tr>
              <a:tr h="360640">
                <a:tc>
                  <a:txBody>
                    <a:bodyPr/>
                    <a:lstStyle/>
                    <a:p>
                      <a:pPr algn="ctr" fontAlgn="ctr"/>
                      <a:r>
                        <a:rPr lang="en-US" altLang="ja-JP" sz="1200" b="0" i="0" u="none" strike="noStrike" dirty="0">
                          <a:solidFill>
                            <a:srgbClr val="000000"/>
                          </a:solidFill>
                          <a:effectLst/>
                          <a:latin typeface="Meiryo UI" panose="020B0604030504040204" pitchFamily="50" charset="-128"/>
                          <a:ea typeface="Meiryo UI" panose="020B0604030504040204" pitchFamily="50" charset="-128"/>
                        </a:rPr>
                        <a:t>16</a:t>
                      </a: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altLang="ja-JP" sz="1200" b="0" i="0" u="none" strike="noStrike" dirty="0">
                          <a:solidFill>
                            <a:srgbClr val="000000"/>
                          </a:solidFill>
                          <a:effectLst/>
                          <a:latin typeface="Meiryo UI" panose="020B0604030504040204" pitchFamily="50" charset="-128"/>
                          <a:ea typeface="Meiryo UI" panose="020B0604030504040204" pitchFamily="50" charset="-128"/>
                        </a:rPr>
                        <a:t>Fuel F/B activation delay at E100</a:t>
                      </a: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dirty="0">
                          <a:solidFill>
                            <a:schemeClr val="tx1"/>
                          </a:solidFill>
                          <a:effectLst/>
                          <a:latin typeface="Meiryo UI" panose="020B0604030504040204" pitchFamily="50" charset="-128"/>
                          <a:ea typeface="Meiryo UI" panose="020B0604030504040204" pitchFamily="50" charset="-128"/>
                        </a:rPr>
                        <a:t>SW/Cal</a:t>
                      </a: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ja-JP" sz="1200" b="0" i="0" u="none" strike="noStrike" dirty="0">
                          <a:solidFill>
                            <a:schemeClr val="tx1"/>
                          </a:solidFill>
                          <a:effectLst/>
                          <a:latin typeface="Meiryo UI" panose="020B0604030504040204" pitchFamily="50" charset="-128"/>
                          <a:ea typeface="Meiryo UI" panose="020B0604030504040204" pitchFamily="50" charset="-128"/>
                        </a:rPr>
                        <a:t>Yes</a:t>
                      </a:r>
                      <a:endParaRPr lang="en-US" sz="1200" b="0" i="0" u="none" strike="noStrike" dirty="0">
                        <a:solidFill>
                          <a:schemeClr val="tx1"/>
                        </a:solidFill>
                        <a:effectLst/>
                        <a:latin typeface="Meiryo UI" panose="020B0604030504040204" pitchFamily="50" charset="-128"/>
                        <a:ea typeface="Meiryo UI" panose="020B0604030504040204" pitchFamily="50" charset="-128"/>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ECFF"/>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No</a:t>
                      </a:r>
                      <a:endParaRPr kumimoji="1" lang="ja-JP" altLang="en-US"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altLang="ja-JP" sz="1200" b="0" i="0" u="none" strike="noStrike" dirty="0">
                          <a:solidFill>
                            <a:schemeClr val="tx1"/>
                          </a:solidFill>
                          <a:effectLst/>
                          <a:latin typeface="Meiryo UI" panose="020B0604030504040204" pitchFamily="50" charset="-128"/>
                          <a:ea typeface="Meiryo UI" panose="020B0604030504040204" pitchFamily="50" charset="-128"/>
                        </a:rPr>
                        <a:t>Yes</a:t>
                      </a:r>
                      <a:endParaRPr lang="en-US" sz="1200" b="0" i="0" u="none" strike="noStrike" dirty="0">
                        <a:solidFill>
                          <a:schemeClr val="tx1"/>
                        </a:solidFill>
                        <a:effectLst/>
                        <a:latin typeface="Meiryo UI" panose="020B0604030504040204" pitchFamily="50" charset="-128"/>
                        <a:ea typeface="Meiryo UI" panose="020B0604030504040204" pitchFamily="50" charset="-128"/>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ECFF"/>
                    </a:solidFill>
                  </a:tcPr>
                </a:tc>
                <a:tc>
                  <a:txBody>
                    <a:bodyPr/>
                    <a:lstStyle/>
                    <a:p>
                      <a:r>
                        <a:rPr kumimoji="1" lang="en-US" altLang="ja-JP" sz="600" b="0" i="0" u="none" strike="noStrike" kern="1200" baseline="0" dirty="0">
                          <a:solidFill>
                            <a:schemeClr val="tx1"/>
                          </a:solidFill>
                          <a:latin typeface="Meiryo UI" panose="020B0604030504040204" pitchFamily="50" charset="-128"/>
                          <a:ea typeface="Meiryo UI" panose="020B0604030504040204" pitchFamily="50" charset="-128"/>
                          <a:cs typeface="+mn-cs"/>
                        </a:rPr>
                        <a:t>Under -5degC E100 condition, lambda signal drift was observed due to ethanol effects. In EF7C Fuel F/B start delayed by timer. For next projects, delay should be managed by accumulated air amount. </a:t>
                      </a: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61392621"/>
                  </a:ext>
                </a:extLst>
              </a:tr>
              <a:tr h="360640">
                <a:tc>
                  <a:txBody>
                    <a:bodyPr/>
                    <a:lstStyle/>
                    <a:p>
                      <a:pPr algn="ctr" fontAlgn="ctr"/>
                      <a:r>
                        <a:rPr lang="en-US" altLang="ja-JP" sz="1200" b="0" i="0" u="none" strike="noStrike" dirty="0">
                          <a:solidFill>
                            <a:srgbClr val="000000"/>
                          </a:solidFill>
                          <a:effectLst/>
                          <a:latin typeface="Meiryo UI" panose="020B0604030504040204" pitchFamily="50" charset="-128"/>
                          <a:ea typeface="Meiryo UI" panose="020B0604030504040204" pitchFamily="50" charset="-128"/>
                        </a:rPr>
                        <a:t>17</a:t>
                      </a: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200" b="0" i="0" u="none" strike="noStrike" dirty="0">
                          <a:solidFill>
                            <a:srgbClr val="000000"/>
                          </a:solidFill>
                          <a:effectLst/>
                          <a:latin typeface="Meiryo UI" panose="020B0604030504040204" pitchFamily="50" charset="-128"/>
                          <a:ea typeface="Meiryo UI" panose="020B0604030504040204" pitchFamily="50" charset="-128"/>
                        </a:rPr>
                        <a:t>D-range Ne increase by A/C on</a:t>
                      </a: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1200" b="0" i="0" u="none" strike="noStrike" dirty="0">
                          <a:solidFill>
                            <a:schemeClr val="tx1"/>
                          </a:solidFill>
                          <a:effectLst/>
                          <a:latin typeface="Meiryo UI" panose="020B0604030504040204" pitchFamily="50" charset="-128"/>
                          <a:ea typeface="Meiryo UI" panose="020B0604030504040204" pitchFamily="50" charset="-128"/>
                        </a:rPr>
                        <a:t>SW/Cal</a:t>
                      </a:r>
                      <a:endParaRPr lang="ja-JP" altLang="en-US" sz="1200" b="0" i="0" u="none" strike="noStrike" dirty="0">
                        <a:solidFill>
                          <a:srgbClr val="000000"/>
                        </a:solidFill>
                        <a:effectLst/>
                        <a:latin typeface="Meiryo UI" panose="020B0604030504040204" pitchFamily="50" charset="-128"/>
                        <a:ea typeface="Meiryo UI" panose="020B0604030504040204" pitchFamily="50" charset="-128"/>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ja-JP" sz="1200" b="0" i="0" u="none" strike="noStrike" dirty="0">
                          <a:solidFill>
                            <a:schemeClr val="tx1"/>
                          </a:solidFill>
                          <a:effectLst/>
                          <a:latin typeface="Meiryo UI" panose="020B0604030504040204" pitchFamily="50" charset="-128"/>
                          <a:ea typeface="Meiryo UI" panose="020B0604030504040204" pitchFamily="50" charset="-128"/>
                        </a:rPr>
                        <a:t>Yes</a:t>
                      </a:r>
                      <a:endParaRPr lang="ja-JP" altLang="en-US" sz="1200" b="0" i="0" u="none" strike="noStrike" dirty="0">
                        <a:solidFill>
                          <a:schemeClr val="tx1"/>
                        </a:solidFill>
                        <a:effectLst/>
                        <a:latin typeface="Meiryo UI" panose="020B0604030504040204" pitchFamily="50" charset="-128"/>
                        <a:ea typeface="Meiryo UI" panose="020B0604030504040204" pitchFamily="50" charset="-128"/>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ECFF"/>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No</a:t>
                      </a:r>
                      <a:endParaRPr kumimoji="1" lang="ja-JP" altLang="en-US"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altLang="ja-JP" sz="1200" b="0" i="0" u="none" strike="noStrike" dirty="0">
                          <a:solidFill>
                            <a:schemeClr val="tx1"/>
                          </a:solidFill>
                          <a:effectLst/>
                          <a:latin typeface="Meiryo UI" panose="020B0604030504040204" pitchFamily="50" charset="-128"/>
                          <a:ea typeface="Meiryo UI" panose="020B0604030504040204" pitchFamily="50" charset="-128"/>
                        </a:rPr>
                        <a:t>Yes</a:t>
                      </a:r>
                      <a:endParaRPr lang="ja-JP" altLang="en-US" sz="1200" b="0" i="0" u="none" strike="noStrike" dirty="0">
                        <a:solidFill>
                          <a:schemeClr val="tx1"/>
                        </a:solidFill>
                        <a:effectLst/>
                        <a:latin typeface="Meiryo UI" panose="020B0604030504040204" pitchFamily="50" charset="-128"/>
                        <a:ea typeface="Meiryo UI" panose="020B0604030504040204" pitchFamily="50" charset="-128"/>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ECFF"/>
                    </a:solidFill>
                  </a:tcPr>
                </a:tc>
                <a:tc>
                  <a:txBody>
                    <a:bodyPr/>
                    <a:lstStyle/>
                    <a:p>
                      <a:r>
                        <a:rPr kumimoji="1" lang="en-US" altLang="ja-JP" sz="600" b="0" i="0" u="none" strike="noStrike" kern="1200" baseline="0" dirty="0">
                          <a:solidFill>
                            <a:schemeClr val="tx1"/>
                          </a:solidFill>
                          <a:latin typeface="Meiryo UI" panose="020B0604030504040204" pitchFamily="50" charset="-128"/>
                          <a:ea typeface="Meiryo UI" panose="020B0604030504040204" pitchFamily="50" charset="-128"/>
                          <a:cs typeface="+mn-cs"/>
                        </a:rPr>
                        <a:t>Ne is unintentionally increased by A/C on. Torque level of input to DRV filter is changed from ME17. Due to this, accessory torque loss compensation works DRV filter and surplus torque leads unintentional Ne up. Permanent countermeasure by SW is under development in EF7C as prototype. Official countermeasure SW to be implement in 62XS</a:t>
                      </a: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72123696"/>
                  </a:ext>
                </a:extLst>
              </a:tr>
              <a:tr h="360640">
                <a:tc>
                  <a:txBody>
                    <a:bodyPr/>
                    <a:lstStyle/>
                    <a:p>
                      <a:pPr algn="ctr" fontAlgn="ctr"/>
                      <a:r>
                        <a:rPr lang="en-US" altLang="ja-JP" sz="1200" b="0" i="0" u="none" strike="noStrike" dirty="0">
                          <a:solidFill>
                            <a:srgbClr val="000000"/>
                          </a:solidFill>
                          <a:effectLst/>
                          <a:latin typeface="Meiryo UI" panose="020B0604030504040204" pitchFamily="50" charset="-128"/>
                          <a:ea typeface="Meiryo UI" panose="020B0604030504040204" pitchFamily="50" charset="-128"/>
                        </a:rPr>
                        <a:t>18</a:t>
                      </a: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200" b="0" i="0" u="none" strike="noStrike" dirty="0">
                          <a:solidFill>
                            <a:srgbClr val="000000"/>
                          </a:solidFill>
                          <a:effectLst/>
                          <a:latin typeface="Meiryo UI" panose="020B0604030504040204" pitchFamily="50" charset="-128"/>
                          <a:ea typeface="Meiryo UI" panose="020B0604030504040204" pitchFamily="50" charset="-128"/>
                        </a:rPr>
                        <a:t>Oil dilution logic update, to get similar behavior as 62XA</a:t>
                      </a: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1200" b="0" i="0" u="none" strike="noStrike" dirty="0">
                          <a:solidFill>
                            <a:schemeClr val="tx1"/>
                          </a:solidFill>
                          <a:effectLst/>
                          <a:latin typeface="Meiryo UI" panose="020B0604030504040204" pitchFamily="50" charset="-128"/>
                          <a:ea typeface="Meiryo UI" panose="020B0604030504040204" pitchFamily="50" charset="-128"/>
                        </a:rPr>
                        <a:t>SW/Cal</a:t>
                      </a:r>
                      <a:endParaRPr lang="ja-JP" altLang="en-US" sz="1200" b="0" i="0" u="none" strike="noStrike" dirty="0">
                        <a:solidFill>
                          <a:srgbClr val="000000"/>
                        </a:solidFill>
                        <a:effectLst/>
                        <a:latin typeface="Meiryo UI" panose="020B0604030504040204" pitchFamily="50" charset="-128"/>
                        <a:ea typeface="Meiryo UI" panose="020B0604030504040204" pitchFamily="50" charset="-128"/>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ja-JP" sz="1200" b="0" i="0" u="none" strike="noStrike" dirty="0">
                          <a:solidFill>
                            <a:schemeClr val="tx1"/>
                          </a:solidFill>
                          <a:effectLst/>
                          <a:latin typeface="Meiryo UI" panose="020B0604030504040204" pitchFamily="50" charset="-128"/>
                          <a:ea typeface="Meiryo UI" panose="020B0604030504040204" pitchFamily="50" charset="-128"/>
                        </a:rPr>
                        <a:t>Yes</a:t>
                      </a:r>
                      <a:endParaRPr lang="ja-JP" altLang="en-US" sz="1200" b="0" i="0" u="none" strike="noStrike" dirty="0">
                        <a:solidFill>
                          <a:schemeClr val="tx1"/>
                        </a:solidFill>
                        <a:effectLst/>
                        <a:latin typeface="Meiryo UI" panose="020B0604030504040204" pitchFamily="50" charset="-128"/>
                        <a:ea typeface="Meiryo UI" panose="020B0604030504040204" pitchFamily="50" charset="-128"/>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ECFF"/>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No</a:t>
                      </a:r>
                      <a:endParaRPr kumimoji="1" lang="ja-JP" altLang="en-US"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ja-JP" sz="1200" b="0" i="0" u="none" strike="noStrike" dirty="0">
                          <a:solidFill>
                            <a:schemeClr val="tx1"/>
                          </a:solidFill>
                          <a:effectLst/>
                          <a:latin typeface="Meiryo UI" panose="020B0604030504040204" pitchFamily="50" charset="-128"/>
                          <a:ea typeface="Meiryo UI" panose="020B0604030504040204" pitchFamily="50" charset="-128"/>
                        </a:rPr>
                        <a:t>Yes</a:t>
                      </a:r>
                      <a:endParaRPr lang="ja-JP" altLang="en-US" sz="1200" b="0" i="0" u="none" strike="noStrike" dirty="0">
                        <a:solidFill>
                          <a:schemeClr val="tx1"/>
                        </a:solidFill>
                        <a:effectLst/>
                        <a:latin typeface="Meiryo UI" panose="020B0604030504040204" pitchFamily="50" charset="-128"/>
                        <a:ea typeface="Meiryo UI" panose="020B0604030504040204" pitchFamily="50" charset="-128"/>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ECFF"/>
                    </a:solidFill>
                  </a:tcPr>
                </a:tc>
                <a:tc>
                  <a:txBody>
                    <a:bodyPr/>
                    <a:lstStyle/>
                    <a:p>
                      <a:r>
                        <a:rPr kumimoji="1" lang="en-US" altLang="ja-JP" sz="600" b="0" i="0" u="none" strike="noStrike" kern="1200" baseline="0" dirty="0">
                          <a:solidFill>
                            <a:schemeClr val="tx1"/>
                          </a:solidFill>
                          <a:latin typeface="Meiryo UI" panose="020B0604030504040204" pitchFamily="50" charset="-128"/>
                          <a:ea typeface="Meiryo UI" panose="020B0604030504040204" pitchFamily="50" charset="-128"/>
                          <a:cs typeface="+mn-cs"/>
                        </a:rPr>
                        <a:t>Oil dilution logic to be updated to have the similar behavior as 62XA (ME17). Currently the behavior is not same as 62XA, but RB judged the difference doesn’t have impact to EMS measurement in EF7C and this change to be done in 62XS(D-phase). How to change is already aligned with SW team and 62XS team. In XE9H which is based on 66VA, oil dilution strategy is different from EF7C, so the same change as 62XS does not fit to XE9H. Necessity of SW change in XE9H is under discussion. Similar case can be checked by MG1 deleted labels check. XE9H is planning to do the same activity. </a:t>
                      </a: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3690351"/>
                  </a:ext>
                </a:extLst>
              </a:tr>
              <a:tr h="360640">
                <a:tc>
                  <a:txBody>
                    <a:bodyPr/>
                    <a:lstStyle/>
                    <a:p>
                      <a:pPr algn="ctr" fontAlgn="ctr"/>
                      <a:r>
                        <a:rPr lang="en-US" altLang="ja-JP" sz="1200" b="0" i="0" u="none" strike="noStrike" dirty="0">
                          <a:solidFill>
                            <a:srgbClr val="000000"/>
                          </a:solidFill>
                          <a:effectLst/>
                          <a:latin typeface="Meiryo UI" panose="020B0604030504040204" pitchFamily="50" charset="-128"/>
                          <a:ea typeface="Meiryo UI" panose="020B0604030504040204" pitchFamily="50" charset="-128"/>
                        </a:rPr>
                        <a:t>19</a:t>
                      </a: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r>
                        <a:rPr kumimoji="1" lang="en-US" altLang="ja-JP" sz="1200" b="0" i="0" u="none" strike="noStrike" kern="1200" baseline="0" dirty="0">
                          <a:solidFill>
                            <a:schemeClr val="tx1"/>
                          </a:solidFill>
                          <a:latin typeface="Meiryo UI" panose="020B0604030504040204" pitchFamily="50" charset="-128"/>
                          <a:ea typeface="Meiryo UI" panose="020B0604030504040204" pitchFamily="50" charset="-128"/>
                          <a:cs typeface="+mn-cs"/>
                        </a:rPr>
                        <a:t>Brake negative pressure at high altitude issue </a:t>
                      </a: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1200" b="0" i="0" u="none" strike="noStrike" dirty="0">
                          <a:solidFill>
                            <a:schemeClr val="tx1"/>
                          </a:solidFill>
                          <a:effectLst/>
                          <a:latin typeface="Meiryo UI" panose="020B0604030504040204" pitchFamily="50" charset="-128"/>
                          <a:ea typeface="Meiryo UI" panose="020B0604030504040204" pitchFamily="50" charset="-128"/>
                        </a:rPr>
                        <a:t>SW/Cal</a:t>
                      </a:r>
                      <a:endParaRPr lang="ja-JP" altLang="en-US" sz="1200" b="0" i="0" u="none" strike="noStrike" dirty="0">
                        <a:solidFill>
                          <a:srgbClr val="000000"/>
                        </a:solidFill>
                        <a:effectLst/>
                        <a:latin typeface="Meiryo UI" panose="020B0604030504040204" pitchFamily="50" charset="-128"/>
                        <a:ea typeface="Meiryo UI" panose="020B0604030504040204" pitchFamily="50" charset="-128"/>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altLang="ja-JP" sz="1200" b="0" i="0" u="none" strike="noStrike" dirty="0">
                          <a:solidFill>
                            <a:schemeClr val="tx1"/>
                          </a:solidFill>
                          <a:effectLst/>
                          <a:latin typeface="Meiryo UI" panose="020B0604030504040204" pitchFamily="50" charset="-128"/>
                          <a:ea typeface="Meiryo UI" panose="020B0604030504040204" pitchFamily="50" charset="-128"/>
                        </a:rPr>
                        <a:t>Yes</a:t>
                      </a:r>
                      <a:endParaRPr lang="en-US" sz="1200" b="0" i="0" u="none" strike="noStrike" dirty="0">
                        <a:solidFill>
                          <a:schemeClr val="tx1"/>
                        </a:solidFill>
                        <a:effectLst/>
                        <a:latin typeface="Meiryo UI" panose="020B0604030504040204" pitchFamily="50" charset="-128"/>
                        <a:ea typeface="Meiryo UI" panose="020B0604030504040204" pitchFamily="50" charset="-128"/>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ECFF"/>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No</a:t>
                      </a:r>
                      <a:endParaRPr kumimoji="1" lang="ja-JP" altLang="en-US"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altLang="ja-JP" sz="1200" b="0" i="0" u="none" strike="noStrike" dirty="0">
                          <a:solidFill>
                            <a:schemeClr val="tx1"/>
                          </a:solidFill>
                          <a:effectLst/>
                          <a:latin typeface="Meiryo UI" panose="020B0604030504040204" pitchFamily="50" charset="-128"/>
                          <a:ea typeface="Meiryo UI" panose="020B0604030504040204" pitchFamily="50" charset="-128"/>
                        </a:rPr>
                        <a:t>Yes</a:t>
                      </a:r>
                      <a:endParaRPr lang="en-US" sz="1200" b="0" i="0" u="none" strike="noStrike" dirty="0">
                        <a:solidFill>
                          <a:schemeClr val="tx1"/>
                        </a:solidFill>
                        <a:effectLst/>
                        <a:latin typeface="Meiryo UI" panose="020B0604030504040204" pitchFamily="50" charset="-128"/>
                        <a:ea typeface="Meiryo UI" panose="020B0604030504040204" pitchFamily="50" charset="-128"/>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ECFF"/>
                    </a:solidFill>
                  </a:tcPr>
                </a:tc>
                <a:tc>
                  <a:txBody>
                    <a:bodyPr/>
                    <a:lstStyle/>
                    <a:p>
                      <a:r>
                        <a:rPr kumimoji="1" lang="en-US" altLang="ja-JP" sz="600" b="0" i="0" u="none" strike="noStrike" kern="1200" baseline="0" dirty="0">
                          <a:solidFill>
                            <a:schemeClr val="tx1"/>
                          </a:solidFill>
                          <a:latin typeface="Meiryo UI" panose="020B0604030504040204" pitchFamily="50" charset="-128"/>
                          <a:ea typeface="Meiryo UI" panose="020B0604030504040204" pitchFamily="50" charset="-128"/>
                          <a:cs typeface="+mn-cs"/>
                        </a:rPr>
                        <a:t>Early Lambda F/B start in MG1 + LSU5.2 system, same countermeasure for brake negative pressure issue which are solved in 62XW cannot be used for 62XS. How to solve the issue to be discussed in 62XS.</a:t>
                      </a: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84040635"/>
                  </a:ext>
                </a:extLst>
              </a:tr>
              <a:tr h="360640">
                <a:tc>
                  <a:txBody>
                    <a:bodyPr/>
                    <a:lstStyle/>
                    <a:p>
                      <a:pPr algn="ctr" fontAlgn="ctr"/>
                      <a:r>
                        <a:rPr lang="en-US" altLang="ja-JP" sz="1200" b="0" i="0" u="none" strike="noStrike" dirty="0">
                          <a:solidFill>
                            <a:srgbClr val="000000"/>
                          </a:solidFill>
                          <a:effectLst/>
                          <a:latin typeface="Meiryo UI" panose="020B0604030504040204" pitchFamily="50" charset="-128"/>
                          <a:ea typeface="Meiryo UI" panose="020B0604030504040204" pitchFamily="50" charset="-128"/>
                        </a:rPr>
                        <a:t>20</a:t>
                      </a: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r>
                        <a:rPr kumimoji="1" lang="en-US" altLang="ja-JP" sz="1200" b="0" i="0" u="none" strike="noStrike" kern="1200" baseline="0" dirty="0">
                          <a:solidFill>
                            <a:schemeClr val="tx1"/>
                          </a:solidFill>
                          <a:latin typeface="Meiryo UI" panose="020B0604030504040204" pitchFamily="50" charset="-128"/>
                          <a:ea typeface="Meiryo UI" panose="020B0604030504040204" pitchFamily="50" charset="-128"/>
                          <a:cs typeface="+mn-cs"/>
                        </a:rPr>
                        <a:t>LSB change for factor of </a:t>
                      </a:r>
                      <a:r>
                        <a:rPr kumimoji="1" lang="en-US" altLang="ja-JP" sz="1200" b="0" i="0" u="none" strike="noStrike" kern="1200" baseline="0" dirty="0" err="1">
                          <a:solidFill>
                            <a:schemeClr val="tx1"/>
                          </a:solidFill>
                          <a:latin typeface="Meiryo UI" panose="020B0604030504040204" pitchFamily="50" charset="-128"/>
                          <a:ea typeface="Meiryo UI" panose="020B0604030504040204" pitchFamily="50" charset="-128"/>
                          <a:cs typeface="+mn-cs"/>
                        </a:rPr>
                        <a:t>afterstart</a:t>
                      </a:r>
                      <a:r>
                        <a:rPr kumimoji="1" lang="en-US" altLang="ja-JP" sz="1200" b="0" i="0" u="none" strike="noStrike" kern="1200" baseline="0" dirty="0">
                          <a:solidFill>
                            <a:schemeClr val="tx1"/>
                          </a:solidFill>
                          <a:latin typeface="Meiryo UI" panose="020B0604030504040204" pitchFamily="50" charset="-128"/>
                          <a:ea typeface="Meiryo UI" panose="020B0604030504040204" pitchFamily="50" charset="-128"/>
                          <a:cs typeface="+mn-cs"/>
                        </a:rPr>
                        <a:t> enrichment by altitude 	</a:t>
                      </a: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ja-JP" sz="1200" b="0" i="0" u="none" strike="noStrike" dirty="0">
                          <a:solidFill>
                            <a:schemeClr val="tx1"/>
                          </a:solidFill>
                          <a:effectLst/>
                          <a:latin typeface="Meiryo UI" panose="020B0604030504040204" pitchFamily="50" charset="-128"/>
                          <a:ea typeface="Meiryo UI" panose="020B0604030504040204" pitchFamily="50" charset="-128"/>
                        </a:rPr>
                        <a:t>Cal</a:t>
                      </a:r>
                      <a:endParaRPr lang="ja-JP" altLang="en-US" sz="1200" b="0" i="0" u="none" strike="noStrike" dirty="0">
                        <a:solidFill>
                          <a:srgbClr val="000000"/>
                        </a:solidFill>
                        <a:effectLst/>
                        <a:latin typeface="Meiryo UI" panose="020B0604030504040204" pitchFamily="50" charset="-128"/>
                        <a:ea typeface="Meiryo UI" panose="020B0604030504040204" pitchFamily="50" charset="-128"/>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ja-JP" sz="1200" b="0" i="0" u="none" strike="noStrike" dirty="0">
                          <a:solidFill>
                            <a:schemeClr val="tx1"/>
                          </a:solidFill>
                          <a:effectLst/>
                          <a:latin typeface="Meiryo UI" panose="020B0604030504040204" pitchFamily="50" charset="-128"/>
                          <a:ea typeface="Meiryo UI" panose="020B0604030504040204" pitchFamily="50" charset="-128"/>
                        </a:rPr>
                        <a:t>Yes</a:t>
                      </a:r>
                      <a:endParaRPr lang="en-US" sz="1200" b="0" i="0" u="none" strike="noStrike" dirty="0">
                        <a:solidFill>
                          <a:schemeClr val="tx1"/>
                        </a:solidFill>
                        <a:effectLst/>
                        <a:latin typeface="Meiryo UI" panose="020B0604030504040204" pitchFamily="50" charset="-128"/>
                        <a:ea typeface="Meiryo UI" panose="020B0604030504040204" pitchFamily="50" charset="-128"/>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ECFF"/>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No</a:t>
                      </a:r>
                      <a:endParaRPr kumimoji="1" lang="ja-JP" altLang="en-US"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altLang="ja-JP" sz="1200" b="0" i="0" u="none" strike="noStrike" dirty="0">
                          <a:solidFill>
                            <a:schemeClr val="tx1"/>
                          </a:solidFill>
                          <a:effectLst/>
                          <a:latin typeface="Meiryo UI" panose="020B0604030504040204" pitchFamily="50" charset="-128"/>
                          <a:ea typeface="Meiryo UI" panose="020B0604030504040204" pitchFamily="50" charset="-128"/>
                        </a:rPr>
                        <a:t>Yes</a:t>
                      </a:r>
                      <a:endParaRPr lang="en-US" sz="1200" b="0" i="0" u="none" strike="noStrike" dirty="0">
                        <a:solidFill>
                          <a:schemeClr val="tx1"/>
                        </a:solidFill>
                        <a:effectLst/>
                        <a:latin typeface="Meiryo UI" panose="020B0604030504040204" pitchFamily="50" charset="-128"/>
                        <a:ea typeface="Meiryo UI" panose="020B0604030504040204" pitchFamily="50" charset="-128"/>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ECFF"/>
                    </a:solidFill>
                  </a:tcPr>
                </a:tc>
                <a:tc>
                  <a:txBody>
                    <a:bodyPr/>
                    <a:lstStyle/>
                    <a:p>
                      <a:r>
                        <a:rPr kumimoji="1" lang="en-US" altLang="ja-JP" sz="600" b="0" i="0" u="none" strike="noStrike" kern="1200" baseline="0" dirty="0">
                          <a:solidFill>
                            <a:schemeClr val="tx1"/>
                          </a:solidFill>
                          <a:latin typeface="Meiryo UI" panose="020B0604030504040204" pitchFamily="50" charset="-128"/>
                          <a:ea typeface="Meiryo UI" panose="020B0604030504040204" pitchFamily="50" charset="-128"/>
                          <a:cs typeface="+mn-cs"/>
                        </a:rPr>
                        <a:t>Resolution of input label to CUR :KLZANSFHO is changed in MG1. Due to this, decreasing speed of </a:t>
                      </a:r>
                      <a:r>
                        <a:rPr kumimoji="1" lang="en-US" altLang="ja-JP" sz="600" b="0" i="0" u="none" strike="noStrike" kern="1200" baseline="0" dirty="0" err="1">
                          <a:solidFill>
                            <a:schemeClr val="tx1"/>
                          </a:solidFill>
                          <a:latin typeface="Meiryo UI" panose="020B0604030504040204" pitchFamily="50" charset="-128"/>
                          <a:ea typeface="Meiryo UI" panose="020B0604030504040204" pitchFamily="50" charset="-128"/>
                          <a:cs typeface="+mn-cs"/>
                        </a:rPr>
                        <a:t>afterstart</a:t>
                      </a:r>
                      <a:r>
                        <a:rPr kumimoji="1" lang="en-US" altLang="ja-JP" sz="600" b="0" i="0" u="none" strike="noStrike" kern="1200" baseline="0" dirty="0">
                          <a:solidFill>
                            <a:schemeClr val="tx1"/>
                          </a:solidFill>
                          <a:latin typeface="Meiryo UI" panose="020B0604030504040204" pitchFamily="50" charset="-128"/>
                          <a:ea typeface="Meiryo UI" panose="020B0604030504040204" pitchFamily="50" charset="-128"/>
                          <a:cs typeface="+mn-cs"/>
                        </a:rPr>
                        <a:t> enrichment is in MG1:EF7C is faster than ME17:62XA. To keep the same decreasing speed, as 62XA, CAL value to be adjusted in MG1. How to check is already prepared. Whether this countermeasure can be used in 62XS to be confirmed.</a:t>
                      </a: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66530438"/>
                  </a:ext>
                </a:extLst>
              </a:tr>
            </a:tbl>
          </a:graphicData>
        </a:graphic>
      </p:graphicFrame>
      <p:sp>
        <p:nvSpPr>
          <p:cNvPr id="4" name="Text Box 2">
            <a:extLst>
              <a:ext uri="{FF2B5EF4-FFF2-40B4-BE49-F238E27FC236}">
                <a16:creationId xmlns:a16="http://schemas.microsoft.com/office/drawing/2014/main" id="{02F47343-8FCB-7A28-56BE-97937D39C9D5}"/>
              </a:ext>
            </a:extLst>
          </p:cNvPr>
          <p:cNvSpPr txBox="1">
            <a:spLocks noChangeArrowheads="1"/>
          </p:cNvSpPr>
          <p:nvPr/>
        </p:nvSpPr>
        <p:spPr bwMode="auto">
          <a:xfrm>
            <a:off x="1799836" y="83640"/>
            <a:ext cx="5560048" cy="400110"/>
          </a:xfrm>
          <a:prstGeom prst="rect">
            <a:avLst/>
          </a:prstGeom>
          <a:noFill/>
        </p:spPr>
        <p:txBody>
          <a:bodyPr wrap="none" rtlCol="0">
            <a:spAutoFit/>
          </a:bodyPr>
          <a:lstStyle>
            <a:defPPr>
              <a:defRPr lang="en-US"/>
            </a:defPPr>
            <a:lvl1pPr fontAlgn="auto">
              <a:spcBef>
                <a:spcPts val="0"/>
              </a:spcBef>
              <a:spcAft>
                <a:spcPts val="0"/>
              </a:spcAft>
              <a:defRPr kumimoji="0">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r>
              <a:rPr lang="en-US" altLang="ja-JP" sz="2000" dirty="0"/>
              <a:t>9. Engine Overview and</a:t>
            </a:r>
            <a:r>
              <a:rPr lang="ja-JP" altLang="en-US" sz="2000" dirty="0"/>
              <a:t> </a:t>
            </a:r>
            <a:r>
              <a:rPr lang="en-US" altLang="ja-JP" sz="2000" dirty="0"/>
              <a:t>Basic Specification</a:t>
            </a:r>
          </a:p>
        </p:txBody>
      </p:sp>
      <p:sp>
        <p:nvSpPr>
          <p:cNvPr id="5" name="テキスト ボックス 2">
            <a:extLst>
              <a:ext uri="{FF2B5EF4-FFF2-40B4-BE49-F238E27FC236}">
                <a16:creationId xmlns:a16="http://schemas.microsoft.com/office/drawing/2014/main" id="{1344FC25-41EE-3DE7-BB45-C23847D69C6C}"/>
              </a:ext>
            </a:extLst>
          </p:cNvPr>
          <p:cNvSpPr txBox="1"/>
          <p:nvPr/>
        </p:nvSpPr>
        <p:spPr>
          <a:xfrm>
            <a:off x="0" y="1032340"/>
            <a:ext cx="6895542" cy="369332"/>
          </a:xfrm>
          <a:prstGeom prst="rect">
            <a:avLst/>
          </a:prstGeom>
          <a:noFill/>
        </p:spPr>
        <p:txBody>
          <a:bodyPr wrap="none" rtlCol="0">
            <a:spAutoFit/>
          </a:bodyPr>
          <a:lstStyle>
            <a:defPPr>
              <a:defRPr lang="en-US"/>
            </a:defPPr>
            <a:lvl1pPr algn="ctr" rtl="0" fontAlgn="base">
              <a:spcBef>
                <a:spcPct val="0"/>
              </a:spcBef>
              <a:spcAft>
                <a:spcPct val="0"/>
              </a:spcAft>
              <a:defRPr kumimoji="1" sz="2400" kern="1200">
                <a:solidFill>
                  <a:schemeClr val="tx1"/>
                </a:solidFill>
                <a:latin typeface="Times New Roman" pitchFamily="18" charset="0"/>
                <a:ea typeface="ＭＳ Ｐゴシック" charset="-128"/>
                <a:cs typeface="+mn-cs"/>
              </a:defRPr>
            </a:lvl1pPr>
            <a:lvl2pPr marL="457200" algn="ctr" rtl="0" fontAlgn="base">
              <a:spcBef>
                <a:spcPct val="0"/>
              </a:spcBef>
              <a:spcAft>
                <a:spcPct val="0"/>
              </a:spcAft>
              <a:defRPr kumimoji="1" sz="2400" kern="1200">
                <a:solidFill>
                  <a:schemeClr val="tx1"/>
                </a:solidFill>
                <a:latin typeface="Times New Roman" pitchFamily="18" charset="0"/>
                <a:ea typeface="ＭＳ Ｐゴシック" charset="-128"/>
                <a:cs typeface="+mn-cs"/>
              </a:defRPr>
            </a:lvl2pPr>
            <a:lvl3pPr marL="914400" algn="ctr" rtl="0" fontAlgn="base">
              <a:spcBef>
                <a:spcPct val="0"/>
              </a:spcBef>
              <a:spcAft>
                <a:spcPct val="0"/>
              </a:spcAft>
              <a:defRPr kumimoji="1" sz="2400" kern="1200">
                <a:solidFill>
                  <a:schemeClr val="tx1"/>
                </a:solidFill>
                <a:latin typeface="Times New Roman" pitchFamily="18" charset="0"/>
                <a:ea typeface="ＭＳ Ｐゴシック" charset="-128"/>
                <a:cs typeface="+mn-cs"/>
              </a:defRPr>
            </a:lvl3pPr>
            <a:lvl4pPr marL="1371600" algn="ctr" rtl="0" fontAlgn="base">
              <a:spcBef>
                <a:spcPct val="0"/>
              </a:spcBef>
              <a:spcAft>
                <a:spcPct val="0"/>
              </a:spcAft>
              <a:defRPr kumimoji="1" sz="2400" kern="1200">
                <a:solidFill>
                  <a:schemeClr val="tx1"/>
                </a:solidFill>
                <a:latin typeface="Times New Roman" pitchFamily="18" charset="0"/>
                <a:ea typeface="ＭＳ Ｐゴシック" charset="-128"/>
                <a:cs typeface="+mn-cs"/>
              </a:defRPr>
            </a:lvl4pPr>
            <a:lvl5pPr marL="1828800" algn="ctr" rtl="0" fontAlgn="base">
              <a:spcBef>
                <a:spcPct val="0"/>
              </a:spcBef>
              <a:spcAft>
                <a:spcPct val="0"/>
              </a:spcAft>
              <a:defRPr kumimoji="1" sz="2400" kern="1200">
                <a:solidFill>
                  <a:schemeClr val="tx1"/>
                </a:solidFill>
                <a:latin typeface="Times New Roman" pitchFamily="18" charset="0"/>
                <a:ea typeface="ＭＳ Ｐゴシック" charset="-128"/>
                <a:cs typeface="+mn-cs"/>
              </a:defRPr>
            </a:lvl5pPr>
            <a:lvl6pPr marL="2286000" algn="l" defTabSz="914400" rtl="0" eaLnBrk="1" latinLnBrk="0" hangingPunct="1">
              <a:defRPr kumimoji="1" sz="2400" kern="1200">
                <a:solidFill>
                  <a:schemeClr val="tx1"/>
                </a:solidFill>
                <a:latin typeface="Times New Roman" pitchFamily="18" charset="0"/>
                <a:ea typeface="ＭＳ Ｐゴシック" charset="-128"/>
                <a:cs typeface="+mn-cs"/>
              </a:defRPr>
            </a:lvl6pPr>
            <a:lvl7pPr marL="2743200" algn="l" defTabSz="914400" rtl="0" eaLnBrk="1" latinLnBrk="0" hangingPunct="1">
              <a:defRPr kumimoji="1" sz="2400" kern="1200">
                <a:solidFill>
                  <a:schemeClr val="tx1"/>
                </a:solidFill>
                <a:latin typeface="Times New Roman" pitchFamily="18" charset="0"/>
                <a:ea typeface="ＭＳ Ｐゴシック" charset="-128"/>
                <a:cs typeface="+mn-cs"/>
              </a:defRPr>
            </a:lvl7pPr>
            <a:lvl8pPr marL="3200400" algn="l" defTabSz="914400" rtl="0" eaLnBrk="1" latinLnBrk="0" hangingPunct="1">
              <a:defRPr kumimoji="1" sz="2400" kern="1200">
                <a:solidFill>
                  <a:schemeClr val="tx1"/>
                </a:solidFill>
                <a:latin typeface="Times New Roman" pitchFamily="18" charset="0"/>
                <a:ea typeface="ＭＳ Ｐゴシック" charset="-128"/>
                <a:cs typeface="+mn-cs"/>
              </a:defRPr>
            </a:lvl8pPr>
            <a:lvl9pPr marL="3657600" algn="l" defTabSz="914400" rtl="0" eaLnBrk="1" latinLnBrk="0" hangingPunct="1">
              <a:defRPr kumimoji="1" sz="2400" kern="1200">
                <a:solidFill>
                  <a:schemeClr val="tx1"/>
                </a:solidFill>
                <a:latin typeface="Times New Roman" pitchFamily="18" charset="0"/>
                <a:ea typeface="ＭＳ Ｐゴシック" charset="-128"/>
                <a:cs typeface="+mn-cs"/>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altLang="ja-JP" sz="1800" b="1" u="sng" dirty="0">
                <a:solidFill>
                  <a:srgbClr val="000000"/>
                </a:solidFill>
                <a:latin typeface="Meiryo UI" panose="020B0604030504040204" pitchFamily="50" charset="-128"/>
                <a:ea typeface="Meiryo UI" panose="020B0604030504040204" pitchFamily="50" charset="-128"/>
              </a:rPr>
              <a:t>6WZZ</a:t>
            </a:r>
            <a:r>
              <a:rPr kumimoji="1" lang="ja-JP" altLang="en-US" sz="1800" b="1" i="0" u="sng"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　</a:t>
            </a:r>
            <a:r>
              <a:rPr kumimoji="1" lang="en-US" altLang="ja-JP" sz="1800" b="1" i="0" u="sng"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Maru-Ji</a:t>
            </a:r>
            <a:r>
              <a:rPr kumimoji="1" lang="ja-JP" altLang="en-US" sz="1800" b="1" i="0" u="sng"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 </a:t>
            </a:r>
            <a:r>
              <a:rPr kumimoji="1" lang="en-US" altLang="ja-JP" sz="1800" b="1" i="0" u="sng"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items</a:t>
            </a:r>
            <a:r>
              <a:rPr kumimoji="1" lang="ja-JP" altLang="en-US" sz="1800" b="1" i="0" u="sng"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a:t>
            </a:r>
            <a:r>
              <a:rPr kumimoji="1" lang="en-US" altLang="ja-JP" sz="1800" b="1" i="0" u="sng"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Remaining development items</a:t>
            </a:r>
            <a:r>
              <a:rPr kumimoji="1" lang="ja-JP" altLang="en-US" sz="1800" b="1" i="0" u="sng"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a:t>
            </a:r>
          </a:p>
        </p:txBody>
      </p:sp>
      <p:sp>
        <p:nvSpPr>
          <p:cNvPr id="13" name="正方形/長方形 12">
            <a:extLst>
              <a:ext uri="{FF2B5EF4-FFF2-40B4-BE49-F238E27FC236}">
                <a16:creationId xmlns:a16="http://schemas.microsoft.com/office/drawing/2014/main" id="{DEB20924-B52A-4DD0-9FAF-931FBB26EFBF}"/>
              </a:ext>
            </a:extLst>
          </p:cNvPr>
          <p:cNvSpPr/>
          <p:nvPr/>
        </p:nvSpPr>
        <p:spPr bwMode="auto">
          <a:xfrm>
            <a:off x="5509323" y="1651453"/>
            <a:ext cx="695774" cy="4084480"/>
          </a:xfrm>
          <a:prstGeom prst="rect">
            <a:avLst/>
          </a:prstGeom>
          <a:noFill/>
          <a:ln w="57150" cap="flat" cmpd="sng" algn="ctr">
            <a:solidFill>
              <a:srgbClr val="0000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Times New Roman" pitchFamily="18" charset="0"/>
              <a:ea typeface="ＭＳ Ｐゴシック" pitchFamily="50" charset="-128"/>
            </a:endParaRPr>
          </a:p>
        </p:txBody>
      </p:sp>
      <p:sp>
        <p:nvSpPr>
          <p:cNvPr id="6" name="テキスト ボックス 5">
            <a:extLst>
              <a:ext uri="{FF2B5EF4-FFF2-40B4-BE49-F238E27FC236}">
                <a16:creationId xmlns:a16="http://schemas.microsoft.com/office/drawing/2014/main" id="{45961646-2622-5330-8891-A288E141A19A}"/>
              </a:ext>
            </a:extLst>
          </p:cNvPr>
          <p:cNvSpPr txBox="1"/>
          <p:nvPr/>
        </p:nvSpPr>
        <p:spPr>
          <a:xfrm>
            <a:off x="1521" y="6512934"/>
            <a:ext cx="9142479" cy="338554"/>
          </a:xfrm>
          <a:prstGeom prst="rect">
            <a:avLst/>
          </a:prstGeom>
          <a:solidFill>
            <a:srgbClr val="002060"/>
          </a:solidFill>
        </p:spPr>
        <p:txBody>
          <a:bodyPr wrap="square" rtlCol="0">
            <a:spAutoFit/>
          </a:bodyPr>
          <a:lstStyle/>
          <a:p>
            <a:r>
              <a:rPr lang="en-US" altLang="ja-JP" sz="1600" b="1" dirty="0">
                <a:solidFill>
                  <a:schemeClr val="bg1"/>
                </a:solidFill>
                <a:latin typeface="Meiryo UI" panose="020B0604030504040204" pitchFamily="50" charset="-128"/>
                <a:ea typeface="Meiryo UI" panose="020B0604030504040204" pitchFamily="50" charset="-128"/>
              </a:rPr>
              <a:t>Same as 62XS</a:t>
            </a:r>
            <a:endParaRPr lang="ja-JP" altLang="en-US" sz="1600" b="1" dirty="0">
              <a:solidFill>
                <a:schemeClr val="bg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314491236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ext Box 2"/>
          <p:cNvSpPr txBox="1">
            <a:spLocks noChangeArrowheads="1"/>
          </p:cNvSpPr>
          <p:nvPr/>
        </p:nvSpPr>
        <p:spPr bwMode="auto">
          <a:xfrm>
            <a:off x="5017111" y="571728"/>
            <a:ext cx="4126889" cy="61247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キックオフミーティングの目的</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委託開発適用範囲</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委託元と</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Bosch</a:t>
            </a:r>
            <a:endPar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基本コンセプト</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成果物</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委託業務役割責任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RASIC</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要約）</a:t>
            </a: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前提条件</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判断（評価判断、委託完了判断・対価の判断）およびタイミング</a:t>
            </a:r>
            <a:b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b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支払い基準</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開発費定義　　　　　　　　　　　　　　　　　　　　　　　　　　　　　　　　　　　　　　　　　　　　　　</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プロジェクトマネージメント</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a:t>
            </a:r>
            <a:r>
              <a:rPr kumimoji="1" lang="ja-JP" altLang="en-US" sz="140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概要・基本諸元説明</a:t>
            </a:r>
            <a:endParaRPr kumimoji="1" lang="en-US" altLang="ja-JP" sz="140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1"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適用法規概要</a:t>
            </a:r>
            <a:endParaRPr kumimoji="1" lang="en-US" altLang="ja-JP" sz="1400" b="1"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Engine</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Management</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System</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概要</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構成部品（</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Bosch</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部品）</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仕様差</a:t>
            </a:r>
            <a:b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b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・プロジェクト情報</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関連部品</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Spec</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説明</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車載機能・装備説明</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信頼性保証要件</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要求＆ＣＲ</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成果物検証・品質検証</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シート</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エキスパート</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MTG</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について</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サポート業務</a:t>
            </a: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その他の開発ガイドライン</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開発日程</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開発体制表</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p:txBody>
      </p:sp>
      <p:sp>
        <p:nvSpPr>
          <p:cNvPr id="6" name="Text Box 2"/>
          <p:cNvSpPr txBox="1">
            <a:spLocks noChangeArrowheads="1"/>
          </p:cNvSpPr>
          <p:nvPr/>
        </p:nvSpPr>
        <p:spPr bwMode="auto">
          <a:xfrm>
            <a:off x="133262" y="44450"/>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20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Contents</a:t>
            </a:r>
            <a:r>
              <a:rPr kumimoji="1" lang="ja-JP" altLang="en-US" sz="20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　（目次）</a:t>
            </a:r>
            <a:endParaRPr kumimoji="1" lang="en-US" altLang="ja-JP" sz="1100" b="0" i="0" u="none" strike="noStrike" kern="1200" cap="none" spc="0" normalizeH="0" baseline="0" noProof="0">
              <a:ln>
                <a:noFill/>
              </a:ln>
              <a:solidFill>
                <a:srgbClr val="FFFFFF"/>
              </a:solidFill>
              <a:effectLst/>
              <a:uLnTx/>
              <a:uFillTx/>
              <a:latin typeface="HGPｺﾞｼｯｸE" pitchFamily="50" charset="-128"/>
              <a:ea typeface="HGPｺﾞｼｯｸE" pitchFamily="50" charset="-128"/>
              <a:cs typeface="Arial" pitchFamily="34" charset="0"/>
            </a:endParaRPr>
          </a:p>
        </p:txBody>
      </p:sp>
      <p:sp>
        <p:nvSpPr>
          <p:cNvPr id="7" name="Text Box 2"/>
          <p:cNvSpPr txBox="1">
            <a:spLocks noChangeArrowheads="1"/>
          </p:cNvSpPr>
          <p:nvPr/>
        </p:nvSpPr>
        <p:spPr bwMode="auto">
          <a:xfrm>
            <a:off x="106623" y="571728"/>
            <a:ext cx="4910488" cy="5909310"/>
          </a:xfrm>
          <a:prstGeom prst="rect">
            <a:avLst/>
          </a:prstGeom>
          <a:noFill/>
          <a:ln>
            <a:noFill/>
          </a:ln>
          <a:effec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Purpose of</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Kick-off Meeting</a:t>
            </a:r>
            <a:endPar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Scope of Development Work</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err="1">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Entrustor</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and </a:t>
            </a:r>
            <a:r>
              <a:rPr kumimoji="1" lang="en-US" altLang="ja-JP" sz="1400" b="0" i="0" u="none" strike="noStrike" kern="1200" cap="none" spc="0" normalizeH="0" baseline="0" noProof="0" dirty="0" err="1">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Entrustee</a:t>
            </a:r>
            <a:endPar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Basic Concept / Deliverables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Role</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&amp;</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Responsibility (Samples of RASIC)</a:t>
            </a:r>
            <a:endPar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Preconditions</a:t>
            </a:r>
          </a:p>
          <a:p>
            <a:pPr marL="450850" marR="0" lvl="0" indent="-45085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Judgments (on Evaluation, Completion of Development Work Entrusted by Honda and  Payment Amount) and Timings</a:t>
            </a:r>
            <a:b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b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Payment Criteria / Definition of Development Fee </a:t>
            </a:r>
          </a:p>
          <a:p>
            <a:pPr marL="450850" marR="0" lvl="0" indent="-45085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Project Management </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Engine Overview</a:t>
            </a:r>
            <a:r>
              <a:rPr kumimoji="1" lang="ja-JP" altLang="en-US" sz="140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and</a:t>
            </a:r>
            <a:r>
              <a:rPr kumimoji="1" lang="ja-JP" altLang="en-US" sz="140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Basic Specification </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1"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Applicable Regulations Overview</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Engine</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Management</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System Overview</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 Components</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(Bosch components)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Engine Spec Comparison from Base Model</a:t>
            </a:r>
            <a:b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b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Project information / Non-Bosch</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Components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In-Vehicle</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Functions</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Relating</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ECU and Features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Reliability</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Assurance</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 Requirement and CR </a:t>
            </a:r>
            <a:endParaRPr kumimoji="1" lang="ja-JP" altLang="en-US" sz="1400" b="0" i="0" u="none" strike="dbl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anose="020B0604020202020204" pitchFamily="34" charset="0"/>
              </a:rPr>
              <a:t>EMS Report Maturity and Quality Verification</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anose="020B0604020202020204" pitchFamily="34" charset="0"/>
              </a:rPr>
              <a:t>EMS Sheet</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anose="020B0604020202020204" pitchFamily="34" charset="0"/>
              </a:rPr>
              <a:t>Expert Meeting</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anose="020B0604020202020204" pitchFamily="34" charset="0"/>
              </a:rPr>
              <a:t>Necessary</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Support</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Miscellaneous Guidelines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Development Schedule</a:t>
            </a:r>
            <a:endPar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Development Organization Chart</a:t>
            </a:r>
          </a:p>
        </p:txBody>
      </p:sp>
    </p:spTree>
    <p:extLst>
      <p:ext uri="{BB962C8B-B14F-4D97-AF65-F5344CB8AC3E}">
        <p14:creationId xmlns:p14="http://schemas.microsoft.com/office/powerpoint/2010/main" val="164302388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 name="Text Box 2"/>
          <p:cNvSpPr txBox="1">
            <a:spLocks noChangeArrowheads="1"/>
          </p:cNvSpPr>
          <p:nvPr/>
        </p:nvSpPr>
        <p:spPr bwMode="auto">
          <a:xfrm>
            <a:off x="2170386" y="83640"/>
            <a:ext cx="4818947" cy="369332"/>
          </a:xfrm>
          <a:prstGeom prst="rect">
            <a:avLst/>
          </a:prstGeom>
          <a:noFill/>
        </p:spPr>
        <p:txBody>
          <a:bodyPr wrap="none" rtlCol="0">
            <a:spAutoFit/>
          </a:bodyPr>
          <a:lstStyle>
            <a:defPPr>
              <a:defRPr lang="en-US"/>
            </a:defPPr>
            <a:lvl1pPr fontAlgn="auto">
              <a:spcBef>
                <a:spcPts val="0"/>
              </a:spcBef>
              <a:spcAft>
                <a:spcPts val="0"/>
              </a:spcAft>
              <a:defRPr kumimoji="0">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eaLnBrk="1" hangingPunct="1">
              <a:lnSpc>
                <a:spcPct val="90000"/>
              </a:lnSpc>
            </a:pPr>
            <a:r>
              <a:rPr lang="en-US" altLang="ja-JP" sz="2000" dirty="0">
                <a:solidFill>
                  <a:schemeClr val="bg1"/>
                </a:solidFill>
                <a:cs typeface="Arial" pitchFamily="34" charset="0"/>
              </a:rPr>
              <a:t>10. Applicable Regulations Overview </a:t>
            </a:r>
          </a:p>
        </p:txBody>
      </p:sp>
      <p:graphicFrame>
        <p:nvGraphicFramePr>
          <p:cNvPr id="3" name="表 2">
            <a:extLst>
              <a:ext uri="{FF2B5EF4-FFF2-40B4-BE49-F238E27FC236}">
                <a16:creationId xmlns:a16="http://schemas.microsoft.com/office/drawing/2014/main" id="{5F1A5222-031D-0145-74A9-71A44C5B50D8}"/>
              </a:ext>
            </a:extLst>
          </p:cNvPr>
          <p:cNvGraphicFramePr>
            <a:graphicFrameLocks noGrp="1"/>
          </p:cNvGraphicFramePr>
          <p:nvPr/>
        </p:nvGraphicFramePr>
        <p:xfrm>
          <a:off x="523390" y="1339798"/>
          <a:ext cx="6767995" cy="1348241"/>
        </p:xfrm>
        <a:graphic>
          <a:graphicData uri="http://schemas.openxmlformats.org/drawingml/2006/table">
            <a:tbl>
              <a:tblPr/>
              <a:tblGrid>
                <a:gridCol w="746538">
                  <a:extLst>
                    <a:ext uri="{9D8B030D-6E8A-4147-A177-3AD203B41FA5}">
                      <a16:colId xmlns:a16="http://schemas.microsoft.com/office/drawing/2014/main" val="20000"/>
                    </a:ext>
                  </a:extLst>
                </a:gridCol>
                <a:gridCol w="746538">
                  <a:extLst>
                    <a:ext uri="{9D8B030D-6E8A-4147-A177-3AD203B41FA5}">
                      <a16:colId xmlns:a16="http://schemas.microsoft.com/office/drawing/2014/main" val="20001"/>
                    </a:ext>
                  </a:extLst>
                </a:gridCol>
                <a:gridCol w="746538">
                  <a:extLst>
                    <a:ext uri="{9D8B030D-6E8A-4147-A177-3AD203B41FA5}">
                      <a16:colId xmlns:a16="http://schemas.microsoft.com/office/drawing/2014/main" val="20002"/>
                    </a:ext>
                  </a:extLst>
                </a:gridCol>
                <a:gridCol w="348337">
                  <a:extLst>
                    <a:ext uri="{9D8B030D-6E8A-4147-A177-3AD203B41FA5}">
                      <a16:colId xmlns:a16="http://schemas.microsoft.com/office/drawing/2014/main" val="20003"/>
                    </a:ext>
                  </a:extLst>
                </a:gridCol>
                <a:gridCol w="348337">
                  <a:extLst>
                    <a:ext uri="{9D8B030D-6E8A-4147-A177-3AD203B41FA5}">
                      <a16:colId xmlns:a16="http://schemas.microsoft.com/office/drawing/2014/main" val="20004"/>
                    </a:ext>
                  </a:extLst>
                </a:gridCol>
                <a:gridCol w="348337">
                  <a:extLst>
                    <a:ext uri="{9D8B030D-6E8A-4147-A177-3AD203B41FA5}">
                      <a16:colId xmlns:a16="http://schemas.microsoft.com/office/drawing/2014/main" val="20005"/>
                    </a:ext>
                  </a:extLst>
                </a:gridCol>
                <a:gridCol w="348337">
                  <a:extLst>
                    <a:ext uri="{9D8B030D-6E8A-4147-A177-3AD203B41FA5}">
                      <a16:colId xmlns:a16="http://schemas.microsoft.com/office/drawing/2014/main" val="20006"/>
                    </a:ext>
                  </a:extLst>
                </a:gridCol>
                <a:gridCol w="348337">
                  <a:extLst>
                    <a:ext uri="{9D8B030D-6E8A-4147-A177-3AD203B41FA5}">
                      <a16:colId xmlns:a16="http://schemas.microsoft.com/office/drawing/2014/main" val="20007"/>
                    </a:ext>
                  </a:extLst>
                </a:gridCol>
                <a:gridCol w="348337">
                  <a:extLst>
                    <a:ext uri="{9D8B030D-6E8A-4147-A177-3AD203B41FA5}">
                      <a16:colId xmlns:a16="http://schemas.microsoft.com/office/drawing/2014/main" val="20008"/>
                    </a:ext>
                  </a:extLst>
                </a:gridCol>
                <a:gridCol w="348337">
                  <a:extLst>
                    <a:ext uri="{9D8B030D-6E8A-4147-A177-3AD203B41FA5}">
                      <a16:colId xmlns:a16="http://schemas.microsoft.com/office/drawing/2014/main" val="20009"/>
                    </a:ext>
                  </a:extLst>
                </a:gridCol>
                <a:gridCol w="348337">
                  <a:extLst>
                    <a:ext uri="{9D8B030D-6E8A-4147-A177-3AD203B41FA5}">
                      <a16:colId xmlns:a16="http://schemas.microsoft.com/office/drawing/2014/main" val="20010"/>
                    </a:ext>
                  </a:extLst>
                </a:gridCol>
                <a:gridCol w="348337">
                  <a:extLst>
                    <a:ext uri="{9D8B030D-6E8A-4147-A177-3AD203B41FA5}">
                      <a16:colId xmlns:a16="http://schemas.microsoft.com/office/drawing/2014/main" val="20011"/>
                    </a:ext>
                  </a:extLst>
                </a:gridCol>
                <a:gridCol w="348337">
                  <a:extLst>
                    <a:ext uri="{9D8B030D-6E8A-4147-A177-3AD203B41FA5}">
                      <a16:colId xmlns:a16="http://schemas.microsoft.com/office/drawing/2014/main" val="20012"/>
                    </a:ext>
                  </a:extLst>
                </a:gridCol>
                <a:gridCol w="348337">
                  <a:extLst>
                    <a:ext uri="{9D8B030D-6E8A-4147-A177-3AD203B41FA5}">
                      <a16:colId xmlns:a16="http://schemas.microsoft.com/office/drawing/2014/main" val="20013"/>
                    </a:ext>
                  </a:extLst>
                </a:gridCol>
                <a:gridCol w="348337">
                  <a:extLst>
                    <a:ext uri="{9D8B030D-6E8A-4147-A177-3AD203B41FA5}">
                      <a16:colId xmlns:a16="http://schemas.microsoft.com/office/drawing/2014/main" val="20014"/>
                    </a:ext>
                  </a:extLst>
                </a:gridCol>
                <a:gridCol w="348337">
                  <a:extLst>
                    <a:ext uri="{9D8B030D-6E8A-4147-A177-3AD203B41FA5}">
                      <a16:colId xmlns:a16="http://schemas.microsoft.com/office/drawing/2014/main" val="20015"/>
                    </a:ext>
                  </a:extLst>
                </a:gridCol>
              </a:tblGrid>
              <a:tr h="132819">
                <a:tc gridSpan="3">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a:r>
                        <a:rPr kumimoji="1" lang="ja-JP" altLang="en-US" sz="1000" b="0" dirty="0">
                          <a:solidFill>
                            <a:schemeClr val="bg1"/>
                          </a:solidFill>
                          <a:latin typeface="Meiryo UI" pitchFamily="50" charset="-128"/>
                          <a:ea typeface="Meiryo UI" pitchFamily="50" charset="-128"/>
                          <a:cs typeface="Meiryo UI" pitchFamily="50" charset="-128"/>
                        </a:rPr>
                        <a:t>　</a:t>
                      </a:r>
                      <a:r>
                        <a:rPr kumimoji="1" lang="en-US" altLang="ja-JP" sz="1000" b="0" dirty="0">
                          <a:solidFill>
                            <a:schemeClr val="bg1"/>
                          </a:solidFill>
                          <a:latin typeface="Meiryo UI" pitchFamily="50" charset="-128"/>
                          <a:ea typeface="Meiryo UI" pitchFamily="50" charset="-128"/>
                          <a:cs typeface="Meiryo UI" pitchFamily="50" charset="-128"/>
                        </a:rPr>
                        <a:t>C/Y</a:t>
                      </a:r>
                      <a:endParaRPr kumimoji="1" lang="ja-JP" altLang="en-US" sz="1000" b="0" dirty="0">
                        <a:solidFill>
                          <a:schemeClr val="bg1"/>
                        </a:solidFill>
                        <a:latin typeface="Meiryo UI" pitchFamily="50" charset="-128"/>
                        <a:ea typeface="Meiryo UI" pitchFamily="50" charset="-128"/>
                        <a:cs typeface="Meiryo UI" pitchFamily="50" charset="-128"/>
                      </a:endParaRPr>
                    </a:p>
                  </a:txBody>
                  <a:tcPr marL="39000" marR="39000" marT="36000" marB="0" anchor="ct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lnTlToBr w="12700" cmpd="sng">
                      <a:noFill/>
                      <a:prstDash val="solid"/>
                    </a:lnTlToBr>
                    <a:lnBlToTr w="12700" cmpd="sng">
                      <a:noFill/>
                      <a:prstDash val="solid"/>
                    </a:lnBlToTr>
                    <a:solidFill>
                      <a:srgbClr val="333399">
                        <a:lumMod val="50000"/>
                      </a:srgbClr>
                    </a:solidFill>
                  </a:tcPr>
                </a:tc>
                <a:tc hMerge="1">
                  <a:txBody>
                    <a:bodyPr/>
                    <a:lstStyle/>
                    <a:p>
                      <a:pPr algn="ctr"/>
                      <a:endParaRPr kumimoji="1" lang="ja-JP" altLang="en-US" sz="1200" b="0" dirty="0">
                        <a:latin typeface="Meiryo UI" pitchFamily="50" charset="-128"/>
                        <a:ea typeface="Meiryo UI" pitchFamily="50" charset="-128"/>
                        <a:cs typeface="Meiryo UI" pitchFamily="50" charset="-128"/>
                      </a:endParaRPr>
                    </a:p>
                  </a:txBody>
                  <a:tcPr marL="39000" marR="39000" marT="360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hMerge="1">
                  <a:txBody>
                    <a:bodyPr/>
                    <a:lstStyle/>
                    <a:p>
                      <a:pPr algn="ctr"/>
                      <a:endParaRPr kumimoji="1" lang="ja-JP" altLang="en-US" sz="1200" b="0" dirty="0">
                        <a:latin typeface="Meiryo UI" pitchFamily="50" charset="-128"/>
                        <a:ea typeface="Meiryo UI" pitchFamily="50" charset="-128"/>
                        <a:cs typeface="Meiryo UI" pitchFamily="50" charset="-128"/>
                      </a:endParaRPr>
                    </a:p>
                  </a:txBody>
                  <a:tcPr marL="39000" marR="39000" marT="36000" marB="0" anchor="ctr">
                    <a:lnL w="12700" cap="flat" cmpd="sng" algn="ctr">
                      <a:solidFill>
                        <a:schemeClr val="bg1">
                          <a:lumMod val="8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a:r>
                        <a:rPr kumimoji="1" lang="en-US" altLang="ja-JP" sz="900" b="0" dirty="0">
                          <a:solidFill>
                            <a:schemeClr val="bg1"/>
                          </a:solidFill>
                          <a:latin typeface="Meiryo UI" pitchFamily="50" charset="-128"/>
                          <a:ea typeface="Meiryo UI" pitchFamily="50" charset="-128"/>
                          <a:cs typeface="Meiryo UI" pitchFamily="50" charset="-128"/>
                        </a:rPr>
                        <a:t>‘18</a:t>
                      </a:r>
                      <a:endParaRPr kumimoji="1" lang="ja-JP" altLang="en-US" sz="900" b="0" dirty="0">
                        <a:solidFill>
                          <a:schemeClr val="bg1"/>
                        </a:solidFill>
                        <a:latin typeface="Meiryo UI" pitchFamily="50" charset="-128"/>
                        <a:ea typeface="Meiryo UI" pitchFamily="50" charset="-128"/>
                        <a:cs typeface="Meiryo UI" pitchFamily="50" charset="-128"/>
                      </a:endParaRPr>
                    </a:p>
                  </a:txBody>
                  <a:tcPr marL="39000" marR="39000" marT="36000" marB="0" anchor="ct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lnTlToBr w="12700" cmpd="sng">
                      <a:noFill/>
                      <a:prstDash val="solid"/>
                    </a:lnTlToBr>
                    <a:lnBlToTr w="12700" cmpd="sng">
                      <a:noFill/>
                      <a:prstDash val="solid"/>
                    </a:lnBlToTr>
                    <a:solidFill>
                      <a:srgbClr val="333399">
                        <a:lumMod val="50000"/>
                      </a:srgbClr>
                    </a:solid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a:r>
                        <a:rPr kumimoji="1" lang="en-US" altLang="ja-JP" sz="900" b="0" dirty="0">
                          <a:solidFill>
                            <a:schemeClr val="bg1"/>
                          </a:solidFill>
                          <a:latin typeface="Meiryo UI" pitchFamily="50" charset="-128"/>
                          <a:ea typeface="Meiryo UI" pitchFamily="50" charset="-128"/>
                          <a:cs typeface="Meiryo UI" pitchFamily="50" charset="-128"/>
                        </a:rPr>
                        <a:t>‘19</a:t>
                      </a:r>
                    </a:p>
                  </a:txBody>
                  <a:tcPr marL="39000" marR="39000" marT="36000" marB="0" anchor="ct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lnTlToBr w="12700" cmpd="sng">
                      <a:noFill/>
                      <a:prstDash val="solid"/>
                    </a:lnTlToBr>
                    <a:lnBlToTr w="12700" cmpd="sng">
                      <a:noFill/>
                      <a:prstDash val="solid"/>
                    </a:lnBlToTr>
                    <a:solidFill>
                      <a:srgbClr val="333399">
                        <a:lumMod val="50000"/>
                      </a:srgbClr>
                    </a:solid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a:r>
                        <a:rPr kumimoji="1" lang="en-US" altLang="ja-JP" sz="900" b="0" dirty="0">
                          <a:solidFill>
                            <a:schemeClr val="bg1"/>
                          </a:solidFill>
                          <a:latin typeface="Meiryo UI" pitchFamily="50" charset="-128"/>
                          <a:ea typeface="Meiryo UI" pitchFamily="50" charset="-128"/>
                          <a:cs typeface="Meiryo UI" pitchFamily="50" charset="-128"/>
                        </a:rPr>
                        <a:t>‘20</a:t>
                      </a:r>
                    </a:p>
                  </a:txBody>
                  <a:tcPr marL="39000" marR="39000" marT="36000" marB="0" anchor="ct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lnTlToBr w="12700" cmpd="sng">
                      <a:noFill/>
                      <a:prstDash val="solid"/>
                    </a:lnTlToBr>
                    <a:lnBlToTr w="12700" cmpd="sng">
                      <a:noFill/>
                      <a:prstDash val="solid"/>
                    </a:lnBlToTr>
                    <a:solidFill>
                      <a:srgbClr val="333399">
                        <a:lumMod val="50000"/>
                      </a:srgbClr>
                    </a:solid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a:r>
                        <a:rPr kumimoji="1" lang="en-US" altLang="ja-JP" sz="900" b="0" dirty="0">
                          <a:solidFill>
                            <a:schemeClr val="bg1"/>
                          </a:solidFill>
                          <a:latin typeface="Meiryo UI" pitchFamily="50" charset="-128"/>
                          <a:ea typeface="Meiryo UI" pitchFamily="50" charset="-128"/>
                          <a:cs typeface="Meiryo UI" pitchFamily="50" charset="-128"/>
                        </a:rPr>
                        <a:t>‘21</a:t>
                      </a:r>
                    </a:p>
                  </a:txBody>
                  <a:tcPr marL="39000" marR="39000" marT="36000" marB="0" anchor="ctr">
                    <a:lnL w="12700" cap="flat" cmpd="sng" algn="ctr">
                      <a:solidFill>
                        <a:srgbClr val="FFFFFF">
                          <a:lumMod val="75000"/>
                        </a:srgbClr>
                      </a:solidFill>
                      <a:prstDash val="solid"/>
                      <a:round/>
                      <a:headEnd type="none" w="med" len="med"/>
                      <a:tailEnd type="none" w="med" len="med"/>
                    </a:lnL>
                    <a:lnR w="28575" cap="flat" cmpd="sng" algn="ctr">
                      <a:solidFill>
                        <a:srgbClr val="FF0000"/>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lnTlToBr w="12700" cmpd="sng">
                      <a:noFill/>
                      <a:prstDash val="solid"/>
                    </a:lnTlToBr>
                    <a:lnBlToTr w="12700" cmpd="sng">
                      <a:noFill/>
                      <a:prstDash val="solid"/>
                    </a:lnBlToTr>
                    <a:solidFill>
                      <a:srgbClr val="333399">
                        <a:lumMod val="50000"/>
                      </a:srgbClr>
                    </a:solid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a:r>
                        <a:rPr kumimoji="1" lang="en-US" altLang="ja-JP" sz="900" b="0" dirty="0">
                          <a:solidFill>
                            <a:schemeClr val="bg1"/>
                          </a:solidFill>
                          <a:latin typeface="Meiryo UI" pitchFamily="50" charset="-128"/>
                          <a:ea typeface="Meiryo UI" pitchFamily="50" charset="-128"/>
                          <a:cs typeface="Meiryo UI" pitchFamily="50" charset="-128"/>
                        </a:rPr>
                        <a:t>‘22</a:t>
                      </a:r>
                    </a:p>
                  </a:txBody>
                  <a:tcPr marL="39000" marR="39000" marT="36000" marB="0" anchor="ctr">
                    <a:lnL w="28575" cap="flat" cmpd="sng" algn="ctr">
                      <a:solidFill>
                        <a:srgbClr val="FF0000"/>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lnTlToBr w="12700" cmpd="sng">
                      <a:noFill/>
                      <a:prstDash val="solid"/>
                    </a:lnTlToBr>
                    <a:lnBlToTr w="12700" cmpd="sng">
                      <a:noFill/>
                      <a:prstDash val="solid"/>
                    </a:lnBlToTr>
                    <a:solidFill>
                      <a:srgbClr val="333399">
                        <a:lumMod val="50000"/>
                      </a:srgbClr>
                    </a:solid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a:r>
                        <a:rPr kumimoji="1" lang="en-US" altLang="ja-JP" sz="900" b="0" dirty="0">
                          <a:solidFill>
                            <a:schemeClr val="bg1"/>
                          </a:solidFill>
                          <a:latin typeface="Meiryo UI" pitchFamily="50" charset="-128"/>
                          <a:ea typeface="Meiryo UI" pitchFamily="50" charset="-128"/>
                          <a:cs typeface="Meiryo UI" pitchFamily="50" charset="-128"/>
                        </a:rPr>
                        <a:t>‘23</a:t>
                      </a:r>
                    </a:p>
                  </a:txBody>
                  <a:tcPr marL="39000" marR="39000" marT="36000" marB="0" anchor="ct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lnTlToBr w="12700" cmpd="sng">
                      <a:noFill/>
                      <a:prstDash val="solid"/>
                    </a:lnTlToBr>
                    <a:lnBlToTr w="12700" cmpd="sng">
                      <a:noFill/>
                      <a:prstDash val="solid"/>
                    </a:lnBlToTr>
                    <a:solidFill>
                      <a:srgbClr val="333399">
                        <a:lumMod val="50000"/>
                      </a:srgbClr>
                    </a:solid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a:r>
                        <a:rPr kumimoji="1" lang="en-US" altLang="ja-JP" sz="900" b="0" dirty="0">
                          <a:solidFill>
                            <a:schemeClr val="bg1"/>
                          </a:solidFill>
                          <a:latin typeface="Meiryo UI" pitchFamily="50" charset="-128"/>
                          <a:ea typeface="Meiryo UI" pitchFamily="50" charset="-128"/>
                          <a:cs typeface="Meiryo UI" pitchFamily="50" charset="-128"/>
                        </a:rPr>
                        <a:t>‘24</a:t>
                      </a:r>
                    </a:p>
                  </a:txBody>
                  <a:tcPr marL="39000" marR="39000" marT="36000" marB="0" anchor="ctr">
                    <a:lnL w="12700" cap="flat" cmpd="sng" algn="ctr">
                      <a:solidFill>
                        <a:srgbClr val="FFFFFF">
                          <a:lumMod val="75000"/>
                        </a:srgbClr>
                      </a:solidFill>
                      <a:prstDash val="solid"/>
                      <a:round/>
                      <a:headEnd type="none" w="med" len="med"/>
                      <a:tailEnd type="none" w="med" len="med"/>
                    </a:lnL>
                    <a:lnR w="28575" cap="flat" cmpd="sng" algn="ctr">
                      <a:solidFill>
                        <a:srgbClr val="FF0000"/>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lnTlToBr w="12700" cmpd="sng">
                      <a:noFill/>
                      <a:prstDash val="solid"/>
                    </a:lnTlToBr>
                    <a:lnBlToTr w="12700" cmpd="sng">
                      <a:noFill/>
                      <a:prstDash val="solid"/>
                    </a:lnBlToTr>
                    <a:solidFill>
                      <a:srgbClr val="333399">
                        <a:lumMod val="50000"/>
                      </a:srgbClr>
                    </a:solid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a:r>
                        <a:rPr kumimoji="1" lang="en-US" altLang="ja-JP" sz="900" b="0" dirty="0">
                          <a:solidFill>
                            <a:schemeClr val="bg1"/>
                          </a:solidFill>
                          <a:latin typeface="Meiryo UI" pitchFamily="50" charset="-128"/>
                          <a:ea typeface="Meiryo UI" pitchFamily="50" charset="-128"/>
                          <a:cs typeface="Meiryo UI" pitchFamily="50" charset="-128"/>
                        </a:rPr>
                        <a:t>‘25</a:t>
                      </a:r>
                    </a:p>
                  </a:txBody>
                  <a:tcPr marL="39000" marR="39000" marT="36000" marB="0" anchor="ctr">
                    <a:lnL w="28575" cap="flat" cmpd="sng" algn="ctr">
                      <a:solidFill>
                        <a:srgbClr val="FF0000"/>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lnTlToBr w="12700" cmpd="sng">
                      <a:noFill/>
                      <a:prstDash val="solid"/>
                    </a:lnTlToBr>
                    <a:lnBlToTr w="12700" cmpd="sng">
                      <a:noFill/>
                      <a:prstDash val="solid"/>
                    </a:lnBlToTr>
                    <a:solidFill>
                      <a:srgbClr val="333399">
                        <a:lumMod val="50000"/>
                      </a:srgbClr>
                    </a:solid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a:r>
                        <a:rPr kumimoji="1" lang="en-US" altLang="ja-JP" sz="900" b="0" dirty="0">
                          <a:solidFill>
                            <a:schemeClr val="bg1"/>
                          </a:solidFill>
                          <a:latin typeface="Meiryo UI" pitchFamily="50" charset="-128"/>
                          <a:ea typeface="Meiryo UI" pitchFamily="50" charset="-128"/>
                          <a:cs typeface="Meiryo UI" pitchFamily="50" charset="-128"/>
                        </a:rPr>
                        <a:t>‘26</a:t>
                      </a:r>
                    </a:p>
                  </a:txBody>
                  <a:tcPr marL="39000" marR="39000" marT="36000" marB="0" anchor="ct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lnTlToBr w="12700" cmpd="sng">
                      <a:noFill/>
                      <a:prstDash val="solid"/>
                    </a:lnTlToBr>
                    <a:lnBlToTr w="12700" cmpd="sng">
                      <a:noFill/>
                      <a:prstDash val="solid"/>
                    </a:lnBlToTr>
                    <a:solidFill>
                      <a:srgbClr val="333399">
                        <a:lumMod val="50000"/>
                      </a:srgbClr>
                    </a:solid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a:r>
                        <a:rPr kumimoji="1" lang="en-US" altLang="ja-JP" sz="900" b="0" dirty="0">
                          <a:solidFill>
                            <a:schemeClr val="bg1"/>
                          </a:solidFill>
                          <a:latin typeface="Meiryo UI" pitchFamily="50" charset="-128"/>
                          <a:ea typeface="Meiryo UI" pitchFamily="50" charset="-128"/>
                          <a:cs typeface="Meiryo UI" pitchFamily="50" charset="-128"/>
                        </a:rPr>
                        <a:t>‘27</a:t>
                      </a:r>
                    </a:p>
                  </a:txBody>
                  <a:tcPr marL="39000" marR="39000" marT="36000" marB="0" anchor="ct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lnTlToBr w="12700" cmpd="sng">
                      <a:noFill/>
                      <a:prstDash val="solid"/>
                    </a:lnTlToBr>
                    <a:lnBlToTr w="12700" cmpd="sng">
                      <a:noFill/>
                      <a:prstDash val="solid"/>
                    </a:lnBlToTr>
                    <a:solidFill>
                      <a:srgbClr val="333399">
                        <a:lumMod val="50000"/>
                      </a:srgbClr>
                    </a:solid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a:r>
                        <a:rPr kumimoji="1" lang="en-US" altLang="ja-JP" sz="900" b="0" dirty="0">
                          <a:solidFill>
                            <a:schemeClr val="bg1"/>
                          </a:solidFill>
                          <a:latin typeface="Meiryo UI" pitchFamily="50" charset="-128"/>
                          <a:ea typeface="Meiryo UI" pitchFamily="50" charset="-128"/>
                          <a:cs typeface="Meiryo UI" pitchFamily="50" charset="-128"/>
                        </a:rPr>
                        <a:t>‘28</a:t>
                      </a:r>
                    </a:p>
                  </a:txBody>
                  <a:tcPr marL="39000" marR="39000" marT="36000" marB="0" anchor="ct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lnTlToBr w="12700" cmpd="sng">
                      <a:noFill/>
                      <a:prstDash val="solid"/>
                    </a:lnTlToBr>
                    <a:lnBlToTr w="12700" cmpd="sng">
                      <a:noFill/>
                      <a:prstDash val="solid"/>
                    </a:lnBlToTr>
                    <a:solidFill>
                      <a:srgbClr val="333399">
                        <a:lumMod val="50000"/>
                      </a:srgbClr>
                    </a:solid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a:r>
                        <a:rPr kumimoji="1" lang="en-US" altLang="ja-JP" sz="900" b="0" dirty="0">
                          <a:solidFill>
                            <a:schemeClr val="bg1"/>
                          </a:solidFill>
                          <a:latin typeface="Meiryo UI" pitchFamily="50" charset="-128"/>
                          <a:ea typeface="Meiryo UI" pitchFamily="50" charset="-128"/>
                          <a:cs typeface="Meiryo UI" pitchFamily="50" charset="-128"/>
                        </a:rPr>
                        <a:t>‘29</a:t>
                      </a:r>
                    </a:p>
                  </a:txBody>
                  <a:tcPr marL="39000" marR="39000" marT="36000" marB="0" anchor="ct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lnTlToBr w="12700" cmpd="sng">
                      <a:noFill/>
                      <a:prstDash val="solid"/>
                    </a:lnTlToBr>
                    <a:lnBlToTr w="12700" cmpd="sng">
                      <a:noFill/>
                      <a:prstDash val="solid"/>
                    </a:lnBlToTr>
                    <a:solidFill>
                      <a:srgbClr val="333399">
                        <a:lumMod val="50000"/>
                      </a:srgbClr>
                    </a:solid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a:r>
                        <a:rPr kumimoji="1" lang="en-US" altLang="ja-JP" sz="900" b="0" dirty="0">
                          <a:solidFill>
                            <a:schemeClr val="bg1"/>
                          </a:solidFill>
                          <a:latin typeface="Meiryo UI" pitchFamily="50" charset="-128"/>
                          <a:ea typeface="Meiryo UI" pitchFamily="50" charset="-128"/>
                          <a:cs typeface="Meiryo UI" pitchFamily="50" charset="-128"/>
                        </a:rPr>
                        <a:t>‘30</a:t>
                      </a:r>
                    </a:p>
                  </a:txBody>
                  <a:tcPr marL="39000" marR="39000" marT="36000" marB="0" anchor="ct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lnTlToBr w="12700" cmpd="sng">
                      <a:noFill/>
                      <a:prstDash val="solid"/>
                    </a:lnTlToBr>
                    <a:lnBlToTr w="12700" cmpd="sng">
                      <a:noFill/>
                      <a:prstDash val="solid"/>
                    </a:lnBlToTr>
                    <a:solidFill>
                      <a:srgbClr val="333399">
                        <a:lumMod val="50000"/>
                      </a:srgbClr>
                    </a:solidFill>
                  </a:tcPr>
                </a:tc>
                <a:extLst>
                  <a:ext uri="{0D108BD9-81ED-4DB2-BD59-A6C34878D82A}">
                    <a16:rowId xmlns:a16="http://schemas.microsoft.com/office/drawing/2014/main" val="10000"/>
                  </a:ext>
                </a:extLst>
              </a:tr>
              <a:tr h="223361">
                <a:tc gridSpan="3">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1" dirty="0">
                        <a:latin typeface="Meiryo UI" pitchFamily="50" charset="-128"/>
                        <a:ea typeface="Meiryo UI" pitchFamily="50" charset="-128"/>
                        <a:cs typeface="Meiryo UI" pitchFamily="50" charset="-128"/>
                      </a:endParaRPr>
                    </a:p>
                  </a:txBody>
                  <a:tcPr marL="39000" marR="39000" marT="18000" marB="18000" anchor="ct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hMerge="1">
                  <a:txBody>
                    <a:bodyPr/>
                    <a:lstStyle/>
                    <a:p>
                      <a:endParaRPr kumimoji="1" lang="ja-JP" altLang="en-US"/>
                    </a:p>
                  </a:txBody>
                  <a:tcPr/>
                </a:tc>
                <a:tc hMerge="1">
                  <a:txBody>
                    <a:bodyPr/>
                    <a:lstStyle/>
                    <a:p>
                      <a:endParaRPr kumimoji="1" lang="ja-JP" altLang="en-US"/>
                    </a:p>
                  </a:txBody>
                  <a:tcPr/>
                </a:tc>
                <a:tc gridSpan="4">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r>
                        <a:rPr kumimoji="1" lang="en-US" altLang="ja-JP" sz="1100" b="1" i="1" u="sng" dirty="0">
                          <a:latin typeface="Meiryo UI" pitchFamily="50" charset="-128"/>
                          <a:ea typeface="Meiryo UI" pitchFamily="50" charset="-128"/>
                          <a:cs typeface="Meiryo UI" pitchFamily="50" charset="-128"/>
                        </a:rPr>
                        <a:t>L6 </a:t>
                      </a:r>
                      <a:r>
                        <a:rPr kumimoji="1" lang="en-US" altLang="ja-JP" sz="1050" b="1" i="1" u="sng" dirty="0">
                          <a:latin typeface="Meiryo UI" pitchFamily="50" charset="-128"/>
                          <a:ea typeface="Meiryo UI" pitchFamily="50" charset="-128"/>
                          <a:cs typeface="Meiryo UI" pitchFamily="50" charset="-128"/>
                        </a:rPr>
                        <a:t>regulation</a:t>
                      </a:r>
                      <a:endParaRPr kumimoji="1" lang="ja-JP" altLang="en-US" sz="1100" b="1" i="1" u="sng" dirty="0">
                        <a:latin typeface="Meiryo UI" pitchFamily="50" charset="-128"/>
                        <a:ea typeface="Meiryo UI" pitchFamily="50" charset="-128"/>
                        <a:cs typeface="Meiryo UI" pitchFamily="50" charset="-128"/>
                      </a:endParaRPr>
                    </a:p>
                  </a:txBody>
                  <a:tcPr marL="39000" marR="39000" marT="18000" marB="18000" anchor="ctr">
                    <a:lnL w="12700" cap="flat" cmpd="sng" algn="ctr">
                      <a:solidFill>
                        <a:srgbClr val="FFFFFF">
                          <a:lumMod val="75000"/>
                        </a:srgbClr>
                      </a:solidFill>
                      <a:prstDash val="solid"/>
                      <a:round/>
                      <a:headEnd type="none" w="med" len="med"/>
                      <a:tailEnd type="none" w="med" len="med"/>
                    </a:lnL>
                    <a:lnR w="28575" cap="flat" cmpd="sng" algn="ctr">
                      <a:solidFill>
                        <a:srgbClr val="FF0000"/>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85000"/>
                      </a:srgbClr>
                    </a:solidFill>
                  </a:tcPr>
                </a:tc>
                <a:tc hMerge="1">
                  <a:txBody>
                    <a:bodyPr/>
                    <a:lstStyle/>
                    <a:p>
                      <a:endParaRPr kumimoji="1" lang="ja-JP" altLang="en-US" sz="400" b="0" dirty="0">
                        <a:latin typeface="Meiryo UI" pitchFamily="50" charset="-128"/>
                        <a:ea typeface="Meiryo UI" pitchFamily="50" charset="-128"/>
                        <a:cs typeface="Meiryo UI" pitchFamily="50" charset="-128"/>
                      </a:endParaRPr>
                    </a:p>
                  </a:txBody>
                  <a:tcPr marL="39000" marR="39000" marT="18000" marB="18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hMerge="1">
                  <a:txBody>
                    <a:bodyPr/>
                    <a:lstStyle/>
                    <a:p>
                      <a:endParaRPr kumimoji="1" lang="ja-JP" altLang="en-US" sz="400" b="0" dirty="0">
                        <a:latin typeface="Meiryo UI" pitchFamily="50" charset="-128"/>
                        <a:ea typeface="Meiryo UI" pitchFamily="50" charset="-128"/>
                        <a:cs typeface="Meiryo UI" pitchFamily="50" charset="-128"/>
                      </a:endParaRPr>
                    </a:p>
                  </a:txBody>
                  <a:tcPr marL="39000" marR="39000" marT="18000" marB="18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hMerge="1">
                  <a:txBody>
                    <a:bodyPr/>
                    <a:lstStyle/>
                    <a:p>
                      <a:endParaRPr kumimoji="1" lang="ja-JP" altLang="en-US" sz="400" b="0" dirty="0">
                        <a:latin typeface="Meiryo UI" pitchFamily="50" charset="-128"/>
                        <a:ea typeface="Meiryo UI" pitchFamily="50" charset="-128"/>
                        <a:cs typeface="Meiryo UI" pitchFamily="50" charset="-128"/>
                      </a:endParaRPr>
                    </a:p>
                  </a:txBody>
                  <a:tcPr marL="39000" marR="39000" marT="18000" marB="18000" anchor="ctr">
                    <a:lnL w="12700" cap="flat" cmpd="sng" algn="ctr">
                      <a:solidFill>
                        <a:schemeClr val="bg1">
                          <a:lumMod val="75000"/>
                        </a:schemeClr>
                      </a:solidFill>
                      <a:prstDash val="solid"/>
                      <a:round/>
                      <a:headEnd type="none" w="med" len="med"/>
                      <a:tailEnd type="none" w="med" len="med"/>
                    </a:lnL>
                    <a:lnR w="28575" cap="flat" cmpd="sng" algn="ctr">
                      <a:solidFill>
                        <a:srgbClr val="FF0000"/>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gridSpan="3">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r>
                        <a:rPr kumimoji="1" lang="en-US" altLang="ja-JP" sz="1100" b="1" i="1" u="sng" dirty="0">
                          <a:latin typeface="Meiryo UI" pitchFamily="50" charset="-128"/>
                          <a:ea typeface="Meiryo UI" pitchFamily="50" charset="-128"/>
                          <a:cs typeface="Meiryo UI" pitchFamily="50" charset="-128"/>
                        </a:rPr>
                        <a:t>L7 </a:t>
                      </a:r>
                      <a:r>
                        <a:rPr kumimoji="1" lang="en-US" altLang="ja-JP" sz="1050" b="1" i="1" u="sng" dirty="0">
                          <a:latin typeface="Meiryo UI" pitchFamily="50" charset="-128"/>
                          <a:ea typeface="Meiryo UI" pitchFamily="50" charset="-128"/>
                          <a:cs typeface="Meiryo UI" pitchFamily="50" charset="-128"/>
                        </a:rPr>
                        <a:t>regulation</a:t>
                      </a:r>
                      <a:endParaRPr kumimoji="1" lang="ja-JP" altLang="en-US" sz="1100" b="1" i="1" u="sng" dirty="0">
                        <a:latin typeface="Meiryo UI" pitchFamily="50" charset="-128"/>
                        <a:ea typeface="Meiryo UI" pitchFamily="50" charset="-128"/>
                        <a:cs typeface="Meiryo UI" pitchFamily="50" charset="-128"/>
                      </a:endParaRPr>
                    </a:p>
                  </a:txBody>
                  <a:tcPr marL="39000" marR="39000" marT="18000" marB="18000" anchor="ctr">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lnTlToBr w="12700" cmpd="sng">
                      <a:noFill/>
                      <a:prstDash val="solid"/>
                    </a:lnTlToBr>
                    <a:lnBlToTr w="12700" cmpd="sng">
                      <a:noFill/>
                      <a:prstDash val="solid"/>
                    </a:lnBlToTr>
                    <a:solidFill>
                      <a:srgbClr val="DAEDEF">
                        <a:lumMod val="40000"/>
                        <a:lumOff val="60000"/>
                      </a:srgbClr>
                    </a:solidFill>
                  </a:tcPr>
                </a:tc>
                <a:tc hMerge="1">
                  <a:txBody>
                    <a:bodyPr/>
                    <a:lstStyle/>
                    <a:p>
                      <a:endParaRPr kumimoji="1" lang="ja-JP" altLang="en-US" sz="400" b="0" dirty="0">
                        <a:latin typeface="Meiryo UI" pitchFamily="50" charset="-128"/>
                        <a:ea typeface="Meiryo UI" pitchFamily="50" charset="-128"/>
                        <a:cs typeface="Meiryo UI" pitchFamily="50" charset="-128"/>
                      </a:endParaRPr>
                    </a:p>
                  </a:txBody>
                  <a:tcPr marL="39000" marR="39000" marT="18000" marB="18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hMerge="1">
                  <a:txBody>
                    <a:bodyPr/>
                    <a:lstStyle/>
                    <a:p>
                      <a:endParaRPr kumimoji="1" lang="ja-JP" altLang="en-US" sz="400" b="0" dirty="0">
                        <a:latin typeface="Meiryo UI" pitchFamily="50" charset="-128"/>
                        <a:ea typeface="Meiryo UI" pitchFamily="50" charset="-128"/>
                        <a:cs typeface="Meiryo UI" pitchFamily="50" charset="-128"/>
                      </a:endParaRPr>
                    </a:p>
                  </a:txBody>
                  <a:tcPr marL="39000" marR="39000" marT="18000" marB="18000" anchor="ctr">
                    <a:lnL w="12700" cap="flat" cmpd="sng" algn="ctr">
                      <a:solidFill>
                        <a:schemeClr val="bg1">
                          <a:lumMod val="75000"/>
                        </a:schemeClr>
                      </a:solidFill>
                      <a:prstDash val="solid"/>
                      <a:round/>
                      <a:headEnd type="none" w="med" len="med"/>
                      <a:tailEnd type="none" w="med" len="med"/>
                    </a:lnL>
                    <a:lnR w="28575" cap="flat" cmpd="sng" algn="ctr">
                      <a:solidFill>
                        <a:srgbClr val="FF0000"/>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gridSpan="2">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r>
                        <a:rPr kumimoji="1" lang="en-US" altLang="ja-JP" sz="1100" b="1" i="1" u="sng" dirty="0">
                          <a:latin typeface="Meiryo UI" pitchFamily="50" charset="-128"/>
                          <a:ea typeface="Meiryo UI" pitchFamily="50" charset="-128"/>
                          <a:cs typeface="Meiryo UI" pitchFamily="50" charset="-128"/>
                        </a:rPr>
                        <a:t>L8-50</a:t>
                      </a:r>
                      <a:endParaRPr kumimoji="1" lang="ja-JP" altLang="en-US" sz="1100" b="1" i="1" u="sng" dirty="0">
                        <a:latin typeface="Meiryo UI" pitchFamily="50" charset="-128"/>
                        <a:ea typeface="Meiryo UI" pitchFamily="50" charset="-128"/>
                        <a:cs typeface="Meiryo UI" pitchFamily="50" charset="-128"/>
                      </a:endParaRPr>
                    </a:p>
                  </a:txBody>
                  <a:tcPr marL="39000" marR="39000" marT="18000" marB="18000" anchor="ctr">
                    <a:lnL w="28575" cap="flat" cmpd="sng" algn="ctr">
                      <a:solidFill>
                        <a:srgbClr val="FF0000"/>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lnTlToBr w="12700" cmpd="sng">
                      <a:noFill/>
                      <a:prstDash val="solid"/>
                    </a:lnTlToBr>
                    <a:lnBlToTr w="12700" cmpd="sng">
                      <a:noFill/>
                      <a:prstDash val="solid"/>
                    </a:lnBlToTr>
                    <a:solidFill>
                      <a:srgbClr val="BBE0E3">
                        <a:lumMod val="20000"/>
                        <a:lumOff val="80000"/>
                      </a:srgbClr>
                    </a:solidFill>
                  </a:tcPr>
                </a:tc>
                <a:tc hMerge="1">
                  <a:txBody>
                    <a:bodyPr/>
                    <a:lstStyle/>
                    <a:p>
                      <a:endParaRPr kumimoji="1" lang="ja-JP" altLang="en-US" sz="1100" b="1" i="1" u="sng" dirty="0">
                        <a:latin typeface="Meiryo UI" pitchFamily="50" charset="-128"/>
                        <a:ea typeface="Meiryo UI" pitchFamily="50" charset="-128"/>
                        <a:cs typeface="Meiryo UI" pitchFamily="50" charset="-128"/>
                      </a:endParaRPr>
                    </a:p>
                  </a:txBody>
                  <a:tcPr marL="39000" marR="39000" marT="18000" marB="18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gridSpan="2">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r>
                        <a:rPr kumimoji="1" lang="en-US" altLang="ja-JP" sz="1100" b="1" i="1" u="sng" dirty="0">
                          <a:latin typeface="Meiryo UI" pitchFamily="50" charset="-128"/>
                          <a:ea typeface="Meiryo UI" pitchFamily="50" charset="-128"/>
                          <a:cs typeface="Meiryo UI" pitchFamily="50" charset="-128"/>
                        </a:rPr>
                        <a:t>L8-40</a:t>
                      </a:r>
                      <a:endParaRPr kumimoji="1" lang="ja-JP" altLang="en-US" sz="1100" b="1" i="1" u="sng" dirty="0">
                        <a:latin typeface="Meiryo UI" pitchFamily="50" charset="-128"/>
                        <a:ea typeface="Meiryo UI" pitchFamily="50" charset="-128"/>
                        <a:cs typeface="Meiryo UI" pitchFamily="50" charset="-128"/>
                      </a:endParaRPr>
                    </a:p>
                  </a:txBody>
                  <a:tcPr marL="39000" marR="39000" marT="18000" marB="18000" anchor="ct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85000"/>
                      </a:srgbClr>
                    </a:solidFill>
                  </a:tcPr>
                </a:tc>
                <a:tc hMerge="1">
                  <a:txBody>
                    <a:bodyPr/>
                    <a:lstStyle/>
                    <a:p>
                      <a:endParaRPr kumimoji="1" lang="ja-JP" altLang="en-US" sz="1100" b="1" i="1" u="sng" dirty="0">
                        <a:latin typeface="Meiryo UI" pitchFamily="50" charset="-128"/>
                        <a:ea typeface="Meiryo UI" pitchFamily="50" charset="-128"/>
                        <a:cs typeface="Meiryo UI" pitchFamily="50" charset="-128"/>
                      </a:endParaRPr>
                    </a:p>
                  </a:txBody>
                  <a:tcPr marL="39000" marR="39000" marT="18000" marB="18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gridSpan="2">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r>
                        <a:rPr kumimoji="1" lang="en-US" altLang="ja-JP" sz="1100" b="1" i="1" u="sng" dirty="0">
                          <a:solidFill>
                            <a:schemeClr val="bg1"/>
                          </a:solidFill>
                          <a:latin typeface="Meiryo UI" pitchFamily="50" charset="-128"/>
                          <a:ea typeface="Meiryo UI" pitchFamily="50" charset="-128"/>
                          <a:cs typeface="Meiryo UI" pitchFamily="50" charset="-128"/>
                        </a:rPr>
                        <a:t>L8-30</a:t>
                      </a:r>
                      <a:endParaRPr kumimoji="1" lang="ja-JP" altLang="en-US" sz="1100" b="1" i="1" u="sng" dirty="0">
                        <a:solidFill>
                          <a:schemeClr val="bg1"/>
                        </a:solidFill>
                        <a:latin typeface="Meiryo UI" pitchFamily="50" charset="-128"/>
                        <a:ea typeface="Meiryo UI" pitchFamily="50" charset="-128"/>
                        <a:cs typeface="Meiryo UI" pitchFamily="50" charset="-128"/>
                      </a:endParaRPr>
                    </a:p>
                  </a:txBody>
                  <a:tcPr marL="39000" marR="39000" marT="18000" marB="18000" anchor="ct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hMerge="1">
                  <a:txBody>
                    <a:bodyPr/>
                    <a:lstStyle/>
                    <a:p>
                      <a:endParaRPr kumimoji="1" lang="ja-JP" altLang="en-US" sz="1100" b="1" i="1" u="sng" dirty="0">
                        <a:latin typeface="Meiryo UI" pitchFamily="50" charset="-128"/>
                        <a:ea typeface="Meiryo UI" pitchFamily="50" charset="-128"/>
                        <a:cs typeface="Meiryo UI" pitchFamily="50" charset="-128"/>
                      </a:endParaRPr>
                    </a:p>
                  </a:txBody>
                  <a:tcPr marL="39000" marR="39000" marT="18000" marB="18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00B0F0"/>
                    </a:solidFill>
                  </a:tcPr>
                </a:tc>
                <a:extLst>
                  <a:ext uri="{0D108BD9-81ED-4DB2-BD59-A6C34878D82A}">
                    <a16:rowId xmlns:a16="http://schemas.microsoft.com/office/drawing/2014/main" val="126402947"/>
                  </a:ext>
                </a:extLst>
              </a:tr>
              <a:tr h="223361">
                <a:tc gridSpan="3">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1" dirty="0">
                        <a:latin typeface="Meiryo UI" pitchFamily="50" charset="-128"/>
                        <a:ea typeface="Meiryo UI" pitchFamily="50" charset="-128"/>
                        <a:cs typeface="Meiryo UI" pitchFamily="50" charset="-128"/>
                      </a:endParaRPr>
                    </a:p>
                  </a:txBody>
                  <a:tcPr marL="39000" marR="39000" marT="18000" marB="18000" anchor="ct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hMerge="1">
                  <a:txBody>
                    <a:bodyPr/>
                    <a:lstStyle/>
                    <a:p>
                      <a:endParaRPr kumimoji="1" lang="ja-JP" altLang="en-US"/>
                    </a:p>
                  </a:txBody>
                  <a:tcPr/>
                </a:tc>
                <a:tc hMerge="1">
                  <a:txBody>
                    <a:bodyPr/>
                    <a:lstStyle/>
                    <a:p>
                      <a:endParaRPr kumimoji="1" lang="ja-JP" altLang="en-US"/>
                    </a:p>
                  </a:txBody>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a:endParaRPr kumimoji="1" lang="ja-JP" altLang="en-US" sz="1600" b="0" dirty="0">
                        <a:latin typeface="Meiryo UI" pitchFamily="50" charset="-128"/>
                        <a:ea typeface="Meiryo UI" pitchFamily="50" charset="-128"/>
                        <a:cs typeface="Meiryo UI" pitchFamily="50" charset="-128"/>
                      </a:endParaRPr>
                    </a:p>
                  </a:txBody>
                  <a:tcPr marL="0" marR="0" marT="18000" marB="18000" anchor="ct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a:endParaRPr kumimoji="1" lang="en-US" altLang="ja-JP" sz="1600" b="0" dirty="0">
                        <a:latin typeface="Meiryo UI" pitchFamily="50" charset="-128"/>
                        <a:ea typeface="Meiryo UI" pitchFamily="50" charset="-128"/>
                        <a:cs typeface="Meiryo UI" pitchFamily="50" charset="-128"/>
                      </a:endParaRPr>
                    </a:p>
                  </a:txBody>
                  <a:tcPr marL="0" marR="0" marT="18000" marB="18000" anchor="ct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a:endParaRPr kumimoji="1" lang="en-US" altLang="ja-JP" sz="1600" b="0" dirty="0">
                        <a:latin typeface="Meiryo UI" pitchFamily="50" charset="-128"/>
                        <a:ea typeface="Meiryo UI" pitchFamily="50" charset="-128"/>
                        <a:cs typeface="Meiryo UI" pitchFamily="50" charset="-128"/>
                      </a:endParaRPr>
                    </a:p>
                  </a:txBody>
                  <a:tcPr marL="0" marR="0" marT="18000" marB="18000" anchor="ct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a:endParaRPr kumimoji="1" lang="en-US" altLang="ja-JP" sz="1600" b="0" dirty="0">
                        <a:latin typeface="Meiryo UI" pitchFamily="50" charset="-128"/>
                        <a:ea typeface="Meiryo UI" pitchFamily="50" charset="-128"/>
                        <a:cs typeface="Meiryo UI" pitchFamily="50" charset="-128"/>
                      </a:endParaRPr>
                    </a:p>
                  </a:txBody>
                  <a:tcPr marL="0" marR="0" marT="18000" marB="18000" anchor="ctr">
                    <a:lnL w="12700" cap="flat" cmpd="sng" algn="ctr">
                      <a:solidFill>
                        <a:srgbClr val="FFFFFF">
                          <a:lumMod val="75000"/>
                        </a:srgbClr>
                      </a:solidFill>
                      <a:prstDash val="solid"/>
                      <a:round/>
                      <a:headEnd type="none" w="med" len="med"/>
                      <a:tailEnd type="none" w="med" len="med"/>
                    </a:lnL>
                    <a:lnR w="28575" cap="flat" cmpd="sng" algn="ctr">
                      <a:solidFill>
                        <a:srgbClr val="FF0000"/>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a:endParaRPr kumimoji="1" lang="en-US" altLang="ja-JP" sz="1600" b="0" dirty="0">
                        <a:latin typeface="Meiryo UI" pitchFamily="50" charset="-128"/>
                        <a:ea typeface="Meiryo UI" pitchFamily="50" charset="-128"/>
                        <a:cs typeface="Meiryo UI" pitchFamily="50" charset="-128"/>
                      </a:endParaRPr>
                    </a:p>
                  </a:txBody>
                  <a:tcPr marL="0" marR="0" marT="18000" marB="18000" anchor="ctr">
                    <a:lnL w="28575" cap="flat" cmpd="sng" algn="ctr">
                      <a:solidFill>
                        <a:srgbClr val="FF0000"/>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a:endParaRPr kumimoji="1" lang="en-US" altLang="ja-JP" sz="1600" b="0" dirty="0">
                        <a:latin typeface="Meiryo UI" pitchFamily="50" charset="-128"/>
                        <a:ea typeface="Meiryo UI" pitchFamily="50" charset="-128"/>
                        <a:cs typeface="Meiryo UI" pitchFamily="50" charset="-128"/>
                      </a:endParaRPr>
                    </a:p>
                  </a:txBody>
                  <a:tcPr marL="0" marR="0" marT="18000" marB="18000" anchor="ct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a:endParaRPr kumimoji="1" lang="en-US" altLang="ja-JP" sz="1600" b="0" dirty="0">
                        <a:latin typeface="Meiryo UI" pitchFamily="50" charset="-128"/>
                        <a:ea typeface="Meiryo UI" pitchFamily="50" charset="-128"/>
                        <a:cs typeface="Meiryo UI" pitchFamily="50" charset="-128"/>
                      </a:endParaRPr>
                    </a:p>
                  </a:txBody>
                  <a:tcPr marL="0" marR="0" marT="18000" marB="18000" anchor="ctr">
                    <a:lnL w="12700" cap="flat" cmpd="sng" algn="ctr">
                      <a:solidFill>
                        <a:srgbClr val="FFFFFF">
                          <a:lumMod val="75000"/>
                        </a:srgbClr>
                      </a:solidFill>
                      <a:prstDash val="solid"/>
                      <a:round/>
                      <a:headEnd type="none" w="med" len="med"/>
                      <a:tailEnd type="none" w="med" len="med"/>
                    </a:lnL>
                    <a:lnR w="28575" cap="flat" cmpd="sng" algn="ctr">
                      <a:solidFill>
                        <a:srgbClr val="FF0000"/>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a:endParaRPr kumimoji="1" lang="en-US" altLang="ja-JP" sz="1600" b="0" dirty="0">
                        <a:latin typeface="Meiryo UI" pitchFamily="50" charset="-128"/>
                        <a:ea typeface="Meiryo UI" pitchFamily="50" charset="-128"/>
                        <a:cs typeface="Meiryo UI" pitchFamily="50" charset="-128"/>
                      </a:endParaRPr>
                    </a:p>
                  </a:txBody>
                  <a:tcPr marL="0" marR="0" marT="18000" marB="18000" anchor="ctr">
                    <a:lnL w="28575" cap="flat" cmpd="sng" algn="ctr">
                      <a:solidFill>
                        <a:srgbClr val="FF0000"/>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a:endParaRPr kumimoji="1" lang="en-US" altLang="ja-JP" sz="1600" b="0" dirty="0">
                        <a:latin typeface="Meiryo UI" pitchFamily="50" charset="-128"/>
                        <a:ea typeface="Meiryo UI" pitchFamily="50" charset="-128"/>
                        <a:cs typeface="Meiryo UI" pitchFamily="50" charset="-128"/>
                      </a:endParaRPr>
                    </a:p>
                  </a:txBody>
                  <a:tcPr marL="0" marR="0" marT="18000" marB="18000" anchor="ct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a:endParaRPr kumimoji="1" lang="en-US" altLang="ja-JP" sz="1600" b="0" dirty="0">
                        <a:latin typeface="Meiryo UI" pitchFamily="50" charset="-128"/>
                        <a:ea typeface="Meiryo UI" pitchFamily="50" charset="-128"/>
                        <a:cs typeface="Meiryo UI" pitchFamily="50" charset="-128"/>
                      </a:endParaRPr>
                    </a:p>
                  </a:txBody>
                  <a:tcPr marL="0" marR="0" marT="18000" marB="18000" anchor="ct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a:endParaRPr kumimoji="1" lang="en-US" altLang="ja-JP" sz="1600" b="0" dirty="0">
                        <a:latin typeface="Meiryo UI" pitchFamily="50" charset="-128"/>
                        <a:ea typeface="Meiryo UI" pitchFamily="50" charset="-128"/>
                        <a:cs typeface="Meiryo UI" pitchFamily="50" charset="-128"/>
                      </a:endParaRPr>
                    </a:p>
                  </a:txBody>
                  <a:tcPr marL="0" marR="0" marT="18000" marB="18000" anchor="ct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a:endParaRPr kumimoji="1" lang="en-US" altLang="ja-JP" sz="1600" b="0" dirty="0">
                        <a:latin typeface="Meiryo UI" pitchFamily="50" charset="-128"/>
                        <a:ea typeface="Meiryo UI" pitchFamily="50" charset="-128"/>
                        <a:cs typeface="Meiryo UI" pitchFamily="50" charset="-128"/>
                      </a:endParaRPr>
                    </a:p>
                  </a:txBody>
                  <a:tcPr marL="0" marR="0" marT="18000" marB="18000" anchor="ct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a:endParaRPr kumimoji="1" lang="en-US" altLang="ja-JP" sz="1600" b="0" dirty="0">
                        <a:latin typeface="Meiryo UI" pitchFamily="50" charset="-128"/>
                        <a:ea typeface="Meiryo UI" pitchFamily="50" charset="-128"/>
                        <a:cs typeface="Meiryo UI" pitchFamily="50" charset="-128"/>
                      </a:endParaRPr>
                    </a:p>
                  </a:txBody>
                  <a:tcPr marL="0" marR="0" marT="18000" marB="18000" anchor="ct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48359965"/>
                  </a:ext>
                </a:extLst>
              </a:tr>
              <a:tr h="223361">
                <a:tc gridSpan="3">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1" i="1" dirty="0">
                          <a:latin typeface="Meiryo UI" pitchFamily="50" charset="-128"/>
                          <a:ea typeface="Meiryo UI" pitchFamily="50" charset="-128"/>
                          <a:cs typeface="Meiryo UI" pitchFamily="50" charset="-128"/>
                        </a:rPr>
                        <a:t>62XS(L8-40)</a:t>
                      </a:r>
                      <a:r>
                        <a:rPr kumimoji="1" lang="ja-JP" altLang="en-US" sz="1200" b="1" i="1" dirty="0">
                          <a:latin typeface="Meiryo UI" pitchFamily="50" charset="-128"/>
                          <a:ea typeface="Meiryo UI" pitchFamily="50" charset="-128"/>
                          <a:cs typeface="Meiryo UI" pitchFamily="50" charset="-128"/>
                        </a:rPr>
                        <a:t> </a:t>
                      </a:r>
                      <a:r>
                        <a:rPr kumimoji="1" lang="en-US" altLang="ja-JP" sz="1200" b="1" i="1" dirty="0">
                          <a:latin typeface="Meiryo UI" pitchFamily="50" charset="-128"/>
                          <a:ea typeface="Meiryo UI" pitchFamily="50" charset="-128"/>
                          <a:cs typeface="Meiryo UI" pitchFamily="50" charset="-128"/>
                        </a:rPr>
                        <a:t>4D</a:t>
                      </a:r>
                    </a:p>
                  </a:txBody>
                  <a:tcPr marL="39000" marR="39000" marT="18000" marB="18000" anchor="ct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kumimoji="1" lang="en-US" altLang="ja-JP" sz="1600" b="0" dirty="0">
                        <a:latin typeface="Meiryo UI" pitchFamily="50" charset="-128"/>
                        <a:ea typeface="Meiryo UI" pitchFamily="50" charset="-128"/>
                        <a:cs typeface="Meiryo UI" pitchFamily="50" charset="-128"/>
                      </a:endParaRPr>
                    </a:p>
                  </a:txBody>
                  <a:tcPr marL="39000" marR="39000" marT="18000" marB="18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kumimoji="1" lang="en-US" altLang="ja-JP" sz="1600" b="0" dirty="0">
                        <a:latin typeface="Meiryo UI" pitchFamily="50" charset="-128"/>
                        <a:ea typeface="Meiryo UI" pitchFamily="50" charset="-128"/>
                        <a:cs typeface="Meiryo UI" pitchFamily="50" charset="-128"/>
                      </a:endParaRPr>
                    </a:p>
                  </a:txBody>
                  <a:tcPr marL="39000" marR="39000" marT="18000" marB="18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a:endParaRPr kumimoji="1" lang="ja-JP" altLang="en-US" sz="1600" b="0" dirty="0">
                        <a:latin typeface="Meiryo UI" pitchFamily="50" charset="-128"/>
                        <a:ea typeface="Meiryo UI" pitchFamily="50" charset="-128"/>
                        <a:cs typeface="Meiryo UI" pitchFamily="50" charset="-128"/>
                      </a:endParaRPr>
                    </a:p>
                  </a:txBody>
                  <a:tcPr marL="0" marR="0" marT="18000" marB="18000" anchor="ct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a:endParaRPr kumimoji="1" lang="en-US" altLang="ja-JP" sz="1600" b="0" dirty="0">
                        <a:latin typeface="Meiryo UI" pitchFamily="50" charset="-128"/>
                        <a:ea typeface="Meiryo UI" pitchFamily="50" charset="-128"/>
                        <a:cs typeface="Meiryo UI" pitchFamily="50" charset="-128"/>
                      </a:endParaRPr>
                    </a:p>
                  </a:txBody>
                  <a:tcPr marL="0" marR="0" marT="18000" marB="18000" anchor="ct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a:endParaRPr kumimoji="1" lang="en-US" altLang="ja-JP" sz="1600" b="0" dirty="0">
                        <a:latin typeface="Meiryo UI" pitchFamily="50" charset="-128"/>
                        <a:ea typeface="Meiryo UI" pitchFamily="50" charset="-128"/>
                        <a:cs typeface="Meiryo UI" pitchFamily="50" charset="-128"/>
                      </a:endParaRPr>
                    </a:p>
                  </a:txBody>
                  <a:tcPr marL="0" marR="0" marT="18000" marB="18000" anchor="ct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a:endParaRPr kumimoji="1" lang="en-US" altLang="ja-JP" sz="1600" b="0" dirty="0">
                        <a:latin typeface="Meiryo UI" pitchFamily="50" charset="-128"/>
                        <a:ea typeface="Meiryo UI" pitchFamily="50" charset="-128"/>
                        <a:cs typeface="Meiryo UI" pitchFamily="50" charset="-128"/>
                      </a:endParaRPr>
                    </a:p>
                  </a:txBody>
                  <a:tcPr marL="0" marR="0" marT="18000" marB="18000" anchor="ctr">
                    <a:lnL w="12700" cap="flat" cmpd="sng" algn="ctr">
                      <a:solidFill>
                        <a:srgbClr val="FFFFFF">
                          <a:lumMod val="75000"/>
                        </a:srgbClr>
                      </a:solidFill>
                      <a:prstDash val="solid"/>
                      <a:round/>
                      <a:headEnd type="none" w="med" len="med"/>
                      <a:tailEnd type="none" w="med" len="med"/>
                    </a:lnL>
                    <a:lnR w="28575" cap="flat" cmpd="sng" algn="ctr">
                      <a:solidFill>
                        <a:srgbClr val="FF0000"/>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a:endParaRPr kumimoji="1" lang="en-US" altLang="ja-JP" sz="1600" b="0" dirty="0">
                        <a:latin typeface="Meiryo UI" pitchFamily="50" charset="-128"/>
                        <a:ea typeface="Meiryo UI" pitchFamily="50" charset="-128"/>
                        <a:cs typeface="Meiryo UI" pitchFamily="50" charset="-128"/>
                      </a:endParaRPr>
                    </a:p>
                  </a:txBody>
                  <a:tcPr marL="0" marR="0" marT="18000" marB="18000" anchor="ctr">
                    <a:lnL w="28575" cap="flat" cmpd="sng" algn="ctr">
                      <a:solidFill>
                        <a:srgbClr val="FF0000"/>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a:endParaRPr kumimoji="1" lang="en-US" altLang="ja-JP" sz="1600" b="0" dirty="0">
                        <a:latin typeface="Meiryo UI" pitchFamily="50" charset="-128"/>
                        <a:ea typeface="Meiryo UI" pitchFamily="50" charset="-128"/>
                        <a:cs typeface="Meiryo UI" pitchFamily="50" charset="-128"/>
                      </a:endParaRPr>
                    </a:p>
                  </a:txBody>
                  <a:tcPr marL="0" marR="0" marT="18000" marB="18000" anchor="ct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a:endParaRPr kumimoji="1" lang="en-US" altLang="ja-JP" sz="1600" b="0" dirty="0">
                        <a:latin typeface="Meiryo UI" pitchFamily="50" charset="-128"/>
                        <a:ea typeface="Meiryo UI" pitchFamily="50" charset="-128"/>
                        <a:cs typeface="Meiryo UI" pitchFamily="50" charset="-128"/>
                      </a:endParaRPr>
                    </a:p>
                  </a:txBody>
                  <a:tcPr marL="0" marR="0" marT="18000" marB="18000" anchor="ctr">
                    <a:lnL w="12700" cap="flat" cmpd="sng" algn="ctr">
                      <a:solidFill>
                        <a:srgbClr val="FFFFFF">
                          <a:lumMod val="75000"/>
                        </a:srgbClr>
                      </a:solidFill>
                      <a:prstDash val="solid"/>
                      <a:round/>
                      <a:headEnd type="none" w="med" len="med"/>
                      <a:tailEnd type="none" w="med" len="med"/>
                    </a:lnL>
                    <a:lnR w="28575" cap="flat" cmpd="sng" algn="ctr">
                      <a:solidFill>
                        <a:srgbClr val="FF0000"/>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a:endParaRPr kumimoji="1" lang="en-US" altLang="ja-JP" sz="1600" b="0" dirty="0">
                        <a:latin typeface="Meiryo UI" pitchFamily="50" charset="-128"/>
                        <a:ea typeface="Meiryo UI" pitchFamily="50" charset="-128"/>
                        <a:cs typeface="Meiryo UI" pitchFamily="50" charset="-128"/>
                      </a:endParaRPr>
                    </a:p>
                  </a:txBody>
                  <a:tcPr marL="0" marR="0" marT="18000" marB="18000" anchor="ctr">
                    <a:lnL w="28575" cap="flat" cmpd="sng" algn="ctr">
                      <a:solidFill>
                        <a:srgbClr val="FF0000"/>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a:endParaRPr kumimoji="1" lang="en-US" altLang="ja-JP" sz="1600" b="0" dirty="0">
                        <a:latin typeface="Meiryo UI" pitchFamily="50" charset="-128"/>
                        <a:ea typeface="Meiryo UI" pitchFamily="50" charset="-128"/>
                        <a:cs typeface="Meiryo UI" pitchFamily="50" charset="-128"/>
                      </a:endParaRPr>
                    </a:p>
                  </a:txBody>
                  <a:tcPr marL="0" marR="0" marT="18000" marB="18000" anchor="ct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a:endParaRPr kumimoji="1" lang="en-US" altLang="ja-JP" sz="1600" b="0" dirty="0">
                        <a:latin typeface="Meiryo UI" pitchFamily="50" charset="-128"/>
                        <a:ea typeface="Meiryo UI" pitchFamily="50" charset="-128"/>
                        <a:cs typeface="Meiryo UI" pitchFamily="50" charset="-128"/>
                      </a:endParaRPr>
                    </a:p>
                  </a:txBody>
                  <a:tcPr marL="0" marR="0" marT="18000" marB="18000" anchor="ct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a:endParaRPr kumimoji="1" lang="en-US" altLang="ja-JP" sz="1600" b="0" dirty="0">
                        <a:latin typeface="Meiryo UI" pitchFamily="50" charset="-128"/>
                        <a:ea typeface="Meiryo UI" pitchFamily="50" charset="-128"/>
                        <a:cs typeface="Meiryo UI" pitchFamily="50" charset="-128"/>
                      </a:endParaRPr>
                    </a:p>
                  </a:txBody>
                  <a:tcPr marL="0" marR="0" marT="18000" marB="18000" anchor="ct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a:endParaRPr kumimoji="1" lang="en-US" altLang="ja-JP" sz="1600" b="0" dirty="0">
                        <a:latin typeface="Meiryo UI" pitchFamily="50" charset="-128"/>
                        <a:ea typeface="Meiryo UI" pitchFamily="50" charset="-128"/>
                        <a:cs typeface="Meiryo UI" pitchFamily="50" charset="-128"/>
                      </a:endParaRPr>
                    </a:p>
                  </a:txBody>
                  <a:tcPr marL="0" marR="0" marT="18000" marB="18000" anchor="ct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a:endParaRPr kumimoji="1" lang="en-US" altLang="ja-JP" sz="1600" b="0" dirty="0">
                        <a:latin typeface="Meiryo UI" pitchFamily="50" charset="-128"/>
                        <a:ea typeface="Meiryo UI" pitchFamily="50" charset="-128"/>
                        <a:cs typeface="Meiryo UI" pitchFamily="50" charset="-128"/>
                      </a:endParaRPr>
                    </a:p>
                  </a:txBody>
                  <a:tcPr marL="0" marR="0" marT="18000" marB="18000" anchor="ct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23361">
                <a:tc gridSpan="3">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1" i="1" dirty="0">
                          <a:latin typeface="Meiryo UI" pitchFamily="50" charset="-128"/>
                          <a:ea typeface="Meiryo UI" pitchFamily="50" charset="-128"/>
                          <a:cs typeface="Meiryo UI" pitchFamily="50" charset="-128"/>
                        </a:rPr>
                        <a:t>62XS(L8-40)</a:t>
                      </a:r>
                      <a:r>
                        <a:rPr kumimoji="1" lang="ja-JP" altLang="en-US" sz="1200" b="1" i="1" dirty="0">
                          <a:latin typeface="Meiryo UI" pitchFamily="50" charset="-128"/>
                          <a:ea typeface="Meiryo UI" pitchFamily="50" charset="-128"/>
                          <a:cs typeface="Meiryo UI" pitchFamily="50" charset="-128"/>
                        </a:rPr>
                        <a:t> </a:t>
                      </a:r>
                      <a:r>
                        <a:rPr kumimoji="1" lang="en-US" altLang="ja-JP" sz="1200" b="1" i="1" dirty="0">
                          <a:latin typeface="Meiryo UI" pitchFamily="50" charset="-128"/>
                          <a:ea typeface="Meiryo UI" pitchFamily="50" charset="-128"/>
                          <a:cs typeface="Meiryo UI" pitchFamily="50" charset="-128"/>
                        </a:rPr>
                        <a:t>5D</a:t>
                      </a:r>
                    </a:p>
                  </a:txBody>
                  <a:tcPr marL="39000" marR="39000" marT="18000" marB="18000" anchor="ct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kumimoji="1" lang="en-US" altLang="ja-JP" sz="1600" b="0" dirty="0">
                        <a:latin typeface="Meiryo UI" pitchFamily="50" charset="-128"/>
                        <a:ea typeface="Meiryo UI" pitchFamily="50" charset="-128"/>
                        <a:cs typeface="Meiryo UI" pitchFamily="50" charset="-128"/>
                      </a:endParaRPr>
                    </a:p>
                  </a:txBody>
                  <a:tcPr marL="39000" marR="39000" marT="18000" marB="18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kumimoji="1" lang="en-US" altLang="ja-JP" sz="1600" b="0" dirty="0">
                        <a:latin typeface="Meiryo UI" pitchFamily="50" charset="-128"/>
                        <a:ea typeface="Meiryo UI" pitchFamily="50" charset="-128"/>
                        <a:cs typeface="Meiryo UI" pitchFamily="50" charset="-128"/>
                      </a:endParaRPr>
                    </a:p>
                  </a:txBody>
                  <a:tcPr marL="39000" marR="39000" marT="18000" marB="18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a:endParaRPr kumimoji="1" lang="ja-JP" altLang="en-US" sz="1600" b="0" dirty="0">
                        <a:latin typeface="Meiryo UI" pitchFamily="50" charset="-128"/>
                        <a:ea typeface="Meiryo UI" pitchFamily="50" charset="-128"/>
                        <a:cs typeface="Meiryo UI" pitchFamily="50" charset="-128"/>
                      </a:endParaRPr>
                    </a:p>
                  </a:txBody>
                  <a:tcPr marL="0" marR="0" marT="18000" marB="18000" anchor="ct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a:endParaRPr kumimoji="1" lang="en-US" altLang="ja-JP" sz="1600" b="0" dirty="0">
                        <a:latin typeface="Meiryo UI" pitchFamily="50" charset="-128"/>
                        <a:ea typeface="Meiryo UI" pitchFamily="50" charset="-128"/>
                        <a:cs typeface="Meiryo UI" pitchFamily="50" charset="-128"/>
                      </a:endParaRPr>
                    </a:p>
                  </a:txBody>
                  <a:tcPr marL="0" marR="0" marT="18000" marB="18000" anchor="ct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a:endParaRPr kumimoji="1" lang="en-US" altLang="ja-JP" sz="1600" b="0" dirty="0">
                        <a:latin typeface="Meiryo UI" pitchFamily="50" charset="-128"/>
                        <a:ea typeface="Meiryo UI" pitchFamily="50" charset="-128"/>
                        <a:cs typeface="Meiryo UI" pitchFamily="50" charset="-128"/>
                      </a:endParaRPr>
                    </a:p>
                  </a:txBody>
                  <a:tcPr marL="0" marR="0" marT="18000" marB="18000" anchor="ct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a:endParaRPr kumimoji="1" lang="en-US" altLang="ja-JP" sz="1600" b="0" dirty="0">
                        <a:latin typeface="Meiryo UI" pitchFamily="50" charset="-128"/>
                        <a:ea typeface="Meiryo UI" pitchFamily="50" charset="-128"/>
                        <a:cs typeface="Meiryo UI" pitchFamily="50" charset="-128"/>
                      </a:endParaRPr>
                    </a:p>
                  </a:txBody>
                  <a:tcPr marL="0" marR="0" marT="18000" marB="18000" anchor="ctr">
                    <a:lnL w="12700" cap="flat" cmpd="sng" algn="ctr">
                      <a:solidFill>
                        <a:srgbClr val="FFFFFF">
                          <a:lumMod val="75000"/>
                        </a:srgbClr>
                      </a:solidFill>
                      <a:prstDash val="solid"/>
                      <a:round/>
                      <a:headEnd type="none" w="med" len="med"/>
                      <a:tailEnd type="none" w="med" len="med"/>
                    </a:lnL>
                    <a:lnR w="28575" cap="flat" cmpd="sng" algn="ctr">
                      <a:solidFill>
                        <a:srgbClr val="FF0000"/>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a:endParaRPr kumimoji="1" lang="en-US" altLang="ja-JP" sz="1600" b="0" dirty="0">
                        <a:latin typeface="Meiryo UI" pitchFamily="50" charset="-128"/>
                        <a:ea typeface="Meiryo UI" pitchFamily="50" charset="-128"/>
                        <a:cs typeface="Meiryo UI" pitchFamily="50" charset="-128"/>
                      </a:endParaRPr>
                    </a:p>
                  </a:txBody>
                  <a:tcPr marL="0" marR="0" marT="18000" marB="18000" anchor="ctr">
                    <a:lnL w="28575" cap="flat" cmpd="sng" algn="ctr">
                      <a:solidFill>
                        <a:srgbClr val="FF0000"/>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a:endParaRPr kumimoji="1" lang="en-US" altLang="ja-JP" sz="1600" b="0" dirty="0">
                        <a:latin typeface="Meiryo UI" pitchFamily="50" charset="-128"/>
                        <a:ea typeface="Meiryo UI" pitchFamily="50" charset="-128"/>
                        <a:cs typeface="Meiryo UI" pitchFamily="50" charset="-128"/>
                      </a:endParaRPr>
                    </a:p>
                  </a:txBody>
                  <a:tcPr marL="0" marR="0" marT="18000" marB="18000" anchor="ct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a:endParaRPr kumimoji="1" lang="en-US" altLang="ja-JP" sz="1600" b="0" dirty="0">
                        <a:latin typeface="Meiryo UI" pitchFamily="50" charset="-128"/>
                        <a:ea typeface="Meiryo UI" pitchFamily="50" charset="-128"/>
                        <a:cs typeface="Meiryo UI" pitchFamily="50" charset="-128"/>
                      </a:endParaRPr>
                    </a:p>
                  </a:txBody>
                  <a:tcPr marL="0" marR="0" marT="18000" marB="18000" anchor="ctr">
                    <a:lnL w="12700" cap="flat" cmpd="sng" algn="ctr">
                      <a:solidFill>
                        <a:srgbClr val="FFFFFF">
                          <a:lumMod val="75000"/>
                        </a:srgbClr>
                      </a:solidFill>
                      <a:prstDash val="solid"/>
                      <a:round/>
                      <a:headEnd type="none" w="med" len="med"/>
                      <a:tailEnd type="none" w="med" len="med"/>
                    </a:lnL>
                    <a:lnR w="28575" cap="flat" cmpd="sng" algn="ctr">
                      <a:solidFill>
                        <a:srgbClr val="FF0000"/>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a:endParaRPr kumimoji="1" lang="en-US" altLang="ja-JP" sz="1600" b="0" dirty="0">
                        <a:latin typeface="Meiryo UI" pitchFamily="50" charset="-128"/>
                        <a:ea typeface="Meiryo UI" pitchFamily="50" charset="-128"/>
                        <a:cs typeface="Meiryo UI" pitchFamily="50" charset="-128"/>
                      </a:endParaRPr>
                    </a:p>
                  </a:txBody>
                  <a:tcPr marL="0" marR="0" marT="18000" marB="18000" anchor="ctr">
                    <a:lnL w="28575" cap="flat" cmpd="sng" algn="ctr">
                      <a:solidFill>
                        <a:srgbClr val="FF0000"/>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a:endParaRPr kumimoji="1" lang="en-US" altLang="ja-JP" sz="1600" b="0" dirty="0">
                        <a:latin typeface="Meiryo UI" pitchFamily="50" charset="-128"/>
                        <a:ea typeface="Meiryo UI" pitchFamily="50" charset="-128"/>
                        <a:cs typeface="Meiryo UI" pitchFamily="50" charset="-128"/>
                      </a:endParaRPr>
                    </a:p>
                  </a:txBody>
                  <a:tcPr marL="0" marR="0" marT="18000" marB="18000" anchor="ct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a:endParaRPr kumimoji="1" lang="en-US" altLang="ja-JP" sz="1600" b="0" dirty="0">
                        <a:latin typeface="Meiryo UI" pitchFamily="50" charset="-128"/>
                        <a:ea typeface="Meiryo UI" pitchFamily="50" charset="-128"/>
                        <a:cs typeface="Meiryo UI" pitchFamily="50" charset="-128"/>
                      </a:endParaRPr>
                    </a:p>
                  </a:txBody>
                  <a:tcPr marL="0" marR="0" marT="18000" marB="18000" anchor="ct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a:endParaRPr kumimoji="1" lang="en-US" altLang="ja-JP" sz="1600" b="0" dirty="0">
                        <a:latin typeface="Meiryo UI" pitchFamily="50" charset="-128"/>
                        <a:ea typeface="Meiryo UI" pitchFamily="50" charset="-128"/>
                        <a:cs typeface="Meiryo UI" pitchFamily="50" charset="-128"/>
                      </a:endParaRPr>
                    </a:p>
                  </a:txBody>
                  <a:tcPr marL="0" marR="0" marT="18000" marB="18000" anchor="ct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a:endParaRPr kumimoji="1" lang="en-US" altLang="ja-JP" sz="1600" b="0" dirty="0">
                        <a:latin typeface="Meiryo UI" pitchFamily="50" charset="-128"/>
                        <a:ea typeface="Meiryo UI" pitchFamily="50" charset="-128"/>
                        <a:cs typeface="Meiryo UI" pitchFamily="50" charset="-128"/>
                      </a:endParaRPr>
                    </a:p>
                  </a:txBody>
                  <a:tcPr marL="0" marR="0" marT="18000" marB="18000" anchor="ct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a:endParaRPr kumimoji="1" lang="en-US" altLang="ja-JP" sz="1600" b="0" dirty="0">
                        <a:latin typeface="Meiryo UI" pitchFamily="50" charset="-128"/>
                        <a:ea typeface="Meiryo UI" pitchFamily="50" charset="-128"/>
                        <a:cs typeface="Meiryo UI" pitchFamily="50" charset="-128"/>
                      </a:endParaRPr>
                    </a:p>
                  </a:txBody>
                  <a:tcPr marL="0" marR="0" marT="18000" marB="18000" anchor="ct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9396946"/>
                  </a:ext>
                </a:extLst>
              </a:tr>
              <a:tr h="96960">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a:endParaRPr kumimoji="1" lang="en-US" altLang="ja-JP" sz="200" b="0" dirty="0">
                        <a:latin typeface="Meiryo UI" pitchFamily="50" charset="-128"/>
                        <a:ea typeface="Meiryo UI" pitchFamily="50" charset="-128"/>
                        <a:cs typeface="Meiryo UI" pitchFamily="50" charset="-128"/>
                      </a:endParaRPr>
                    </a:p>
                  </a:txBody>
                  <a:tcPr marL="0" marR="0" marT="18000" marB="18000" anchor="ct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a:endParaRPr kumimoji="1" lang="en-US" altLang="ja-JP" sz="200" b="0" dirty="0">
                        <a:latin typeface="Meiryo UI" pitchFamily="50" charset="-128"/>
                        <a:ea typeface="Meiryo UI" pitchFamily="50" charset="-128"/>
                        <a:cs typeface="Meiryo UI" pitchFamily="50" charset="-128"/>
                      </a:endParaRPr>
                    </a:p>
                  </a:txBody>
                  <a:tcPr marL="0" marR="0" marT="18000" marB="18000" anchor="ct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a:endParaRPr kumimoji="1" lang="en-US" altLang="ja-JP" sz="200" b="0" dirty="0">
                        <a:latin typeface="Meiryo UI" pitchFamily="50" charset="-128"/>
                        <a:ea typeface="Meiryo UI" pitchFamily="50" charset="-128"/>
                        <a:cs typeface="Meiryo UI" pitchFamily="50" charset="-128"/>
                      </a:endParaRPr>
                    </a:p>
                  </a:txBody>
                  <a:tcPr marL="39000" marR="39000" marT="18000" marB="18000" anchor="ct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endParaRPr kumimoji="1" lang="ja-JP" altLang="en-US" sz="200" b="0" dirty="0">
                        <a:latin typeface="Meiryo UI" pitchFamily="50" charset="-128"/>
                        <a:ea typeface="Meiryo UI" pitchFamily="50" charset="-128"/>
                        <a:cs typeface="Meiryo UI" pitchFamily="50" charset="-128"/>
                      </a:endParaRPr>
                    </a:p>
                  </a:txBody>
                  <a:tcPr marL="39000" marR="39000" marT="18000" marB="18000" anchor="ct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endParaRPr kumimoji="1" lang="ja-JP" altLang="en-US" sz="200" b="0" dirty="0">
                        <a:latin typeface="Meiryo UI" pitchFamily="50" charset="-128"/>
                        <a:ea typeface="Meiryo UI" pitchFamily="50" charset="-128"/>
                        <a:cs typeface="Meiryo UI" pitchFamily="50" charset="-128"/>
                      </a:endParaRPr>
                    </a:p>
                  </a:txBody>
                  <a:tcPr marL="39000" marR="39000" marT="18000" marB="18000" anchor="ct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endParaRPr kumimoji="1" lang="ja-JP" altLang="en-US" sz="200" b="0" dirty="0">
                        <a:latin typeface="Meiryo UI" pitchFamily="50" charset="-128"/>
                        <a:ea typeface="Meiryo UI" pitchFamily="50" charset="-128"/>
                        <a:cs typeface="Meiryo UI" pitchFamily="50" charset="-128"/>
                      </a:endParaRPr>
                    </a:p>
                  </a:txBody>
                  <a:tcPr marL="39000" marR="39000" marT="18000" marB="18000" anchor="ct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endParaRPr kumimoji="1" lang="ja-JP" altLang="en-US" sz="200" b="0" dirty="0">
                        <a:latin typeface="Meiryo UI" pitchFamily="50" charset="-128"/>
                        <a:ea typeface="Meiryo UI" pitchFamily="50" charset="-128"/>
                        <a:cs typeface="Meiryo UI" pitchFamily="50" charset="-128"/>
                      </a:endParaRPr>
                    </a:p>
                  </a:txBody>
                  <a:tcPr marL="39000" marR="39000" marT="18000" marB="18000" anchor="ctr">
                    <a:lnL w="12700" cap="flat" cmpd="sng" algn="ctr">
                      <a:solidFill>
                        <a:srgbClr val="FFFFFF">
                          <a:lumMod val="75000"/>
                        </a:srgbClr>
                      </a:solidFill>
                      <a:prstDash val="solid"/>
                      <a:round/>
                      <a:headEnd type="none" w="med" len="med"/>
                      <a:tailEnd type="none" w="med" len="med"/>
                    </a:lnL>
                    <a:lnR w="28575" cap="flat" cmpd="sng" algn="ctr">
                      <a:solidFill>
                        <a:srgbClr val="FF0000"/>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endParaRPr kumimoji="1" lang="ja-JP" altLang="en-US" sz="200" b="0" dirty="0">
                        <a:latin typeface="Meiryo UI" pitchFamily="50" charset="-128"/>
                        <a:ea typeface="Meiryo UI" pitchFamily="50" charset="-128"/>
                        <a:cs typeface="Meiryo UI" pitchFamily="50" charset="-128"/>
                      </a:endParaRPr>
                    </a:p>
                  </a:txBody>
                  <a:tcPr marL="39000" marR="39000" marT="18000" marB="18000" anchor="ctr">
                    <a:lnL w="28575" cap="flat" cmpd="sng" algn="ctr">
                      <a:solidFill>
                        <a:srgbClr val="FF0000"/>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endParaRPr kumimoji="1" lang="ja-JP" altLang="en-US" sz="200" b="0" dirty="0">
                        <a:latin typeface="Meiryo UI" pitchFamily="50" charset="-128"/>
                        <a:ea typeface="Meiryo UI" pitchFamily="50" charset="-128"/>
                        <a:cs typeface="Meiryo UI" pitchFamily="50" charset="-128"/>
                      </a:endParaRPr>
                    </a:p>
                  </a:txBody>
                  <a:tcPr marL="39000" marR="39000" marT="18000" marB="18000" anchor="ct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endParaRPr kumimoji="1" lang="ja-JP" altLang="en-US" sz="200" b="0" dirty="0">
                        <a:latin typeface="Meiryo UI" pitchFamily="50" charset="-128"/>
                        <a:ea typeface="Meiryo UI" pitchFamily="50" charset="-128"/>
                        <a:cs typeface="Meiryo UI" pitchFamily="50" charset="-128"/>
                      </a:endParaRPr>
                    </a:p>
                  </a:txBody>
                  <a:tcPr marL="39000" marR="39000" marT="18000" marB="18000" anchor="ctr">
                    <a:lnL w="12700" cap="flat" cmpd="sng" algn="ctr">
                      <a:solidFill>
                        <a:srgbClr val="FFFFFF">
                          <a:lumMod val="75000"/>
                        </a:srgbClr>
                      </a:solidFill>
                      <a:prstDash val="solid"/>
                      <a:round/>
                      <a:headEnd type="none" w="med" len="med"/>
                      <a:tailEnd type="none" w="med" len="med"/>
                    </a:lnL>
                    <a:lnR w="28575" cap="flat" cmpd="sng" algn="ctr">
                      <a:solidFill>
                        <a:srgbClr val="FF0000"/>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endParaRPr kumimoji="1" lang="ja-JP" altLang="en-US" sz="200" b="0" dirty="0">
                        <a:latin typeface="Meiryo UI" pitchFamily="50" charset="-128"/>
                        <a:ea typeface="Meiryo UI" pitchFamily="50" charset="-128"/>
                        <a:cs typeface="Meiryo UI" pitchFamily="50" charset="-128"/>
                      </a:endParaRPr>
                    </a:p>
                  </a:txBody>
                  <a:tcPr marL="39000" marR="39000" marT="18000" marB="18000" anchor="ctr">
                    <a:lnL w="28575" cap="flat" cmpd="sng" algn="ctr">
                      <a:solidFill>
                        <a:srgbClr val="FF0000"/>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endParaRPr kumimoji="1" lang="ja-JP" altLang="en-US" sz="200" b="0" dirty="0">
                        <a:latin typeface="Meiryo UI" pitchFamily="50" charset="-128"/>
                        <a:ea typeface="Meiryo UI" pitchFamily="50" charset="-128"/>
                        <a:cs typeface="Meiryo UI" pitchFamily="50" charset="-128"/>
                      </a:endParaRPr>
                    </a:p>
                  </a:txBody>
                  <a:tcPr marL="39000" marR="39000" marT="18000" marB="18000" anchor="ct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endParaRPr kumimoji="1" lang="ja-JP" altLang="en-US" sz="200" b="0" dirty="0">
                        <a:latin typeface="Meiryo UI" pitchFamily="50" charset="-128"/>
                        <a:ea typeface="Meiryo UI" pitchFamily="50" charset="-128"/>
                        <a:cs typeface="Meiryo UI" pitchFamily="50" charset="-128"/>
                      </a:endParaRPr>
                    </a:p>
                  </a:txBody>
                  <a:tcPr marL="39000" marR="39000" marT="18000" marB="18000" anchor="ct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endParaRPr kumimoji="1" lang="ja-JP" altLang="en-US" sz="200" b="0" dirty="0">
                        <a:latin typeface="Meiryo UI" pitchFamily="50" charset="-128"/>
                        <a:ea typeface="Meiryo UI" pitchFamily="50" charset="-128"/>
                        <a:cs typeface="Meiryo UI" pitchFamily="50" charset="-128"/>
                      </a:endParaRPr>
                    </a:p>
                  </a:txBody>
                  <a:tcPr marL="39000" marR="39000" marT="18000" marB="18000" anchor="ct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endParaRPr kumimoji="1" lang="ja-JP" altLang="en-US" sz="200" b="0" dirty="0">
                        <a:latin typeface="Meiryo UI" pitchFamily="50" charset="-128"/>
                        <a:ea typeface="Meiryo UI" pitchFamily="50" charset="-128"/>
                        <a:cs typeface="Meiryo UI" pitchFamily="50" charset="-128"/>
                      </a:endParaRPr>
                    </a:p>
                  </a:txBody>
                  <a:tcPr marL="39000" marR="39000" marT="18000" marB="18000" anchor="ct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endParaRPr kumimoji="1" lang="ja-JP" altLang="en-US" sz="200" b="0" dirty="0">
                        <a:latin typeface="Meiryo UI" pitchFamily="50" charset="-128"/>
                        <a:ea typeface="Meiryo UI" pitchFamily="50" charset="-128"/>
                        <a:cs typeface="Meiryo UI" pitchFamily="50" charset="-128"/>
                      </a:endParaRPr>
                    </a:p>
                  </a:txBody>
                  <a:tcPr marL="39000" marR="39000" marT="18000" marB="18000" anchor="ct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bl>
          </a:graphicData>
        </a:graphic>
      </p:graphicFrame>
      <p:sp>
        <p:nvSpPr>
          <p:cNvPr id="6" name="フリーフォーム 143">
            <a:extLst>
              <a:ext uri="{FF2B5EF4-FFF2-40B4-BE49-F238E27FC236}">
                <a16:creationId xmlns:a16="http://schemas.microsoft.com/office/drawing/2014/main" id="{AD793249-79A1-5C40-097F-2467D5EC6AB7}"/>
              </a:ext>
            </a:extLst>
          </p:cNvPr>
          <p:cNvSpPr/>
          <p:nvPr/>
        </p:nvSpPr>
        <p:spPr>
          <a:xfrm>
            <a:off x="3968233" y="2080738"/>
            <a:ext cx="1224000" cy="166978"/>
          </a:xfrm>
          <a:custGeom>
            <a:avLst/>
            <a:gdLst>
              <a:gd name="connsiteX0" fmla="*/ 795130 w 818984"/>
              <a:gd name="connsiteY0" fmla="*/ 0 h 166978"/>
              <a:gd name="connsiteX1" fmla="*/ 103367 w 818984"/>
              <a:gd name="connsiteY1" fmla="*/ 0 h 166978"/>
              <a:gd name="connsiteX2" fmla="*/ 0 w 818984"/>
              <a:gd name="connsiteY2" fmla="*/ 166978 h 166978"/>
              <a:gd name="connsiteX3" fmla="*/ 818984 w 818984"/>
              <a:gd name="connsiteY3" fmla="*/ 166978 h 166978"/>
            </a:gdLst>
            <a:ahLst/>
            <a:cxnLst>
              <a:cxn ang="0">
                <a:pos x="connsiteX0" y="connsiteY0"/>
              </a:cxn>
              <a:cxn ang="0">
                <a:pos x="connsiteX1" y="connsiteY1"/>
              </a:cxn>
              <a:cxn ang="0">
                <a:pos x="connsiteX2" y="connsiteY2"/>
              </a:cxn>
              <a:cxn ang="0">
                <a:pos x="connsiteX3" y="connsiteY3"/>
              </a:cxn>
            </a:cxnLst>
            <a:rect l="l" t="t" r="r" b="b"/>
            <a:pathLst>
              <a:path w="818984" h="166978">
                <a:moveTo>
                  <a:pt x="795130" y="0"/>
                </a:moveTo>
                <a:lnTo>
                  <a:pt x="103367" y="0"/>
                </a:lnTo>
                <a:lnTo>
                  <a:pt x="0" y="166978"/>
                </a:lnTo>
                <a:lnTo>
                  <a:pt x="818984" y="166978"/>
                </a:lnTo>
              </a:path>
            </a:pathLst>
          </a:custGeom>
          <a:solidFill>
            <a:srgbClr val="DAEDEF">
              <a:lumMod val="60000"/>
              <a:lumOff val="40000"/>
            </a:srgbClr>
          </a:solidFill>
          <a:ln w="28575" cap="flat" cmpd="sng" algn="ctr">
            <a:solidFill>
              <a:srgbClr val="FF0000"/>
            </a:solidFill>
            <a:prstDash val="solid"/>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1000" b="0" i="1"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 </a:t>
            </a:r>
            <a:r>
              <a:rPr kumimoji="0" lang="en-US" altLang="ja-JP" sz="1000" b="0" i="1"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L7</a:t>
            </a:r>
            <a:endParaRPr kumimoji="0" lang="ja-JP" altLang="en-US" sz="1000" b="0" i="1"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p:txBody>
      </p:sp>
      <p:sp>
        <p:nvSpPr>
          <p:cNvPr id="7" name="フリーフォーム 144">
            <a:extLst>
              <a:ext uri="{FF2B5EF4-FFF2-40B4-BE49-F238E27FC236}">
                <a16:creationId xmlns:a16="http://schemas.microsoft.com/office/drawing/2014/main" id="{5AC2057E-AAA7-FA40-1B2A-18EAF4FFA685}"/>
              </a:ext>
            </a:extLst>
          </p:cNvPr>
          <p:cNvSpPr/>
          <p:nvPr/>
        </p:nvSpPr>
        <p:spPr>
          <a:xfrm>
            <a:off x="5069404" y="2080738"/>
            <a:ext cx="1152000" cy="166978"/>
          </a:xfrm>
          <a:custGeom>
            <a:avLst/>
            <a:gdLst>
              <a:gd name="connsiteX0" fmla="*/ 795130 w 818984"/>
              <a:gd name="connsiteY0" fmla="*/ 0 h 166978"/>
              <a:gd name="connsiteX1" fmla="*/ 103367 w 818984"/>
              <a:gd name="connsiteY1" fmla="*/ 0 h 166978"/>
              <a:gd name="connsiteX2" fmla="*/ 0 w 818984"/>
              <a:gd name="connsiteY2" fmla="*/ 166978 h 166978"/>
              <a:gd name="connsiteX3" fmla="*/ 818984 w 818984"/>
              <a:gd name="connsiteY3" fmla="*/ 166978 h 166978"/>
              <a:gd name="connsiteX0" fmla="*/ 795130 w 818984"/>
              <a:gd name="connsiteY0" fmla="*/ 0 h 166978"/>
              <a:gd name="connsiteX1" fmla="*/ 69451 w 818984"/>
              <a:gd name="connsiteY1" fmla="*/ 0 h 166978"/>
              <a:gd name="connsiteX2" fmla="*/ 0 w 818984"/>
              <a:gd name="connsiteY2" fmla="*/ 166978 h 166978"/>
              <a:gd name="connsiteX3" fmla="*/ 818984 w 818984"/>
              <a:gd name="connsiteY3" fmla="*/ 166978 h 166978"/>
            </a:gdLst>
            <a:ahLst/>
            <a:cxnLst>
              <a:cxn ang="0">
                <a:pos x="connsiteX0" y="connsiteY0"/>
              </a:cxn>
              <a:cxn ang="0">
                <a:pos x="connsiteX1" y="connsiteY1"/>
              </a:cxn>
              <a:cxn ang="0">
                <a:pos x="connsiteX2" y="connsiteY2"/>
              </a:cxn>
              <a:cxn ang="0">
                <a:pos x="connsiteX3" y="connsiteY3"/>
              </a:cxn>
            </a:cxnLst>
            <a:rect l="l" t="t" r="r" b="b"/>
            <a:pathLst>
              <a:path w="818984" h="166978">
                <a:moveTo>
                  <a:pt x="795130" y="0"/>
                </a:moveTo>
                <a:lnTo>
                  <a:pt x="69451" y="0"/>
                </a:lnTo>
                <a:lnTo>
                  <a:pt x="0" y="166978"/>
                </a:lnTo>
                <a:lnTo>
                  <a:pt x="818984" y="166978"/>
                </a:lnTo>
              </a:path>
            </a:pathLst>
          </a:custGeom>
          <a:solidFill>
            <a:srgbClr val="2D2D8A">
              <a:lumMod val="20000"/>
              <a:lumOff val="80000"/>
            </a:srgbClr>
          </a:solidFill>
          <a:ln w="28575" cap="flat" cmpd="sng" algn="ctr">
            <a:solidFill>
              <a:srgbClr val="FF0000"/>
            </a:solidFill>
            <a:prstDash val="solid"/>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1000" b="0" i="1"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 </a:t>
            </a:r>
            <a:r>
              <a:rPr kumimoji="0" lang="en-US" altLang="ja-JP" sz="1000" b="0" i="1"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L8-50</a:t>
            </a:r>
            <a:endParaRPr kumimoji="0" lang="ja-JP" altLang="en-US" sz="1000" b="0" i="1"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p:txBody>
      </p:sp>
      <p:sp>
        <p:nvSpPr>
          <p:cNvPr id="8" name="フリーフォーム 145">
            <a:extLst>
              <a:ext uri="{FF2B5EF4-FFF2-40B4-BE49-F238E27FC236}">
                <a16:creationId xmlns:a16="http://schemas.microsoft.com/office/drawing/2014/main" id="{70F4E7D8-C4CE-7EB2-0C35-105E802E120E}"/>
              </a:ext>
            </a:extLst>
          </p:cNvPr>
          <p:cNvSpPr/>
          <p:nvPr/>
        </p:nvSpPr>
        <p:spPr>
          <a:xfrm>
            <a:off x="5576254" y="2080738"/>
            <a:ext cx="1692000" cy="166978"/>
          </a:xfrm>
          <a:custGeom>
            <a:avLst/>
            <a:gdLst>
              <a:gd name="connsiteX0" fmla="*/ 795130 w 818984"/>
              <a:gd name="connsiteY0" fmla="*/ 0 h 166978"/>
              <a:gd name="connsiteX1" fmla="*/ 103367 w 818984"/>
              <a:gd name="connsiteY1" fmla="*/ 0 h 166978"/>
              <a:gd name="connsiteX2" fmla="*/ 0 w 818984"/>
              <a:gd name="connsiteY2" fmla="*/ 166978 h 166978"/>
              <a:gd name="connsiteX3" fmla="*/ 818984 w 818984"/>
              <a:gd name="connsiteY3" fmla="*/ 166978 h 166978"/>
              <a:gd name="connsiteX0" fmla="*/ 795130 w 818984"/>
              <a:gd name="connsiteY0" fmla="*/ 0 h 166978"/>
              <a:gd name="connsiteX1" fmla="*/ 53334 w 818984"/>
              <a:gd name="connsiteY1" fmla="*/ 0 h 166978"/>
              <a:gd name="connsiteX2" fmla="*/ 0 w 818984"/>
              <a:gd name="connsiteY2" fmla="*/ 166978 h 166978"/>
              <a:gd name="connsiteX3" fmla="*/ 818984 w 818984"/>
              <a:gd name="connsiteY3" fmla="*/ 166978 h 166978"/>
              <a:gd name="connsiteX0" fmla="*/ 837466 w 837466"/>
              <a:gd name="connsiteY0" fmla="*/ 0 h 174929"/>
              <a:gd name="connsiteX1" fmla="*/ 53334 w 837466"/>
              <a:gd name="connsiteY1" fmla="*/ 7951 h 174929"/>
              <a:gd name="connsiteX2" fmla="*/ 0 w 837466"/>
              <a:gd name="connsiteY2" fmla="*/ 174929 h 174929"/>
              <a:gd name="connsiteX3" fmla="*/ 818984 w 837466"/>
              <a:gd name="connsiteY3" fmla="*/ 174929 h 174929"/>
              <a:gd name="connsiteX0" fmla="*/ 814374 w 818984"/>
              <a:gd name="connsiteY0" fmla="*/ 0 h 166978"/>
              <a:gd name="connsiteX1" fmla="*/ 53334 w 818984"/>
              <a:gd name="connsiteY1" fmla="*/ 0 h 166978"/>
              <a:gd name="connsiteX2" fmla="*/ 0 w 818984"/>
              <a:gd name="connsiteY2" fmla="*/ 166978 h 166978"/>
              <a:gd name="connsiteX3" fmla="*/ 818984 w 818984"/>
              <a:gd name="connsiteY3" fmla="*/ 166978 h 166978"/>
            </a:gdLst>
            <a:ahLst/>
            <a:cxnLst>
              <a:cxn ang="0">
                <a:pos x="connsiteX0" y="connsiteY0"/>
              </a:cxn>
              <a:cxn ang="0">
                <a:pos x="connsiteX1" y="connsiteY1"/>
              </a:cxn>
              <a:cxn ang="0">
                <a:pos x="connsiteX2" y="connsiteY2"/>
              </a:cxn>
              <a:cxn ang="0">
                <a:pos x="connsiteX3" y="connsiteY3"/>
              </a:cxn>
            </a:cxnLst>
            <a:rect l="l" t="t" r="r" b="b"/>
            <a:pathLst>
              <a:path w="818984" h="166978">
                <a:moveTo>
                  <a:pt x="814374" y="0"/>
                </a:moveTo>
                <a:lnTo>
                  <a:pt x="53334" y="0"/>
                </a:lnTo>
                <a:lnTo>
                  <a:pt x="0" y="166978"/>
                </a:lnTo>
                <a:lnTo>
                  <a:pt x="818984" y="166978"/>
                </a:lnTo>
              </a:path>
            </a:pathLst>
          </a:custGeom>
          <a:solidFill>
            <a:srgbClr val="0070C0"/>
          </a:solidFill>
          <a:ln w="28575" cap="flat" cmpd="sng" algn="ctr">
            <a:solidFill>
              <a:srgbClr val="FF0000"/>
            </a:solidFill>
            <a:prstDash val="solid"/>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1000" b="0" i="1"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rPr>
              <a:t> </a:t>
            </a:r>
            <a:r>
              <a:rPr kumimoji="0" lang="en-US" altLang="ja-JP" sz="1000" b="0" i="1"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rPr>
              <a:t>L8-40</a:t>
            </a:r>
            <a:endParaRPr kumimoji="0" lang="ja-JP" altLang="en-US" sz="1000" b="0" i="1"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9" name="フリーフォーム 146">
            <a:extLst>
              <a:ext uri="{FF2B5EF4-FFF2-40B4-BE49-F238E27FC236}">
                <a16:creationId xmlns:a16="http://schemas.microsoft.com/office/drawing/2014/main" id="{8E1F12FA-8299-3B26-4700-32F304C2EDA8}"/>
              </a:ext>
            </a:extLst>
          </p:cNvPr>
          <p:cNvSpPr/>
          <p:nvPr/>
        </p:nvSpPr>
        <p:spPr>
          <a:xfrm>
            <a:off x="4073008" y="2375133"/>
            <a:ext cx="1152000" cy="166978"/>
          </a:xfrm>
          <a:custGeom>
            <a:avLst/>
            <a:gdLst>
              <a:gd name="connsiteX0" fmla="*/ 795130 w 818984"/>
              <a:gd name="connsiteY0" fmla="*/ 0 h 166978"/>
              <a:gd name="connsiteX1" fmla="*/ 103367 w 818984"/>
              <a:gd name="connsiteY1" fmla="*/ 0 h 166978"/>
              <a:gd name="connsiteX2" fmla="*/ 0 w 818984"/>
              <a:gd name="connsiteY2" fmla="*/ 166978 h 166978"/>
              <a:gd name="connsiteX3" fmla="*/ 818984 w 818984"/>
              <a:gd name="connsiteY3" fmla="*/ 166978 h 166978"/>
            </a:gdLst>
            <a:ahLst/>
            <a:cxnLst>
              <a:cxn ang="0">
                <a:pos x="connsiteX0" y="connsiteY0"/>
              </a:cxn>
              <a:cxn ang="0">
                <a:pos x="connsiteX1" y="connsiteY1"/>
              </a:cxn>
              <a:cxn ang="0">
                <a:pos x="connsiteX2" y="connsiteY2"/>
              </a:cxn>
              <a:cxn ang="0">
                <a:pos x="connsiteX3" y="connsiteY3"/>
              </a:cxn>
            </a:cxnLst>
            <a:rect l="l" t="t" r="r" b="b"/>
            <a:pathLst>
              <a:path w="818984" h="166978">
                <a:moveTo>
                  <a:pt x="795130" y="0"/>
                </a:moveTo>
                <a:lnTo>
                  <a:pt x="103367" y="0"/>
                </a:lnTo>
                <a:lnTo>
                  <a:pt x="0" y="166978"/>
                </a:lnTo>
                <a:lnTo>
                  <a:pt x="818984" y="166978"/>
                </a:lnTo>
              </a:path>
            </a:pathLst>
          </a:custGeom>
          <a:solidFill>
            <a:srgbClr val="DAEDEF">
              <a:lumMod val="60000"/>
              <a:lumOff val="40000"/>
            </a:srgbClr>
          </a:solidFill>
          <a:ln w="28575" cap="flat" cmpd="sng" algn="ctr">
            <a:solidFill>
              <a:srgbClr val="FF0000"/>
            </a:solidFill>
            <a:prstDash val="solid"/>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1000" b="0" i="1"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 </a:t>
            </a:r>
            <a:r>
              <a:rPr kumimoji="0" lang="en-US" altLang="ja-JP" sz="1000" b="0" i="1"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L7</a:t>
            </a:r>
            <a:endParaRPr kumimoji="0" lang="ja-JP" altLang="en-US" sz="1000" b="0" i="1"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p:txBody>
      </p:sp>
      <p:sp>
        <p:nvSpPr>
          <p:cNvPr id="10" name="フリーフォーム 147">
            <a:extLst>
              <a:ext uri="{FF2B5EF4-FFF2-40B4-BE49-F238E27FC236}">
                <a16:creationId xmlns:a16="http://schemas.microsoft.com/office/drawing/2014/main" id="{CAD1D9E6-2765-C7D1-88C7-53511FBCED81}"/>
              </a:ext>
            </a:extLst>
          </p:cNvPr>
          <p:cNvSpPr/>
          <p:nvPr/>
        </p:nvSpPr>
        <p:spPr>
          <a:xfrm>
            <a:off x="5106525" y="2375133"/>
            <a:ext cx="792000" cy="166978"/>
          </a:xfrm>
          <a:custGeom>
            <a:avLst/>
            <a:gdLst>
              <a:gd name="connsiteX0" fmla="*/ 795130 w 818984"/>
              <a:gd name="connsiteY0" fmla="*/ 0 h 166978"/>
              <a:gd name="connsiteX1" fmla="*/ 103367 w 818984"/>
              <a:gd name="connsiteY1" fmla="*/ 0 h 166978"/>
              <a:gd name="connsiteX2" fmla="*/ 0 w 818984"/>
              <a:gd name="connsiteY2" fmla="*/ 166978 h 166978"/>
              <a:gd name="connsiteX3" fmla="*/ 818984 w 818984"/>
              <a:gd name="connsiteY3" fmla="*/ 166978 h 166978"/>
            </a:gdLst>
            <a:ahLst/>
            <a:cxnLst>
              <a:cxn ang="0">
                <a:pos x="connsiteX0" y="connsiteY0"/>
              </a:cxn>
              <a:cxn ang="0">
                <a:pos x="connsiteX1" y="connsiteY1"/>
              </a:cxn>
              <a:cxn ang="0">
                <a:pos x="connsiteX2" y="connsiteY2"/>
              </a:cxn>
              <a:cxn ang="0">
                <a:pos x="connsiteX3" y="connsiteY3"/>
              </a:cxn>
            </a:cxnLst>
            <a:rect l="l" t="t" r="r" b="b"/>
            <a:pathLst>
              <a:path w="818984" h="166978">
                <a:moveTo>
                  <a:pt x="795130" y="0"/>
                </a:moveTo>
                <a:lnTo>
                  <a:pt x="103367" y="0"/>
                </a:lnTo>
                <a:lnTo>
                  <a:pt x="0" y="166978"/>
                </a:lnTo>
                <a:lnTo>
                  <a:pt x="818984" y="166978"/>
                </a:lnTo>
              </a:path>
            </a:pathLst>
          </a:custGeom>
          <a:solidFill>
            <a:srgbClr val="2D2D8A">
              <a:lumMod val="20000"/>
              <a:lumOff val="80000"/>
            </a:srgbClr>
          </a:solidFill>
          <a:ln w="28575" cap="flat" cmpd="sng" algn="ctr">
            <a:solidFill>
              <a:srgbClr val="FF0000"/>
            </a:solidFill>
            <a:prstDash val="solid"/>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1000" b="0" i="1"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 </a:t>
            </a:r>
            <a:r>
              <a:rPr kumimoji="0" lang="en-US" altLang="ja-JP" sz="1000" b="0" i="1"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L8-50</a:t>
            </a:r>
            <a:endParaRPr kumimoji="0" lang="ja-JP" altLang="en-US" sz="1000" b="0" i="1"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p:txBody>
      </p:sp>
      <p:sp>
        <p:nvSpPr>
          <p:cNvPr id="11" name="フリーフォーム 148">
            <a:extLst>
              <a:ext uri="{FF2B5EF4-FFF2-40B4-BE49-F238E27FC236}">
                <a16:creationId xmlns:a16="http://schemas.microsoft.com/office/drawing/2014/main" id="{96343BAD-E557-DFE2-5F62-4345FE1397D1}"/>
              </a:ext>
            </a:extLst>
          </p:cNvPr>
          <p:cNvSpPr/>
          <p:nvPr/>
        </p:nvSpPr>
        <p:spPr>
          <a:xfrm>
            <a:off x="5588102" y="2375133"/>
            <a:ext cx="1706330" cy="166978"/>
          </a:xfrm>
          <a:custGeom>
            <a:avLst/>
            <a:gdLst>
              <a:gd name="connsiteX0" fmla="*/ 795130 w 818984"/>
              <a:gd name="connsiteY0" fmla="*/ 0 h 166978"/>
              <a:gd name="connsiteX1" fmla="*/ 103367 w 818984"/>
              <a:gd name="connsiteY1" fmla="*/ 0 h 166978"/>
              <a:gd name="connsiteX2" fmla="*/ 0 w 818984"/>
              <a:gd name="connsiteY2" fmla="*/ 166978 h 166978"/>
              <a:gd name="connsiteX3" fmla="*/ 818984 w 818984"/>
              <a:gd name="connsiteY3" fmla="*/ 166978 h 166978"/>
              <a:gd name="connsiteX0" fmla="*/ 795130 w 818984"/>
              <a:gd name="connsiteY0" fmla="*/ 0 h 166978"/>
              <a:gd name="connsiteX1" fmla="*/ 37939 w 818984"/>
              <a:gd name="connsiteY1" fmla="*/ 7951 h 166978"/>
              <a:gd name="connsiteX2" fmla="*/ 0 w 818984"/>
              <a:gd name="connsiteY2" fmla="*/ 166978 h 166978"/>
              <a:gd name="connsiteX3" fmla="*/ 818984 w 818984"/>
              <a:gd name="connsiteY3" fmla="*/ 166978 h 166978"/>
              <a:gd name="connsiteX0" fmla="*/ 825920 w 825920"/>
              <a:gd name="connsiteY0" fmla="*/ 0 h 166978"/>
              <a:gd name="connsiteX1" fmla="*/ 37939 w 825920"/>
              <a:gd name="connsiteY1" fmla="*/ 7951 h 166978"/>
              <a:gd name="connsiteX2" fmla="*/ 0 w 825920"/>
              <a:gd name="connsiteY2" fmla="*/ 166978 h 166978"/>
              <a:gd name="connsiteX3" fmla="*/ 818984 w 825920"/>
              <a:gd name="connsiteY3" fmla="*/ 166978 h 166978"/>
            </a:gdLst>
            <a:ahLst/>
            <a:cxnLst>
              <a:cxn ang="0">
                <a:pos x="connsiteX0" y="connsiteY0"/>
              </a:cxn>
              <a:cxn ang="0">
                <a:pos x="connsiteX1" y="connsiteY1"/>
              </a:cxn>
              <a:cxn ang="0">
                <a:pos x="connsiteX2" y="connsiteY2"/>
              </a:cxn>
              <a:cxn ang="0">
                <a:pos x="connsiteX3" y="connsiteY3"/>
              </a:cxn>
            </a:cxnLst>
            <a:rect l="l" t="t" r="r" b="b"/>
            <a:pathLst>
              <a:path w="825920" h="166978">
                <a:moveTo>
                  <a:pt x="825920" y="0"/>
                </a:moveTo>
                <a:lnTo>
                  <a:pt x="37939" y="7951"/>
                </a:lnTo>
                <a:lnTo>
                  <a:pt x="0" y="166978"/>
                </a:lnTo>
                <a:lnTo>
                  <a:pt x="818984" y="166978"/>
                </a:lnTo>
              </a:path>
            </a:pathLst>
          </a:custGeom>
          <a:solidFill>
            <a:srgbClr val="0070C0"/>
          </a:solidFill>
          <a:ln w="28575" cap="flat" cmpd="sng" algn="ctr">
            <a:solidFill>
              <a:srgbClr val="FF0000"/>
            </a:solidFill>
            <a:prstDash val="solid"/>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1000" b="0" i="1"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rPr>
              <a:t> </a:t>
            </a:r>
            <a:r>
              <a:rPr kumimoji="0" lang="en-US" altLang="ja-JP" sz="1000" b="0" i="1"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rPr>
              <a:t>L8-40</a:t>
            </a:r>
            <a:endParaRPr kumimoji="0" lang="ja-JP" altLang="en-US" sz="1000" b="0" i="1"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graphicFrame>
        <p:nvGraphicFramePr>
          <p:cNvPr id="12" name="表 2">
            <a:extLst>
              <a:ext uri="{FF2B5EF4-FFF2-40B4-BE49-F238E27FC236}">
                <a16:creationId xmlns:a16="http://schemas.microsoft.com/office/drawing/2014/main" id="{AED26E59-8566-CB85-E8FA-962043AAE28E}"/>
              </a:ext>
            </a:extLst>
          </p:cNvPr>
          <p:cNvGraphicFramePr>
            <a:graphicFrameLocks noGrp="1"/>
          </p:cNvGraphicFramePr>
          <p:nvPr/>
        </p:nvGraphicFramePr>
        <p:xfrm>
          <a:off x="789851" y="3450064"/>
          <a:ext cx="7539957" cy="2598316"/>
        </p:xfrm>
        <a:graphic>
          <a:graphicData uri="http://schemas.openxmlformats.org/drawingml/2006/table">
            <a:tbl>
              <a:tblPr firstRow="1" bandRow="1">
                <a:tableStyleId>{5C22544A-7EE6-4342-B048-85BDC9FD1C3A}</a:tableStyleId>
              </a:tblPr>
              <a:tblGrid>
                <a:gridCol w="1189261">
                  <a:extLst>
                    <a:ext uri="{9D8B030D-6E8A-4147-A177-3AD203B41FA5}">
                      <a16:colId xmlns:a16="http://schemas.microsoft.com/office/drawing/2014/main" val="1719141070"/>
                    </a:ext>
                  </a:extLst>
                </a:gridCol>
                <a:gridCol w="6350696">
                  <a:extLst>
                    <a:ext uri="{9D8B030D-6E8A-4147-A177-3AD203B41FA5}">
                      <a16:colId xmlns:a16="http://schemas.microsoft.com/office/drawing/2014/main" val="2878555111"/>
                    </a:ext>
                  </a:extLst>
                </a:gridCol>
              </a:tblGrid>
              <a:tr h="124772">
                <a:tc>
                  <a:txBody>
                    <a:bodyPr/>
                    <a:lstStyle/>
                    <a:p>
                      <a:pPr algn="ctr"/>
                      <a:r>
                        <a:rPr kumimoji="1" lang="en-US" altLang="ja-JP" sz="1100" dirty="0">
                          <a:solidFill>
                            <a:schemeClr val="tx1"/>
                          </a:solidFill>
                          <a:latin typeface="Meiryo UI" panose="020B0604030504040204" pitchFamily="50" charset="-128"/>
                          <a:ea typeface="Meiryo UI" panose="020B0604030504040204" pitchFamily="50" charset="-128"/>
                        </a:rPr>
                        <a:t>Regulation</a:t>
                      </a:r>
                      <a:endParaRPr kumimoji="1" lang="ja-JP" altLang="en-US" sz="1100" dirty="0">
                        <a:solidFill>
                          <a:schemeClr val="tx1"/>
                        </a:solidFill>
                        <a:latin typeface="Meiryo UI" panose="020B0604030504040204" pitchFamily="50" charset="-128"/>
                        <a:ea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1100" dirty="0">
                          <a:solidFill>
                            <a:schemeClr val="tx1"/>
                          </a:solidFill>
                          <a:latin typeface="Meiryo UI" panose="020B0604030504040204" pitchFamily="50" charset="-128"/>
                          <a:ea typeface="Meiryo UI" panose="020B0604030504040204" pitchFamily="50" charset="-128"/>
                        </a:rPr>
                        <a:t>Effective Date</a:t>
                      </a:r>
                      <a:endParaRPr kumimoji="1" lang="ja-JP" altLang="en-US" sz="1100" dirty="0">
                        <a:solidFill>
                          <a:schemeClr val="tx1"/>
                        </a:solidFill>
                        <a:latin typeface="Meiryo UI" panose="020B0604030504040204" pitchFamily="50" charset="-128"/>
                        <a:ea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96012950"/>
                  </a:ext>
                </a:extLst>
              </a:tr>
              <a:tr h="420851">
                <a:tc>
                  <a:txBody>
                    <a:bodyPr/>
                    <a:lstStyle/>
                    <a:p>
                      <a:pPr algn="l">
                        <a:lnSpc>
                          <a:spcPct val="100000"/>
                        </a:lnSpc>
                      </a:pPr>
                      <a:r>
                        <a:rPr kumimoji="1" lang="en-US" altLang="ja-JP" sz="1100" dirty="0">
                          <a:solidFill>
                            <a:schemeClr val="tx1"/>
                          </a:solidFill>
                          <a:latin typeface="Meiryo UI" panose="020B0604030504040204" pitchFamily="50" charset="-128"/>
                          <a:ea typeface="Meiryo UI" panose="020B0604030504040204" pitchFamily="50" charset="-128"/>
                        </a:rPr>
                        <a:t>Emission</a:t>
                      </a:r>
                      <a:endParaRPr kumimoji="1" lang="ja-JP" altLang="en-US" sz="1100" dirty="0">
                        <a:solidFill>
                          <a:schemeClr val="tx1"/>
                        </a:solidFill>
                        <a:latin typeface="Meiryo UI" panose="020B0604030504040204" pitchFamily="50" charset="-128"/>
                        <a:ea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1" lang="en-US" altLang="ja-JP" sz="1100" dirty="0">
                          <a:solidFill>
                            <a:schemeClr val="tx1"/>
                          </a:solidFill>
                          <a:latin typeface="Meiryo UI" panose="020B0604030504040204" pitchFamily="50" charset="-128"/>
                          <a:ea typeface="Meiryo UI" panose="020B0604030504040204" pitchFamily="50" charset="-128"/>
                        </a:rPr>
                        <a:t>L7: 1</a:t>
                      </a:r>
                      <a:r>
                        <a:rPr kumimoji="1" lang="en-US" altLang="ja-JP" sz="1100" baseline="30000" dirty="0">
                          <a:solidFill>
                            <a:schemeClr val="tx1"/>
                          </a:solidFill>
                          <a:latin typeface="Meiryo UI" panose="020B0604030504040204" pitchFamily="50" charset="-128"/>
                          <a:ea typeface="Meiryo UI" panose="020B0604030504040204" pitchFamily="50" charset="-128"/>
                        </a:rPr>
                        <a:t>st</a:t>
                      </a:r>
                      <a:r>
                        <a:rPr kumimoji="1" lang="en-US" altLang="ja-JP" sz="1100" dirty="0">
                          <a:solidFill>
                            <a:schemeClr val="tx1"/>
                          </a:solidFill>
                          <a:latin typeface="Meiryo UI" panose="020B0604030504040204" pitchFamily="50" charset="-128"/>
                          <a:ea typeface="Meiryo UI" panose="020B0604030504040204" pitchFamily="50" charset="-128"/>
                        </a:rPr>
                        <a:t> January, 2022  </a:t>
                      </a:r>
                      <a:r>
                        <a:rPr kumimoji="1" lang="en-US" altLang="ja-JP" sz="900" dirty="0">
                          <a:solidFill>
                            <a:schemeClr val="tx1"/>
                          </a:solidFill>
                          <a:latin typeface="Meiryo UI" panose="020B0604030504040204" pitchFamily="50" charset="-128"/>
                          <a:ea typeface="Meiryo UI" panose="020B0604030504040204" pitchFamily="50" charset="-128"/>
                        </a:rPr>
                        <a:t>Date of Production and at the time of Customs Clearance </a:t>
                      </a:r>
                    </a:p>
                    <a:p>
                      <a:r>
                        <a:rPr kumimoji="1" lang="en-US" altLang="ja-JP" sz="1100" dirty="0">
                          <a:solidFill>
                            <a:schemeClr val="tx1"/>
                          </a:solidFill>
                          <a:latin typeface="Meiryo UI" panose="020B0604030504040204" pitchFamily="50" charset="-128"/>
                          <a:ea typeface="Meiryo UI" panose="020B0604030504040204" pitchFamily="50" charset="-128"/>
                        </a:rPr>
                        <a:t>L8: 1</a:t>
                      </a:r>
                      <a:r>
                        <a:rPr kumimoji="1" lang="en-US" altLang="ja-JP" sz="1100" baseline="30000" dirty="0">
                          <a:solidFill>
                            <a:schemeClr val="tx1"/>
                          </a:solidFill>
                          <a:latin typeface="Meiryo UI" panose="020B0604030504040204" pitchFamily="50" charset="-128"/>
                          <a:ea typeface="Meiryo UI" panose="020B0604030504040204" pitchFamily="50" charset="-128"/>
                        </a:rPr>
                        <a:t>st</a:t>
                      </a:r>
                      <a:r>
                        <a:rPr kumimoji="1" lang="en-US" altLang="ja-JP" sz="1100" dirty="0">
                          <a:solidFill>
                            <a:schemeClr val="tx1"/>
                          </a:solidFill>
                          <a:latin typeface="Meiryo UI" panose="020B0604030504040204" pitchFamily="50" charset="-128"/>
                          <a:ea typeface="Meiryo UI" panose="020B0604030504040204" pitchFamily="50" charset="-128"/>
                        </a:rPr>
                        <a:t> January, 2025  </a:t>
                      </a:r>
                      <a:r>
                        <a:rPr kumimoji="1" lang="en-US" altLang="ja-JP" sz="9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Date of Production and at the time of Customs Clearance </a:t>
                      </a:r>
                      <a:endParaRPr kumimoji="1" lang="ja-JP" altLang="en-US" sz="1100" dirty="0">
                        <a:solidFill>
                          <a:schemeClr val="tx1"/>
                        </a:solidFill>
                        <a:latin typeface="Meiryo UI" panose="020B0604030504040204" pitchFamily="50" charset="-128"/>
                        <a:ea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24398449"/>
                  </a:ext>
                </a:extLst>
              </a:tr>
              <a:tr h="701458">
                <a:tc>
                  <a:txBody>
                    <a:bodyPr/>
                    <a:lstStyle/>
                    <a:p>
                      <a:r>
                        <a:rPr kumimoji="1" lang="en-US" altLang="ja-JP" sz="1100" dirty="0">
                          <a:solidFill>
                            <a:schemeClr val="tx1"/>
                          </a:solidFill>
                          <a:latin typeface="Meiryo UI" panose="020B0604030504040204" pitchFamily="50" charset="-128"/>
                          <a:ea typeface="Meiryo UI" panose="020B0604030504040204" pitchFamily="50" charset="-128"/>
                        </a:rPr>
                        <a:t>ORVR</a:t>
                      </a:r>
                      <a:endParaRPr kumimoji="1" lang="ja-JP" altLang="en-US" sz="1100" dirty="0">
                        <a:solidFill>
                          <a:schemeClr val="tx1"/>
                        </a:solidFill>
                        <a:latin typeface="Meiryo UI" panose="020B0604030504040204" pitchFamily="50" charset="-128"/>
                        <a:ea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1" lang="en-US" altLang="ja-JP" sz="1100" dirty="0">
                          <a:solidFill>
                            <a:schemeClr val="tx1"/>
                          </a:solidFill>
                          <a:latin typeface="Meiryo UI" panose="020B0604030504040204" pitchFamily="50" charset="-128"/>
                          <a:ea typeface="Meiryo UI" panose="020B0604030504040204" pitchFamily="50" charset="-128"/>
                        </a:rPr>
                        <a:t>20% of total sale: 1</a:t>
                      </a:r>
                      <a:r>
                        <a:rPr kumimoji="1" lang="en-US" altLang="ja-JP" sz="1100" baseline="30000" dirty="0">
                          <a:solidFill>
                            <a:schemeClr val="tx1"/>
                          </a:solidFill>
                          <a:latin typeface="Meiryo UI" panose="020B0604030504040204" pitchFamily="50" charset="-128"/>
                          <a:ea typeface="Meiryo UI" panose="020B0604030504040204" pitchFamily="50" charset="-128"/>
                        </a:rPr>
                        <a:t>st</a:t>
                      </a:r>
                      <a:r>
                        <a:rPr kumimoji="1" lang="en-US" altLang="ja-JP" sz="1100" dirty="0">
                          <a:solidFill>
                            <a:schemeClr val="tx1"/>
                          </a:solidFill>
                          <a:latin typeface="Meiryo UI" panose="020B0604030504040204" pitchFamily="50" charset="-128"/>
                          <a:ea typeface="Meiryo UI" panose="020B0604030504040204" pitchFamily="50" charset="-128"/>
                        </a:rPr>
                        <a:t> January, 2023   at Sales Registration</a:t>
                      </a:r>
                    </a:p>
                    <a:p>
                      <a:r>
                        <a:rPr kumimoji="1" lang="en-US" altLang="ja-JP" sz="1100" dirty="0">
                          <a:solidFill>
                            <a:schemeClr val="tx1"/>
                          </a:solidFill>
                          <a:latin typeface="Meiryo UI" panose="020B0604030504040204" pitchFamily="50" charset="-128"/>
                          <a:ea typeface="Meiryo UI" panose="020B0604030504040204" pitchFamily="50" charset="-128"/>
                        </a:rPr>
                        <a:t>60% of total sale: 1</a:t>
                      </a:r>
                      <a:r>
                        <a:rPr kumimoji="1" lang="en-US" altLang="ja-JP" sz="1100" baseline="30000" dirty="0">
                          <a:solidFill>
                            <a:schemeClr val="tx1"/>
                          </a:solidFill>
                          <a:latin typeface="Meiryo UI" panose="020B0604030504040204" pitchFamily="50" charset="-128"/>
                          <a:ea typeface="Meiryo UI" panose="020B0604030504040204" pitchFamily="50" charset="-128"/>
                        </a:rPr>
                        <a:t>st</a:t>
                      </a:r>
                      <a:r>
                        <a:rPr kumimoji="1" lang="en-US" altLang="ja-JP" sz="1100" dirty="0">
                          <a:solidFill>
                            <a:schemeClr val="tx1"/>
                          </a:solidFill>
                          <a:latin typeface="Meiryo UI" panose="020B0604030504040204" pitchFamily="50" charset="-128"/>
                          <a:ea typeface="Meiryo UI" panose="020B0604030504040204" pitchFamily="50" charset="-128"/>
                        </a:rPr>
                        <a:t> January, 2024   at Sales Registration</a:t>
                      </a:r>
                    </a:p>
                    <a:p>
                      <a:r>
                        <a:rPr kumimoji="1" lang="en-US" altLang="ja-JP" sz="1100" dirty="0">
                          <a:solidFill>
                            <a:schemeClr val="tx1"/>
                          </a:solidFill>
                          <a:latin typeface="Meiryo UI" panose="020B0604030504040204" pitchFamily="50" charset="-128"/>
                          <a:ea typeface="Meiryo UI" panose="020B0604030504040204" pitchFamily="50" charset="-128"/>
                        </a:rPr>
                        <a:t>100% of total sales: 1</a:t>
                      </a:r>
                      <a:r>
                        <a:rPr kumimoji="1" lang="en-US" altLang="ja-JP" sz="1100" baseline="30000" dirty="0">
                          <a:solidFill>
                            <a:schemeClr val="tx1"/>
                          </a:solidFill>
                          <a:latin typeface="Meiryo UI" panose="020B0604030504040204" pitchFamily="50" charset="-128"/>
                          <a:ea typeface="Meiryo UI" panose="020B0604030504040204" pitchFamily="50" charset="-128"/>
                        </a:rPr>
                        <a:t>st</a:t>
                      </a:r>
                      <a:r>
                        <a:rPr kumimoji="1" lang="en-US" altLang="ja-JP" sz="1100" dirty="0">
                          <a:solidFill>
                            <a:schemeClr val="tx1"/>
                          </a:solidFill>
                          <a:latin typeface="Meiryo UI" panose="020B0604030504040204" pitchFamily="50" charset="-128"/>
                          <a:ea typeface="Meiryo UI" panose="020B0604030504040204" pitchFamily="50" charset="-128"/>
                        </a:rPr>
                        <a:t> January, 2025   at Sales Registration </a:t>
                      </a:r>
                      <a:endParaRPr kumimoji="1" lang="ja-JP" altLang="en-US" sz="1100" dirty="0">
                        <a:solidFill>
                          <a:schemeClr val="tx1"/>
                        </a:solidFill>
                        <a:latin typeface="Meiryo UI" panose="020B0604030504040204" pitchFamily="50" charset="-128"/>
                        <a:ea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999784"/>
                  </a:ext>
                </a:extLst>
              </a:tr>
              <a:tr h="263046">
                <a:tc>
                  <a:txBody>
                    <a:bodyPr/>
                    <a:lstStyle/>
                    <a:p>
                      <a:r>
                        <a:rPr kumimoji="1" lang="en-US" altLang="ja-JP" sz="1100" dirty="0">
                          <a:solidFill>
                            <a:schemeClr val="tx1"/>
                          </a:solidFill>
                          <a:latin typeface="Meiryo UI" panose="020B0604030504040204" pitchFamily="50" charset="-128"/>
                          <a:ea typeface="Meiryo UI" panose="020B0604030504040204" pitchFamily="50" charset="-128"/>
                        </a:rPr>
                        <a:t>EVAP</a:t>
                      </a:r>
                      <a:endParaRPr kumimoji="1" lang="ja-JP" altLang="en-US" sz="1100" dirty="0">
                        <a:solidFill>
                          <a:schemeClr val="tx1"/>
                        </a:solidFill>
                        <a:latin typeface="Meiryo UI" panose="020B0604030504040204" pitchFamily="50" charset="-128"/>
                        <a:ea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1" lang="en-US" altLang="ja-JP" sz="1100" dirty="0">
                          <a:solidFill>
                            <a:schemeClr val="tx1"/>
                          </a:solidFill>
                          <a:latin typeface="Meiryo UI" panose="020B0604030504040204" pitchFamily="50" charset="-128"/>
                          <a:ea typeface="Meiryo UI" panose="020B0604030504040204" pitchFamily="50" charset="-128"/>
                        </a:rPr>
                        <a:t>1</a:t>
                      </a:r>
                      <a:r>
                        <a:rPr kumimoji="1" lang="en-US" altLang="ja-JP" sz="1100" baseline="30000" dirty="0">
                          <a:solidFill>
                            <a:schemeClr val="tx1"/>
                          </a:solidFill>
                          <a:latin typeface="Meiryo UI" panose="020B0604030504040204" pitchFamily="50" charset="-128"/>
                          <a:ea typeface="Meiryo UI" panose="020B0604030504040204" pitchFamily="50" charset="-128"/>
                        </a:rPr>
                        <a:t>st</a:t>
                      </a:r>
                      <a:r>
                        <a:rPr kumimoji="1" lang="en-US" altLang="ja-JP" sz="1100" dirty="0">
                          <a:solidFill>
                            <a:schemeClr val="tx1"/>
                          </a:solidFill>
                          <a:latin typeface="Meiryo UI" panose="020B0604030504040204" pitchFamily="50" charset="-128"/>
                          <a:ea typeface="Meiryo UI" panose="020B0604030504040204" pitchFamily="50" charset="-128"/>
                        </a:rPr>
                        <a:t> January, 2022   </a:t>
                      </a:r>
                      <a:r>
                        <a:rPr kumimoji="1" lang="en-US" altLang="ja-JP" sz="9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Date of Production and at the time of Customs Clearance </a:t>
                      </a:r>
                      <a:endParaRPr kumimoji="1" lang="ja-JP" altLang="en-US" sz="900" dirty="0">
                        <a:solidFill>
                          <a:schemeClr val="tx1"/>
                        </a:solidFill>
                        <a:latin typeface="Meiryo UI" panose="020B0604030504040204" pitchFamily="50" charset="-128"/>
                        <a:ea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68488224"/>
                  </a:ext>
                </a:extLst>
              </a:tr>
              <a:tr h="688932">
                <a:tc>
                  <a:txBody>
                    <a:bodyPr/>
                    <a:lstStyle/>
                    <a:p>
                      <a:r>
                        <a:rPr kumimoji="1" lang="en-US" altLang="ja-JP" sz="1100" dirty="0">
                          <a:solidFill>
                            <a:schemeClr val="tx1"/>
                          </a:solidFill>
                          <a:latin typeface="Meiryo UI" panose="020B0604030504040204" pitchFamily="50" charset="-128"/>
                          <a:ea typeface="Meiryo UI" panose="020B0604030504040204" pitchFamily="50" charset="-128"/>
                        </a:rPr>
                        <a:t>RDE</a:t>
                      </a:r>
                      <a:endParaRPr kumimoji="1" lang="ja-JP" altLang="en-US" sz="1100" dirty="0">
                        <a:solidFill>
                          <a:schemeClr val="tx1"/>
                        </a:solidFill>
                        <a:latin typeface="Meiryo UI" panose="020B0604030504040204" pitchFamily="50" charset="-128"/>
                        <a:ea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1" lang="en-US" altLang="ja-JP" sz="1100" dirty="0">
                          <a:solidFill>
                            <a:schemeClr val="tx1"/>
                          </a:solidFill>
                          <a:latin typeface="Meiryo UI" panose="020B0604030504040204" pitchFamily="50" charset="-128"/>
                          <a:ea typeface="Meiryo UI" panose="020B0604030504040204" pitchFamily="50" charset="-128"/>
                        </a:rPr>
                        <a:t>Monitoring: 1</a:t>
                      </a:r>
                      <a:r>
                        <a:rPr kumimoji="1" lang="en-US" altLang="ja-JP" sz="1100" baseline="30000" dirty="0">
                          <a:solidFill>
                            <a:schemeClr val="tx1"/>
                          </a:solidFill>
                          <a:latin typeface="Meiryo UI" panose="020B0604030504040204" pitchFamily="50" charset="-128"/>
                          <a:ea typeface="Meiryo UI" panose="020B0604030504040204" pitchFamily="50" charset="-128"/>
                        </a:rPr>
                        <a:t>st</a:t>
                      </a:r>
                      <a:r>
                        <a:rPr kumimoji="1" lang="en-US" altLang="ja-JP" sz="1100" dirty="0">
                          <a:solidFill>
                            <a:schemeClr val="tx1"/>
                          </a:solidFill>
                          <a:latin typeface="Meiryo UI" panose="020B0604030504040204" pitchFamily="50" charset="-128"/>
                          <a:ea typeface="Meiryo UI" panose="020B0604030504040204" pitchFamily="50" charset="-128"/>
                        </a:rPr>
                        <a:t> January, 2022</a:t>
                      </a:r>
                      <a:r>
                        <a:rPr kumimoji="1" lang="en-US" altLang="ja-JP" sz="1100" baseline="0" dirty="0">
                          <a:solidFill>
                            <a:schemeClr val="tx1"/>
                          </a:solidFill>
                          <a:latin typeface="Meiryo UI" panose="020B0604030504040204" pitchFamily="50" charset="-128"/>
                          <a:ea typeface="Meiryo UI" panose="020B0604030504040204" pitchFamily="50" charset="-128"/>
                        </a:rPr>
                        <a:t>  </a:t>
                      </a:r>
                      <a:r>
                        <a:rPr kumimoji="1" lang="en-US" altLang="ja-JP" sz="9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Date of Production and at the time of Customs Clearance </a:t>
                      </a:r>
                      <a:endParaRPr kumimoji="1" lang="en-US" altLang="ja-JP" sz="900" dirty="0">
                        <a:solidFill>
                          <a:schemeClr val="tx1"/>
                        </a:solidFill>
                        <a:latin typeface="Meiryo UI" panose="020B0604030504040204" pitchFamily="50" charset="-128"/>
                        <a:ea typeface="Meiryo UI" panose="020B0604030504040204" pitchFamily="50" charset="-128"/>
                      </a:endParaRPr>
                    </a:p>
                    <a:p>
                      <a:r>
                        <a:rPr kumimoji="1" lang="en-US" altLang="ja-JP" sz="1000" dirty="0">
                          <a:solidFill>
                            <a:schemeClr val="tx1"/>
                          </a:solidFill>
                          <a:latin typeface="Meiryo UI" panose="020B0604030504040204" pitchFamily="50" charset="-128"/>
                          <a:ea typeface="Meiryo UI" panose="020B0604030504040204" pitchFamily="50" charset="-128"/>
                        </a:rPr>
                        <a:t>Regulatory value x 2 : </a:t>
                      </a:r>
                      <a:r>
                        <a:rPr kumimoji="1" lang="en-US" altLang="ja-JP" sz="1100" dirty="0">
                          <a:solidFill>
                            <a:schemeClr val="tx1"/>
                          </a:solidFill>
                          <a:latin typeface="Meiryo UI" panose="020B0604030504040204" pitchFamily="50" charset="-128"/>
                          <a:ea typeface="Meiryo UI" panose="020B0604030504040204" pitchFamily="50" charset="-128"/>
                        </a:rPr>
                        <a:t>1</a:t>
                      </a:r>
                      <a:r>
                        <a:rPr kumimoji="1" lang="en-US" altLang="ja-JP" sz="1100" baseline="30000" dirty="0">
                          <a:solidFill>
                            <a:schemeClr val="tx1"/>
                          </a:solidFill>
                          <a:latin typeface="Meiryo UI" panose="020B0604030504040204" pitchFamily="50" charset="-128"/>
                          <a:ea typeface="Meiryo UI" panose="020B0604030504040204" pitchFamily="50" charset="-128"/>
                        </a:rPr>
                        <a:t>st</a:t>
                      </a:r>
                      <a:r>
                        <a:rPr kumimoji="1" lang="en-US" altLang="ja-JP" sz="1100" dirty="0">
                          <a:solidFill>
                            <a:schemeClr val="tx1"/>
                          </a:solidFill>
                          <a:latin typeface="Meiryo UI" panose="020B0604030504040204" pitchFamily="50" charset="-128"/>
                          <a:ea typeface="Meiryo UI" panose="020B0604030504040204" pitchFamily="50" charset="-128"/>
                        </a:rPr>
                        <a:t> January, 2025  </a:t>
                      </a:r>
                      <a:r>
                        <a:rPr kumimoji="1" lang="en-US" altLang="ja-JP" sz="9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Date of Production and at the time of Customs Clearance </a:t>
                      </a:r>
                      <a:r>
                        <a:rPr kumimoji="1" lang="en-US" altLang="ja-JP" sz="1000" dirty="0">
                          <a:solidFill>
                            <a:schemeClr val="tx1"/>
                          </a:solidFill>
                          <a:latin typeface="Meiryo UI" panose="020B0604030504040204" pitchFamily="50" charset="-128"/>
                          <a:ea typeface="Meiryo UI" panose="020B0604030504040204" pitchFamily="50" charset="-128"/>
                        </a:rPr>
                        <a:t>Regulatory value x 1.5 : </a:t>
                      </a:r>
                      <a:r>
                        <a:rPr kumimoji="1" lang="en-US" altLang="ja-JP" sz="1100" dirty="0">
                          <a:solidFill>
                            <a:schemeClr val="tx1"/>
                          </a:solidFill>
                          <a:latin typeface="Meiryo UI" panose="020B0604030504040204" pitchFamily="50" charset="-128"/>
                          <a:ea typeface="Meiryo UI" panose="020B0604030504040204" pitchFamily="50" charset="-128"/>
                        </a:rPr>
                        <a:t>1</a:t>
                      </a:r>
                      <a:r>
                        <a:rPr kumimoji="1" lang="en-US" altLang="ja-JP" sz="1100" baseline="30000" dirty="0">
                          <a:solidFill>
                            <a:schemeClr val="tx1"/>
                          </a:solidFill>
                          <a:latin typeface="Meiryo UI" panose="020B0604030504040204" pitchFamily="50" charset="-128"/>
                          <a:ea typeface="Meiryo UI" panose="020B0604030504040204" pitchFamily="50" charset="-128"/>
                        </a:rPr>
                        <a:t>st</a:t>
                      </a:r>
                      <a:r>
                        <a:rPr kumimoji="1" lang="en-US" altLang="ja-JP" sz="1100" dirty="0">
                          <a:solidFill>
                            <a:schemeClr val="tx1"/>
                          </a:solidFill>
                          <a:latin typeface="Meiryo UI" panose="020B0604030504040204" pitchFamily="50" charset="-128"/>
                          <a:ea typeface="Meiryo UI" panose="020B0604030504040204" pitchFamily="50" charset="-128"/>
                        </a:rPr>
                        <a:t> January, 2027  </a:t>
                      </a:r>
                      <a:r>
                        <a:rPr kumimoji="1" lang="en-US" altLang="ja-JP" sz="9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Date of Production and at the time of Customs Clearance </a:t>
                      </a:r>
                      <a:endParaRPr kumimoji="1" lang="ja-JP" altLang="en-US" sz="1000" dirty="0">
                        <a:solidFill>
                          <a:schemeClr val="tx1"/>
                        </a:solidFill>
                        <a:latin typeface="Meiryo UI" panose="020B0604030504040204" pitchFamily="50" charset="-128"/>
                        <a:ea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28560600"/>
                  </a:ext>
                </a:extLst>
              </a:tr>
              <a:tr h="212942">
                <a:tc>
                  <a:txBody>
                    <a:bodyPr/>
                    <a:lstStyle/>
                    <a:p>
                      <a:r>
                        <a:rPr kumimoji="1" lang="en-US" altLang="ja-JP" sz="1100" dirty="0">
                          <a:solidFill>
                            <a:schemeClr val="tx1"/>
                          </a:solidFill>
                          <a:latin typeface="Meiryo UI" panose="020B0604030504040204" pitchFamily="50" charset="-128"/>
                          <a:ea typeface="Meiryo UI" panose="020B0604030504040204" pitchFamily="50" charset="-128"/>
                        </a:rPr>
                        <a:t>OBD</a:t>
                      </a:r>
                      <a:endParaRPr kumimoji="1" lang="ja-JP" altLang="en-US" sz="1100" dirty="0">
                        <a:solidFill>
                          <a:schemeClr val="tx1"/>
                        </a:solidFill>
                        <a:latin typeface="Meiryo UI" panose="020B0604030504040204" pitchFamily="50" charset="-128"/>
                        <a:ea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1" lang="en-US" altLang="ja-JP" sz="1100" dirty="0">
                          <a:solidFill>
                            <a:schemeClr val="tx1"/>
                          </a:solidFill>
                          <a:latin typeface="Meiryo UI" panose="020B0604030504040204" pitchFamily="50" charset="-128"/>
                          <a:ea typeface="Meiryo UI" panose="020B0604030504040204" pitchFamily="50" charset="-128"/>
                        </a:rPr>
                        <a:t>1</a:t>
                      </a:r>
                      <a:r>
                        <a:rPr kumimoji="1" lang="en-US" altLang="ja-JP" sz="1100" baseline="30000" dirty="0">
                          <a:solidFill>
                            <a:schemeClr val="tx1"/>
                          </a:solidFill>
                          <a:latin typeface="Meiryo UI" panose="020B0604030504040204" pitchFamily="50" charset="-128"/>
                          <a:ea typeface="Meiryo UI" panose="020B0604030504040204" pitchFamily="50" charset="-128"/>
                        </a:rPr>
                        <a:t>st</a:t>
                      </a:r>
                      <a:r>
                        <a:rPr kumimoji="1" lang="en-US" altLang="ja-JP" sz="1100" dirty="0">
                          <a:solidFill>
                            <a:schemeClr val="tx1"/>
                          </a:solidFill>
                          <a:latin typeface="Meiryo UI" panose="020B0604030504040204" pitchFamily="50" charset="-128"/>
                          <a:ea typeface="Meiryo UI" panose="020B0604030504040204" pitchFamily="50" charset="-128"/>
                        </a:rPr>
                        <a:t> January, 2022  </a:t>
                      </a:r>
                      <a:r>
                        <a:rPr kumimoji="1" lang="en-US" altLang="ja-JP" sz="9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Date of Production and at the time of Customs Clearance </a:t>
                      </a:r>
                      <a:endParaRPr kumimoji="1" lang="ja-JP" altLang="en-US" sz="1100" dirty="0">
                        <a:solidFill>
                          <a:schemeClr val="tx1"/>
                        </a:solidFill>
                        <a:latin typeface="Meiryo UI" panose="020B0604030504040204" pitchFamily="50" charset="-128"/>
                        <a:ea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13681895"/>
                  </a:ext>
                </a:extLst>
              </a:tr>
            </a:tbl>
          </a:graphicData>
        </a:graphic>
      </p:graphicFrame>
      <p:sp>
        <p:nvSpPr>
          <p:cNvPr id="13" name="テキスト ボックス 12">
            <a:extLst>
              <a:ext uri="{FF2B5EF4-FFF2-40B4-BE49-F238E27FC236}">
                <a16:creationId xmlns:a16="http://schemas.microsoft.com/office/drawing/2014/main" id="{E20AB2D4-CC3E-DFB1-6AEE-1D7C5335573C}"/>
              </a:ext>
            </a:extLst>
          </p:cNvPr>
          <p:cNvSpPr txBox="1"/>
          <p:nvPr/>
        </p:nvSpPr>
        <p:spPr>
          <a:xfrm>
            <a:off x="0" y="6495842"/>
            <a:ext cx="9142479" cy="338554"/>
          </a:xfrm>
          <a:prstGeom prst="rect">
            <a:avLst/>
          </a:prstGeom>
          <a:solidFill>
            <a:srgbClr val="002060"/>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600" b="1" i="0" u="none" strike="noStrike" kern="1200" cap="none" spc="0" normalizeH="0" baseline="0" noProof="0" dirty="0">
                <a:ln>
                  <a:noFill/>
                </a:ln>
                <a:solidFill>
                  <a:srgbClr val="FFFFFF"/>
                </a:solidFill>
                <a:effectLst/>
                <a:uLnTx/>
                <a:uFillTx/>
                <a:latin typeface="Meiryo UI" pitchFamily="50" charset="-128"/>
                <a:ea typeface="Meiryo UI" pitchFamily="50" charset="-128"/>
                <a:cs typeface="Meiryo UI" pitchFamily="50" charset="-128"/>
              </a:rPr>
              <a:t>PROCONVE-L8-40 to be implemented</a:t>
            </a:r>
          </a:p>
        </p:txBody>
      </p:sp>
      <p:sp>
        <p:nvSpPr>
          <p:cNvPr id="14" name="テキスト ボックス 13">
            <a:extLst>
              <a:ext uri="{FF2B5EF4-FFF2-40B4-BE49-F238E27FC236}">
                <a16:creationId xmlns:a16="http://schemas.microsoft.com/office/drawing/2014/main" id="{D6694B6D-9B87-92F7-C741-781A6AA4CBA5}"/>
              </a:ext>
            </a:extLst>
          </p:cNvPr>
          <p:cNvSpPr txBox="1"/>
          <p:nvPr/>
        </p:nvSpPr>
        <p:spPr>
          <a:xfrm>
            <a:off x="708620" y="6056682"/>
            <a:ext cx="8289696" cy="241980"/>
          </a:xfrm>
          <a:prstGeom prst="rect">
            <a:avLst/>
          </a:prstGeom>
          <a:noFill/>
        </p:spPr>
        <p:txBody>
          <a:bodyPr wrap="none" lIns="36000" tIns="36000" rIns="36000" bIns="3600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1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itchFamily="50" charset="-128"/>
              </a:rPr>
              <a:t>*OBD is divided into 2 phases of L7 and L8, and each applicable effective date shall be followed to Emission regulation.</a:t>
            </a:r>
          </a:p>
        </p:txBody>
      </p:sp>
      <p:sp>
        <p:nvSpPr>
          <p:cNvPr id="15" name="テキスト ボックス 14">
            <a:extLst>
              <a:ext uri="{FF2B5EF4-FFF2-40B4-BE49-F238E27FC236}">
                <a16:creationId xmlns:a16="http://schemas.microsoft.com/office/drawing/2014/main" id="{A91C90F6-B8D0-B650-49B4-4E1402A528D9}"/>
              </a:ext>
            </a:extLst>
          </p:cNvPr>
          <p:cNvSpPr txBox="1"/>
          <p:nvPr/>
        </p:nvSpPr>
        <p:spPr>
          <a:xfrm>
            <a:off x="612830" y="3184136"/>
            <a:ext cx="1358120" cy="257369"/>
          </a:xfrm>
          <a:prstGeom prst="rect">
            <a:avLst/>
          </a:prstGeom>
          <a:noFill/>
        </p:spPr>
        <p:txBody>
          <a:bodyPr wrap="none" lIns="36000" tIns="36000" rIns="36000" bIns="3600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itchFamily="50" charset="-128"/>
              </a:rPr>
              <a:t>&lt;Effective Date&gt;</a:t>
            </a:r>
          </a:p>
        </p:txBody>
      </p:sp>
      <p:sp>
        <p:nvSpPr>
          <p:cNvPr id="16" name="テキスト ボックス 15">
            <a:extLst>
              <a:ext uri="{FF2B5EF4-FFF2-40B4-BE49-F238E27FC236}">
                <a16:creationId xmlns:a16="http://schemas.microsoft.com/office/drawing/2014/main" id="{5674D484-B985-977C-0BB0-8F92582F5051}"/>
              </a:ext>
            </a:extLst>
          </p:cNvPr>
          <p:cNvSpPr txBox="1"/>
          <p:nvPr/>
        </p:nvSpPr>
        <p:spPr>
          <a:xfrm>
            <a:off x="109184" y="624456"/>
            <a:ext cx="5104978" cy="534368"/>
          </a:xfrm>
          <a:prstGeom prst="rect">
            <a:avLst/>
          </a:prstGeom>
          <a:noFill/>
        </p:spPr>
        <p:txBody>
          <a:bodyPr wrap="none" lIns="36000" tIns="36000" rIns="36000" bIns="3600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b="1" i="0" u="sng"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itchFamily="50" charset="-128"/>
              </a:rPr>
              <a:t>■ </a:t>
            </a:r>
            <a:r>
              <a:rPr kumimoji="1" lang="en-US" altLang="ja-JP" sz="1600" b="1" i="0" u="sng"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itchFamily="50" charset="-128"/>
              </a:rPr>
              <a:t>Regulation Application Plan</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b="1"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itchFamily="50" charset="-128"/>
              </a:rPr>
              <a:t>□ </a:t>
            </a:r>
            <a:r>
              <a:rPr kumimoji="1" lang="en-US" altLang="ja-JP" sz="1400" b="1"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itchFamily="50" charset="-128"/>
              </a:rPr>
              <a:t>Application Plan for PROCONVE</a:t>
            </a:r>
            <a:r>
              <a:rPr kumimoji="1" lang="ja-JP" altLang="en-US" sz="1400" b="1"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itchFamily="50" charset="-128"/>
              </a:rPr>
              <a:t> </a:t>
            </a:r>
            <a:r>
              <a:rPr kumimoji="1" lang="en-US" altLang="ja-JP" sz="1400" b="1"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itchFamily="50" charset="-128"/>
              </a:rPr>
              <a:t>L7/L8</a:t>
            </a:r>
            <a:r>
              <a:rPr kumimoji="1" lang="ja-JP" altLang="en-US" sz="1400" b="1"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itchFamily="50" charset="-128"/>
              </a:rPr>
              <a:t> </a:t>
            </a:r>
            <a:r>
              <a:rPr kumimoji="1" lang="en-US" altLang="ja-JP" sz="1400" b="1"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itchFamily="50" charset="-128"/>
              </a:rPr>
              <a:t>Regulations</a:t>
            </a:r>
          </a:p>
        </p:txBody>
      </p:sp>
      <p:sp>
        <p:nvSpPr>
          <p:cNvPr id="17" name="正方形/長方形 16">
            <a:extLst>
              <a:ext uri="{FF2B5EF4-FFF2-40B4-BE49-F238E27FC236}">
                <a16:creationId xmlns:a16="http://schemas.microsoft.com/office/drawing/2014/main" id="{6DFFF1A8-7339-1F8A-D7D0-CB89097FD9D3}"/>
              </a:ext>
            </a:extLst>
          </p:cNvPr>
          <p:cNvSpPr/>
          <p:nvPr/>
        </p:nvSpPr>
        <p:spPr bwMode="auto">
          <a:xfrm>
            <a:off x="5588102" y="2034531"/>
            <a:ext cx="1017324" cy="644358"/>
          </a:xfrm>
          <a:prstGeom prst="rect">
            <a:avLst/>
          </a:prstGeom>
          <a:noFill/>
          <a:ln w="38100" cap="flat" cmpd="sng" algn="ctr">
            <a:solidFill>
              <a:srgbClr val="0000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ja-JP" altLang="en-US" sz="2400" b="0" i="0" u="none" strike="noStrike" kern="1200" cap="none" spc="0" normalizeH="0" baseline="0" noProof="0">
              <a:ln>
                <a:noFill/>
              </a:ln>
              <a:solidFill>
                <a:srgbClr val="000000"/>
              </a:solidFill>
              <a:effectLst/>
              <a:uLnTx/>
              <a:uFillTx/>
              <a:latin typeface="Times New Roman" pitchFamily="18" charset="0"/>
              <a:ea typeface="ＭＳ Ｐゴシック" pitchFamily="50" charset="-128"/>
              <a:cs typeface="+mn-cs"/>
            </a:endParaRPr>
          </a:p>
        </p:txBody>
      </p:sp>
    </p:spTree>
    <p:extLst>
      <p:ext uri="{BB962C8B-B14F-4D97-AF65-F5344CB8AC3E}">
        <p14:creationId xmlns:p14="http://schemas.microsoft.com/office/powerpoint/2010/main" val="289682278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p:cNvSpPr txBox="1"/>
          <p:nvPr/>
        </p:nvSpPr>
        <p:spPr>
          <a:xfrm>
            <a:off x="96269" y="536290"/>
            <a:ext cx="8749480" cy="369332"/>
          </a:xfrm>
          <a:prstGeom prst="rect">
            <a:avLst/>
          </a:prstGeom>
          <a:noFill/>
        </p:spPr>
        <p:txBody>
          <a:bodyPr wrap="square" rtlCol="0">
            <a:spAutoFit/>
          </a:bodyPr>
          <a:lstStyle/>
          <a:p>
            <a:pPr algn="l"/>
            <a:r>
              <a:rPr kumimoji="1" lang="en-US" altLang="ja-JP" sz="1800" b="1" u="sng" dirty="0">
                <a:latin typeface="Meiryo UI" panose="020B0604030504040204" pitchFamily="50" charset="-128"/>
                <a:ea typeface="Meiryo UI" panose="020B0604030504040204" pitchFamily="50" charset="-128"/>
              </a:rPr>
              <a:t>Target countries, EM/OBD/EVAPO regulations and Hardware</a:t>
            </a:r>
            <a:endParaRPr kumimoji="1" lang="ja-JP" altLang="en-US" sz="1800" b="1" u="sng" dirty="0">
              <a:latin typeface="Meiryo UI" panose="020B0604030504040204" pitchFamily="50" charset="-128"/>
              <a:ea typeface="Meiryo UI" panose="020B0604030504040204" pitchFamily="50" charset="-128"/>
            </a:endParaRPr>
          </a:p>
        </p:txBody>
      </p:sp>
      <p:sp>
        <p:nvSpPr>
          <p:cNvPr id="11" name="Text Box 2"/>
          <p:cNvSpPr txBox="1">
            <a:spLocks noChangeArrowheads="1"/>
          </p:cNvSpPr>
          <p:nvPr/>
        </p:nvSpPr>
        <p:spPr bwMode="auto">
          <a:xfrm>
            <a:off x="2170386" y="83640"/>
            <a:ext cx="4818948" cy="400110"/>
          </a:xfrm>
          <a:prstGeom prst="rect">
            <a:avLst/>
          </a:prstGeom>
          <a:noFill/>
        </p:spPr>
        <p:txBody>
          <a:bodyPr wrap="none" rtlCol="0">
            <a:spAutoFit/>
          </a:bodyPr>
          <a:lstStyle>
            <a:defPPr>
              <a:defRPr lang="en-US"/>
            </a:defPPr>
            <a:lvl1pPr fontAlgn="auto">
              <a:spcBef>
                <a:spcPts val="0"/>
              </a:spcBef>
              <a:spcAft>
                <a:spcPts val="0"/>
              </a:spcAft>
              <a:defRPr kumimoji="0">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r>
              <a:rPr lang="en-US" altLang="ja-JP" sz="2000" dirty="0"/>
              <a:t>10. </a:t>
            </a:r>
            <a:r>
              <a:rPr lang="en-US" altLang="ja-JP" sz="2000" dirty="0">
                <a:solidFill>
                  <a:schemeClr val="bg1"/>
                </a:solidFill>
                <a:cs typeface="Arial" pitchFamily="34" charset="0"/>
              </a:rPr>
              <a:t>Applicable Regulations Overview </a:t>
            </a:r>
            <a:endParaRPr lang="en-US" altLang="ja-JP" sz="2000" dirty="0"/>
          </a:p>
        </p:txBody>
      </p:sp>
      <p:graphicFrame>
        <p:nvGraphicFramePr>
          <p:cNvPr id="3" name="表 2">
            <a:extLst>
              <a:ext uri="{FF2B5EF4-FFF2-40B4-BE49-F238E27FC236}">
                <a16:creationId xmlns:a16="http://schemas.microsoft.com/office/drawing/2014/main" id="{D8375A74-5B96-D725-2DB5-26E197766C31}"/>
              </a:ext>
            </a:extLst>
          </p:cNvPr>
          <p:cNvGraphicFramePr>
            <a:graphicFrameLocks noGrp="1"/>
          </p:cNvGraphicFramePr>
          <p:nvPr>
            <p:extLst>
              <p:ext uri="{D42A27DB-BD31-4B8C-83A1-F6EECF244321}">
                <p14:modId xmlns:p14="http://schemas.microsoft.com/office/powerpoint/2010/main" val="569458446"/>
              </p:ext>
            </p:extLst>
          </p:nvPr>
        </p:nvGraphicFramePr>
        <p:xfrm>
          <a:off x="599356" y="1186977"/>
          <a:ext cx="7630244" cy="5210132"/>
        </p:xfrm>
        <a:graphic>
          <a:graphicData uri="http://schemas.openxmlformats.org/drawingml/2006/table">
            <a:tbl>
              <a:tblPr/>
              <a:tblGrid>
                <a:gridCol w="458701">
                  <a:extLst>
                    <a:ext uri="{9D8B030D-6E8A-4147-A177-3AD203B41FA5}">
                      <a16:colId xmlns:a16="http://schemas.microsoft.com/office/drawing/2014/main" val="1109486921"/>
                    </a:ext>
                  </a:extLst>
                </a:gridCol>
                <a:gridCol w="2095275">
                  <a:extLst>
                    <a:ext uri="{9D8B030D-6E8A-4147-A177-3AD203B41FA5}">
                      <a16:colId xmlns:a16="http://schemas.microsoft.com/office/drawing/2014/main" val="20000"/>
                    </a:ext>
                  </a:extLst>
                </a:gridCol>
                <a:gridCol w="1269067">
                  <a:extLst>
                    <a:ext uri="{9D8B030D-6E8A-4147-A177-3AD203B41FA5}">
                      <a16:colId xmlns:a16="http://schemas.microsoft.com/office/drawing/2014/main" val="826813357"/>
                    </a:ext>
                  </a:extLst>
                </a:gridCol>
                <a:gridCol w="1269067">
                  <a:extLst>
                    <a:ext uri="{9D8B030D-6E8A-4147-A177-3AD203B41FA5}">
                      <a16:colId xmlns:a16="http://schemas.microsoft.com/office/drawing/2014/main" val="460166786"/>
                    </a:ext>
                  </a:extLst>
                </a:gridCol>
                <a:gridCol w="1269067">
                  <a:extLst>
                    <a:ext uri="{9D8B030D-6E8A-4147-A177-3AD203B41FA5}">
                      <a16:colId xmlns:a16="http://schemas.microsoft.com/office/drawing/2014/main" val="20001"/>
                    </a:ext>
                  </a:extLst>
                </a:gridCol>
                <a:gridCol w="1269067">
                  <a:extLst>
                    <a:ext uri="{9D8B030D-6E8A-4147-A177-3AD203B41FA5}">
                      <a16:colId xmlns:a16="http://schemas.microsoft.com/office/drawing/2014/main" val="3244355877"/>
                    </a:ext>
                  </a:extLst>
                </a:gridCol>
              </a:tblGrid>
              <a:tr h="291221">
                <a:tc>
                  <a:txBody>
                    <a:bodyPr/>
                    <a:lstStyle/>
                    <a:p>
                      <a:pPr algn="l" fontAlgn="ctr"/>
                      <a:endParaRPr lang="ja-JP" altLang="en-US" sz="1200" b="0" i="0" u="none" strike="noStrike" dirty="0">
                        <a:solidFill>
                          <a:schemeClr val="tx1"/>
                        </a:solidFill>
                        <a:effectLst/>
                        <a:latin typeface="Meiryo UI" panose="020B0604030504040204" pitchFamily="50" charset="-128"/>
                        <a:ea typeface="Meiryo UI" panose="020B0604030504040204" pitchFamily="50" charset="-128"/>
                      </a:endParaRPr>
                    </a:p>
                  </a:txBody>
                  <a:tcPr marL="18000" marR="18000" marT="18000" marB="18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pPr algn="ctr" fontAlgn="ctr"/>
                      <a:r>
                        <a:rPr lang="en-US" altLang="ja-JP" sz="1200" b="0" i="0" u="none" strike="noStrike" dirty="0">
                          <a:solidFill>
                            <a:schemeClr val="tx1"/>
                          </a:solidFill>
                          <a:effectLst/>
                          <a:latin typeface="Meiryo UI" panose="020B0604030504040204" pitchFamily="50" charset="-128"/>
                          <a:ea typeface="Meiryo UI" panose="020B0604030504040204" pitchFamily="50" charset="-128"/>
                        </a:rPr>
                        <a:t>Project</a:t>
                      </a:r>
                    </a:p>
                  </a:txBody>
                  <a:tcPr marL="18000" marR="18000" marT="18000" marB="18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gridSpan="2">
                  <a:txBody>
                    <a:bodyPr/>
                    <a:lstStyle/>
                    <a:p>
                      <a:pPr algn="ctr" fontAlgn="ctr"/>
                      <a:r>
                        <a:rPr lang="en-US" altLang="ja-JP" sz="1600" b="0" i="0" u="none" strike="noStrike" dirty="0">
                          <a:solidFill>
                            <a:schemeClr val="tx1"/>
                          </a:solidFill>
                          <a:effectLst/>
                          <a:latin typeface="Meiryo UI" panose="020B0604030504040204" pitchFamily="50" charset="-128"/>
                          <a:ea typeface="Meiryo UI" panose="020B0604030504040204" pitchFamily="50" charset="-128"/>
                        </a:rPr>
                        <a:t>6WZZ</a:t>
                      </a:r>
                      <a:endParaRPr lang="en-US" sz="1600" b="0" i="0" u="none" strike="noStrike" dirty="0">
                        <a:solidFill>
                          <a:schemeClr val="tx1"/>
                        </a:solidFill>
                        <a:effectLst/>
                        <a:latin typeface="Meiryo UI" panose="020B0604030504040204" pitchFamily="50" charset="-128"/>
                        <a:ea typeface="Meiryo UI" panose="020B0604030504040204" pitchFamily="50" charset="-128"/>
                      </a:endParaRPr>
                    </a:p>
                  </a:txBody>
                  <a:tcPr marL="18000" marR="18000" marT="18000" marB="18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hMerge="1">
                  <a:txBody>
                    <a:bodyPr/>
                    <a:lstStyle/>
                    <a:p>
                      <a:pPr algn="ctr" fontAlgn="ctr"/>
                      <a:endParaRPr lang="en-US" sz="1200" b="0" i="0" u="none" strike="noStrike" dirty="0">
                        <a:solidFill>
                          <a:schemeClr val="tx1"/>
                        </a:solidFill>
                        <a:effectLst/>
                        <a:latin typeface="Meiryo UI" panose="020B0604030504040204" pitchFamily="50" charset="-128"/>
                        <a:ea typeface="Meiryo UI" panose="020B0604030504040204" pitchFamily="50" charset="-128"/>
                      </a:endParaRPr>
                    </a:p>
                  </a:txBody>
                  <a:tcPr marL="18000" marR="18000" marT="18000" marB="18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gridSpan="2">
                  <a:txBody>
                    <a:bodyPr/>
                    <a:lstStyle/>
                    <a:p>
                      <a:pPr algn="ctr" fontAlgn="ctr"/>
                      <a:r>
                        <a:rPr lang="en-US" sz="1600" b="0" i="0" u="none" strike="noStrike" dirty="0">
                          <a:solidFill>
                            <a:srgbClr val="FF0000"/>
                          </a:solidFill>
                          <a:effectLst/>
                          <a:latin typeface="Meiryo UI" panose="020B0604030504040204" pitchFamily="50" charset="-128"/>
                          <a:ea typeface="Meiryo UI" panose="020B0604030504040204" pitchFamily="50" charset="-128"/>
                        </a:rPr>
                        <a:t>6WZX</a:t>
                      </a:r>
                    </a:p>
                  </a:txBody>
                  <a:tcPr marL="18000" marR="18000" marT="18000" marB="18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hMerge="1">
                  <a:txBody>
                    <a:bodyPr/>
                    <a:lstStyle/>
                    <a:p>
                      <a:pPr algn="ctr" fontAlgn="ctr"/>
                      <a:endParaRPr lang="en-US" sz="1200" b="0" i="0" u="none" strike="noStrike" dirty="0">
                        <a:solidFill>
                          <a:schemeClr val="tx1"/>
                        </a:solidFill>
                        <a:effectLst/>
                        <a:latin typeface="Meiryo UI" panose="020B0604030504040204" pitchFamily="50" charset="-128"/>
                        <a:ea typeface="Meiryo UI" panose="020B0604030504040204" pitchFamily="50" charset="-128"/>
                      </a:endParaRPr>
                    </a:p>
                  </a:txBody>
                  <a:tcPr marL="18000" marR="18000" marT="18000" marB="18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706328191"/>
                  </a:ext>
                </a:extLst>
              </a:tr>
              <a:tr h="291221">
                <a:tc>
                  <a:txBody>
                    <a:bodyPr/>
                    <a:lstStyle/>
                    <a:p>
                      <a:pPr algn="l" fontAlgn="ctr"/>
                      <a:endParaRPr lang="ja-JP" altLang="en-US" sz="1200" b="0" i="0" u="none" strike="noStrike" dirty="0">
                        <a:solidFill>
                          <a:schemeClr val="tx1"/>
                        </a:solidFill>
                        <a:effectLst/>
                        <a:latin typeface="Meiryo UI" panose="020B0604030504040204" pitchFamily="50" charset="-128"/>
                        <a:ea typeface="Meiryo UI" panose="020B0604030504040204" pitchFamily="50" charset="-128"/>
                      </a:endParaRPr>
                    </a:p>
                  </a:txBody>
                  <a:tcPr marL="18000" marR="18000" marT="18000" marB="18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pPr algn="ctr" fontAlgn="ctr"/>
                      <a:r>
                        <a:rPr lang="ja-JP" altLang="en-US" sz="1200" b="0" i="0" u="none" strike="noStrike" dirty="0">
                          <a:solidFill>
                            <a:schemeClr val="tx1"/>
                          </a:solidFill>
                          <a:effectLst/>
                          <a:latin typeface="Meiryo UI" panose="020B0604030504040204" pitchFamily="50" charset="-128"/>
                          <a:ea typeface="Meiryo UI" panose="020B0604030504040204" pitchFamily="50" charset="-128"/>
                        </a:rPr>
                        <a:t>　</a:t>
                      </a:r>
                      <a:r>
                        <a:rPr lang="en-US" altLang="ja-JP" sz="1200" b="0" i="0" u="none" strike="noStrike" dirty="0">
                          <a:solidFill>
                            <a:schemeClr val="tx1"/>
                          </a:solidFill>
                          <a:effectLst/>
                          <a:latin typeface="Meiryo UI" panose="020B0604030504040204" pitchFamily="50" charset="-128"/>
                          <a:ea typeface="Meiryo UI" panose="020B0604030504040204" pitchFamily="50" charset="-128"/>
                        </a:rPr>
                        <a:t>Countries</a:t>
                      </a:r>
                      <a:endParaRPr lang="ja-JP" altLang="en-US" sz="1200" b="0" i="0" u="none" strike="noStrike" dirty="0">
                        <a:solidFill>
                          <a:schemeClr val="tx1"/>
                        </a:solidFill>
                        <a:effectLst/>
                        <a:latin typeface="Meiryo UI" panose="020B0604030504040204" pitchFamily="50" charset="-128"/>
                        <a:ea typeface="Meiryo UI" panose="020B0604030504040204" pitchFamily="50" charset="-128"/>
                      </a:endParaRPr>
                    </a:p>
                  </a:txBody>
                  <a:tcPr marL="18000" marR="18000" marT="18000" marB="18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ja-JP" sz="1200" b="0" i="0" u="none" strike="noStrike" dirty="0">
                          <a:solidFill>
                            <a:schemeClr val="tx1"/>
                          </a:solidFill>
                          <a:effectLst/>
                          <a:latin typeface="Meiryo UI" panose="020B0604030504040204" pitchFamily="50" charset="-128"/>
                          <a:ea typeface="Meiryo UI" panose="020B0604030504040204" pitchFamily="50" charset="-128"/>
                        </a:rPr>
                        <a:t>Brazil</a:t>
                      </a:r>
                    </a:p>
                  </a:txBody>
                  <a:tcPr marL="18000" marR="18000" marT="18000" marB="18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pPr algn="ctr" fontAlgn="ctr"/>
                      <a:r>
                        <a:rPr lang="en-US" altLang="ja-JP" sz="1200" b="0" i="0" u="none" strike="noStrike" dirty="0">
                          <a:solidFill>
                            <a:schemeClr val="tx1"/>
                          </a:solidFill>
                          <a:effectLst/>
                          <a:latin typeface="Meiryo UI" panose="020B0604030504040204" pitchFamily="50" charset="-128"/>
                          <a:ea typeface="Meiryo UI" panose="020B0604030504040204" pitchFamily="50" charset="-128"/>
                        </a:rPr>
                        <a:t>Paraguay</a:t>
                      </a:r>
                      <a:endParaRPr lang="en-US" sz="1200" b="0" i="0" u="none" strike="noStrike" dirty="0">
                        <a:solidFill>
                          <a:schemeClr val="tx1"/>
                        </a:solidFill>
                        <a:effectLst/>
                        <a:latin typeface="Meiryo UI" panose="020B0604030504040204" pitchFamily="50" charset="-128"/>
                        <a:ea typeface="Meiryo UI" panose="020B0604030504040204" pitchFamily="50" charset="-128"/>
                      </a:endParaRPr>
                    </a:p>
                  </a:txBody>
                  <a:tcPr marL="18000" marR="18000" marT="18000" marB="18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pPr algn="ctr" fontAlgn="ctr"/>
                      <a:r>
                        <a:rPr lang="en-US" altLang="ja-JP" sz="1200" b="0" i="0" u="none" strike="noStrike" dirty="0">
                          <a:solidFill>
                            <a:schemeClr val="tx1"/>
                          </a:solidFill>
                          <a:effectLst/>
                          <a:latin typeface="Meiryo UI" panose="020B0604030504040204" pitchFamily="50" charset="-128"/>
                          <a:ea typeface="Meiryo UI" panose="020B0604030504040204" pitchFamily="50" charset="-128"/>
                        </a:rPr>
                        <a:t>Brazil</a:t>
                      </a:r>
                      <a:endParaRPr lang="en-US" sz="1200" b="0" i="0" u="none" strike="noStrike" dirty="0">
                        <a:solidFill>
                          <a:schemeClr val="tx1"/>
                        </a:solidFill>
                        <a:effectLst/>
                        <a:latin typeface="Meiryo UI" panose="020B0604030504040204" pitchFamily="50" charset="-128"/>
                        <a:ea typeface="Meiryo UI" panose="020B0604030504040204" pitchFamily="50" charset="-128"/>
                      </a:endParaRPr>
                    </a:p>
                  </a:txBody>
                  <a:tcPr marL="18000" marR="18000" marT="18000" marB="18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pPr algn="ctr" fontAlgn="ctr"/>
                      <a:r>
                        <a:rPr lang="en-US" altLang="ja-JP" sz="1200" b="0" i="0" u="none" strike="noStrike" dirty="0">
                          <a:solidFill>
                            <a:schemeClr val="tx1"/>
                          </a:solidFill>
                          <a:effectLst/>
                          <a:latin typeface="Meiryo UI" panose="020B0604030504040204" pitchFamily="50" charset="-128"/>
                          <a:ea typeface="Meiryo UI" panose="020B0604030504040204" pitchFamily="50" charset="-128"/>
                        </a:rPr>
                        <a:t>Paraguay</a:t>
                      </a:r>
                      <a:endParaRPr lang="en-US" sz="1200" b="0" i="0" u="none" strike="noStrike" dirty="0">
                        <a:solidFill>
                          <a:schemeClr val="tx1"/>
                        </a:solidFill>
                        <a:effectLst/>
                        <a:latin typeface="Meiryo UI" panose="020B0604030504040204" pitchFamily="50" charset="-128"/>
                        <a:ea typeface="Meiryo UI" panose="020B0604030504040204" pitchFamily="50" charset="-128"/>
                      </a:endParaRPr>
                    </a:p>
                  </a:txBody>
                  <a:tcPr marL="18000" marR="18000" marT="18000" marB="18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0000"/>
                  </a:ext>
                </a:extLst>
              </a:tr>
              <a:tr h="462371">
                <a:tc rowSpan="3">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ja-JP" sz="1200" b="0" i="0" u="none" strike="noStrike" dirty="0">
                          <a:solidFill>
                            <a:schemeClr val="tx1"/>
                          </a:solidFill>
                          <a:effectLst/>
                          <a:latin typeface="Meiryo UI" panose="020B0604030504040204" pitchFamily="50" charset="-128"/>
                          <a:ea typeface="Meiryo UI" panose="020B0604030504040204" pitchFamily="50" charset="-128"/>
                        </a:rPr>
                        <a:t>Regulation</a:t>
                      </a:r>
                    </a:p>
                  </a:txBody>
                  <a:tcPr marL="18000" marR="18000" marT="18000" marB="18000" vert="vert27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pPr algn="ctr" fontAlgn="ctr"/>
                      <a:r>
                        <a:rPr lang="en-US" sz="1200" b="0" i="0" u="none" strike="noStrike" dirty="0">
                          <a:solidFill>
                            <a:schemeClr val="tx1"/>
                          </a:solidFill>
                          <a:effectLst/>
                          <a:latin typeface="Meiryo UI" panose="020B0604030504040204" pitchFamily="50" charset="-128"/>
                          <a:ea typeface="Meiryo UI" panose="020B0604030504040204" pitchFamily="50" charset="-128"/>
                        </a:rPr>
                        <a:t>Exhaust</a:t>
                      </a:r>
                      <a:r>
                        <a:rPr lang="en-US" sz="1200" b="0" i="0" u="none" strike="noStrike" baseline="0" dirty="0">
                          <a:solidFill>
                            <a:schemeClr val="tx1"/>
                          </a:solidFill>
                          <a:effectLst/>
                          <a:latin typeface="Meiryo UI" panose="020B0604030504040204" pitchFamily="50" charset="-128"/>
                          <a:ea typeface="Meiryo UI" panose="020B0604030504040204" pitchFamily="50" charset="-128"/>
                        </a:rPr>
                        <a:t> gas </a:t>
                      </a:r>
                      <a:r>
                        <a:rPr lang="en-US" sz="1200" b="0" i="0" u="none" strike="noStrike" dirty="0">
                          <a:solidFill>
                            <a:schemeClr val="tx1"/>
                          </a:solidFill>
                          <a:effectLst/>
                          <a:latin typeface="Meiryo UI" panose="020B0604030504040204" pitchFamily="50" charset="-128"/>
                          <a:ea typeface="Meiryo UI" panose="020B0604030504040204" pitchFamily="50" charset="-128"/>
                        </a:rPr>
                        <a:t>Emission</a:t>
                      </a:r>
                    </a:p>
                  </a:txBody>
                  <a:tcPr marL="18000" marR="18000" marT="18000" marB="18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pPr algn="ctr" fontAlgn="ctr"/>
                      <a:r>
                        <a:rPr lang="en-US" altLang="ja-JP" sz="1200" b="0" i="0" u="none" strike="noStrike" dirty="0">
                          <a:solidFill>
                            <a:srgbClr val="FF0000"/>
                          </a:solidFill>
                          <a:effectLst/>
                          <a:latin typeface="Meiryo UI" panose="020B0604030504040204" pitchFamily="50" charset="-128"/>
                          <a:ea typeface="Meiryo UI" panose="020B0604030504040204" pitchFamily="50" charset="-128"/>
                        </a:rPr>
                        <a:t>Proconve-L8(50)</a:t>
                      </a:r>
                    </a:p>
                  </a:txBody>
                  <a:tcPr marL="18000" marR="18000" marT="18000" marB="18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pPr algn="ctr" fontAlgn="ctr"/>
                      <a:r>
                        <a:rPr lang="en-US" sz="1200" b="0" i="0" u="none" strike="noStrike" dirty="0">
                          <a:solidFill>
                            <a:schemeClr val="tx1"/>
                          </a:solidFill>
                          <a:effectLst/>
                          <a:latin typeface="Meiryo UI" panose="020B0604030504040204" pitchFamily="50" charset="-128"/>
                          <a:ea typeface="Meiryo UI" panose="020B0604030504040204" pitchFamily="50" charset="-128"/>
                        </a:rPr>
                        <a:t>N/A</a:t>
                      </a:r>
                    </a:p>
                  </a:txBody>
                  <a:tcPr marL="18000" marR="18000" marT="18000" marB="18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pPr algn="ctr" fontAlgn="ctr"/>
                      <a:r>
                        <a:rPr lang="en-US" altLang="ja-JP" sz="1200" b="0" i="0" u="none" strike="noStrike" dirty="0">
                          <a:solidFill>
                            <a:srgbClr val="FF0000"/>
                          </a:solidFill>
                          <a:effectLst/>
                          <a:latin typeface="Meiryo UI" panose="020B0604030504040204" pitchFamily="50" charset="-128"/>
                          <a:ea typeface="Meiryo UI" panose="020B0604030504040204" pitchFamily="50" charset="-128"/>
                        </a:rPr>
                        <a:t>Proconve-L8(40)</a:t>
                      </a:r>
                      <a:endParaRPr lang="en-US" sz="1200" b="0" i="0" u="none" strike="noStrike" dirty="0">
                        <a:solidFill>
                          <a:srgbClr val="FF0000"/>
                        </a:solidFill>
                        <a:effectLst/>
                        <a:latin typeface="Meiryo UI" panose="020B0604030504040204" pitchFamily="50" charset="-128"/>
                        <a:ea typeface="Meiryo UI" panose="020B0604030504040204" pitchFamily="50" charset="-128"/>
                      </a:endParaRPr>
                    </a:p>
                  </a:txBody>
                  <a:tcPr marL="18000" marR="18000" marT="18000" marB="18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pPr algn="ctr" fontAlgn="ctr"/>
                      <a:r>
                        <a:rPr lang="en-US" sz="1200" b="0" i="0" u="none" strike="noStrike" dirty="0">
                          <a:solidFill>
                            <a:schemeClr val="tx1"/>
                          </a:solidFill>
                          <a:effectLst/>
                          <a:latin typeface="Meiryo UI" panose="020B0604030504040204" pitchFamily="50" charset="-128"/>
                          <a:ea typeface="Meiryo UI" panose="020B0604030504040204" pitchFamily="50" charset="-128"/>
                        </a:rPr>
                        <a:t>N/A</a:t>
                      </a:r>
                    </a:p>
                  </a:txBody>
                  <a:tcPr marL="18000" marR="18000" marT="18000" marB="18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0002"/>
                  </a:ext>
                </a:extLst>
              </a:tr>
              <a:tr h="462371">
                <a:tc vMerge="1">
                  <a:txBody>
                    <a:bodyPr/>
                    <a:lstStyle/>
                    <a:p>
                      <a:pPr algn="l" fontAlgn="ctr"/>
                      <a:endParaRPr lang="en-US" sz="1100" b="0" i="0" u="none" strike="noStrike" dirty="0">
                        <a:solidFill>
                          <a:schemeClr val="tx1"/>
                        </a:solidFill>
                        <a:effectLst/>
                        <a:latin typeface="Meiryo UI" panose="020B0604030504040204" pitchFamily="50" charset="-128"/>
                        <a:ea typeface="Meiryo UI" panose="020B0604030504040204" pitchFamily="50" charset="-128"/>
                      </a:endParaRPr>
                    </a:p>
                  </a:txBody>
                  <a:tcPr marL="18000" marR="18000" marT="18000" marB="18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dirty="0">
                          <a:solidFill>
                            <a:schemeClr val="tx1"/>
                          </a:solidFill>
                          <a:effectLst/>
                          <a:latin typeface="Meiryo UI" panose="020B0604030504040204" pitchFamily="50" charset="-128"/>
                          <a:ea typeface="Meiryo UI" panose="020B0604030504040204" pitchFamily="50" charset="-128"/>
                        </a:rPr>
                        <a:t>EVAPO emission</a:t>
                      </a:r>
                    </a:p>
                  </a:txBody>
                  <a:tcPr marL="18000" marR="18000" marT="18000" marB="18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ja-JP" sz="1200" b="0" i="0" u="none" strike="noStrike" dirty="0">
                          <a:solidFill>
                            <a:schemeClr val="tx1"/>
                          </a:solidFill>
                          <a:effectLst/>
                          <a:latin typeface="Meiryo UI" panose="020B0604030504040204" pitchFamily="50" charset="-128"/>
                          <a:ea typeface="Meiryo UI" panose="020B0604030504040204" pitchFamily="50" charset="-128"/>
                        </a:rPr>
                        <a:t>Proconve-L7/8</a:t>
                      </a:r>
                    </a:p>
                    <a:p>
                      <a:pPr algn="ctr" fontAlgn="ctr"/>
                      <a:r>
                        <a:rPr lang="en-US" sz="1200" b="0" i="0" u="none" strike="noStrike" dirty="0">
                          <a:solidFill>
                            <a:schemeClr val="tx1"/>
                          </a:solidFill>
                          <a:effectLst/>
                          <a:latin typeface="Meiryo UI" panose="020B0604030504040204" pitchFamily="50" charset="-128"/>
                          <a:ea typeface="Meiryo UI" panose="020B0604030504040204" pitchFamily="50" charset="-128"/>
                        </a:rPr>
                        <a:t>+ ORVR</a:t>
                      </a:r>
                    </a:p>
                  </a:txBody>
                  <a:tcPr marL="18000" marR="18000" marT="18000" marB="18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pPr algn="ctr" fontAlgn="ctr"/>
                      <a:r>
                        <a:rPr lang="en-US" altLang="ja-JP" sz="1200" b="0" i="0" u="none" strike="noStrike" dirty="0">
                          <a:solidFill>
                            <a:schemeClr val="tx1"/>
                          </a:solidFill>
                          <a:effectLst/>
                          <a:latin typeface="Meiryo UI" panose="020B0604030504040204" pitchFamily="50" charset="-128"/>
                          <a:ea typeface="Meiryo UI" panose="020B0604030504040204" pitchFamily="50" charset="-128"/>
                        </a:rPr>
                        <a:t>N/A</a:t>
                      </a:r>
                      <a:endParaRPr lang="en-US" sz="1200" b="0" i="0" u="none" strike="noStrike" dirty="0">
                        <a:solidFill>
                          <a:schemeClr val="tx1"/>
                        </a:solidFill>
                        <a:effectLst/>
                        <a:latin typeface="Meiryo UI" panose="020B0604030504040204" pitchFamily="50" charset="-128"/>
                        <a:ea typeface="Meiryo UI" panose="020B0604030504040204" pitchFamily="50" charset="-128"/>
                      </a:endParaRPr>
                    </a:p>
                  </a:txBody>
                  <a:tcPr marL="18000" marR="18000" marT="18000" marB="18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ja-JP" sz="1200" b="0" i="0" u="none" strike="noStrike" dirty="0">
                          <a:solidFill>
                            <a:schemeClr val="tx1"/>
                          </a:solidFill>
                          <a:effectLst/>
                          <a:latin typeface="Meiryo UI" panose="020B0604030504040204" pitchFamily="50" charset="-128"/>
                          <a:ea typeface="Meiryo UI" panose="020B0604030504040204" pitchFamily="50" charset="-128"/>
                        </a:rPr>
                        <a:t>Proconve-L7/8</a:t>
                      </a:r>
                    </a:p>
                    <a:p>
                      <a:pPr algn="ctr" fontAlgn="ctr"/>
                      <a:r>
                        <a:rPr lang="en-US" altLang="ja-JP" sz="1200" b="0" i="0" u="none" strike="noStrike" dirty="0">
                          <a:solidFill>
                            <a:schemeClr val="tx1"/>
                          </a:solidFill>
                          <a:effectLst/>
                          <a:latin typeface="Meiryo UI" panose="020B0604030504040204" pitchFamily="50" charset="-128"/>
                          <a:ea typeface="Meiryo UI" panose="020B0604030504040204" pitchFamily="50" charset="-128"/>
                        </a:rPr>
                        <a:t>+ ORVR</a:t>
                      </a:r>
                    </a:p>
                  </a:txBody>
                  <a:tcPr marL="18000" marR="18000" marT="18000" marB="18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pPr algn="ctr" fontAlgn="ctr"/>
                      <a:r>
                        <a:rPr lang="en-US" altLang="ja-JP" sz="1200" b="0" i="0" u="none" strike="noStrike" dirty="0">
                          <a:solidFill>
                            <a:schemeClr val="tx1"/>
                          </a:solidFill>
                          <a:effectLst/>
                          <a:latin typeface="Meiryo UI" panose="020B0604030504040204" pitchFamily="50" charset="-128"/>
                          <a:ea typeface="Meiryo UI" panose="020B0604030504040204" pitchFamily="50" charset="-128"/>
                        </a:rPr>
                        <a:t>N/A</a:t>
                      </a:r>
                      <a:endParaRPr lang="en-US" sz="1200" b="0" i="0" u="none" strike="noStrike" dirty="0">
                        <a:solidFill>
                          <a:schemeClr val="tx1"/>
                        </a:solidFill>
                        <a:effectLst/>
                        <a:latin typeface="Meiryo UI" panose="020B0604030504040204" pitchFamily="50" charset="-128"/>
                        <a:ea typeface="Meiryo UI" panose="020B0604030504040204" pitchFamily="50" charset="-128"/>
                      </a:endParaRPr>
                    </a:p>
                  </a:txBody>
                  <a:tcPr marL="18000" marR="18000" marT="18000" marB="18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0003"/>
                  </a:ext>
                </a:extLst>
              </a:tr>
              <a:tr h="462371">
                <a:tc vMerge="1">
                  <a:txBody>
                    <a:bodyPr/>
                    <a:lstStyle/>
                    <a:p>
                      <a:pPr algn="l" fontAlgn="ctr"/>
                      <a:endParaRPr lang="en-US" sz="1100" b="0" i="0" u="none" strike="noStrike" dirty="0">
                        <a:solidFill>
                          <a:schemeClr val="tx1"/>
                        </a:solidFill>
                        <a:effectLst/>
                        <a:latin typeface="Meiryo UI" panose="020B0604030504040204" pitchFamily="50" charset="-128"/>
                        <a:ea typeface="Meiryo UI" panose="020B0604030504040204" pitchFamily="50" charset="-128"/>
                      </a:endParaRPr>
                    </a:p>
                  </a:txBody>
                  <a:tcPr marL="18000" marR="18000" marT="18000" marB="18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dirty="0">
                          <a:solidFill>
                            <a:schemeClr val="tx1"/>
                          </a:solidFill>
                          <a:effectLst/>
                          <a:latin typeface="Meiryo UI" panose="020B0604030504040204" pitchFamily="50" charset="-128"/>
                          <a:ea typeface="Meiryo UI" panose="020B0604030504040204" pitchFamily="50" charset="-128"/>
                        </a:rPr>
                        <a:t>OBD</a:t>
                      </a:r>
                    </a:p>
                  </a:txBody>
                  <a:tcPr marL="18000" marR="18000" marT="18000" marB="18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ja-JP" sz="1200" b="0" i="0" u="none" strike="noStrike" dirty="0">
                          <a:solidFill>
                            <a:schemeClr val="tx1"/>
                          </a:solidFill>
                          <a:effectLst/>
                          <a:latin typeface="Meiryo UI" panose="020B0604030504040204" pitchFamily="50" charset="-128"/>
                          <a:ea typeface="Meiryo UI" panose="020B0604030504040204" pitchFamily="50" charset="-128"/>
                        </a:rPr>
                        <a:t>OBD-Br3</a:t>
                      </a:r>
                    </a:p>
                    <a:p>
                      <a:pPr algn="ctr" fontAlgn="ctr"/>
                      <a:r>
                        <a:rPr lang="en-US" altLang="ja-JP" sz="1200" b="0" i="0" u="none" strike="noStrike" dirty="0">
                          <a:solidFill>
                            <a:schemeClr val="tx1"/>
                          </a:solidFill>
                          <a:effectLst/>
                          <a:latin typeface="Meiryo UI" panose="020B0604030504040204" pitchFamily="50" charset="-128"/>
                          <a:ea typeface="Meiryo UI" panose="020B0604030504040204" pitchFamily="50" charset="-128"/>
                        </a:rPr>
                        <a:t>(Proconve-L8)</a:t>
                      </a:r>
                    </a:p>
                  </a:txBody>
                  <a:tcPr marL="18000" marR="18000" marT="18000" marB="18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pPr algn="ctr" fontAlgn="ctr"/>
                      <a:r>
                        <a:rPr lang="en-US" altLang="ja-JP" sz="1200" b="0" i="0" u="none" strike="noStrike" dirty="0">
                          <a:solidFill>
                            <a:schemeClr val="tx1"/>
                          </a:solidFill>
                          <a:effectLst/>
                          <a:latin typeface="Meiryo UI" panose="020B0604030504040204" pitchFamily="50" charset="-128"/>
                          <a:ea typeface="Meiryo UI" panose="020B0604030504040204" pitchFamily="50" charset="-128"/>
                        </a:rPr>
                        <a:t>N/A</a:t>
                      </a:r>
                      <a:endParaRPr lang="en-US" sz="1200" b="0" i="0" u="none" strike="noStrike" dirty="0">
                        <a:solidFill>
                          <a:schemeClr val="tx1"/>
                        </a:solidFill>
                        <a:effectLst/>
                        <a:latin typeface="Meiryo UI" panose="020B0604030504040204" pitchFamily="50" charset="-128"/>
                        <a:ea typeface="Meiryo UI" panose="020B0604030504040204" pitchFamily="50" charset="-128"/>
                      </a:endParaRPr>
                    </a:p>
                  </a:txBody>
                  <a:tcPr marL="18000" marR="18000" marT="18000" marB="18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ja-JP" sz="1200" b="0" i="0" u="none" strike="noStrike" dirty="0">
                          <a:solidFill>
                            <a:schemeClr val="tx1"/>
                          </a:solidFill>
                          <a:effectLst/>
                          <a:latin typeface="Meiryo UI" panose="020B0604030504040204" pitchFamily="50" charset="-128"/>
                          <a:ea typeface="Meiryo UI" panose="020B0604030504040204" pitchFamily="50" charset="-128"/>
                        </a:rPr>
                        <a:t>OBD-Br3</a:t>
                      </a:r>
                    </a:p>
                    <a:p>
                      <a:pPr algn="ctr" fontAlgn="ctr"/>
                      <a:r>
                        <a:rPr lang="en-US" altLang="ja-JP" sz="1200" b="0" i="0" u="none" strike="noStrike" dirty="0">
                          <a:solidFill>
                            <a:schemeClr val="tx1"/>
                          </a:solidFill>
                          <a:effectLst/>
                          <a:latin typeface="Meiryo UI" panose="020B0604030504040204" pitchFamily="50" charset="-128"/>
                          <a:ea typeface="Meiryo UI" panose="020B0604030504040204" pitchFamily="50" charset="-128"/>
                        </a:rPr>
                        <a:t>(Proconve-L8)</a:t>
                      </a:r>
                      <a:endParaRPr lang="en-US" sz="1200" b="0" i="0" u="none" strike="noStrike" dirty="0">
                        <a:solidFill>
                          <a:schemeClr val="tx1"/>
                        </a:solidFill>
                        <a:effectLst/>
                        <a:latin typeface="Meiryo UI" panose="020B0604030504040204" pitchFamily="50" charset="-128"/>
                        <a:ea typeface="Meiryo UI" panose="020B0604030504040204" pitchFamily="50" charset="-128"/>
                      </a:endParaRPr>
                    </a:p>
                  </a:txBody>
                  <a:tcPr marL="18000" marR="18000" marT="18000" marB="18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pPr algn="ctr" fontAlgn="ctr"/>
                      <a:r>
                        <a:rPr lang="en-US" altLang="ja-JP" sz="1200" b="0" i="0" u="none" strike="noStrike" dirty="0">
                          <a:solidFill>
                            <a:schemeClr val="tx1"/>
                          </a:solidFill>
                          <a:effectLst/>
                          <a:latin typeface="Meiryo UI" panose="020B0604030504040204" pitchFamily="50" charset="-128"/>
                          <a:ea typeface="Meiryo UI" panose="020B0604030504040204" pitchFamily="50" charset="-128"/>
                        </a:rPr>
                        <a:t>N/A</a:t>
                      </a:r>
                      <a:endParaRPr lang="en-US" sz="1200" b="0" i="0" u="none" strike="noStrike" dirty="0">
                        <a:solidFill>
                          <a:schemeClr val="tx1"/>
                        </a:solidFill>
                        <a:effectLst/>
                        <a:latin typeface="Meiryo UI" panose="020B0604030504040204" pitchFamily="50" charset="-128"/>
                        <a:ea typeface="Meiryo UI" panose="020B0604030504040204" pitchFamily="50" charset="-128"/>
                      </a:endParaRPr>
                    </a:p>
                  </a:txBody>
                  <a:tcPr marL="18000" marR="18000" marT="18000" marB="18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0004"/>
                  </a:ext>
                </a:extLst>
              </a:tr>
              <a:tr h="462371">
                <a:tc rowSpan="3">
                  <a:txBody>
                    <a:bodyPr/>
                    <a:lstStyle/>
                    <a:p>
                      <a:pPr algn="ctr" fontAlgn="ctr"/>
                      <a:r>
                        <a:rPr lang="en-US" sz="1200" b="0" i="0" u="none" strike="noStrike" dirty="0">
                          <a:solidFill>
                            <a:schemeClr val="tx1"/>
                          </a:solidFill>
                          <a:effectLst/>
                          <a:latin typeface="Meiryo UI" panose="020B0604030504040204" pitchFamily="50" charset="-128"/>
                          <a:ea typeface="Meiryo UI" panose="020B0604030504040204" pitchFamily="50" charset="-128"/>
                        </a:rPr>
                        <a:t>Fuel</a:t>
                      </a:r>
                    </a:p>
                  </a:txBody>
                  <a:tcPr marL="18000" marR="18000" marT="18000" marB="18000" vert="vert27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pPr algn="ctr" fontAlgn="ctr"/>
                      <a:r>
                        <a:rPr lang="en-US" sz="1200" b="0" i="0" u="none" strike="noStrike" dirty="0">
                          <a:solidFill>
                            <a:schemeClr val="tx1"/>
                          </a:solidFill>
                          <a:effectLst/>
                          <a:latin typeface="Meiryo UI" panose="020B0604030504040204" pitchFamily="50" charset="-128"/>
                          <a:ea typeface="Meiryo UI" panose="020B0604030504040204" pitchFamily="50" charset="-128"/>
                        </a:rPr>
                        <a:t>Ron</a:t>
                      </a:r>
                      <a:r>
                        <a:rPr lang="en-US" sz="1200" b="0" i="0" u="none" strike="noStrike" baseline="0" dirty="0">
                          <a:solidFill>
                            <a:schemeClr val="tx1"/>
                          </a:solidFill>
                          <a:effectLst/>
                          <a:latin typeface="Meiryo UI" panose="020B0604030504040204" pitchFamily="50" charset="-128"/>
                          <a:ea typeface="Meiryo UI" panose="020B0604030504040204" pitchFamily="50" charset="-128"/>
                        </a:rPr>
                        <a:t> for base calibration</a:t>
                      </a:r>
                      <a:endParaRPr lang="en-US" sz="1200" b="0" i="0" u="none" strike="noStrike" dirty="0">
                        <a:solidFill>
                          <a:schemeClr val="tx1"/>
                        </a:solidFill>
                        <a:effectLst/>
                        <a:latin typeface="Meiryo UI" panose="020B0604030504040204" pitchFamily="50" charset="-128"/>
                        <a:ea typeface="Meiryo UI" panose="020B0604030504040204" pitchFamily="50" charset="-128"/>
                      </a:endParaRPr>
                    </a:p>
                  </a:txBody>
                  <a:tcPr marL="18000" marR="18000" marT="18000" marB="18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pPr algn="ctr" fontAlgn="ctr"/>
                      <a:r>
                        <a:rPr lang="en-US" altLang="ja-JP" sz="1200" b="0" i="0" u="none" strike="noStrike" dirty="0">
                          <a:solidFill>
                            <a:schemeClr val="tx1"/>
                          </a:solidFill>
                          <a:effectLst/>
                          <a:latin typeface="Meiryo UI" panose="020B0604030504040204" pitchFamily="50" charset="-128"/>
                          <a:ea typeface="Meiryo UI" panose="020B0604030504040204" pitchFamily="50" charset="-128"/>
                        </a:rPr>
                        <a:t>E22:95</a:t>
                      </a:r>
                    </a:p>
                    <a:p>
                      <a:pPr algn="ctr" fontAlgn="ctr"/>
                      <a:r>
                        <a:rPr lang="en-US" altLang="ja-JP" sz="1200" b="0" i="0" u="none" strike="noStrike" dirty="0">
                          <a:solidFill>
                            <a:schemeClr val="tx1"/>
                          </a:solidFill>
                          <a:effectLst/>
                          <a:latin typeface="Meiryo UI" panose="020B0604030504040204" pitchFamily="50" charset="-128"/>
                          <a:ea typeface="Meiryo UI" panose="020B0604030504040204" pitchFamily="50" charset="-128"/>
                        </a:rPr>
                        <a:t>(93-97)</a:t>
                      </a:r>
                    </a:p>
                  </a:txBody>
                  <a:tcPr marL="18000" marR="18000" marT="18000" marB="18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pPr algn="ctr" fontAlgn="ctr"/>
                      <a:r>
                        <a:rPr lang="en-US" altLang="ja-JP" sz="1200" b="0" i="0" u="none" strike="noStrike" dirty="0">
                          <a:solidFill>
                            <a:schemeClr val="tx1"/>
                          </a:solidFill>
                          <a:effectLst/>
                          <a:latin typeface="Meiryo UI" panose="020B0604030504040204" pitchFamily="50" charset="-128"/>
                          <a:ea typeface="Meiryo UI" panose="020B0604030504040204" pitchFamily="50" charset="-128"/>
                        </a:rPr>
                        <a:t>E22:95</a:t>
                      </a:r>
                    </a:p>
                    <a:p>
                      <a:pPr algn="ctr" fontAlgn="ctr"/>
                      <a:r>
                        <a:rPr lang="en-US" altLang="ja-JP" sz="1200" b="0" i="0" u="none" strike="noStrike" dirty="0">
                          <a:solidFill>
                            <a:schemeClr val="tx1"/>
                          </a:solidFill>
                          <a:effectLst/>
                          <a:latin typeface="Meiryo UI" panose="020B0604030504040204" pitchFamily="50" charset="-128"/>
                          <a:ea typeface="Meiryo UI" panose="020B0604030504040204" pitchFamily="50" charset="-128"/>
                        </a:rPr>
                        <a:t>(93-97)</a:t>
                      </a:r>
                    </a:p>
                  </a:txBody>
                  <a:tcPr marL="18000" marR="18000" marT="18000" marB="18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pPr algn="ctr" fontAlgn="ctr"/>
                      <a:r>
                        <a:rPr lang="en-US" sz="1200" b="0" i="0" u="none" strike="noStrike" dirty="0">
                          <a:solidFill>
                            <a:schemeClr val="tx1"/>
                          </a:solidFill>
                          <a:effectLst/>
                          <a:latin typeface="Meiryo UI" panose="020B0604030504040204" pitchFamily="50" charset="-128"/>
                          <a:ea typeface="Meiryo UI" panose="020B0604030504040204" pitchFamily="50" charset="-128"/>
                        </a:rPr>
                        <a:t>E22</a:t>
                      </a:r>
                      <a:r>
                        <a:rPr lang="en-US" altLang="ja-JP" sz="1200" b="0" i="0" u="none" strike="noStrike" dirty="0">
                          <a:solidFill>
                            <a:schemeClr val="tx1"/>
                          </a:solidFill>
                          <a:effectLst/>
                          <a:latin typeface="Meiryo UI" panose="020B0604030504040204" pitchFamily="50" charset="-128"/>
                          <a:ea typeface="Meiryo UI" panose="020B0604030504040204" pitchFamily="50" charset="-128"/>
                        </a:rPr>
                        <a:t>:</a:t>
                      </a:r>
                      <a:r>
                        <a:rPr lang="en-US" sz="1200" b="0" i="0" u="none" strike="noStrike" dirty="0">
                          <a:solidFill>
                            <a:schemeClr val="tx1"/>
                          </a:solidFill>
                          <a:effectLst/>
                          <a:latin typeface="Meiryo UI" panose="020B0604030504040204" pitchFamily="50" charset="-128"/>
                          <a:ea typeface="Meiryo UI" panose="020B0604030504040204" pitchFamily="50" charset="-128"/>
                        </a:rPr>
                        <a:t>95</a:t>
                      </a:r>
                    </a:p>
                    <a:p>
                      <a:pPr algn="ctr" fontAlgn="ctr"/>
                      <a:r>
                        <a:rPr lang="en-US" sz="1200" b="0" i="0" u="none" strike="noStrike" dirty="0">
                          <a:solidFill>
                            <a:schemeClr val="tx1"/>
                          </a:solidFill>
                          <a:effectLst/>
                          <a:latin typeface="Meiryo UI" panose="020B0604030504040204" pitchFamily="50" charset="-128"/>
                          <a:ea typeface="Meiryo UI" panose="020B0604030504040204" pitchFamily="50" charset="-128"/>
                        </a:rPr>
                        <a:t>(93-97)</a:t>
                      </a:r>
                    </a:p>
                  </a:txBody>
                  <a:tcPr marL="18000" marR="18000" marT="18000" marB="18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pPr algn="ctr" fontAlgn="ctr"/>
                      <a:r>
                        <a:rPr lang="en-US" altLang="ja-JP" sz="1200" b="0" i="0" u="none" strike="noStrike" dirty="0">
                          <a:solidFill>
                            <a:schemeClr val="tx1"/>
                          </a:solidFill>
                          <a:effectLst/>
                          <a:latin typeface="Meiryo UI" panose="020B0604030504040204" pitchFamily="50" charset="-128"/>
                          <a:ea typeface="Meiryo UI" panose="020B0604030504040204" pitchFamily="50" charset="-128"/>
                        </a:rPr>
                        <a:t>E22:95</a:t>
                      </a:r>
                    </a:p>
                    <a:p>
                      <a:pPr algn="ctr" fontAlgn="ctr"/>
                      <a:r>
                        <a:rPr lang="en-US" altLang="ja-JP" sz="1200" b="0" i="0" u="none" strike="noStrike" dirty="0">
                          <a:solidFill>
                            <a:schemeClr val="tx1"/>
                          </a:solidFill>
                          <a:effectLst/>
                          <a:latin typeface="Meiryo UI" panose="020B0604030504040204" pitchFamily="50" charset="-128"/>
                          <a:ea typeface="Meiryo UI" panose="020B0604030504040204" pitchFamily="50" charset="-128"/>
                        </a:rPr>
                        <a:t>(93-97)</a:t>
                      </a:r>
                    </a:p>
                  </a:txBody>
                  <a:tcPr marL="18000" marR="18000" marT="18000" marB="18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0005"/>
                  </a:ext>
                </a:extLst>
              </a:tr>
              <a:tr h="462371">
                <a:tc vMerge="1">
                  <a:txBody>
                    <a:bodyPr/>
                    <a:lstStyle/>
                    <a:p>
                      <a:endParaRPr kumimoji="1" lang="ja-JP" altLang="en-US"/>
                    </a:p>
                  </a:txBody>
                  <a:tcPr/>
                </a:tc>
                <a:tc>
                  <a:txBody>
                    <a:bodyPr/>
                    <a:lstStyle/>
                    <a:p>
                      <a:pPr algn="ctr" fontAlgn="ctr"/>
                      <a:r>
                        <a:rPr lang="en-US" sz="1200" b="0" i="0" u="none" strike="noStrike" dirty="0">
                          <a:solidFill>
                            <a:schemeClr val="tx1"/>
                          </a:solidFill>
                          <a:effectLst/>
                          <a:latin typeface="Meiryo UI" panose="020B0604030504040204" pitchFamily="50" charset="-128"/>
                          <a:ea typeface="Meiryo UI" panose="020B0604030504040204" pitchFamily="50" charset="-128"/>
                        </a:rPr>
                        <a:t>Ethanol</a:t>
                      </a:r>
                      <a:r>
                        <a:rPr lang="ja-JP" altLang="en-US" sz="1200" b="0" i="0" u="none" strike="noStrike" dirty="0">
                          <a:solidFill>
                            <a:schemeClr val="tx1"/>
                          </a:solidFill>
                          <a:effectLst/>
                          <a:latin typeface="Meiryo UI" panose="020B0604030504040204" pitchFamily="50" charset="-128"/>
                          <a:ea typeface="Meiryo UI" panose="020B0604030504040204" pitchFamily="50" charset="-128"/>
                        </a:rPr>
                        <a:t> </a:t>
                      </a:r>
                      <a:r>
                        <a:rPr lang="en-US" sz="1200" b="0" i="0" u="none" strike="noStrike" dirty="0">
                          <a:solidFill>
                            <a:schemeClr val="tx1"/>
                          </a:solidFill>
                          <a:effectLst/>
                          <a:latin typeface="Meiryo UI" panose="020B0604030504040204" pitchFamily="50" charset="-128"/>
                          <a:ea typeface="Meiryo UI" panose="020B0604030504040204" pitchFamily="50" charset="-128"/>
                        </a:rPr>
                        <a:t>contents</a:t>
                      </a:r>
                    </a:p>
                  </a:txBody>
                  <a:tcPr marL="18000" marR="18000" marT="18000" marB="18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ja-JP" sz="1200" b="0" i="0" u="none" strike="noStrike" baseline="0" dirty="0">
                          <a:solidFill>
                            <a:schemeClr val="tx1"/>
                          </a:solidFill>
                          <a:effectLst/>
                          <a:latin typeface="Meiryo UI" panose="020B0604030504040204" pitchFamily="50" charset="-128"/>
                          <a:ea typeface="Meiryo UI" panose="020B0604030504040204" pitchFamily="50" charset="-128"/>
                        </a:rPr>
                        <a:t>E22-E100</a:t>
                      </a:r>
                    </a:p>
                  </a:txBody>
                  <a:tcPr marL="18000" marR="18000" marT="18000" marB="18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ja-JP" sz="1200" b="0" i="0" u="none" strike="noStrike" baseline="0" dirty="0">
                          <a:solidFill>
                            <a:schemeClr val="tx1"/>
                          </a:solidFill>
                          <a:effectLst/>
                          <a:latin typeface="Meiryo UI" panose="020B0604030504040204" pitchFamily="50" charset="-128"/>
                          <a:ea typeface="Meiryo UI" panose="020B0604030504040204" pitchFamily="50" charset="-128"/>
                        </a:rPr>
                        <a:t>E22-E100</a:t>
                      </a:r>
                    </a:p>
                  </a:txBody>
                  <a:tcPr marL="18000" marR="18000" marT="18000" marB="18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pPr algn="ctr" fontAlgn="ctr"/>
                      <a:r>
                        <a:rPr lang="en-US" altLang="ja-JP" sz="1200" b="0" i="0" u="none" strike="noStrike" baseline="0" dirty="0">
                          <a:solidFill>
                            <a:schemeClr val="tx1"/>
                          </a:solidFill>
                          <a:effectLst/>
                          <a:latin typeface="Meiryo UI" panose="020B0604030504040204" pitchFamily="50" charset="-128"/>
                          <a:ea typeface="Meiryo UI" panose="020B0604030504040204" pitchFamily="50" charset="-128"/>
                        </a:rPr>
                        <a:t>E22-E100</a:t>
                      </a:r>
                      <a:endParaRPr lang="en-US" sz="1200" b="0" i="0" u="none" strike="noStrike" baseline="0" dirty="0">
                        <a:solidFill>
                          <a:schemeClr val="tx1"/>
                        </a:solidFill>
                        <a:effectLst/>
                        <a:latin typeface="Meiryo UI" panose="020B0604030504040204" pitchFamily="50" charset="-128"/>
                        <a:ea typeface="Meiryo UI" panose="020B0604030504040204" pitchFamily="50" charset="-128"/>
                      </a:endParaRPr>
                    </a:p>
                  </a:txBody>
                  <a:tcPr marL="18000" marR="18000" marT="18000" marB="18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ja-JP" sz="1200" b="0" i="0" u="none" strike="noStrike" baseline="0" dirty="0">
                          <a:solidFill>
                            <a:schemeClr val="tx1"/>
                          </a:solidFill>
                          <a:effectLst/>
                          <a:latin typeface="Meiryo UI" panose="020B0604030504040204" pitchFamily="50" charset="-128"/>
                          <a:ea typeface="Meiryo UI" panose="020B0604030504040204" pitchFamily="50" charset="-128"/>
                        </a:rPr>
                        <a:t>E22-E100</a:t>
                      </a:r>
                    </a:p>
                  </a:txBody>
                  <a:tcPr marL="18000" marR="18000" marT="18000" marB="18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2911517129"/>
                  </a:ext>
                </a:extLst>
              </a:tr>
              <a:tr h="462371">
                <a:tc vMerge="1">
                  <a:txBody>
                    <a:bodyPr/>
                    <a:lstStyle/>
                    <a:p>
                      <a:pPr algn="l" fontAlgn="ctr"/>
                      <a:endParaRPr lang="en-US" sz="1100" b="0" i="0" u="none" strike="noStrike" dirty="0">
                        <a:solidFill>
                          <a:schemeClr val="tx1"/>
                        </a:solidFill>
                        <a:effectLst/>
                        <a:latin typeface="Meiryo UI" panose="020B0604030504040204" pitchFamily="50" charset="-128"/>
                        <a:ea typeface="Meiryo UI" panose="020B0604030504040204" pitchFamily="50" charset="-128"/>
                      </a:endParaRPr>
                    </a:p>
                  </a:txBody>
                  <a:tcPr marL="18000" marR="18000" marT="18000" marB="18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dirty="0">
                          <a:solidFill>
                            <a:schemeClr val="tx1"/>
                          </a:solidFill>
                          <a:effectLst/>
                          <a:latin typeface="Meiryo UI" panose="020B0604030504040204" pitchFamily="50" charset="-128"/>
                          <a:ea typeface="Meiryo UI" panose="020B0604030504040204" pitchFamily="50" charset="-128"/>
                        </a:rPr>
                        <a:t>Manganese</a:t>
                      </a:r>
                    </a:p>
                    <a:p>
                      <a:pPr algn="ctr" fontAlgn="ctr"/>
                      <a:r>
                        <a:rPr lang="en-US" sz="1200" b="0" i="0" u="none" strike="noStrike" dirty="0">
                          <a:solidFill>
                            <a:schemeClr val="tx1"/>
                          </a:solidFill>
                          <a:effectLst/>
                          <a:latin typeface="Meiryo UI" panose="020B0604030504040204" pitchFamily="50" charset="-128"/>
                          <a:ea typeface="Meiryo UI" panose="020B0604030504040204" pitchFamily="50" charset="-128"/>
                        </a:rPr>
                        <a:t>(Mn)</a:t>
                      </a:r>
                      <a:r>
                        <a:rPr lang="en-US" altLang="ja-JP" sz="1200" b="0" i="0" u="none" strike="noStrike" dirty="0">
                          <a:solidFill>
                            <a:schemeClr val="tx1"/>
                          </a:solidFill>
                          <a:effectLst/>
                          <a:latin typeface="Meiryo UI" panose="020B0604030504040204" pitchFamily="50" charset="-128"/>
                          <a:ea typeface="Meiryo UI" panose="020B0604030504040204" pitchFamily="50" charset="-128"/>
                        </a:rPr>
                        <a:t> request</a:t>
                      </a:r>
                      <a:endParaRPr lang="en-US" sz="1200" b="0" i="0" u="none" strike="noStrike" dirty="0">
                        <a:solidFill>
                          <a:schemeClr val="tx1"/>
                        </a:solidFill>
                        <a:effectLst/>
                        <a:latin typeface="Meiryo UI" panose="020B0604030504040204" pitchFamily="50" charset="-128"/>
                        <a:ea typeface="Meiryo UI" panose="020B0604030504040204" pitchFamily="50" charset="-128"/>
                      </a:endParaRPr>
                    </a:p>
                  </a:txBody>
                  <a:tcPr marL="18000" marR="18000" marT="18000" marB="18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ja-JP" sz="1200" b="0" i="0" u="none" strike="noStrike" dirty="0">
                          <a:solidFill>
                            <a:schemeClr val="tx1"/>
                          </a:solidFill>
                          <a:effectLst/>
                          <a:latin typeface="Meiryo UI" panose="020B0604030504040204" pitchFamily="50" charset="-128"/>
                          <a:ea typeface="Meiryo UI" panose="020B0604030504040204" pitchFamily="50" charset="-128"/>
                        </a:rPr>
                        <a:t>No</a:t>
                      </a:r>
                    </a:p>
                  </a:txBody>
                  <a:tcPr marL="18000" marR="18000" marT="18000" marB="18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ja-JP" sz="1200" b="0" i="0" u="none" strike="noStrike" dirty="0">
                          <a:solidFill>
                            <a:schemeClr val="tx1"/>
                          </a:solidFill>
                          <a:effectLst/>
                          <a:latin typeface="Meiryo UI" panose="020B0604030504040204" pitchFamily="50" charset="-128"/>
                          <a:ea typeface="Meiryo UI" panose="020B0604030504040204" pitchFamily="50" charset="-128"/>
                        </a:rPr>
                        <a:t>No</a:t>
                      </a:r>
                    </a:p>
                  </a:txBody>
                  <a:tcPr marL="18000" marR="18000" marT="18000" marB="18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ctr"/>
                      <a:r>
                        <a:rPr lang="en-US" altLang="ja-JP" sz="1200" b="0" i="0" u="none" strike="noStrike" dirty="0">
                          <a:solidFill>
                            <a:schemeClr val="tx1"/>
                          </a:solidFill>
                          <a:effectLst/>
                          <a:latin typeface="Meiryo UI" panose="020B0604030504040204" pitchFamily="50" charset="-128"/>
                          <a:ea typeface="Meiryo UI" panose="020B0604030504040204" pitchFamily="50" charset="-128"/>
                        </a:rPr>
                        <a:t>No</a:t>
                      </a:r>
                      <a:endParaRPr lang="en-US" sz="1200" b="0" i="0" u="none" strike="noStrike" dirty="0">
                        <a:solidFill>
                          <a:schemeClr val="tx1"/>
                        </a:solidFill>
                        <a:effectLst/>
                        <a:latin typeface="Meiryo UI" panose="020B0604030504040204" pitchFamily="50" charset="-128"/>
                        <a:ea typeface="Meiryo UI" panose="020B0604030504040204" pitchFamily="50" charset="-128"/>
                      </a:endParaRPr>
                    </a:p>
                  </a:txBody>
                  <a:tcPr marL="18000" marR="18000" marT="18000" marB="18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ja-JP" sz="1200" b="0" i="0" u="none" strike="noStrike" dirty="0">
                          <a:solidFill>
                            <a:schemeClr val="tx1"/>
                          </a:solidFill>
                          <a:effectLst/>
                          <a:latin typeface="Meiryo UI" panose="020B0604030504040204" pitchFamily="50" charset="-128"/>
                          <a:ea typeface="Meiryo UI" panose="020B0604030504040204" pitchFamily="50" charset="-128"/>
                        </a:rPr>
                        <a:t>No</a:t>
                      </a:r>
                    </a:p>
                  </a:txBody>
                  <a:tcPr marL="18000" marR="18000" marT="18000" marB="18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4271882375"/>
                  </a:ext>
                </a:extLst>
              </a:tr>
              <a:tr h="462371">
                <a:tc rowSpan="3">
                  <a:txBody>
                    <a:bodyPr/>
                    <a:lstStyle/>
                    <a:p>
                      <a:pPr algn="ctr" fontAlgn="ctr"/>
                      <a:r>
                        <a:rPr lang="en-US" sz="1200" b="0" i="0" u="none" strike="noStrike" dirty="0">
                          <a:solidFill>
                            <a:schemeClr val="tx1"/>
                          </a:solidFill>
                          <a:effectLst/>
                          <a:latin typeface="Meiryo UI" panose="020B0604030504040204" pitchFamily="50" charset="-128"/>
                          <a:ea typeface="Meiryo UI" panose="020B0604030504040204" pitchFamily="50" charset="-128"/>
                        </a:rPr>
                        <a:t>Hardware</a:t>
                      </a:r>
                    </a:p>
                  </a:txBody>
                  <a:tcPr marL="18000" marR="18000" marT="18000" marB="18000" vert="vert27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pPr algn="ctr" fontAlgn="ctr"/>
                      <a:r>
                        <a:rPr lang="en-US" sz="1200" b="0" i="0" u="none" strike="noStrike" dirty="0">
                          <a:solidFill>
                            <a:schemeClr val="tx1"/>
                          </a:solidFill>
                          <a:effectLst/>
                          <a:latin typeface="Meiryo UI" panose="020B0604030504040204" pitchFamily="50" charset="-128"/>
                          <a:ea typeface="Meiryo UI" panose="020B0604030504040204" pitchFamily="50" charset="-128"/>
                        </a:rPr>
                        <a:t>Catalyst</a:t>
                      </a:r>
                      <a:r>
                        <a:rPr lang="ja-JP" altLang="en-US" sz="1200" b="0" i="0" u="none" strike="noStrike" dirty="0">
                          <a:solidFill>
                            <a:schemeClr val="tx1"/>
                          </a:solidFill>
                          <a:effectLst/>
                          <a:latin typeface="Meiryo UI" panose="020B0604030504040204" pitchFamily="50" charset="-128"/>
                          <a:ea typeface="Meiryo UI" panose="020B0604030504040204" pitchFamily="50" charset="-128"/>
                        </a:rPr>
                        <a:t> </a:t>
                      </a:r>
                      <a:r>
                        <a:rPr lang="en-US" altLang="ja-JP" sz="1200" b="0" i="0" u="none" strike="noStrike" dirty="0">
                          <a:solidFill>
                            <a:schemeClr val="tx1"/>
                          </a:solidFill>
                          <a:effectLst/>
                          <a:latin typeface="Meiryo UI" panose="020B0604030504040204" pitchFamily="50" charset="-128"/>
                          <a:ea typeface="Meiryo UI" panose="020B0604030504040204" pitchFamily="50" charset="-128"/>
                        </a:rPr>
                        <a:t>spec</a:t>
                      </a:r>
                      <a:endParaRPr lang="en-US" sz="1200" b="0" i="0" u="none" strike="noStrike" dirty="0">
                        <a:solidFill>
                          <a:schemeClr val="tx1"/>
                        </a:solidFill>
                        <a:effectLst/>
                        <a:latin typeface="Meiryo UI" panose="020B0604030504040204" pitchFamily="50" charset="-128"/>
                        <a:ea typeface="Meiryo UI" panose="020B0604030504040204" pitchFamily="50" charset="-128"/>
                      </a:endParaRPr>
                    </a:p>
                  </a:txBody>
                  <a:tcPr marL="18000" marR="18000" marT="18000" marB="18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ja-JP" sz="1100" b="0" i="0" u="none" strike="noStrike" dirty="0">
                          <a:solidFill>
                            <a:schemeClr val="tx1"/>
                          </a:solidFill>
                          <a:effectLst/>
                          <a:latin typeface="Meiryo UI" panose="020B0604030504040204" pitchFamily="50" charset="-128"/>
                          <a:ea typeface="Meiryo UI" panose="020B0604030504040204" pitchFamily="50" charset="-128"/>
                        </a:rPr>
                        <a:t>A</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altLang="ja-JP" sz="1100" b="0" i="0" u="none" strike="noStrike" dirty="0">
                          <a:solidFill>
                            <a:schemeClr val="tx1"/>
                          </a:solidFill>
                          <a:effectLst/>
                          <a:latin typeface="Meiryo UI" panose="020B0604030504040204" pitchFamily="50" charset="-128"/>
                          <a:ea typeface="Meiryo UI" panose="020B0604030504040204" pitchFamily="50" charset="-128"/>
                        </a:rPr>
                        <a:t>(TWC)</a:t>
                      </a:r>
                    </a:p>
                  </a:txBody>
                  <a:tcPr marL="18000" marR="18000" marT="18000" marB="18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ja-JP" sz="1100" b="0" i="0" u="none" strike="noStrike" dirty="0">
                          <a:solidFill>
                            <a:schemeClr val="tx1"/>
                          </a:solidFill>
                          <a:effectLst/>
                          <a:latin typeface="Meiryo UI" panose="020B0604030504040204" pitchFamily="50" charset="-128"/>
                          <a:ea typeface="Meiryo UI" panose="020B0604030504040204" pitchFamily="50" charset="-128"/>
                        </a:rPr>
                        <a:t>A</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altLang="ja-JP" sz="1100" b="0" i="0" u="none" strike="noStrike" dirty="0">
                          <a:solidFill>
                            <a:schemeClr val="tx1"/>
                          </a:solidFill>
                          <a:effectLst/>
                          <a:latin typeface="Meiryo UI" panose="020B0604030504040204" pitchFamily="50" charset="-128"/>
                          <a:ea typeface="Meiryo UI" panose="020B0604030504040204" pitchFamily="50" charset="-128"/>
                        </a:rPr>
                        <a:t>(TWC)</a:t>
                      </a:r>
                    </a:p>
                  </a:txBody>
                  <a:tcPr marL="18000" marR="18000" marT="18000" marB="18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ja-JP" sz="1100" b="0" i="0" u="none" strike="noStrike" dirty="0">
                          <a:solidFill>
                            <a:schemeClr val="tx1"/>
                          </a:solidFill>
                          <a:effectLst/>
                          <a:latin typeface="Meiryo UI" panose="020B0604030504040204" pitchFamily="50" charset="-128"/>
                          <a:ea typeface="Meiryo UI" panose="020B0604030504040204" pitchFamily="50" charset="-128"/>
                        </a:rPr>
                        <a:t>A</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altLang="ja-JP" sz="1100" b="0" i="0" u="none" strike="noStrike" dirty="0">
                          <a:solidFill>
                            <a:schemeClr val="tx1"/>
                          </a:solidFill>
                          <a:effectLst/>
                          <a:latin typeface="Meiryo UI" panose="020B0604030504040204" pitchFamily="50" charset="-128"/>
                          <a:ea typeface="Meiryo UI" panose="020B0604030504040204" pitchFamily="50" charset="-128"/>
                        </a:rPr>
                        <a:t>(TWC)</a:t>
                      </a:r>
                      <a:endParaRPr lang="en-US" sz="1100" b="0" i="0" u="none" strike="noStrike" dirty="0">
                        <a:solidFill>
                          <a:schemeClr val="tx1"/>
                        </a:solidFill>
                        <a:effectLst/>
                        <a:latin typeface="Meiryo UI" panose="020B0604030504040204" pitchFamily="50" charset="-128"/>
                        <a:ea typeface="Meiryo UI" panose="020B0604030504040204" pitchFamily="50" charset="-128"/>
                      </a:endParaRPr>
                    </a:p>
                  </a:txBody>
                  <a:tcPr marL="18000" marR="18000" marT="18000" marB="18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ja-JP" sz="1100" b="0" i="0" u="none" strike="noStrike" dirty="0">
                          <a:solidFill>
                            <a:schemeClr val="tx1"/>
                          </a:solidFill>
                          <a:effectLst/>
                          <a:latin typeface="Meiryo UI" panose="020B0604030504040204" pitchFamily="50" charset="-128"/>
                          <a:ea typeface="Meiryo UI" panose="020B0604030504040204" pitchFamily="50" charset="-128"/>
                        </a:rPr>
                        <a:t>A</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altLang="ja-JP" sz="1100" b="0" i="0" u="none" strike="noStrike" dirty="0">
                          <a:solidFill>
                            <a:schemeClr val="tx1"/>
                          </a:solidFill>
                          <a:effectLst/>
                          <a:latin typeface="Meiryo UI" panose="020B0604030504040204" pitchFamily="50" charset="-128"/>
                          <a:ea typeface="Meiryo UI" panose="020B0604030504040204" pitchFamily="50" charset="-128"/>
                        </a:rPr>
                        <a:t>(TWC)</a:t>
                      </a:r>
                    </a:p>
                  </a:txBody>
                  <a:tcPr marL="18000" marR="18000" marT="18000" marB="18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0006"/>
                  </a:ext>
                </a:extLst>
              </a:tr>
              <a:tr h="462371">
                <a:tc vMerge="1">
                  <a:txBody>
                    <a:bodyPr/>
                    <a:lstStyle/>
                    <a:p>
                      <a:endParaRPr lang="en-US"/>
                    </a:p>
                  </a:txBody>
                  <a:tcPr/>
                </a:tc>
                <a:tc>
                  <a:txBody>
                    <a:bodyPr/>
                    <a:lstStyle/>
                    <a:p>
                      <a:pPr algn="ctr" fontAlgn="ctr"/>
                      <a:r>
                        <a:rPr lang="en-US" sz="1200" b="0" i="0" u="none" strike="noStrike" dirty="0">
                          <a:solidFill>
                            <a:schemeClr val="tx1"/>
                          </a:solidFill>
                          <a:effectLst/>
                          <a:latin typeface="Meiryo UI" panose="020B0604030504040204" pitchFamily="50" charset="-128"/>
                          <a:ea typeface="Meiryo UI" panose="020B0604030504040204" pitchFamily="50" charset="-128"/>
                        </a:rPr>
                        <a:t>Catalyst</a:t>
                      </a:r>
                      <a:r>
                        <a:rPr lang="ja-JP" altLang="en-US" sz="1200" b="0" i="0" u="none" strike="noStrike" dirty="0">
                          <a:solidFill>
                            <a:schemeClr val="tx1"/>
                          </a:solidFill>
                          <a:effectLst/>
                          <a:latin typeface="Meiryo UI" panose="020B0604030504040204" pitchFamily="50" charset="-128"/>
                          <a:ea typeface="Meiryo UI" panose="020B0604030504040204" pitchFamily="50" charset="-128"/>
                        </a:rPr>
                        <a:t> </a:t>
                      </a:r>
                      <a:r>
                        <a:rPr lang="en-US" altLang="ja-JP" sz="1200" b="0" i="0" u="none" strike="noStrike" dirty="0">
                          <a:solidFill>
                            <a:schemeClr val="tx1"/>
                          </a:solidFill>
                          <a:effectLst/>
                          <a:latin typeface="Meiryo UI" panose="020B0604030504040204" pitchFamily="50" charset="-128"/>
                          <a:ea typeface="Meiryo UI" panose="020B0604030504040204" pitchFamily="50" charset="-128"/>
                        </a:rPr>
                        <a:t>mileage</a:t>
                      </a:r>
                      <a:r>
                        <a:rPr lang="ja-JP" altLang="en-US" sz="1200" b="0" i="0" u="none" strike="noStrike" dirty="0">
                          <a:solidFill>
                            <a:schemeClr val="tx1"/>
                          </a:solidFill>
                          <a:effectLst/>
                          <a:latin typeface="Meiryo UI" panose="020B0604030504040204" pitchFamily="50" charset="-128"/>
                          <a:ea typeface="Meiryo UI" panose="020B0604030504040204" pitchFamily="50" charset="-128"/>
                        </a:rPr>
                        <a:t> </a:t>
                      </a:r>
                      <a:r>
                        <a:rPr lang="en-US" altLang="ja-JP" sz="1200" b="0" i="0" u="none" strike="noStrike" dirty="0">
                          <a:solidFill>
                            <a:schemeClr val="tx1"/>
                          </a:solidFill>
                          <a:effectLst/>
                          <a:latin typeface="Meiryo UI" panose="020B0604030504040204" pitchFamily="50" charset="-128"/>
                          <a:ea typeface="Meiryo UI" panose="020B0604030504040204" pitchFamily="50" charset="-128"/>
                        </a:rPr>
                        <a:t>f</a:t>
                      </a:r>
                      <a:r>
                        <a:rPr lang="en-US" sz="1200" b="0" i="0" u="none" strike="noStrike" dirty="0">
                          <a:solidFill>
                            <a:schemeClr val="tx1"/>
                          </a:solidFill>
                          <a:effectLst/>
                          <a:latin typeface="Meiryo UI" panose="020B0604030504040204" pitchFamily="50" charset="-128"/>
                          <a:ea typeface="Meiryo UI" panose="020B0604030504040204" pitchFamily="50" charset="-128"/>
                        </a:rPr>
                        <a:t>or </a:t>
                      </a:r>
                      <a:r>
                        <a:rPr lang="en-US" altLang="ja-JP" sz="1200" b="0" i="0" u="none" strike="noStrike" dirty="0">
                          <a:solidFill>
                            <a:schemeClr val="tx1"/>
                          </a:solidFill>
                          <a:effectLst/>
                          <a:latin typeface="Meiryo UI" panose="020B0604030504040204" pitchFamily="50" charset="-128"/>
                          <a:ea typeface="Meiryo UI" panose="020B0604030504040204" pitchFamily="50" charset="-128"/>
                        </a:rPr>
                        <a:t>EM</a:t>
                      </a:r>
                      <a:r>
                        <a:rPr lang="ja-JP" altLang="en-US" sz="1200" b="0" i="0" u="none" strike="noStrike" dirty="0">
                          <a:solidFill>
                            <a:schemeClr val="tx1"/>
                          </a:solidFill>
                          <a:effectLst/>
                          <a:latin typeface="Meiryo UI" panose="020B0604030504040204" pitchFamily="50" charset="-128"/>
                          <a:ea typeface="Meiryo UI" panose="020B0604030504040204" pitchFamily="50" charset="-128"/>
                        </a:rPr>
                        <a:t> </a:t>
                      </a:r>
                      <a:r>
                        <a:rPr lang="en-US" sz="1200" b="0" i="0" u="none" strike="noStrike" dirty="0">
                          <a:solidFill>
                            <a:schemeClr val="tx1"/>
                          </a:solidFill>
                          <a:effectLst/>
                          <a:latin typeface="Meiryo UI" panose="020B0604030504040204" pitchFamily="50" charset="-128"/>
                          <a:ea typeface="Meiryo UI" panose="020B0604030504040204" pitchFamily="50" charset="-128"/>
                        </a:rPr>
                        <a:t>EMS</a:t>
                      </a:r>
                    </a:p>
                  </a:txBody>
                  <a:tcPr marL="18000" marR="18000" marT="18000" marB="18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pPr algn="ctr" fontAlgn="ctr"/>
                      <a:r>
                        <a:rPr lang="en-US" altLang="ja-JP" sz="1100" b="0" i="0" u="none" strike="noStrike" dirty="0">
                          <a:solidFill>
                            <a:schemeClr val="tx1"/>
                          </a:solidFill>
                          <a:effectLst/>
                          <a:latin typeface="Meiryo UI" panose="020B0604030504040204" pitchFamily="50" charset="-128"/>
                          <a:ea typeface="Meiryo UI" panose="020B0604030504040204" pitchFamily="50" charset="-128"/>
                        </a:rPr>
                        <a:t>A</a:t>
                      </a:r>
                      <a:r>
                        <a:rPr lang="ja-JP" altLang="en-US" sz="1100" b="0" i="0" u="none" strike="noStrike" dirty="0">
                          <a:solidFill>
                            <a:schemeClr val="tx1"/>
                          </a:solidFill>
                          <a:effectLst/>
                          <a:latin typeface="Meiryo UI" panose="020B0604030504040204" pitchFamily="50" charset="-128"/>
                          <a:ea typeface="Meiryo UI" panose="020B0604030504040204" pitchFamily="50" charset="-128"/>
                        </a:rPr>
                        <a:t> </a:t>
                      </a:r>
                      <a:r>
                        <a:rPr lang="en-US" altLang="ja-JP" sz="1100" b="0" i="0" u="none" strike="noStrike" dirty="0">
                          <a:solidFill>
                            <a:schemeClr val="tx1"/>
                          </a:solidFill>
                          <a:effectLst/>
                          <a:latin typeface="Meiryo UI" panose="020B0604030504040204" pitchFamily="50" charset="-128"/>
                          <a:ea typeface="Meiryo UI" panose="020B0604030504040204" pitchFamily="50" charset="-128"/>
                        </a:rPr>
                        <a:t>-</a:t>
                      </a:r>
                      <a:r>
                        <a:rPr lang="ja-JP" altLang="en-US" sz="1100" b="0" i="0" u="none" strike="noStrike" dirty="0">
                          <a:solidFill>
                            <a:schemeClr val="tx1"/>
                          </a:solidFill>
                          <a:effectLst/>
                          <a:latin typeface="Meiryo UI" panose="020B0604030504040204" pitchFamily="50" charset="-128"/>
                          <a:ea typeface="Meiryo UI" panose="020B0604030504040204" pitchFamily="50" charset="-128"/>
                        </a:rPr>
                        <a:t> </a:t>
                      </a:r>
                      <a:endParaRPr lang="en-US" altLang="ja-JP" sz="1100" b="0" i="0" u="none" strike="noStrike" dirty="0">
                        <a:solidFill>
                          <a:schemeClr val="tx1"/>
                        </a:solidFill>
                        <a:effectLst/>
                        <a:latin typeface="Meiryo UI" panose="020B0604030504040204" pitchFamily="50" charset="-128"/>
                        <a:ea typeface="Meiryo UI" panose="020B0604030504040204" pitchFamily="50" charset="-128"/>
                      </a:endParaRPr>
                    </a:p>
                    <a:p>
                      <a:pPr algn="ctr" fontAlgn="ctr"/>
                      <a:r>
                        <a:rPr lang="en-US" altLang="ja-JP" sz="1100" b="0" i="0" u="none" strike="noStrike" dirty="0">
                          <a:solidFill>
                            <a:schemeClr val="tx1"/>
                          </a:solidFill>
                          <a:effectLst/>
                          <a:latin typeface="Meiryo UI" panose="020B0604030504040204" pitchFamily="50" charset="-128"/>
                          <a:ea typeface="Meiryo UI" panose="020B0604030504040204" pitchFamily="50" charset="-128"/>
                        </a:rPr>
                        <a:t>160k-km</a:t>
                      </a:r>
                      <a:endParaRPr lang="en-US" sz="1100" b="0" i="0" u="none" strike="noStrike" dirty="0">
                        <a:solidFill>
                          <a:schemeClr val="tx1"/>
                        </a:solidFill>
                        <a:effectLst/>
                        <a:latin typeface="Meiryo UI" panose="020B0604030504040204" pitchFamily="50" charset="-128"/>
                        <a:ea typeface="Meiryo UI" panose="020B0604030504040204" pitchFamily="50" charset="-128"/>
                      </a:endParaRPr>
                    </a:p>
                  </a:txBody>
                  <a:tcPr marL="18000" marR="18000" marT="18000" marB="18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ctr"/>
                      <a:r>
                        <a:rPr lang="en-US" sz="1100" b="0" i="0" u="none" strike="noStrike" dirty="0">
                          <a:solidFill>
                            <a:schemeClr val="tx1"/>
                          </a:solidFill>
                          <a:effectLst/>
                          <a:latin typeface="Meiryo UI" panose="020B0604030504040204" pitchFamily="50" charset="-128"/>
                          <a:ea typeface="Meiryo UI" panose="020B0604030504040204" pitchFamily="50" charset="-128"/>
                        </a:rPr>
                        <a:t>-</a:t>
                      </a:r>
                    </a:p>
                  </a:txBody>
                  <a:tcPr marL="18000" marR="18000" marT="18000" marB="18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ctr"/>
                      <a:r>
                        <a:rPr lang="en-US" altLang="ja-JP" sz="1100" b="0" i="0" u="none" strike="noStrike" dirty="0">
                          <a:solidFill>
                            <a:schemeClr val="tx1"/>
                          </a:solidFill>
                          <a:effectLst/>
                          <a:latin typeface="Meiryo UI" panose="020B0604030504040204" pitchFamily="50" charset="-128"/>
                          <a:ea typeface="Meiryo UI" panose="020B0604030504040204" pitchFamily="50" charset="-128"/>
                        </a:rPr>
                        <a:t>A</a:t>
                      </a:r>
                      <a:r>
                        <a:rPr lang="ja-JP" altLang="en-US" sz="1100" b="0" i="0" u="none" strike="noStrike" dirty="0">
                          <a:solidFill>
                            <a:schemeClr val="tx1"/>
                          </a:solidFill>
                          <a:effectLst/>
                          <a:latin typeface="Meiryo UI" panose="020B0604030504040204" pitchFamily="50" charset="-128"/>
                          <a:ea typeface="Meiryo UI" panose="020B0604030504040204" pitchFamily="50" charset="-128"/>
                        </a:rPr>
                        <a:t> </a:t>
                      </a:r>
                      <a:r>
                        <a:rPr lang="en-US" altLang="ja-JP" sz="1100" b="0" i="0" u="none" strike="noStrike" dirty="0">
                          <a:solidFill>
                            <a:schemeClr val="tx1"/>
                          </a:solidFill>
                          <a:effectLst/>
                          <a:latin typeface="Meiryo UI" panose="020B0604030504040204" pitchFamily="50" charset="-128"/>
                          <a:ea typeface="Meiryo UI" panose="020B0604030504040204" pitchFamily="50" charset="-128"/>
                        </a:rPr>
                        <a:t>-</a:t>
                      </a:r>
                      <a:r>
                        <a:rPr lang="ja-JP" altLang="en-US" sz="1100" b="0" i="0" u="none" strike="noStrike" dirty="0">
                          <a:solidFill>
                            <a:schemeClr val="tx1"/>
                          </a:solidFill>
                          <a:effectLst/>
                          <a:latin typeface="Meiryo UI" panose="020B0604030504040204" pitchFamily="50" charset="-128"/>
                          <a:ea typeface="Meiryo UI" panose="020B0604030504040204" pitchFamily="50" charset="-128"/>
                        </a:rPr>
                        <a:t> </a:t>
                      </a:r>
                      <a:endParaRPr lang="en-US" altLang="ja-JP" sz="1100" b="0" i="0" u="none" strike="noStrike" dirty="0">
                        <a:solidFill>
                          <a:schemeClr val="tx1"/>
                        </a:solidFill>
                        <a:effectLst/>
                        <a:latin typeface="Meiryo UI" panose="020B0604030504040204" pitchFamily="50" charset="-128"/>
                        <a:ea typeface="Meiryo UI" panose="020B0604030504040204" pitchFamily="50" charset="-128"/>
                      </a:endParaRPr>
                    </a:p>
                    <a:p>
                      <a:pPr algn="ctr" fontAlgn="ctr"/>
                      <a:r>
                        <a:rPr lang="en-US" altLang="ja-JP" sz="1100" b="0" i="0" u="none" strike="noStrike" dirty="0">
                          <a:solidFill>
                            <a:schemeClr val="tx1"/>
                          </a:solidFill>
                          <a:effectLst/>
                          <a:latin typeface="Meiryo UI" panose="020B0604030504040204" pitchFamily="50" charset="-128"/>
                          <a:ea typeface="Meiryo UI" panose="020B0604030504040204" pitchFamily="50" charset="-128"/>
                        </a:rPr>
                        <a:t>160k-km</a:t>
                      </a:r>
                      <a:endParaRPr lang="en-US" sz="1100" b="0" i="0" u="none" strike="noStrike" dirty="0">
                        <a:solidFill>
                          <a:schemeClr val="tx1"/>
                        </a:solidFill>
                        <a:effectLst/>
                        <a:latin typeface="Meiryo UI" panose="020B0604030504040204" pitchFamily="50" charset="-128"/>
                        <a:ea typeface="Meiryo UI" panose="020B0604030504040204" pitchFamily="50" charset="-128"/>
                      </a:endParaRPr>
                    </a:p>
                  </a:txBody>
                  <a:tcPr marL="18000" marR="18000" marT="18000" marB="18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ctr"/>
                      <a:r>
                        <a:rPr lang="en-US" sz="1100" b="0" i="0" u="none" strike="noStrike" dirty="0">
                          <a:solidFill>
                            <a:schemeClr val="tx1"/>
                          </a:solidFill>
                          <a:effectLst/>
                          <a:latin typeface="Meiryo UI" panose="020B0604030504040204" pitchFamily="50" charset="-128"/>
                          <a:ea typeface="Meiryo UI" panose="020B0604030504040204" pitchFamily="50" charset="-128"/>
                        </a:rPr>
                        <a:t>-</a:t>
                      </a:r>
                    </a:p>
                  </a:txBody>
                  <a:tcPr marL="18000" marR="18000" marT="18000" marB="18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72469049"/>
                  </a:ext>
                </a:extLst>
              </a:tr>
              <a:tr h="462371">
                <a:tc vMerge="1">
                  <a:txBody>
                    <a:bodyPr/>
                    <a:lstStyle/>
                    <a:p>
                      <a:pPr marL="0" marR="0" indent="0" algn="l" defTabSz="914400" rtl="0" eaLnBrk="1" fontAlgn="ctr" latinLnBrk="0" hangingPunct="1">
                        <a:lnSpc>
                          <a:spcPct val="100000"/>
                        </a:lnSpc>
                        <a:spcBef>
                          <a:spcPts val="0"/>
                        </a:spcBef>
                        <a:spcAft>
                          <a:spcPts val="0"/>
                        </a:spcAft>
                        <a:buClrTx/>
                        <a:buSzTx/>
                        <a:buFontTx/>
                        <a:buNone/>
                        <a:tabLst/>
                        <a:defRPr/>
                      </a:pPr>
                      <a:endParaRPr lang="en-US" altLang="ja-JP" sz="1100" b="0" i="0" u="none" strike="noStrike" dirty="0">
                        <a:solidFill>
                          <a:schemeClr val="tx1"/>
                        </a:solidFill>
                        <a:effectLst/>
                        <a:latin typeface="Meiryo UI" panose="020B0604030504040204" pitchFamily="50" charset="-128"/>
                        <a:ea typeface="Meiryo UI" panose="020B0604030504040204" pitchFamily="50" charset="-128"/>
                      </a:endParaRPr>
                    </a:p>
                  </a:txBody>
                  <a:tcPr marL="18000" marR="18000" marT="18000" marB="18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ja-JP" sz="1200" b="0" i="0" u="none" strike="noStrike" dirty="0">
                          <a:solidFill>
                            <a:schemeClr val="tx1"/>
                          </a:solidFill>
                          <a:effectLst/>
                          <a:latin typeface="Meiryo UI" panose="020B0604030504040204" pitchFamily="50" charset="-128"/>
                          <a:ea typeface="Meiryo UI" panose="020B0604030504040204" pitchFamily="50" charset="-128"/>
                        </a:rPr>
                        <a:t>Purge</a:t>
                      </a:r>
                      <a:r>
                        <a:rPr lang="en-US" altLang="ja-JP" sz="1200" b="0" i="0" u="none" strike="noStrike" baseline="0" dirty="0">
                          <a:solidFill>
                            <a:schemeClr val="tx1"/>
                          </a:solidFill>
                          <a:effectLst/>
                          <a:latin typeface="Meiryo UI" panose="020B0604030504040204" pitchFamily="50" charset="-128"/>
                          <a:ea typeface="Meiryo UI" panose="020B0604030504040204" pitchFamily="50" charset="-128"/>
                        </a:rPr>
                        <a:t> </a:t>
                      </a:r>
                      <a:r>
                        <a:rPr lang="en-US" altLang="ja-JP" sz="1200" b="0" i="0" u="none" strike="noStrike" dirty="0">
                          <a:solidFill>
                            <a:schemeClr val="tx1"/>
                          </a:solidFill>
                          <a:effectLst/>
                          <a:latin typeface="Meiryo UI" panose="020B0604030504040204" pitchFamily="50" charset="-128"/>
                          <a:ea typeface="Meiryo UI" panose="020B0604030504040204" pitchFamily="50" charset="-128"/>
                        </a:rPr>
                        <a:t>system</a:t>
                      </a:r>
                    </a:p>
                  </a:txBody>
                  <a:tcPr marL="18000" marR="18000" marT="18000" marB="18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ja-JP" sz="1200" b="0" i="0" u="none" strike="noStrike" dirty="0">
                          <a:solidFill>
                            <a:schemeClr val="tx1"/>
                          </a:solidFill>
                          <a:effectLst/>
                          <a:latin typeface="Meiryo UI" panose="020B0604030504040204" pitchFamily="50" charset="-128"/>
                          <a:ea typeface="Meiryo UI" panose="020B0604030504040204" pitchFamily="50" charset="-128"/>
                        </a:rPr>
                        <a:t>A</a:t>
                      </a:r>
                    </a:p>
                  </a:txBody>
                  <a:tcPr marL="18000" marR="18000" marT="18000" marB="18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A</a:t>
                      </a:r>
                    </a:p>
                  </a:txBody>
                  <a:tcPr marL="18000" marR="18000" marT="18000" marB="18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ctr"/>
                      <a:r>
                        <a:rPr lang="en-US" altLang="ja-JP" sz="1200" b="0" i="0" u="none" strike="noStrike" dirty="0">
                          <a:solidFill>
                            <a:schemeClr val="tx1"/>
                          </a:solidFill>
                          <a:effectLst/>
                          <a:latin typeface="Meiryo UI" panose="020B0604030504040204" pitchFamily="50" charset="-128"/>
                          <a:ea typeface="Meiryo UI" panose="020B0604030504040204" pitchFamily="50" charset="-128"/>
                        </a:rPr>
                        <a:t>A</a:t>
                      </a:r>
                      <a:endParaRPr lang="en-US" sz="1200" b="0" i="0" u="none" strike="noStrike" dirty="0">
                        <a:solidFill>
                          <a:schemeClr val="tx1"/>
                        </a:solidFill>
                        <a:effectLst/>
                        <a:latin typeface="Meiryo UI" panose="020B0604030504040204" pitchFamily="50" charset="-128"/>
                        <a:ea typeface="Meiryo UI" panose="020B0604030504040204" pitchFamily="50" charset="-128"/>
                      </a:endParaRPr>
                    </a:p>
                  </a:txBody>
                  <a:tcPr marL="18000" marR="18000" marT="18000" marB="18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A</a:t>
                      </a:r>
                    </a:p>
                  </a:txBody>
                  <a:tcPr marL="18000" marR="18000" marT="18000" marB="18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0007"/>
                  </a:ext>
                </a:extLst>
              </a:tr>
              <a:tr h="466351">
                <a:tc gridSpan="2">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Type of Eng Cal data (Honda estimation)</a:t>
                      </a:r>
                    </a:p>
                  </a:txBody>
                  <a:tcPr marL="18000" marR="18000" marT="18000" marB="18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hMerge="1">
                  <a:txBody>
                    <a:bodyPr/>
                    <a:lstStyle/>
                    <a:p>
                      <a:pPr marL="0" marR="0" indent="0" algn="l" defTabSz="914400" rtl="0" eaLnBrk="1" fontAlgn="ctr" latinLnBrk="0" hangingPunct="1">
                        <a:lnSpc>
                          <a:spcPct val="100000"/>
                        </a:lnSpc>
                        <a:spcBef>
                          <a:spcPts val="0"/>
                        </a:spcBef>
                        <a:spcAft>
                          <a:spcPts val="0"/>
                        </a:spcAft>
                        <a:buClrTx/>
                        <a:buSzTx/>
                        <a:buFontTx/>
                        <a:buNone/>
                        <a:tabLst/>
                        <a:defRPr/>
                      </a:pPr>
                      <a:endParaRPr lang="en-US" altLang="ja-JP" sz="1400" b="0" i="0" u="none" strike="noStrike" dirty="0">
                        <a:solidFill>
                          <a:schemeClr val="tx1"/>
                        </a:solidFill>
                        <a:effectLst/>
                        <a:latin typeface="Meiryo UI" panose="020B0604030504040204" pitchFamily="50" charset="-128"/>
                        <a:ea typeface="Meiryo UI" panose="020B0604030504040204" pitchFamily="50" charset="-128"/>
                      </a:endParaRPr>
                    </a:p>
                  </a:txBody>
                  <a:tcPr marL="18000" marR="18000" marT="18000" marB="18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A</a:t>
                      </a:r>
                    </a:p>
                  </a:txBody>
                  <a:tcPr marL="18000" marR="18000" marT="18000" marB="18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A</a:t>
                      </a:r>
                    </a:p>
                  </a:txBody>
                  <a:tcPr marL="18000" marR="18000" marT="18000" marB="18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dirty="0">
                          <a:ln>
                            <a:noFill/>
                          </a:ln>
                          <a:solidFill>
                            <a:srgbClr val="FF0000"/>
                          </a:solidFill>
                          <a:effectLst/>
                          <a:uLnTx/>
                          <a:uFillTx/>
                          <a:latin typeface="Meiryo UI" panose="020B0604030504040204" pitchFamily="50" charset="-128"/>
                          <a:ea typeface="Meiryo UI" panose="020B0604030504040204" pitchFamily="50" charset="-128"/>
                          <a:cs typeface="+mn-cs"/>
                        </a:rPr>
                        <a:t>B</a:t>
                      </a:r>
                    </a:p>
                  </a:txBody>
                  <a:tcPr marL="18000" marR="18000" marT="18000" marB="18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dirty="0">
                          <a:ln>
                            <a:noFill/>
                          </a:ln>
                          <a:solidFill>
                            <a:srgbClr val="FF0000"/>
                          </a:solidFill>
                          <a:effectLst/>
                          <a:uLnTx/>
                          <a:uFillTx/>
                          <a:latin typeface="Meiryo UI" panose="020B0604030504040204" pitchFamily="50" charset="-128"/>
                          <a:ea typeface="Meiryo UI" panose="020B0604030504040204" pitchFamily="50" charset="-128"/>
                          <a:cs typeface="+mn-cs"/>
                        </a:rPr>
                        <a:t>B</a:t>
                      </a:r>
                    </a:p>
                  </a:txBody>
                  <a:tcPr marL="18000" marR="18000" marT="18000" marB="18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715163448"/>
                  </a:ext>
                </a:extLst>
              </a:tr>
            </a:tbl>
          </a:graphicData>
        </a:graphic>
      </p:graphicFrame>
      <p:sp>
        <p:nvSpPr>
          <p:cNvPr id="4" name="正方形/長方形 3">
            <a:extLst>
              <a:ext uri="{FF2B5EF4-FFF2-40B4-BE49-F238E27FC236}">
                <a16:creationId xmlns:a16="http://schemas.microsoft.com/office/drawing/2014/main" id="{0319124F-3863-3240-63CC-A71DC5D54432}"/>
              </a:ext>
            </a:extLst>
          </p:cNvPr>
          <p:cNvSpPr/>
          <p:nvPr/>
        </p:nvSpPr>
        <p:spPr bwMode="auto">
          <a:xfrm>
            <a:off x="5685182" y="1755783"/>
            <a:ext cx="1258957" cy="463827"/>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ja-JP" altLang="en-US" sz="2400" b="0" i="0" u="none" strike="noStrike" kern="1200" cap="none" spc="0" normalizeH="0" baseline="0" noProof="0">
              <a:ln>
                <a:noFill/>
              </a:ln>
              <a:solidFill>
                <a:srgbClr val="000000"/>
              </a:solidFill>
              <a:effectLst/>
              <a:uLnTx/>
              <a:uFillTx/>
              <a:latin typeface="Times New Roman" pitchFamily="18" charset="0"/>
              <a:ea typeface="ＭＳ Ｐゴシック" pitchFamily="50" charset="-128"/>
              <a:cs typeface="+mn-cs"/>
            </a:endParaRPr>
          </a:p>
        </p:txBody>
      </p:sp>
      <p:sp>
        <p:nvSpPr>
          <p:cNvPr id="9" name="テキスト ボックス 8">
            <a:extLst>
              <a:ext uri="{FF2B5EF4-FFF2-40B4-BE49-F238E27FC236}">
                <a16:creationId xmlns:a16="http://schemas.microsoft.com/office/drawing/2014/main" id="{1F2C0B62-4F67-1EDA-9928-F5ACF90B357E}"/>
              </a:ext>
            </a:extLst>
          </p:cNvPr>
          <p:cNvSpPr txBox="1"/>
          <p:nvPr/>
        </p:nvSpPr>
        <p:spPr>
          <a:xfrm>
            <a:off x="4720980" y="6422911"/>
            <a:ext cx="3634906" cy="215444"/>
          </a:xfrm>
          <a:prstGeom prst="rect">
            <a:avLst/>
          </a:prstGeom>
          <a:noFill/>
        </p:spPr>
        <p:txBody>
          <a:bodyPr wrap="none" lIns="36000" tIns="0" rIns="36000" bIns="0">
            <a:spAutoFit/>
          </a:bodyPr>
          <a:lstStyle/>
          <a:p>
            <a:pPr algn="l"/>
            <a:r>
              <a:rPr lang="ja-JP" altLang="en-US" sz="1400" dirty="0">
                <a:latin typeface="Meiryo UI" panose="020B0604030504040204" pitchFamily="50" charset="-128"/>
                <a:ea typeface="Meiryo UI" panose="020B0604030504040204" pitchFamily="50" charset="-128"/>
              </a:rPr>
              <a:t>Sales countries are Brazil and Paraguay</a:t>
            </a:r>
          </a:p>
        </p:txBody>
      </p:sp>
      <p:sp>
        <p:nvSpPr>
          <p:cNvPr id="13" name="正方形/長方形 12">
            <a:extLst>
              <a:ext uri="{FF2B5EF4-FFF2-40B4-BE49-F238E27FC236}">
                <a16:creationId xmlns:a16="http://schemas.microsoft.com/office/drawing/2014/main" id="{B2BC3BF6-9D4F-2973-B68B-2BB509DCB795}"/>
              </a:ext>
            </a:extLst>
          </p:cNvPr>
          <p:cNvSpPr/>
          <p:nvPr/>
        </p:nvSpPr>
        <p:spPr bwMode="auto">
          <a:xfrm>
            <a:off x="5685182" y="5933282"/>
            <a:ext cx="2544418" cy="463827"/>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ja-JP" altLang="en-US" sz="2400" b="0" i="0" u="none" strike="noStrike" kern="1200" cap="none" spc="0" normalizeH="0" baseline="0" noProof="0">
              <a:ln>
                <a:noFill/>
              </a:ln>
              <a:solidFill>
                <a:srgbClr val="000000"/>
              </a:solidFill>
              <a:effectLst/>
              <a:uLnTx/>
              <a:uFillTx/>
              <a:latin typeface="Times New Roman" pitchFamily="18" charset="0"/>
              <a:ea typeface="ＭＳ Ｐゴシック" pitchFamily="50" charset="-128"/>
              <a:cs typeface="+mn-cs"/>
            </a:endParaRPr>
          </a:p>
        </p:txBody>
      </p:sp>
    </p:spTree>
    <p:extLst>
      <p:ext uri="{BB962C8B-B14F-4D97-AF65-F5344CB8AC3E}">
        <p14:creationId xmlns:p14="http://schemas.microsoft.com/office/powerpoint/2010/main" val="226208510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Box 2"/>
          <p:cNvSpPr txBox="1">
            <a:spLocks noChangeArrowheads="1"/>
          </p:cNvSpPr>
          <p:nvPr/>
        </p:nvSpPr>
        <p:spPr bwMode="auto">
          <a:xfrm>
            <a:off x="159280" y="133619"/>
            <a:ext cx="88931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lnSpc>
                <a:spcPct val="90000"/>
              </a:lnSpc>
            </a:pPr>
            <a:r>
              <a:rPr lang="en-US" altLang="ja-JP" sz="2000" dirty="0">
                <a:solidFill>
                  <a:schemeClr val="bg1"/>
                </a:solidFill>
                <a:latin typeface="Meiryo UI" panose="020B0604030504040204" pitchFamily="50" charset="-128"/>
                <a:ea typeface="Meiryo UI" panose="020B0604030504040204" pitchFamily="50" charset="-128"/>
                <a:cs typeface="Arial" pitchFamily="34" charset="0"/>
              </a:rPr>
              <a:t>10. Applicable Regulations Overview (Emission) </a:t>
            </a:r>
          </a:p>
        </p:txBody>
      </p:sp>
      <p:graphicFrame>
        <p:nvGraphicFramePr>
          <p:cNvPr id="4" name="表 3">
            <a:extLst>
              <a:ext uri="{FF2B5EF4-FFF2-40B4-BE49-F238E27FC236}">
                <a16:creationId xmlns:a16="http://schemas.microsoft.com/office/drawing/2014/main" id="{AD0B300B-1F13-EC02-D2FB-BDB60415DCE4}"/>
              </a:ext>
            </a:extLst>
          </p:cNvPr>
          <p:cNvGraphicFramePr>
            <a:graphicFrameLocks noGrp="1"/>
          </p:cNvGraphicFramePr>
          <p:nvPr>
            <p:extLst>
              <p:ext uri="{D42A27DB-BD31-4B8C-83A1-F6EECF244321}">
                <p14:modId xmlns:p14="http://schemas.microsoft.com/office/powerpoint/2010/main" val="2928483723"/>
              </p:ext>
            </p:extLst>
          </p:nvPr>
        </p:nvGraphicFramePr>
        <p:xfrm>
          <a:off x="552938" y="1073070"/>
          <a:ext cx="7473075" cy="1069440"/>
        </p:xfrm>
        <a:graphic>
          <a:graphicData uri="http://schemas.openxmlformats.org/drawingml/2006/table">
            <a:tbl>
              <a:tblPr firstRow="1" bandRow="1">
                <a:tableStyleId>{5940675A-B579-460E-94D1-54222C63F5DA}</a:tableStyleId>
              </a:tblPr>
              <a:tblGrid>
                <a:gridCol w="1177815">
                  <a:extLst>
                    <a:ext uri="{9D8B030D-6E8A-4147-A177-3AD203B41FA5}">
                      <a16:colId xmlns:a16="http://schemas.microsoft.com/office/drawing/2014/main" val="20000"/>
                    </a:ext>
                  </a:extLst>
                </a:gridCol>
                <a:gridCol w="1259052">
                  <a:extLst>
                    <a:ext uri="{9D8B030D-6E8A-4147-A177-3AD203B41FA5}">
                      <a16:colId xmlns:a16="http://schemas.microsoft.com/office/drawing/2014/main" val="20001"/>
                    </a:ext>
                  </a:extLst>
                </a:gridCol>
                <a:gridCol w="1259052">
                  <a:extLst>
                    <a:ext uri="{9D8B030D-6E8A-4147-A177-3AD203B41FA5}">
                      <a16:colId xmlns:a16="http://schemas.microsoft.com/office/drawing/2014/main" val="20002"/>
                    </a:ext>
                  </a:extLst>
                </a:gridCol>
                <a:gridCol w="1259052">
                  <a:extLst>
                    <a:ext uri="{9D8B030D-6E8A-4147-A177-3AD203B41FA5}">
                      <a16:colId xmlns:a16="http://schemas.microsoft.com/office/drawing/2014/main" val="20003"/>
                    </a:ext>
                  </a:extLst>
                </a:gridCol>
                <a:gridCol w="1259052">
                  <a:extLst>
                    <a:ext uri="{9D8B030D-6E8A-4147-A177-3AD203B41FA5}">
                      <a16:colId xmlns:a16="http://schemas.microsoft.com/office/drawing/2014/main" val="20004"/>
                    </a:ext>
                  </a:extLst>
                </a:gridCol>
                <a:gridCol w="1259052">
                  <a:extLst>
                    <a:ext uri="{9D8B030D-6E8A-4147-A177-3AD203B41FA5}">
                      <a16:colId xmlns:a16="http://schemas.microsoft.com/office/drawing/2014/main" val="20005"/>
                    </a:ext>
                  </a:extLst>
                </a:gridCol>
              </a:tblGrid>
              <a:tr h="457187">
                <a:tc>
                  <a:txBody>
                    <a:bodyPr/>
                    <a:lstStyle/>
                    <a:p>
                      <a:pPr algn="ctr"/>
                      <a:endParaRPr kumimoji="1" lang="ja-JP" altLang="en-US" sz="1050" b="0" dirty="0">
                        <a:latin typeface="Arial" panose="020B0604020202020204" pitchFamily="34" charset="0"/>
                        <a:ea typeface="Meiryo UI" pitchFamily="50" charset="-128"/>
                        <a:cs typeface="Arial" panose="020B0604020202020204" pitchFamily="34" charset="0"/>
                      </a:endParaRPr>
                    </a:p>
                  </a:txBody>
                  <a:tcPr marT="36000" marB="36000" anchor="ctr"/>
                </a:tc>
                <a:tc>
                  <a:txBody>
                    <a:bodyPr/>
                    <a:lstStyle/>
                    <a:p>
                      <a:pPr algn="ctr"/>
                      <a:r>
                        <a:rPr kumimoji="1" lang="en-US" altLang="ja-JP" sz="1400" b="0" dirty="0">
                          <a:latin typeface="Arial" panose="020B0604020202020204" pitchFamily="34" charset="0"/>
                          <a:ea typeface="Meiryo UI" pitchFamily="50" charset="-128"/>
                          <a:cs typeface="Arial" panose="020B0604020202020204" pitchFamily="34" charset="0"/>
                        </a:rPr>
                        <a:t>Driving</a:t>
                      </a:r>
                    </a:p>
                    <a:p>
                      <a:pPr algn="ctr"/>
                      <a:r>
                        <a:rPr kumimoji="1" lang="en-US" altLang="ja-JP" sz="1400" b="0" dirty="0">
                          <a:latin typeface="Arial" panose="020B0604020202020204" pitchFamily="34" charset="0"/>
                          <a:ea typeface="Meiryo UI" pitchFamily="50" charset="-128"/>
                          <a:cs typeface="Arial" panose="020B0604020202020204" pitchFamily="34" charset="0"/>
                        </a:rPr>
                        <a:t>Cycle</a:t>
                      </a:r>
                      <a:endParaRPr kumimoji="1" lang="ja-JP" altLang="en-US" sz="1400" b="0" dirty="0">
                        <a:latin typeface="Arial" panose="020B0604020202020204" pitchFamily="34" charset="0"/>
                        <a:ea typeface="Meiryo UI" pitchFamily="50" charset="-128"/>
                        <a:cs typeface="Arial" panose="020B0604020202020204" pitchFamily="34" charset="0"/>
                      </a:endParaRPr>
                    </a:p>
                  </a:txBody>
                  <a:tcPr marT="36000" marB="36000" anchor="ctr"/>
                </a:tc>
                <a:tc>
                  <a:txBody>
                    <a:bodyPr/>
                    <a:lstStyle/>
                    <a:p>
                      <a:pPr algn="ctr"/>
                      <a:r>
                        <a:rPr kumimoji="1" lang="en-US" altLang="ja-JP" sz="1400" b="0" dirty="0">
                          <a:latin typeface="Arial" panose="020B0604020202020204" pitchFamily="34" charset="0"/>
                          <a:ea typeface="Meiryo UI" pitchFamily="50" charset="-128"/>
                          <a:cs typeface="Arial" panose="020B0604020202020204" pitchFamily="34" charset="0"/>
                        </a:rPr>
                        <a:t>NMOG+NOx</a:t>
                      </a:r>
                    </a:p>
                    <a:p>
                      <a:pPr algn="ctr"/>
                      <a:r>
                        <a:rPr kumimoji="1" lang="en-US" altLang="ja-JP" sz="1200" b="0" dirty="0">
                          <a:latin typeface="Arial" panose="020B0604020202020204" pitchFamily="34" charset="0"/>
                          <a:ea typeface="Meiryo UI" pitchFamily="50" charset="-128"/>
                          <a:cs typeface="Arial" panose="020B0604020202020204" pitchFamily="34" charset="0"/>
                        </a:rPr>
                        <a:t>(mg/km)</a:t>
                      </a:r>
                      <a:endParaRPr kumimoji="1" lang="ja-JP" altLang="en-US" sz="1200" b="0" dirty="0">
                        <a:latin typeface="Arial" panose="020B0604020202020204" pitchFamily="34" charset="0"/>
                        <a:ea typeface="Meiryo UI" pitchFamily="50" charset="-128"/>
                        <a:cs typeface="Arial" panose="020B0604020202020204" pitchFamily="34" charset="0"/>
                      </a:endParaRPr>
                    </a:p>
                  </a:txBody>
                  <a:tcPr marT="36000" marB="36000" anchor="ctr"/>
                </a:tc>
                <a:tc>
                  <a:txBody>
                    <a:bodyPr/>
                    <a:lstStyle/>
                    <a:p>
                      <a:pPr algn="ctr"/>
                      <a:r>
                        <a:rPr kumimoji="1" lang="en-US" altLang="ja-JP" sz="1400" b="0" dirty="0">
                          <a:latin typeface="Arial" panose="020B0604020202020204" pitchFamily="34" charset="0"/>
                          <a:ea typeface="Meiryo UI" pitchFamily="50" charset="-128"/>
                          <a:cs typeface="Arial" panose="020B0604020202020204" pitchFamily="34" charset="0"/>
                        </a:rPr>
                        <a:t>PM</a:t>
                      </a:r>
                    </a:p>
                    <a:p>
                      <a:pPr algn="ctr"/>
                      <a:r>
                        <a:rPr kumimoji="1" lang="en-US" altLang="ja-JP" sz="1200" b="0" dirty="0">
                          <a:latin typeface="Arial" panose="020B0604020202020204" pitchFamily="34" charset="0"/>
                          <a:ea typeface="Meiryo UI" pitchFamily="50" charset="-128"/>
                          <a:cs typeface="Arial" panose="020B0604020202020204" pitchFamily="34" charset="0"/>
                        </a:rPr>
                        <a:t>(mg/km)</a:t>
                      </a:r>
                      <a:endParaRPr kumimoji="1" lang="ja-JP" altLang="en-US" sz="1200" b="0" dirty="0">
                        <a:latin typeface="Arial" panose="020B0604020202020204" pitchFamily="34" charset="0"/>
                        <a:ea typeface="Meiryo UI" pitchFamily="50" charset="-128"/>
                        <a:cs typeface="Arial" panose="020B0604020202020204" pitchFamily="34" charset="0"/>
                      </a:endParaRPr>
                    </a:p>
                  </a:txBody>
                  <a:tcPr marT="36000" marB="36000" anchor="ctr"/>
                </a:tc>
                <a:tc>
                  <a:txBody>
                    <a:bodyPr/>
                    <a:lstStyle/>
                    <a:p>
                      <a:pPr algn="ctr"/>
                      <a:r>
                        <a:rPr kumimoji="1" lang="en-US" altLang="ja-JP" sz="1400" b="0" dirty="0">
                          <a:latin typeface="Arial" panose="020B0604020202020204" pitchFamily="34" charset="0"/>
                          <a:ea typeface="Meiryo UI" pitchFamily="50" charset="-128"/>
                          <a:cs typeface="Arial" panose="020B0604020202020204" pitchFamily="34" charset="0"/>
                        </a:rPr>
                        <a:t>CO</a:t>
                      </a:r>
                    </a:p>
                    <a:p>
                      <a:pPr algn="ctr"/>
                      <a:r>
                        <a:rPr kumimoji="1" lang="en-US" altLang="ja-JP" sz="1200" b="0" dirty="0">
                          <a:latin typeface="Arial" panose="020B0604020202020204" pitchFamily="34" charset="0"/>
                          <a:ea typeface="Meiryo UI" pitchFamily="50" charset="-128"/>
                          <a:cs typeface="Arial" panose="020B0604020202020204" pitchFamily="34" charset="0"/>
                        </a:rPr>
                        <a:t>(mg/km)</a:t>
                      </a:r>
                      <a:endParaRPr kumimoji="1" lang="ja-JP" altLang="en-US" sz="1200" b="0" dirty="0">
                        <a:latin typeface="Arial" panose="020B0604020202020204" pitchFamily="34" charset="0"/>
                        <a:ea typeface="Meiryo UI" pitchFamily="50" charset="-128"/>
                        <a:cs typeface="Arial" panose="020B0604020202020204" pitchFamily="34" charset="0"/>
                      </a:endParaRPr>
                    </a:p>
                  </a:txBody>
                  <a:tcPr marT="36000" marB="36000" anchor="ctr"/>
                </a:tc>
                <a:tc>
                  <a:txBody>
                    <a:bodyPr/>
                    <a:lstStyle/>
                    <a:p>
                      <a:pPr algn="ctr"/>
                      <a:r>
                        <a:rPr kumimoji="1" lang="en-US" altLang="ja-JP" sz="1400" b="0" dirty="0">
                          <a:latin typeface="Arial" panose="020B0604020202020204" pitchFamily="34" charset="0"/>
                          <a:ea typeface="Meiryo UI" pitchFamily="50" charset="-128"/>
                          <a:cs typeface="Arial" panose="020B0604020202020204" pitchFamily="34" charset="0"/>
                        </a:rPr>
                        <a:t>HCHO</a:t>
                      </a:r>
                    </a:p>
                    <a:p>
                      <a:pPr algn="ctr"/>
                      <a:r>
                        <a:rPr kumimoji="1" lang="en-US" altLang="ja-JP" sz="1200" b="0" dirty="0">
                          <a:latin typeface="Arial" panose="020B0604020202020204" pitchFamily="34" charset="0"/>
                          <a:ea typeface="Meiryo UI" pitchFamily="50" charset="-128"/>
                          <a:cs typeface="Arial" panose="020B0604020202020204" pitchFamily="34" charset="0"/>
                        </a:rPr>
                        <a:t>(mg/km)</a:t>
                      </a:r>
                      <a:endParaRPr kumimoji="1" lang="ja-JP" altLang="en-US" sz="1200" b="0" dirty="0">
                        <a:latin typeface="Arial" panose="020B0604020202020204" pitchFamily="34" charset="0"/>
                        <a:ea typeface="Meiryo UI" pitchFamily="50" charset="-128"/>
                        <a:cs typeface="Arial" panose="020B0604020202020204" pitchFamily="34" charset="0"/>
                      </a:endParaRPr>
                    </a:p>
                  </a:txBody>
                  <a:tcPr marT="36000" marB="36000" anchor="ctr"/>
                </a:tc>
                <a:extLst>
                  <a:ext uri="{0D108BD9-81ED-4DB2-BD59-A6C34878D82A}">
                    <a16:rowId xmlns:a16="http://schemas.microsoft.com/office/drawing/2014/main" val="10000"/>
                  </a:ext>
                </a:extLst>
              </a:tr>
              <a:tr h="268934">
                <a:tc rowSpan="2">
                  <a:txBody>
                    <a:bodyPr/>
                    <a:lstStyle/>
                    <a:p>
                      <a:pPr algn="ctr"/>
                      <a:r>
                        <a:rPr kumimoji="1" lang="en-US" altLang="ja-JP" sz="1400" b="0" dirty="0">
                          <a:latin typeface="Arial" panose="020B0604020202020204" pitchFamily="34" charset="0"/>
                          <a:ea typeface="Meiryo UI" pitchFamily="50" charset="-128"/>
                          <a:cs typeface="Arial" panose="020B0604020202020204" pitchFamily="34" charset="0"/>
                        </a:rPr>
                        <a:t>STD</a:t>
                      </a:r>
                      <a:endParaRPr kumimoji="1" lang="ja-JP" altLang="en-US" sz="1400" b="0" dirty="0">
                        <a:latin typeface="Arial" panose="020B0604020202020204" pitchFamily="34" charset="0"/>
                        <a:ea typeface="Meiryo UI" pitchFamily="50" charset="-128"/>
                        <a:cs typeface="Arial" panose="020B0604020202020204" pitchFamily="34" charset="0"/>
                      </a:endParaRPr>
                    </a:p>
                  </a:txBody>
                  <a:tcPr marT="36000" marB="36000" anchor="ctr"/>
                </a:tc>
                <a:tc>
                  <a:txBody>
                    <a:bodyPr/>
                    <a:lstStyle/>
                    <a:p>
                      <a:pPr algn="ctr"/>
                      <a:r>
                        <a:rPr kumimoji="1" lang="en-US" altLang="ja-JP" sz="1400" b="0" dirty="0">
                          <a:latin typeface="Arial" panose="020B0604020202020204" pitchFamily="34" charset="0"/>
                          <a:ea typeface="Meiryo UI" pitchFamily="50" charset="-128"/>
                          <a:cs typeface="Arial" panose="020B0604020202020204" pitchFamily="34" charset="0"/>
                        </a:rPr>
                        <a:t>FTP(LA-4)</a:t>
                      </a:r>
                      <a:endParaRPr kumimoji="1" lang="ja-JP" altLang="en-US" sz="1400" b="0" dirty="0">
                        <a:latin typeface="Arial" panose="020B0604020202020204" pitchFamily="34" charset="0"/>
                        <a:ea typeface="Meiryo UI" pitchFamily="50" charset="-128"/>
                        <a:cs typeface="Arial" panose="020B0604020202020204" pitchFamily="34" charset="0"/>
                      </a:endParaRPr>
                    </a:p>
                  </a:txBody>
                  <a:tcPr marT="36000" marB="36000" anchor="ctr"/>
                </a:tc>
                <a:tc>
                  <a:txBody>
                    <a:bodyPr/>
                    <a:lstStyle/>
                    <a:p>
                      <a:pPr algn="ctr"/>
                      <a:r>
                        <a:rPr kumimoji="1" lang="en-US" altLang="ja-JP" sz="1400" b="0" dirty="0">
                          <a:solidFill>
                            <a:schemeClr val="tx1"/>
                          </a:solidFill>
                          <a:latin typeface="Arial" panose="020B0604020202020204" pitchFamily="34" charset="0"/>
                          <a:ea typeface="Meiryo UI" pitchFamily="50" charset="-128"/>
                          <a:cs typeface="Arial" panose="020B0604020202020204" pitchFamily="34" charset="0"/>
                        </a:rPr>
                        <a:t>40</a:t>
                      </a:r>
                      <a:endParaRPr kumimoji="1" lang="ja-JP" altLang="en-US" sz="1400" b="0" dirty="0">
                        <a:solidFill>
                          <a:schemeClr val="tx1"/>
                        </a:solidFill>
                        <a:latin typeface="Arial" panose="020B0604020202020204" pitchFamily="34" charset="0"/>
                        <a:ea typeface="Meiryo UI" pitchFamily="50" charset="-128"/>
                        <a:cs typeface="Arial" panose="020B0604020202020204" pitchFamily="34" charset="0"/>
                      </a:endParaRPr>
                    </a:p>
                  </a:txBody>
                  <a:tcPr marT="36000" marB="36000" anchor="ctr"/>
                </a:tc>
                <a:tc>
                  <a:txBody>
                    <a:bodyPr/>
                    <a:lstStyle/>
                    <a:p>
                      <a:pPr algn="ctr"/>
                      <a:r>
                        <a:rPr kumimoji="1" lang="en-US" altLang="ja-JP" sz="1400" b="0" dirty="0">
                          <a:solidFill>
                            <a:schemeClr val="tx1"/>
                          </a:solidFill>
                          <a:latin typeface="Arial" panose="020B0604020202020204" pitchFamily="34" charset="0"/>
                          <a:ea typeface="Meiryo UI" pitchFamily="50" charset="-128"/>
                          <a:cs typeface="Arial" panose="020B0604020202020204" pitchFamily="34" charset="0"/>
                        </a:rPr>
                        <a:t>4</a:t>
                      </a:r>
                      <a:endParaRPr kumimoji="1" lang="ja-JP" altLang="en-US" sz="1400" b="0" dirty="0">
                        <a:solidFill>
                          <a:schemeClr val="tx1"/>
                        </a:solidFill>
                        <a:latin typeface="Arial" panose="020B0604020202020204" pitchFamily="34" charset="0"/>
                        <a:ea typeface="Meiryo UI" pitchFamily="50" charset="-128"/>
                        <a:cs typeface="Arial" panose="020B0604020202020204" pitchFamily="34" charset="0"/>
                      </a:endParaRPr>
                    </a:p>
                  </a:txBody>
                  <a:tcPr marT="36000" marB="36000" anchor="ctr"/>
                </a:tc>
                <a:tc>
                  <a:txBody>
                    <a:bodyPr/>
                    <a:lstStyle/>
                    <a:p>
                      <a:pPr algn="ctr"/>
                      <a:r>
                        <a:rPr kumimoji="1" lang="en-US" altLang="ja-JP" sz="1400" b="0" dirty="0">
                          <a:latin typeface="Arial" panose="020B0604020202020204" pitchFamily="34" charset="0"/>
                          <a:ea typeface="Meiryo UI" pitchFamily="50" charset="-128"/>
                          <a:cs typeface="Arial" panose="020B0604020202020204" pitchFamily="34" charset="0"/>
                        </a:rPr>
                        <a:t>500</a:t>
                      </a:r>
                      <a:endParaRPr kumimoji="1" lang="ja-JP" altLang="en-US" sz="1400" b="0" dirty="0">
                        <a:latin typeface="Arial" panose="020B0604020202020204" pitchFamily="34" charset="0"/>
                        <a:ea typeface="Meiryo UI" pitchFamily="50" charset="-128"/>
                        <a:cs typeface="Arial" panose="020B0604020202020204" pitchFamily="34" charset="0"/>
                      </a:endParaRPr>
                    </a:p>
                  </a:txBody>
                  <a:tcPr marT="36000" marB="36000" anchor="ctr"/>
                </a:tc>
                <a:tc>
                  <a:txBody>
                    <a:bodyPr/>
                    <a:lstStyle/>
                    <a:p>
                      <a:pPr algn="ctr"/>
                      <a:r>
                        <a:rPr kumimoji="1" lang="en-US" altLang="ja-JP" sz="1400" b="0" dirty="0">
                          <a:solidFill>
                            <a:srgbClr val="FF0000"/>
                          </a:solidFill>
                          <a:latin typeface="Arial" panose="020B0604020202020204" pitchFamily="34" charset="0"/>
                          <a:ea typeface="Meiryo UI" pitchFamily="50" charset="-128"/>
                          <a:cs typeface="Arial" panose="020B0604020202020204" pitchFamily="34" charset="0"/>
                        </a:rPr>
                        <a:t>10</a:t>
                      </a:r>
                      <a:endParaRPr kumimoji="1" lang="ja-JP" altLang="en-US" sz="1400" b="0" dirty="0">
                        <a:solidFill>
                          <a:srgbClr val="FF0000"/>
                        </a:solidFill>
                        <a:latin typeface="Arial" panose="020B0604020202020204" pitchFamily="34" charset="0"/>
                        <a:ea typeface="Meiryo UI" pitchFamily="50" charset="-128"/>
                        <a:cs typeface="Arial" panose="020B0604020202020204" pitchFamily="34" charset="0"/>
                      </a:endParaRPr>
                    </a:p>
                  </a:txBody>
                  <a:tcPr marT="36000" marB="36000" anchor="ctr"/>
                </a:tc>
                <a:extLst>
                  <a:ext uri="{0D108BD9-81ED-4DB2-BD59-A6C34878D82A}">
                    <a16:rowId xmlns:a16="http://schemas.microsoft.com/office/drawing/2014/main" val="10001"/>
                  </a:ext>
                </a:extLst>
              </a:tr>
              <a:tr h="268934">
                <a:tc vMerge="1">
                  <a:txBody>
                    <a:bodyPr/>
                    <a:lstStyle/>
                    <a:p>
                      <a:pPr algn="ctr"/>
                      <a:endParaRPr kumimoji="1" lang="ja-JP" altLang="en-US" sz="1400" b="0" dirty="0">
                        <a:latin typeface="Arial" panose="020B0604020202020204" pitchFamily="34" charset="0"/>
                        <a:ea typeface="Meiryo UI" pitchFamily="50" charset="-128"/>
                        <a:cs typeface="Arial" panose="020B0604020202020204" pitchFamily="34" charset="0"/>
                      </a:endParaRPr>
                    </a:p>
                  </a:txBody>
                  <a:tcPr anchor="ctr"/>
                </a:tc>
                <a:tc>
                  <a:txBody>
                    <a:bodyPr/>
                    <a:lstStyle/>
                    <a:p>
                      <a:pPr algn="ctr"/>
                      <a:r>
                        <a:rPr kumimoji="1" lang="en-US" altLang="ja-JP" sz="1400" b="0" dirty="0">
                          <a:latin typeface="Arial" panose="020B0604020202020204" pitchFamily="34" charset="0"/>
                          <a:ea typeface="Meiryo UI" pitchFamily="50" charset="-128"/>
                          <a:cs typeface="Arial" panose="020B0604020202020204" pitchFamily="34" charset="0"/>
                        </a:rPr>
                        <a:t>RDE</a:t>
                      </a:r>
                      <a:endParaRPr kumimoji="1" lang="ja-JP" altLang="en-US" sz="1400" b="0" dirty="0">
                        <a:latin typeface="Arial" panose="020B0604020202020204" pitchFamily="34" charset="0"/>
                        <a:ea typeface="Meiryo UI" pitchFamily="50" charset="-128"/>
                        <a:cs typeface="Arial" panose="020B0604020202020204" pitchFamily="34" charset="0"/>
                      </a:endParaRPr>
                    </a:p>
                  </a:txBody>
                  <a:tcPr marT="36000" marB="36000" anchor="ctr">
                    <a:lnB w="12700" cap="flat" cmpd="sng" algn="ctr">
                      <a:solidFill>
                        <a:schemeClr val="tx1"/>
                      </a:solidFill>
                      <a:prstDash val="solid"/>
                      <a:round/>
                      <a:headEnd type="none" w="med" len="med"/>
                      <a:tailEnd type="none" w="med" len="med"/>
                    </a:lnB>
                  </a:tcPr>
                </a:tc>
                <a:tc>
                  <a:txBody>
                    <a:bodyPr/>
                    <a:lstStyle/>
                    <a:p>
                      <a:pPr algn="ctr"/>
                      <a:r>
                        <a:rPr kumimoji="1" lang="en-US" altLang="ja-JP" sz="1400" b="0" dirty="0">
                          <a:solidFill>
                            <a:schemeClr val="tx1"/>
                          </a:solidFill>
                          <a:latin typeface="Arial" panose="020B0604020202020204" pitchFamily="34" charset="0"/>
                          <a:ea typeface="Meiryo UI" pitchFamily="50" charset="-128"/>
                          <a:cs typeface="Arial" panose="020B0604020202020204" pitchFamily="34" charset="0"/>
                        </a:rPr>
                        <a:t>60</a:t>
                      </a:r>
                      <a:r>
                        <a:rPr kumimoji="1" lang="en-US" altLang="ja-JP" sz="1200" b="0" dirty="0">
                          <a:solidFill>
                            <a:schemeClr val="tx1"/>
                          </a:solidFill>
                          <a:latin typeface="Arial" panose="020B0604020202020204" pitchFamily="34" charset="0"/>
                          <a:ea typeface="Meiryo UI" pitchFamily="50" charset="-128"/>
                          <a:cs typeface="Arial" panose="020B0604020202020204" pitchFamily="34" charset="0"/>
                        </a:rPr>
                        <a:t>(CF=1.5)</a:t>
                      </a:r>
                      <a:endParaRPr kumimoji="1" lang="ja-JP" altLang="en-US" sz="1400" b="0" dirty="0">
                        <a:solidFill>
                          <a:schemeClr val="tx1"/>
                        </a:solidFill>
                        <a:latin typeface="Arial" panose="020B0604020202020204" pitchFamily="34" charset="0"/>
                        <a:ea typeface="Meiryo UI" pitchFamily="50" charset="-128"/>
                        <a:cs typeface="Arial" panose="020B0604020202020204" pitchFamily="34" charset="0"/>
                      </a:endParaRPr>
                    </a:p>
                  </a:txBody>
                  <a:tcPr marT="36000" marB="36000" anchor="ctr"/>
                </a:tc>
                <a:tc>
                  <a:txBody>
                    <a:bodyPr/>
                    <a:lstStyle/>
                    <a:p>
                      <a:pPr algn="ctr"/>
                      <a:r>
                        <a:rPr kumimoji="1" lang="en-US" altLang="ja-JP" sz="1400" b="0" dirty="0">
                          <a:solidFill>
                            <a:schemeClr val="tx1"/>
                          </a:solidFill>
                          <a:latin typeface="Arial" panose="020B0604020202020204" pitchFamily="34" charset="0"/>
                          <a:ea typeface="Meiryo UI" pitchFamily="50" charset="-128"/>
                          <a:cs typeface="Arial" panose="020B0604020202020204" pitchFamily="34" charset="0"/>
                        </a:rPr>
                        <a:t>-</a:t>
                      </a:r>
                      <a:endParaRPr kumimoji="1" lang="ja-JP" altLang="en-US" sz="1400" b="0" dirty="0">
                        <a:solidFill>
                          <a:schemeClr val="tx1"/>
                        </a:solidFill>
                        <a:latin typeface="Arial" panose="020B0604020202020204" pitchFamily="34" charset="0"/>
                        <a:ea typeface="Meiryo UI" pitchFamily="50" charset="-128"/>
                        <a:cs typeface="Arial" panose="020B0604020202020204" pitchFamily="34" charset="0"/>
                      </a:endParaRPr>
                    </a:p>
                  </a:txBody>
                  <a:tcPr marT="36000" marB="36000" anchor="ctr"/>
                </a:tc>
                <a:tc>
                  <a:txBody>
                    <a:bodyPr/>
                    <a:lstStyle/>
                    <a:p>
                      <a:pPr algn="ctr"/>
                      <a:r>
                        <a:rPr kumimoji="1" lang="en-US" altLang="ja-JP" sz="1400" b="0" dirty="0">
                          <a:latin typeface="Arial" panose="020B0604020202020204" pitchFamily="34" charset="0"/>
                          <a:ea typeface="Meiryo UI" pitchFamily="50" charset="-128"/>
                          <a:cs typeface="Arial" panose="020B0604020202020204" pitchFamily="34" charset="0"/>
                        </a:rPr>
                        <a:t>750</a:t>
                      </a:r>
                      <a:r>
                        <a:rPr kumimoji="1" lang="en-US" altLang="ja-JP" sz="1200" b="0" dirty="0">
                          <a:latin typeface="Arial" panose="020B0604020202020204" pitchFamily="34" charset="0"/>
                          <a:ea typeface="Meiryo UI" pitchFamily="50" charset="-128"/>
                          <a:cs typeface="Arial" panose="020B0604020202020204" pitchFamily="34" charset="0"/>
                        </a:rPr>
                        <a:t>(CF=1.5)</a:t>
                      </a:r>
                      <a:endParaRPr kumimoji="1" lang="ja-JP" altLang="en-US" sz="1400" b="0" dirty="0">
                        <a:latin typeface="Arial" panose="020B0604020202020204" pitchFamily="34" charset="0"/>
                        <a:ea typeface="Meiryo UI" pitchFamily="50" charset="-128"/>
                        <a:cs typeface="Arial" panose="020B0604020202020204" pitchFamily="34" charset="0"/>
                      </a:endParaRPr>
                    </a:p>
                  </a:txBody>
                  <a:tcPr marT="36000" marB="36000" anchor="ctr"/>
                </a:tc>
                <a:tc>
                  <a:txBody>
                    <a:bodyPr/>
                    <a:lstStyle/>
                    <a:p>
                      <a:pPr algn="ctr"/>
                      <a:r>
                        <a:rPr kumimoji="1" lang="en-US" altLang="ja-JP" sz="1400" b="0" dirty="0">
                          <a:latin typeface="Arial" panose="020B0604020202020204" pitchFamily="34" charset="0"/>
                          <a:ea typeface="Meiryo UI" pitchFamily="50" charset="-128"/>
                          <a:cs typeface="Arial" panose="020B0604020202020204" pitchFamily="34" charset="0"/>
                        </a:rPr>
                        <a:t>-</a:t>
                      </a:r>
                      <a:endParaRPr kumimoji="1" lang="ja-JP" altLang="en-US" sz="1400" b="0" dirty="0">
                        <a:latin typeface="Arial" panose="020B0604020202020204" pitchFamily="34" charset="0"/>
                        <a:ea typeface="Meiryo UI" pitchFamily="50" charset="-128"/>
                        <a:cs typeface="Arial" panose="020B0604020202020204" pitchFamily="34" charset="0"/>
                      </a:endParaRPr>
                    </a:p>
                  </a:txBody>
                  <a:tcPr marT="36000" marB="36000" anchor="ctr"/>
                </a:tc>
                <a:extLst>
                  <a:ext uri="{0D108BD9-81ED-4DB2-BD59-A6C34878D82A}">
                    <a16:rowId xmlns:a16="http://schemas.microsoft.com/office/drawing/2014/main" val="3134362513"/>
                  </a:ext>
                </a:extLst>
              </a:tr>
            </a:tbl>
          </a:graphicData>
        </a:graphic>
      </p:graphicFrame>
      <p:sp>
        <p:nvSpPr>
          <p:cNvPr id="7" name="テキスト ボックス 6">
            <a:extLst>
              <a:ext uri="{FF2B5EF4-FFF2-40B4-BE49-F238E27FC236}">
                <a16:creationId xmlns:a16="http://schemas.microsoft.com/office/drawing/2014/main" id="{96DEFC21-DED6-AFA9-188F-24B079178D21}"/>
              </a:ext>
            </a:extLst>
          </p:cNvPr>
          <p:cNvSpPr txBox="1"/>
          <p:nvPr/>
        </p:nvSpPr>
        <p:spPr>
          <a:xfrm>
            <a:off x="250837" y="746460"/>
            <a:ext cx="3860352" cy="338554"/>
          </a:xfrm>
          <a:prstGeom prst="rect">
            <a:avLst/>
          </a:prstGeom>
          <a:noFill/>
        </p:spPr>
        <p:txBody>
          <a:bodyPr wrap="none" rtlCol="0">
            <a:spAutoFit/>
          </a:bodyPr>
          <a:lstStyle/>
          <a:p>
            <a:pPr marL="285750" marR="0" lvl="0" indent="-285750" algn="l" defTabSz="914400" rtl="0" eaLnBrk="1" fontAlgn="base" latinLnBrk="0" hangingPunct="1">
              <a:lnSpc>
                <a:spcPct val="100000"/>
              </a:lnSpc>
              <a:spcBef>
                <a:spcPct val="0"/>
              </a:spcBef>
              <a:spcAft>
                <a:spcPct val="0"/>
              </a:spcAft>
              <a:buClrTx/>
              <a:buSzTx/>
              <a:buFont typeface="Wingdings" panose="05000000000000000000" pitchFamily="2" charset="2"/>
              <a:buChar char="n"/>
              <a:tabLst/>
              <a:defRPr/>
            </a:pPr>
            <a:r>
              <a:rPr kumimoji="1" lang="en-US" altLang="ja-JP"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charset="-128"/>
                <a:cs typeface="Arial" panose="020B0604020202020204" pitchFamily="34" charset="0"/>
              </a:rPr>
              <a:t>Exhaust gas emission : Proconve L-8</a:t>
            </a:r>
            <a:endParaRPr kumimoji="1" lang="ja-JP"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charset="-128"/>
              <a:cs typeface="Arial" panose="020B0604020202020204" pitchFamily="34" charset="0"/>
            </a:endParaRPr>
          </a:p>
        </p:txBody>
      </p:sp>
      <p:sp>
        <p:nvSpPr>
          <p:cNvPr id="9" name="テキスト ボックス 8">
            <a:extLst>
              <a:ext uri="{FF2B5EF4-FFF2-40B4-BE49-F238E27FC236}">
                <a16:creationId xmlns:a16="http://schemas.microsoft.com/office/drawing/2014/main" id="{BDCF83BA-51AC-1157-108E-8690CB0CD03F}"/>
              </a:ext>
            </a:extLst>
          </p:cNvPr>
          <p:cNvSpPr txBox="1"/>
          <p:nvPr/>
        </p:nvSpPr>
        <p:spPr>
          <a:xfrm>
            <a:off x="250837" y="5058455"/>
            <a:ext cx="3813865" cy="338554"/>
          </a:xfrm>
          <a:prstGeom prst="rect">
            <a:avLst/>
          </a:prstGeom>
          <a:noFill/>
        </p:spPr>
        <p:txBody>
          <a:bodyPr wrap="none" rtlCol="0">
            <a:spAutoFit/>
          </a:bodyPr>
          <a:lstStyle/>
          <a:p>
            <a:pPr marL="285750" marR="0" lvl="0" indent="-285750" algn="l" defTabSz="914400" rtl="0" eaLnBrk="1" fontAlgn="base" latinLnBrk="0" hangingPunct="1">
              <a:lnSpc>
                <a:spcPct val="100000"/>
              </a:lnSpc>
              <a:spcBef>
                <a:spcPct val="0"/>
              </a:spcBef>
              <a:spcAft>
                <a:spcPct val="0"/>
              </a:spcAft>
              <a:buClrTx/>
              <a:buSzTx/>
              <a:buFont typeface="Wingdings" panose="05000000000000000000" pitchFamily="2" charset="2"/>
              <a:buChar char="n"/>
              <a:tabLst/>
              <a:defRPr/>
            </a:pPr>
            <a:r>
              <a:rPr kumimoji="1" lang="en-US" altLang="ja-JP"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charset="-128"/>
                <a:cs typeface="Arial" panose="020B0604020202020204" pitchFamily="34" charset="0"/>
              </a:rPr>
              <a:t>Evaporative emission : Proconve L-8</a:t>
            </a:r>
            <a:endParaRPr kumimoji="1" lang="ja-JP"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charset="-128"/>
              <a:cs typeface="Arial" panose="020B0604020202020204" pitchFamily="34" charset="0"/>
            </a:endParaRPr>
          </a:p>
        </p:txBody>
      </p:sp>
      <p:sp>
        <p:nvSpPr>
          <p:cNvPr id="11" name="テキスト ボックス 10">
            <a:extLst>
              <a:ext uri="{FF2B5EF4-FFF2-40B4-BE49-F238E27FC236}">
                <a16:creationId xmlns:a16="http://schemas.microsoft.com/office/drawing/2014/main" id="{58B346AC-D5F4-228E-5119-3BB004A719D8}"/>
              </a:ext>
            </a:extLst>
          </p:cNvPr>
          <p:cNvSpPr txBox="1"/>
          <p:nvPr/>
        </p:nvSpPr>
        <p:spPr>
          <a:xfrm>
            <a:off x="509672" y="2162855"/>
            <a:ext cx="8084069" cy="523220"/>
          </a:xfrm>
          <a:prstGeom prst="rect">
            <a:avLst/>
          </a:prstGeom>
          <a:noFill/>
        </p:spPr>
        <p:txBody>
          <a:bodyPr wrap="square" rtlCol="0">
            <a:spAutoFit/>
          </a:bodyPr>
          <a:lstStyle>
            <a:defPPr>
              <a:defRPr lang="en-US"/>
            </a:defPPr>
            <a:lvl1pPr marL="285750" indent="-285750" algn="l">
              <a:buFont typeface="Wingdings" panose="05000000000000000000" pitchFamily="2" charset="2"/>
              <a:buChar char="n"/>
              <a:defRPr sz="1600">
                <a:latin typeface="Arial" panose="020B0604020202020204" pitchFamily="34" charset="0"/>
                <a:cs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r>
              <a:rPr kumimoji="1" lang="en-US" altLang="ja-JP"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charset="-128"/>
                <a:cs typeface="Arial" panose="020B0604020202020204" pitchFamily="34" charset="0"/>
              </a:rPr>
              <a:t>*1. Test fuel is E22, E100 and E22(50%) with E100(50%)</a:t>
            </a:r>
          </a:p>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r>
              <a:rPr kumimoji="1" lang="en-US" altLang="ja-JP"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charset="-128"/>
                <a:cs typeface="Arial" panose="020B0604020202020204" pitchFamily="34" charset="0"/>
              </a:rPr>
              <a:t>*2. Aged catalyst which is equivalent of 160,000km driving range, is used to measure emissions.</a:t>
            </a:r>
            <a:endParaRPr kumimoji="1" lang="ja-JP"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charset="-128"/>
              <a:cs typeface="Arial" panose="020B0604020202020204" pitchFamily="34" charset="0"/>
            </a:endParaRPr>
          </a:p>
        </p:txBody>
      </p:sp>
      <p:graphicFrame>
        <p:nvGraphicFramePr>
          <p:cNvPr id="12" name="表 11">
            <a:extLst>
              <a:ext uri="{FF2B5EF4-FFF2-40B4-BE49-F238E27FC236}">
                <a16:creationId xmlns:a16="http://schemas.microsoft.com/office/drawing/2014/main" id="{6F84E081-C8A4-A94F-7716-0D4EBE83AE96}"/>
              </a:ext>
            </a:extLst>
          </p:cNvPr>
          <p:cNvGraphicFramePr>
            <a:graphicFrameLocks noGrp="1"/>
          </p:cNvGraphicFramePr>
          <p:nvPr/>
        </p:nvGraphicFramePr>
        <p:xfrm>
          <a:off x="552938" y="5397009"/>
          <a:ext cx="7474360" cy="997440"/>
        </p:xfrm>
        <a:graphic>
          <a:graphicData uri="http://schemas.openxmlformats.org/drawingml/2006/table">
            <a:tbl>
              <a:tblPr firstRow="1" bandRow="1">
                <a:tableStyleId>{5940675A-B579-460E-94D1-54222C63F5DA}</a:tableStyleId>
              </a:tblPr>
              <a:tblGrid>
                <a:gridCol w="1177815">
                  <a:extLst>
                    <a:ext uri="{9D8B030D-6E8A-4147-A177-3AD203B41FA5}">
                      <a16:colId xmlns:a16="http://schemas.microsoft.com/office/drawing/2014/main" val="20000"/>
                    </a:ext>
                  </a:extLst>
                </a:gridCol>
                <a:gridCol w="1259309">
                  <a:extLst>
                    <a:ext uri="{9D8B030D-6E8A-4147-A177-3AD203B41FA5}">
                      <a16:colId xmlns:a16="http://schemas.microsoft.com/office/drawing/2014/main" val="20001"/>
                    </a:ext>
                  </a:extLst>
                </a:gridCol>
                <a:gridCol w="1259309">
                  <a:extLst>
                    <a:ext uri="{9D8B030D-6E8A-4147-A177-3AD203B41FA5}">
                      <a16:colId xmlns:a16="http://schemas.microsoft.com/office/drawing/2014/main" val="20002"/>
                    </a:ext>
                  </a:extLst>
                </a:gridCol>
                <a:gridCol w="1259309">
                  <a:extLst>
                    <a:ext uri="{9D8B030D-6E8A-4147-A177-3AD203B41FA5}">
                      <a16:colId xmlns:a16="http://schemas.microsoft.com/office/drawing/2014/main" val="20003"/>
                    </a:ext>
                  </a:extLst>
                </a:gridCol>
                <a:gridCol w="1259309">
                  <a:extLst>
                    <a:ext uri="{9D8B030D-6E8A-4147-A177-3AD203B41FA5}">
                      <a16:colId xmlns:a16="http://schemas.microsoft.com/office/drawing/2014/main" val="20004"/>
                    </a:ext>
                  </a:extLst>
                </a:gridCol>
                <a:gridCol w="1259309">
                  <a:extLst>
                    <a:ext uri="{9D8B030D-6E8A-4147-A177-3AD203B41FA5}">
                      <a16:colId xmlns:a16="http://schemas.microsoft.com/office/drawing/2014/main" val="20005"/>
                    </a:ext>
                  </a:extLst>
                </a:gridCol>
              </a:tblGrid>
              <a:tr h="437548">
                <a:tc>
                  <a:txBody>
                    <a:bodyPr/>
                    <a:lstStyle/>
                    <a:p>
                      <a:pPr algn="ctr"/>
                      <a:endParaRPr kumimoji="1" lang="ja-JP" altLang="en-US" sz="1000" b="0" dirty="0">
                        <a:latin typeface="Arial" panose="020B0604020202020204" pitchFamily="34" charset="0"/>
                        <a:ea typeface="Meiryo UI" pitchFamily="50" charset="-128"/>
                        <a:cs typeface="Arial" panose="020B0604020202020204" pitchFamily="34" charset="0"/>
                      </a:endParaRPr>
                    </a:p>
                  </a:txBody>
                  <a:tcPr marT="36000" marB="36000" anchor="ctr"/>
                </a:tc>
                <a:tc>
                  <a:txBody>
                    <a:bodyPr/>
                    <a:lstStyle/>
                    <a:p>
                      <a:pPr algn="ctr"/>
                      <a:r>
                        <a:rPr kumimoji="1" lang="en-US" altLang="ja-JP" sz="1400" b="0" dirty="0">
                          <a:latin typeface="Arial" panose="020B0604020202020204" pitchFamily="34" charset="0"/>
                          <a:ea typeface="Meiryo UI" pitchFamily="50" charset="-128"/>
                          <a:cs typeface="Arial" panose="020B0604020202020204" pitchFamily="34" charset="0"/>
                        </a:rPr>
                        <a:t>Driving</a:t>
                      </a:r>
                    </a:p>
                    <a:p>
                      <a:pPr algn="ctr"/>
                      <a:r>
                        <a:rPr kumimoji="1" lang="en-US" altLang="ja-JP" sz="1400" b="0" dirty="0">
                          <a:latin typeface="Arial" panose="020B0604020202020204" pitchFamily="34" charset="0"/>
                          <a:ea typeface="Meiryo UI" pitchFamily="50" charset="-128"/>
                          <a:cs typeface="Arial" panose="020B0604020202020204" pitchFamily="34" charset="0"/>
                        </a:rPr>
                        <a:t>Cycle</a:t>
                      </a:r>
                      <a:endParaRPr kumimoji="1" lang="ja-JP" altLang="en-US" sz="1400" b="0" dirty="0">
                        <a:latin typeface="Arial" panose="020B0604020202020204" pitchFamily="34" charset="0"/>
                        <a:ea typeface="Meiryo UI" pitchFamily="50" charset="-128"/>
                        <a:cs typeface="Arial" panose="020B0604020202020204" pitchFamily="34" charset="0"/>
                      </a:endParaRPr>
                    </a:p>
                  </a:txBody>
                  <a:tcPr marL="36000" marR="36000" marT="36000" marB="36000" anchor="ctr"/>
                </a:tc>
                <a:tc>
                  <a:txBody>
                    <a:bodyPr/>
                    <a:lstStyle/>
                    <a:p>
                      <a:pPr algn="ctr"/>
                      <a:r>
                        <a:rPr kumimoji="1" lang="en-US" altLang="ja-JP" sz="1400" b="0" dirty="0">
                          <a:latin typeface="Arial" panose="020B0604020202020204" pitchFamily="34" charset="0"/>
                          <a:ea typeface="Meiryo UI" pitchFamily="50" charset="-128"/>
                          <a:cs typeface="Arial" panose="020B0604020202020204" pitchFamily="34" charset="0"/>
                        </a:rPr>
                        <a:t>Short Test</a:t>
                      </a:r>
                    </a:p>
                    <a:p>
                      <a:pPr algn="ctr"/>
                      <a:r>
                        <a:rPr kumimoji="1" lang="en-US" altLang="ja-JP" sz="1400" b="0" dirty="0">
                          <a:latin typeface="Arial" panose="020B0604020202020204" pitchFamily="34" charset="0"/>
                          <a:ea typeface="Meiryo UI" pitchFamily="50" charset="-128"/>
                          <a:cs typeface="Arial" panose="020B0604020202020204" pitchFamily="34" charset="0"/>
                        </a:rPr>
                        <a:t>(2day DBL)</a:t>
                      </a:r>
                      <a:endParaRPr kumimoji="1" lang="ja-JP" altLang="en-US" sz="1400" b="0" dirty="0">
                        <a:latin typeface="Arial" panose="020B0604020202020204" pitchFamily="34" charset="0"/>
                        <a:ea typeface="Meiryo UI" pitchFamily="50" charset="-128"/>
                        <a:cs typeface="Arial" panose="020B0604020202020204" pitchFamily="34" charset="0"/>
                      </a:endParaRPr>
                    </a:p>
                  </a:txBody>
                  <a:tcPr marL="36000" marR="36000" marT="36000" marB="36000" anchor="ctr"/>
                </a:tc>
                <a:tc>
                  <a:txBody>
                    <a:bodyPr/>
                    <a:lstStyle/>
                    <a:p>
                      <a:pPr algn="ctr"/>
                      <a:r>
                        <a:rPr kumimoji="1" lang="en-US" altLang="ja-JP" sz="1400" b="0" dirty="0">
                          <a:latin typeface="Arial" panose="020B0604020202020204" pitchFamily="34" charset="0"/>
                          <a:ea typeface="Meiryo UI" pitchFamily="50" charset="-128"/>
                          <a:cs typeface="Arial" panose="020B0604020202020204" pitchFamily="34" charset="0"/>
                        </a:rPr>
                        <a:t>Tank</a:t>
                      </a:r>
                    </a:p>
                    <a:p>
                      <a:pPr algn="ctr"/>
                      <a:r>
                        <a:rPr kumimoji="1" lang="en-US" altLang="ja-JP" sz="1400" b="0" dirty="0">
                          <a:latin typeface="Arial" panose="020B0604020202020204" pitchFamily="34" charset="0"/>
                          <a:ea typeface="Meiryo UI" pitchFamily="50" charset="-128"/>
                          <a:cs typeface="Arial" panose="020B0604020202020204" pitchFamily="34" charset="0"/>
                        </a:rPr>
                        <a:t>Heating</a:t>
                      </a:r>
                      <a:endParaRPr kumimoji="1" lang="ja-JP" altLang="en-US" sz="1400" b="0" dirty="0">
                        <a:latin typeface="Arial" panose="020B0604020202020204" pitchFamily="34" charset="0"/>
                        <a:ea typeface="Meiryo UI" pitchFamily="50" charset="-128"/>
                        <a:cs typeface="Arial" panose="020B0604020202020204" pitchFamily="34" charset="0"/>
                      </a:endParaRPr>
                    </a:p>
                  </a:txBody>
                  <a:tcPr marL="36000" marR="36000" marT="36000" marB="36000" anchor="ctr"/>
                </a:tc>
                <a:tc>
                  <a:txBody>
                    <a:bodyPr/>
                    <a:lstStyle/>
                    <a:p>
                      <a:pPr algn="ctr"/>
                      <a:r>
                        <a:rPr kumimoji="1" lang="en-US" altLang="ja-JP" sz="1400" b="0" dirty="0">
                          <a:latin typeface="Arial" panose="020B0604020202020204" pitchFamily="34" charset="0"/>
                          <a:ea typeface="Meiryo UI" pitchFamily="50" charset="-128"/>
                          <a:cs typeface="Arial" panose="020B0604020202020204" pitchFamily="34" charset="0"/>
                        </a:rPr>
                        <a:t>ORVR</a:t>
                      </a:r>
                    </a:p>
                    <a:p>
                      <a:pPr algn="ctr"/>
                      <a:r>
                        <a:rPr kumimoji="1" lang="en-US" altLang="ja-JP" sz="1400" b="0" dirty="0">
                          <a:latin typeface="Arial" panose="020B0604020202020204" pitchFamily="34" charset="0"/>
                          <a:ea typeface="Meiryo UI" pitchFamily="50" charset="-128"/>
                          <a:cs typeface="Arial" panose="020B0604020202020204" pitchFamily="34" charset="0"/>
                        </a:rPr>
                        <a:t>Test</a:t>
                      </a:r>
                      <a:endParaRPr kumimoji="1" lang="ja-JP" altLang="en-US" sz="1400" b="0" dirty="0">
                        <a:latin typeface="Arial" panose="020B0604020202020204" pitchFamily="34" charset="0"/>
                        <a:ea typeface="Meiryo UI" pitchFamily="50" charset="-128"/>
                        <a:cs typeface="Arial" panose="020B0604020202020204" pitchFamily="34" charset="0"/>
                      </a:endParaRPr>
                    </a:p>
                  </a:txBody>
                  <a:tcPr marL="36000" marR="36000" marT="36000" marB="36000" anchor="ctr"/>
                </a:tc>
                <a:tc>
                  <a:txBody>
                    <a:bodyPr/>
                    <a:lstStyle/>
                    <a:p>
                      <a:pPr algn="ctr"/>
                      <a:r>
                        <a:rPr kumimoji="1" lang="en-US" altLang="ja-JP" sz="1400" b="0" dirty="0">
                          <a:latin typeface="Arial" panose="020B0604020202020204" pitchFamily="34" charset="0"/>
                          <a:ea typeface="Meiryo UI" pitchFamily="50" charset="-128"/>
                          <a:cs typeface="Arial" panose="020B0604020202020204" pitchFamily="34" charset="0"/>
                        </a:rPr>
                        <a:t>Running</a:t>
                      </a:r>
                    </a:p>
                    <a:p>
                      <a:pPr algn="ctr"/>
                      <a:r>
                        <a:rPr kumimoji="1" lang="en-US" altLang="ja-JP" sz="1400" b="0" dirty="0">
                          <a:latin typeface="Arial" panose="020B0604020202020204" pitchFamily="34" charset="0"/>
                          <a:ea typeface="Meiryo UI" pitchFamily="50" charset="-128"/>
                          <a:cs typeface="Arial" panose="020B0604020202020204" pitchFamily="34" charset="0"/>
                        </a:rPr>
                        <a:t>Loss</a:t>
                      </a:r>
                      <a:endParaRPr kumimoji="1" lang="ja-JP" altLang="en-US" sz="1400" b="0" dirty="0">
                        <a:latin typeface="Arial" panose="020B0604020202020204" pitchFamily="34" charset="0"/>
                        <a:ea typeface="Meiryo UI" pitchFamily="50" charset="-128"/>
                        <a:cs typeface="Arial" panose="020B0604020202020204" pitchFamily="34" charset="0"/>
                      </a:endParaRPr>
                    </a:p>
                  </a:txBody>
                  <a:tcPr marL="36000" marR="36000" marT="36000" marB="36000" anchor="ctr"/>
                </a:tc>
                <a:extLst>
                  <a:ext uri="{0D108BD9-81ED-4DB2-BD59-A6C34878D82A}">
                    <a16:rowId xmlns:a16="http://schemas.microsoft.com/office/drawing/2014/main" val="10000"/>
                  </a:ext>
                </a:extLst>
              </a:tr>
              <a:tr h="437548">
                <a:tc>
                  <a:txBody>
                    <a:bodyPr/>
                    <a:lstStyle/>
                    <a:p>
                      <a:pPr algn="ctr"/>
                      <a:r>
                        <a:rPr kumimoji="1" lang="en-US" altLang="ja-JP" sz="1400" b="0" dirty="0">
                          <a:latin typeface="Arial" panose="020B0604020202020204" pitchFamily="34" charset="0"/>
                          <a:ea typeface="Meiryo UI" pitchFamily="50" charset="-128"/>
                          <a:cs typeface="Arial" panose="020B0604020202020204" pitchFamily="34" charset="0"/>
                        </a:rPr>
                        <a:t>STD</a:t>
                      </a:r>
                      <a:endParaRPr kumimoji="1" lang="ja-JP" altLang="en-US" sz="1400" b="0" dirty="0">
                        <a:latin typeface="Arial" panose="020B0604020202020204" pitchFamily="34" charset="0"/>
                        <a:ea typeface="Meiryo UI" pitchFamily="50" charset="-128"/>
                        <a:cs typeface="Arial" panose="020B0604020202020204" pitchFamily="34" charset="0"/>
                      </a:endParaRPr>
                    </a:p>
                  </a:txBody>
                  <a:tcPr marT="36000" marB="36000" anchor="ctr"/>
                </a:tc>
                <a:tc>
                  <a:txBody>
                    <a:bodyPr/>
                    <a:lstStyle/>
                    <a:p>
                      <a:pPr algn="ctr"/>
                      <a:r>
                        <a:rPr kumimoji="1" lang="en-US" altLang="ja-JP" sz="1400" b="0" dirty="0">
                          <a:latin typeface="Arial" panose="020B0604020202020204" pitchFamily="34" charset="0"/>
                          <a:ea typeface="Meiryo UI" pitchFamily="50" charset="-128"/>
                          <a:cs typeface="Arial" panose="020B0604020202020204" pitchFamily="34" charset="0"/>
                        </a:rPr>
                        <a:t>FTP(LA-4)</a:t>
                      </a:r>
                      <a:endParaRPr kumimoji="1" lang="ja-JP" altLang="en-US" sz="1400" b="0" dirty="0">
                        <a:latin typeface="Arial" panose="020B0604020202020204" pitchFamily="34" charset="0"/>
                        <a:ea typeface="Meiryo UI" pitchFamily="50" charset="-128"/>
                        <a:cs typeface="Arial" panose="020B0604020202020204" pitchFamily="34" charset="0"/>
                      </a:endParaRPr>
                    </a:p>
                  </a:txBody>
                  <a:tcPr marL="36000" marR="36000" marT="36000" marB="36000" anchor="ctr">
                    <a:lnB w="12700" cap="flat" cmpd="sng" algn="ctr">
                      <a:solidFill>
                        <a:schemeClr val="tx1"/>
                      </a:solidFill>
                      <a:prstDash val="solid"/>
                      <a:round/>
                      <a:headEnd type="none" w="med" len="med"/>
                      <a:tailEnd type="none" w="med" len="med"/>
                    </a:lnB>
                  </a:tcPr>
                </a:tc>
                <a:tc>
                  <a:txBody>
                    <a:bodyPr/>
                    <a:lstStyle/>
                    <a:p>
                      <a:pPr algn="ctr"/>
                      <a:r>
                        <a:rPr kumimoji="1" lang="en-US" altLang="ja-JP" sz="1400" b="0" dirty="0">
                          <a:latin typeface="Arial" panose="020B0604020202020204" pitchFamily="34" charset="0"/>
                          <a:ea typeface="Meiryo UI" pitchFamily="50" charset="-128"/>
                          <a:cs typeface="Arial" panose="020B0604020202020204" pitchFamily="34" charset="0"/>
                        </a:rPr>
                        <a:t>0.50 g/test</a:t>
                      </a:r>
                    </a:p>
                    <a:p>
                      <a:pPr algn="ctr"/>
                      <a:r>
                        <a:rPr kumimoji="1" lang="en-US" altLang="ja-JP" sz="1400" b="0" dirty="0">
                          <a:latin typeface="Arial" panose="020B0604020202020204" pitchFamily="34" charset="0"/>
                          <a:ea typeface="Meiryo UI" pitchFamily="50" charset="-128"/>
                          <a:cs typeface="Arial" panose="020B0604020202020204" pitchFamily="34" charset="0"/>
                        </a:rPr>
                        <a:t>(DBL+HSL)</a:t>
                      </a:r>
                    </a:p>
                  </a:txBody>
                  <a:tcPr marL="36000" marR="36000" marT="36000" marB="36000" anchor="ctr"/>
                </a:tc>
                <a:tc>
                  <a:txBody>
                    <a:bodyPr/>
                    <a:lstStyle/>
                    <a:p>
                      <a:pPr algn="ctr"/>
                      <a:r>
                        <a:rPr kumimoji="1" lang="en-US" altLang="ja-JP" sz="1400" b="0" dirty="0">
                          <a:latin typeface="Arial" panose="020B0604020202020204" pitchFamily="34" charset="0"/>
                          <a:ea typeface="Meiryo UI" pitchFamily="50" charset="-128"/>
                          <a:cs typeface="Arial" panose="020B0604020202020204" pitchFamily="34" charset="0"/>
                        </a:rPr>
                        <a:t>N/A</a:t>
                      </a:r>
                      <a:endParaRPr kumimoji="1" lang="ja-JP" altLang="en-US" sz="1400" b="0" dirty="0">
                        <a:latin typeface="Arial" panose="020B0604020202020204" pitchFamily="34" charset="0"/>
                        <a:ea typeface="Meiryo UI" pitchFamily="50" charset="-128"/>
                        <a:cs typeface="Arial" panose="020B0604020202020204" pitchFamily="34" charset="0"/>
                      </a:endParaRPr>
                    </a:p>
                  </a:txBody>
                  <a:tcPr marL="36000" marR="36000" marT="36000" marB="36000" anchor="ctr"/>
                </a:tc>
                <a:tc>
                  <a:txBody>
                    <a:bodyPr/>
                    <a:lstStyle/>
                    <a:p>
                      <a:pPr algn="ctr"/>
                      <a:r>
                        <a:rPr kumimoji="1" lang="en-US" altLang="ja-JP" sz="1400" b="0" dirty="0">
                          <a:latin typeface="Arial" panose="020B0604020202020204" pitchFamily="34" charset="0"/>
                          <a:ea typeface="Meiryo UI" pitchFamily="50" charset="-128"/>
                          <a:cs typeface="Arial" panose="020B0604020202020204" pitchFamily="34" charset="0"/>
                        </a:rPr>
                        <a:t>0.05 g/L</a:t>
                      </a:r>
                    </a:p>
                    <a:p>
                      <a:pPr algn="ctr"/>
                      <a:r>
                        <a:rPr kumimoji="1" lang="en-US" altLang="ja-JP" sz="1400" b="0" dirty="0">
                          <a:latin typeface="Arial" panose="020B0604020202020204" pitchFamily="34" charset="0"/>
                          <a:ea typeface="Meiryo UI" pitchFamily="50" charset="-128"/>
                          <a:cs typeface="Arial" panose="020B0604020202020204" pitchFamily="34" charset="0"/>
                        </a:rPr>
                        <a:t>(0.19 g/gal)</a:t>
                      </a:r>
                    </a:p>
                  </a:txBody>
                  <a:tcPr marL="36000" marR="36000" marT="36000" marB="36000" anchor="ctr"/>
                </a:tc>
                <a:tc>
                  <a:txBody>
                    <a:bodyPr/>
                    <a:lstStyle/>
                    <a:p>
                      <a:pPr algn="ctr"/>
                      <a:r>
                        <a:rPr kumimoji="1" lang="en-US" altLang="ja-JP" sz="1400" b="0" dirty="0">
                          <a:latin typeface="Arial" panose="020B0604020202020204" pitchFamily="34" charset="0"/>
                          <a:ea typeface="Meiryo UI" pitchFamily="50" charset="-128"/>
                          <a:cs typeface="Arial" panose="020B0604020202020204" pitchFamily="34" charset="0"/>
                        </a:rPr>
                        <a:t>N/A</a:t>
                      </a:r>
                      <a:endParaRPr kumimoji="1" lang="ja-JP" altLang="en-US" sz="1400" b="0" dirty="0">
                        <a:latin typeface="Arial" panose="020B0604020202020204" pitchFamily="34" charset="0"/>
                        <a:ea typeface="Meiryo UI" pitchFamily="50" charset="-128"/>
                        <a:cs typeface="Arial" panose="020B0604020202020204" pitchFamily="34" charset="0"/>
                      </a:endParaRPr>
                    </a:p>
                  </a:txBody>
                  <a:tcPr marL="36000" marR="36000" marT="36000" marB="36000" anchor="ctr"/>
                </a:tc>
                <a:extLst>
                  <a:ext uri="{0D108BD9-81ED-4DB2-BD59-A6C34878D82A}">
                    <a16:rowId xmlns:a16="http://schemas.microsoft.com/office/drawing/2014/main" val="10001"/>
                  </a:ext>
                </a:extLst>
              </a:tr>
            </a:tbl>
          </a:graphicData>
        </a:graphic>
      </p:graphicFrame>
      <p:sp>
        <p:nvSpPr>
          <p:cNvPr id="13" name="テキスト ボックス 12">
            <a:extLst>
              <a:ext uri="{FF2B5EF4-FFF2-40B4-BE49-F238E27FC236}">
                <a16:creationId xmlns:a16="http://schemas.microsoft.com/office/drawing/2014/main" id="{E2B9B9D4-8D4B-E82F-AF6A-7BF384760803}"/>
              </a:ext>
            </a:extLst>
          </p:cNvPr>
          <p:cNvSpPr txBox="1"/>
          <p:nvPr/>
        </p:nvSpPr>
        <p:spPr>
          <a:xfrm>
            <a:off x="509672" y="6409042"/>
            <a:ext cx="8156897" cy="307777"/>
          </a:xfrm>
          <a:prstGeom prst="rect">
            <a:avLst/>
          </a:prstGeom>
          <a:noFill/>
        </p:spPr>
        <p:txBody>
          <a:bodyPr wrap="square" rtlCol="0">
            <a:spAutoFit/>
          </a:bodyPr>
          <a:lstStyle>
            <a:defPPr>
              <a:defRPr lang="en-US"/>
            </a:defPPr>
            <a:lvl1pPr marL="285750" indent="-285750" algn="l">
              <a:buFont typeface="Wingdings" panose="05000000000000000000" pitchFamily="2" charset="2"/>
              <a:buChar char="n"/>
              <a:defRPr sz="1600">
                <a:latin typeface="Arial" panose="020B0604020202020204" pitchFamily="34" charset="0"/>
                <a:cs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r>
              <a:rPr kumimoji="1" lang="en-US" altLang="ja-JP"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charset="-128"/>
                <a:cs typeface="Arial" panose="020B0604020202020204" pitchFamily="34" charset="0"/>
              </a:rPr>
              <a:t>*4. Test fuel is E22 and E100.</a:t>
            </a:r>
            <a:endParaRPr kumimoji="1" lang="ja-JP"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charset="-128"/>
              <a:cs typeface="Arial" panose="020B0604020202020204" pitchFamily="34" charset="0"/>
            </a:endParaRPr>
          </a:p>
        </p:txBody>
      </p:sp>
      <p:graphicFrame>
        <p:nvGraphicFramePr>
          <p:cNvPr id="19" name="表 18">
            <a:extLst>
              <a:ext uri="{FF2B5EF4-FFF2-40B4-BE49-F238E27FC236}">
                <a16:creationId xmlns:a16="http://schemas.microsoft.com/office/drawing/2014/main" id="{F822BBDA-D6C0-F8DB-9C18-A5ED473D5550}"/>
              </a:ext>
            </a:extLst>
          </p:cNvPr>
          <p:cNvGraphicFramePr>
            <a:graphicFrameLocks noGrp="1"/>
          </p:cNvGraphicFramePr>
          <p:nvPr>
            <p:extLst>
              <p:ext uri="{D42A27DB-BD31-4B8C-83A1-F6EECF244321}">
                <p14:modId xmlns:p14="http://schemas.microsoft.com/office/powerpoint/2010/main" val="1214699354"/>
              </p:ext>
            </p:extLst>
          </p:nvPr>
        </p:nvGraphicFramePr>
        <p:xfrm>
          <a:off x="552937" y="3141976"/>
          <a:ext cx="6203915" cy="1141440"/>
        </p:xfrm>
        <a:graphic>
          <a:graphicData uri="http://schemas.openxmlformats.org/drawingml/2006/table">
            <a:tbl>
              <a:tblPr firstRow="1" bandRow="1">
                <a:tableStyleId>{5940675A-B579-460E-94D1-54222C63F5DA}</a:tableStyleId>
              </a:tblPr>
              <a:tblGrid>
                <a:gridCol w="1177815">
                  <a:extLst>
                    <a:ext uri="{9D8B030D-6E8A-4147-A177-3AD203B41FA5}">
                      <a16:colId xmlns:a16="http://schemas.microsoft.com/office/drawing/2014/main" val="20000"/>
                    </a:ext>
                  </a:extLst>
                </a:gridCol>
                <a:gridCol w="1256525">
                  <a:extLst>
                    <a:ext uri="{9D8B030D-6E8A-4147-A177-3AD203B41FA5}">
                      <a16:colId xmlns:a16="http://schemas.microsoft.com/office/drawing/2014/main" val="20001"/>
                    </a:ext>
                  </a:extLst>
                </a:gridCol>
                <a:gridCol w="1256525">
                  <a:extLst>
                    <a:ext uri="{9D8B030D-6E8A-4147-A177-3AD203B41FA5}">
                      <a16:colId xmlns:a16="http://schemas.microsoft.com/office/drawing/2014/main" val="20002"/>
                    </a:ext>
                  </a:extLst>
                </a:gridCol>
                <a:gridCol w="1256525">
                  <a:extLst>
                    <a:ext uri="{9D8B030D-6E8A-4147-A177-3AD203B41FA5}">
                      <a16:colId xmlns:a16="http://schemas.microsoft.com/office/drawing/2014/main" val="20003"/>
                    </a:ext>
                  </a:extLst>
                </a:gridCol>
                <a:gridCol w="1256525">
                  <a:extLst>
                    <a:ext uri="{9D8B030D-6E8A-4147-A177-3AD203B41FA5}">
                      <a16:colId xmlns:a16="http://schemas.microsoft.com/office/drawing/2014/main" val="20004"/>
                    </a:ext>
                  </a:extLst>
                </a:gridCol>
              </a:tblGrid>
              <a:tr h="219026">
                <a:tc>
                  <a:txBody>
                    <a:bodyPr/>
                    <a:lstStyle/>
                    <a:p>
                      <a:pPr algn="ctr"/>
                      <a:endParaRPr kumimoji="1" lang="ja-JP" altLang="en-US" sz="1000" b="0" dirty="0">
                        <a:latin typeface="Arial" panose="020B0604020202020204" pitchFamily="34" charset="0"/>
                        <a:ea typeface="Meiryo UI" pitchFamily="50" charset="-128"/>
                        <a:cs typeface="Arial" panose="020B0604020202020204" pitchFamily="34" charset="0"/>
                      </a:endParaRPr>
                    </a:p>
                  </a:txBody>
                  <a:tcPr marT="36000" marB="36000" anchor="ctr"/>
                </a:tc>
                <a:tc>
                  <a:txBody>
                    <a:bodyPr/>
                    <a:lstStyle/>
                    <a:p>
                      <a:pPr algn="ctr"/>
                      <a:r>
                        <a:rPr kumimoji="1" lang="en-US" altLang="ja-JP" sz="1400" b="0" dirty="0">
                          <a:latin typeface="Arial" panose="020B0604020202020204" pitchFamily="34" charset="0"/>
                          <a:ea typeface="Meiryo UI" pitchFamily="50" charset="-128"/>
                          <a:cs typeface="Arial" panose="020B0604020202020204" pitchFamily="34" charset="0"/>
                        </a:rPr>
                        <a:t>NONMHC</a:t>
                      </a:r>
                      <a:r>
                        <a:rPr kumimoji="1" lang="en-US" altLang="ja-JP" sz="1400" b="0" baseline="-25000" dirty="0">
                          <a:latin typeface="Arial" panose="020B0604020202020204" pitchFamily="34" charset="0"/>
                          <a:ea typeface="Meiryo UI" pitchFamily="50" charset="-128"/>
                          <a:cs typeface="Arial" panose="020B0604020202020204" pitchFamily="34" charset="0"/>
                        </a:rPr>
                        <a:t>E22</a:t>
                      </a:r>
                      <a:endParaRPr kumimoji="1" lang="ja-JP" altLang="en-US" sz="1400" b="0" baseline="-25000" dirty="0">
                        <a:latin typeface="Arial" panose="020B0604020202020204" pitchFamily="34" charset="0"/>
                        <a:ea typeface="Meiryo UI" pitchFamily="50" charset="-128"/>
                        <a:cs typeface="Arial" panose="020B0604020202020204" pitchFamily="34" charset="0"/>
                      </a:endParaRPr>
                    </a:p>
                  </a:txBody>
                  <a:tcPr marL="36000" marR="36000" marT="36000" marB="36000" anchor="ctr"/>
                </a:tc>
                <a:tc>
                  <a:txBody>
                    <a:bodyPr/>
                    <a:lstStyle/>
                    <a:p>
                      <a:pPr algn="ctr"/>
                      <a:r>
                        <a:rPr kumimoji="1" lang="en-US" altLang="ja-JP" sz="1400" b="0" dirty="0">
                          <a:latin typeface="Arial" panose="020B0604020202020204" pitchFamily="34" charset="0"/>
                          <a:ea typeface="Meiryo UI" pitchFamily="50" charset="-128"/>
                          <a:cs typeface="Arial" panose="020B0604020202020204" pitchFamily="34" charset="0"/>
                        </a:rPr>
                        <a:t>NONMHC</a:t>
                      </a:r>
                      <a:r>
                        <a:rPr kumimoji="1" lang="en-US" altLang="ja-JP" sz="1400" b="0" baseline="-25000" dirty="0">
                          <a:latin typeface="Arial" panose="020B0604020202020204" pitchFamily="34" charset="0"/>
                          <a:ea typeface="Meiryo UI" pitchFamily="50" charset="-128"/>
                          <a:cs typeface="Arial" panose="020B0604020202020204" pitchFamily="34" charset="0"/>
                        </a:rPr>
                        <a:t>E61</a:t>
                      </a:r>
                      <a:endParaRPr kumimoji="1" lang="ja-JP" altLang="en-US" sz="1100" b="0" baseline="-25000" dirty="0">
                        <a:latin typeface="Arial" panose="020B0604020202020204" pitchFamily="34" charset="0"/>
                        <a:ea typeface="Meiryo UI" pitchFamily="50" charset="-128"/>
                        <a:cs typeface="Arial" panose="020B0604020202020204" pitchFamily="34" charset="0"/>
                      </a:endParaRPr>
                    </a:p>
                  </a:txBody>
                  <a:tcPr marL="36000" marR="36000" marT="36000" marB="36000" anchor="ctr"/>
                </a:tc>
                <a:tc>
                  <a:txBody>
                    <a:bodyPr/>
                    <a:lstStyle/>
                    <a:p>
                      <a:pPr algn="ctr"/>
                      <a:r>
                        <a:rPr kumimoji="1" lang="en-US" altLang="ja-JP" sz="1400" b="0" dirty="0">
                          <a:latin typeface="Arial" panose="020B0604020202020204" pitchFamily="34" charset="0"/>
                          <a:ea typeface="Meiryo UI" pitchFamily="50" charset="-128"/>
                          <a:cs typeface="Arial" panose="020B0604020202020204" pitchFamily="34" charset="0"/>
                        </a:rPr>
                        <a:t>NONMHC</a:t>
                      </a:r>
                      <a:r>
                        <a:rPr kumimoji="1" lang="en-US" altLang="ja-JP" sz="1400" b="0" baseline="-25000" dirty="0">
                          <a:latin typeface="Arial" panose="020B0604020202020204" pitchFamily="34" charset="0"/>
                          <a:ea typeface="Meiryo UI" pitchFamily="50" charset="-128"/>
                          <a:cs typeface="Arial" panose="020B0604020202020204" pitchFamily="34" charset="0"/>
                        </a:rPr>
                        <a:t>E100</a:t>
                      </a:r>
                      <a:endParaRPr kumimoji="1" lang="ja-JP" altLang="en-US" sz="1100" b="0" baseline="-25000" dirty="0">
                        <a:latin typeface="Arial" panose="020B0604020202020204" pitchFamily="34" charset="0"/>
                        <a:ea typeface="Meiryo UI" pitchFamily="50" charset="-128"/>
                        <a:cs typeface="Arial" panose="020B0604020202020204" pitchFamily="34" charset="0"/>
                      </a:endParaRPr>
                    </a:p>
                  </a:txBody>
                  <a:tcPr marL="36000" marR="36000" marT="36000" marB="36000" anchor="ctr"/>
                </a:tc>
                <a:tc>
                  <a:txBody>
                    <a:bodyPr/>
                    <a:lstStyle/>
                    <a:p>
                      <a:pPr algn="ctr"/>
                      <a:r>
                        <a:rPr kumimoji="1" lang="en-US" altLang="ja-JP" sz="1400" b="0" dirty="0">
                          <a:latin typeface="Arial" panose="020B0604020202020204" pitchFamily="34" charset="0"/>
                          <a:ea typeface="Meiryo UI" pitchFamily="50" charset="-128"/>
                          <a:cs typeface="Arial" panose="020B0604020202020204" pitchFamily="34" charset="0"/>
                        </a:rPr>
                        <a:t>NMOG</a:t>
                      </a:r>
                      <a:r>
                        <a:rPr kumimoji="1" lang="en-US" altLang="ja-JP" sz="1400" b="0" baseline="-25000" dirty="0">
                          <a:latin typeface="Arial" panose="020B0604020202020204" pitchFamily="34" charset="0"/>
                          <a:ea typeface="Meiryo UI" pitchFamily="50" charset="-128"/>
                          <a:cs typeface="Arial" panose="020B0604020202020204" pitchFamily="34" charset="0"/>
                        </a:rPr>
                        <a:t>A22</a:t>
                      </a:r>
                      <a:endParaRPr kumimoji="1" lang="ja-JP" altLang="en-US" sz="1100" b="0" baseline="-25000" dirty="0">
                        <a:latin typeface="Arial" panose="020B0604020202020204" pitchFamily="34" charset="0"/>
                        <a:ea typeface="Meiryo UI" pitchFamily="50" charset="-128"/>
                        <a:cs typeface="Arial" panose="020B0604020202020204" pitchFamily="34" charset="0"/>
                      </a:endParaRPr>
                    </a:p>
                  </a:txBody>
                  <a:tcPr marL="36000" marR="36000" marT="36000" marB="36000" anchor="ctr"/>
                </a:tc>
                <a:extLst>
                  <a:ext uri="{0D108BD9-81ED-4DB2-BD59-A6C34878D82A}">
                    <a16:rowId xmlns:a16="http://schemas.microsoft.com/office/drawing/2014/main" val="10000"/>
                  </a:ext>
                </a:extLst>
              </a:tr>
              <a:tr h="219026">
                <a:tc>
                  <a:txBody>
                    <a:bodyPr/>
                    <a:lstStyle/>
                    <a:p>
                      <a:pPr algn="ctr"/>
                      <a:r>
                        <a:rPr kumimoji="1" lang="en-US" altLang="ja-JP" sz="1400" b="0" dirty="0">
                          <a:latin typeface="Arial" panose="020B0604020202020204" pitchFamily="34" charset="0"/>
                          <a:ea typeface="Meiryo UI" pitchFamily="50" charset="-128"/>
                          <a:cs typeface="Arial" panose="020B0604020202020204" pitchFamily="34" charset="0"/>
                        </a:rPr>
                        <a:t>L8-table2B</a:t>
                      </a:r>
                      <a:endParaRPr kumimoji="1" lang="ja-JP" altLang="en-US" sz="1400" b="0" dirty="0">
                        <a:latin typeface="Arial" panose="020B0604020202020204" pitchFamily="34" charset="0"/>
                        <a:ea typeface="Meiryo UI" pitchFamily="50" charset="-128"/>
                        <a:cs typeface="Arial" panose="020B0604020202020204" pitchFamily="34" charset="0"/>
                      </a:endParaRPr>
                    </a:p>
                  </a:txBody>
                  <a:tcPr marT="36000" marB="36000" anchor="ctr"/>
                </a:tc>
                <a:tc>
                  <a:txBody>
                    <a:bodyPr/>
                    <a:lstStyle/>
                    <a:p>
                      <a:pPr algn="ctr"/>
                      <a:r>
                        <a:rPr kumimoji="1" lang="en-US" altLang="ja-JP" sz="1400" b="0" dirty="0">
                          <a:latin typeface="Arial" panose="020B0604020202020204" pitchFamily="34" charset="0"/>
                          <a:ea typeface="Meiryo UI" pitchFamily="50" charset="-128"/>
                          <a:cs typeface="Arial" panose="020B0604020202020204" pitchFamily="34" charset="0"/>
                        </a:rPr>
                        <a:t>3.69</a:t>
                      </a:r>
                      <a:endParaRPr kumimoji="1" lang="ja-JP" altLang="en-US" sz="1400" b="0" dirty="0">
                        <a:latin typeface="Arial" panose="020B0604020202020204" pitchFamily="34" charset="0"/>
                        <a:ea typeface="Meiryo UI" pitchFamily="50" charset="-128"/>
                        <a:cs typeface="Arial" panose="020B0604020202020204" pitchFamily="34" charset="0"/>
                      </a:endParaRPr>
                    </a:p>
                  </a:txBody>
                  <a:tcPr marL="36000" marR="36000" marT="36000" marB="36000" anchor="ctr"/>
                </a:tc>
                <a:tc>
                  <a:txBody>
                    <a:bodyPr/>
                    <a:lstStyle/>
                    <a:p>
                      <a:pPr algn="ctr"/>
                      <a:r>
                        <a:rPr kumimoji="1" lang="en-US" altLang="ja-JP" sz="1400" b="0" dirty="0">
                          <a:latin typeface="Arial" panose="020B0604020202020204" pitchFamily="34" charset="0"/>
                          <a:ea typeface="Meiryo UI" pitchFamily="50" charset="-128"/>
                          <a:cs typeface="Arial" panose="020B0604020202020204" pitchFamily="34" charset="0"/>
                        </a:rPr>
                        <a:t>4.63</a:t>
                      </a:r>
                      <a:endParaRPr kumimoji="1" lang="ja-JP" altLang="en-US" sz="1400" b="0" dirty="0">
                        <a:latin typeface="Arial" panose="020B0604020202020204" pitchFamily="34" charset="0"/>
                        <a:ea typeface="Meiryo UI" pitchFamily="50" charset="-128"/>
                        <a:cs typeface="Arial" panose="020B0604020202020204" pitchFamily="34" charset="0"/>
                      </a:endParaRPr>
                    </a:p>
                  </a:txBody>
                  <a:tcPr marL="36000" marR="36000" marT="36000" marB="36000" anchor="ctr"/>
                </a:tc>
                <a:tc>
                  <a:txBody>
                    <a:bodyPr/>
                    <a:lstStyle/>
                    <a:p>
                      <a:pPr algn="ctr"/>
                      <a:r>
                        <a:rPr kumimoji="1" lang="en-US" altLang="ja-JP" sz="1400" b="0" dirty="0">
                          <a:latin typeface="Arial" panose="020B0604020202020204" pitchFamily="34" charset="0"/>
                          <a:ea typeface="Meiryo UI" pitchFamily="50" charset="-128"/>
                          <a:cs typeface="Arial" panose="020B0604020202020204" pitchFamily="34" charset="0"/>
                        </a:rPr>
                        <a:t>5.57</a:t>
                      </a:r>
                      <a:endParaRPr kumimoji="1" lang="ja-JP" altLang="en-US" sz="1400" b="0" dirty="0">
                        <a:latin typeface="Arial" panose="020B0604020202020204" pitchFamily="34" charset="0"/>
                        <a:ea typeface="Meiryo UI" pitchFamily="50" charset="-128"/>
                        <a:cs typeface="Arial" panose="020B0604020202020204" pitchFamily="34" charset="0"/>
                      </a:endParaRPr>
                    </a:p>
                  </a:txBody>
                  <a:tcPr marL="36000" marR="36000" marT="36000" marB="36000" anchor="ctr"/>
                </a:tc>
                <a:tc>
                  <a:txBody>
                    <a:bodyPr/>
                    <a:lstStyle/>
                    <a:p>
                      <a:pPr algn="ctr"/>
                      <a:r>
                        <a:rPr kumimoji="1" lang="en-US" altLang="ja-JP" sz="1400" b="0" dirty="0">
                          <a:latin typeface="Arial" panose="020B0604020202020204" pitchFamily="34" charset="0"/>
                          <a:ea typeface="Meiryo UI" pitchFamily="50" charset="-128"/>
                          <a:cs typeface="Arial" panose="020B0604020202020204" pitchFamily="34" charset="0"/>
                        </a:rPr>
                        <a:t>3.91</a:t>
                      </a:r>
                      <a:endParaRPr kumimoji="1" lang="ja-JP" altLang="en-US" sz="1400" b="0" dirty="0">
                        <a:latin typeface="Arial" panose="020B0604020202020204" pitchFamily="34" charset="0"/>
                        <a:ea typeface="Meiryo UI" pitchFamily="50" charset="-128"/>
                        <a:cs typeface="Arial" panose="020B0604020202020204" pitchFamily="34" charset="0"/>
                      </a:endParaRPr>
                    </a:p>
                  </a:txBody>
                  <a:tcPr marL="36000" marR="36000" marT="36000" marB="36000" anchor="ctr"/>
                </a:tc>
                <a:extLst>
                  <a:ext uri="{0D108BD9-81ED-4DB2-BD59-A6C34878D82A}">
                    <a16:rowId xmlns:a16="http://schemas.microsoft.com/office/drawing/2014/main" val="2113268742"/>
                  </a:ext>
                </a:extLst>
              </a:tr>
              <a:tr h="219026">
                <a:tc>
                  <a:txBody>
                    <a:bodyPr/>
                    <a:lstStyle/>
                    <a:p>
                      <a:pPr algn="ctr"/>
                      <a:r>
                        <a:rPr kumimoji="1" lang="en-US" altLang="ja-JP" sz="1400" b="0" dirty="0">
                          <a:latin typeface="Arial" panose="020B0604020202020204" pitchFamily="34" charset="0"/>
                          <a:ea typeface="Meiryo UI" pitchFamily="50" charset="-128"/>
                          <a:cs typeface="Arial" panose="020B0604020202020204" pitchFamily="34" charset="0"/>
                        </a:rPr>
                        <a:t>L8-table2A</a:t>
                      </a:r>
                      <a:endParaRPr kumimoji="1" lang="ja-JP" altLang="en-US" sz="1400" b="0" dirty="0">
                        <a:latin typeface="Arial" panose="020B0604020202020204" pitchFamily="34" charset="0"/>
                        <a:ea typeface="Meiryo UI" pitchFamily="50" charset="-128"/>
                        <a:cs typeface="Arial" panose="020B0604020202020204" pitchFamily="34" charset="0"/>
                      </a:endParaRPr>
                    </a:p>
                  </a:txBody>
                  <a:tcPr marT="36000" marB="36000" anchor="ctr"/>
                </a:tc>
                <a:tc>
                  <a:txBody>
                    <a:bodyPr/>
                    <a:lstStyle/>
                    <a:p>
                      <a:pPr algn="ctr"/>
                      <a:r>
                        <a:rPr kumimoji="1" lang="en-US" altLang="ja-JP" sz="1400" b="0" dirty="0">
                          <a:solidFill>
                            <a:srgbClr val="FF0000"/>
                          </a:solidFill>
                          <a:latin typeface="Arial" panose="020B0604020202020204" pitchFamily="34" charset="0"/>
                          <a:ea typeface="Meiryo UI" pitchFamily="50" charset="-128"/>
                          <a:cs typeface="Arial" panose="020B0604020202020204" pitchFamily="34" charset="0"/>
                        </a:rPr>
                        <a:t>4.2</a:t>
                      </a:r>
                      <a:endParaRPr kumimoji="1" lang="ja-JP" altLang="en-US" sz="1400" b="0" dirty="0">
                        <a:solidFill>
                          <a:srgbClr val="FF0000"/>
                        </a:solidFill>
                        <a:latin typeface="Arial" panose="020B0604020202020204" pitchFamily="34" charset="0"/>
                        <a:ea typeface="Meiryo UI" pitchFamily="50" charset="-128"/>
                        <a:cs typeface="Arial" panose="020B0604020202020204" pitchFamily="34" charset="0"/>
                      </a:endParaRPr>
                    </a:p>
                  </a:txBody>
                  <a:tcPr marL="36000" marR="36000" marT="36000" marB="36000" anchor="ctr"/>
                </a:tc>
                <a:tc>
                  <a:txBody>
                    <a:bodyPr/>
                    <a:lstStyle/>
                    <a:p>
                      <a:pPr algn="ctr"/>
                      <a:r>
                        <a:rPr kumimoji="1" lang="en-US" altLang="ja-JP" sz="1400" b="0" dirty="0">
                          <a:solidFill>
                            <a:srgbClr val="FF0000"/>
                          </a:solidFill>
                          <a:latin typeface="Arial" panose="020B0604020202020204" pitchFamily="34" charset="0"/>
                          <a:ea typeface="Meiryo UI" pitchFamily="50" charset="-128"/>
                          <a:cs typeface="Arial" panose="020B0604020202020204" pitchFamily="34" charset="0"/>
                        </a:rPr>
                        <a:t>4.28</a:t>
                      </a:r>
                      <a:endParaRPr kumimoji="1" lang="ja-JP" altLang="en-US" sz="1400" b="0" dirty="0">
                        <a:solidFill>
                          <a:srgbClr val="FF0000"/>
                        </a:solidFill>
                        <a:latin typeface="Arial" panose="020B0604020202020204" pitchFamily="34" charset="0"/>
                        <a:ea typeface="Meiryo UI" pitchFamily="50" charset="-128"/>
                        <a:cs typeface="Arial" panose="020B0604020202020204" pitchFamily="34" charset="0"/>
                      </a:endParaRPr>
                    </a:p>
                  </a:txBody>
                  <a:tcPr marL="36000" marR="36000" marT="36000" marB="36000" anchor="ctr"/>
                </a:tc>
                <a:tc>
                  <a:txBody>
                    <a:bodyPr/>
                    <a:lstStyle/>
                    <a:p>
                      <a:pPr algn="ctr"/>
                      <a:r>
                        <a:rPr kumimoji="1" lang="en-US" altLang="ja-JP" sz="1400" b="0" dirty="0">
                          <a:solidFill>
                            <a:srgbClr val="FF0000"/>
                          </a:solidFill>
                          <a:latin typeface="Arial" panose="020B0604020202020204" pitchFamily="34" charset="0"/>
                          <a:ea typeface="Meiryo UI" pitchFamily="50" charset="-128"/>
                          <a:cs typeface="Arial" panose="020B0604020202020204" pitchFamily="34" charset="0"/>
                        </a:rPr>
                        <a:t>4.37</a:t>
                      </a:r>
                      <a:endParaRPr kumimoji="1" lang="ja-JP" altLang="en-US" sz="1400" b="0" dirty="0">
                        <a:solidFill>
                          <a:srgbClr val="FF0000"/>
                        </a:solidFill>
                        <a:latin typeface="Arial" panose="020B0604020202020204" pitchFamily="34" charset="0"/>
                        <a:ea typeface="Meiryo UI" pitchFamily="50" charset="-128"/>
                        <a:cs typeface="Arial" panose="020B0604020202020204" pitchFamily="34" charset="0"/>
                      </a:endParaRPr>
                    </a:p>
                  </a:txBody>
                  <a:tcPr marL="36000" marR="36000" marT="36000" marB="36000" anchor="ctr"/>
                </a:tc>
                <a:tc>
                  <a:txBody>
                    <a:bodyPr/>
                    <a:lstStyle/>
                    <a:p>
                      <a:pPr algn="ctr"/>
                      <a:r>
                        <a:rPr kumimoji="1" lang="en-US" altLang="ja-JP" sz="1400" b="0" dirty="0">
                          <a:solidFill>
                            <a:srgbClr val="FF0000"/>
                          </a:solidFill>
                          <a:latin typeface="Arial" panose="020B0604020202020204" pitchFamily="34" charset="0"/>
                          <a:ea typeface="Meiryo UI" pitchFamily="50" charset="-128"/>
                          <a:cs typeface="Arial" panose="020B0604020202020204" pitchFamily="34" charset="0"/>
                        </a:rPr>
                        <a:t>4.39</a:t>
                      </a:r>
                      <a:endParaRPr kumimoji="1" lang="ja-JP" altLang="en-US" sz="1400" b="0" dirty="0">
                        <a:solidFill>
                          <a:srgbClr val="FF0000"/>
                        </a:solidFill>
                        <a:latin typeface="Arial" panose="020B0604020202020204" pitchFamily="34" charset="0"/>
                        <a:ea typeface="Meiryo UI" pitchFamily="50" charset="-128"/>
                        <a:cs typeface="Arial" panose="020B0604020202020204" pitchFamily="34" charset="0"/>
                      </a:endParaRPr>
                    </a:p>
                  </a:txBody>
                  <a:tcPr marL="36000" marR="36000" marT="36000" marB="36000" anchor="ctr"/>
                </a:tc>
                <a:extLst>
                  <a:ext uri="{0D108BD9-81ED-4DB2-BD59-A6C34878D82A}">
                    <a16:rowId xmlns:a16="http://schemas.microsoft.com/office/drawing/2014/main" val="10001"/>
                  </a:ext>
                </a:extLst>
              </a:tr>
              <a:tr h="219026">
                <a:tc>
                  <a:txBody>
                    <a:bodyPr/>
                    <a:lstStyle/>
                    <a:p>
                      <a:pPr algn="ctr"/>
                      <a:r>
                        <a:rPr kumimoji="1" lang="en-US" altLang="ja-JP" sz="1400" b="0" dirty="0">
                          <a:latin typeface="Arial" panose="020B0604020202020204" pitchFamily="34" charset="0"/>
                          <a:ea typeface="Meiryo UI" pitchFamily="50" charset="-128"/>
                          <a:cs typeface="Arial" panose="020B0604020202020204" pitchFamily="34" charset="0"/>
                        </a:rPr>
                        <a:t>L7</a:t>
                      </a:r>
                      <a:endParaRPr kumimoji="1" lang="ja-JP" altLang="en-US" sz="1400" b="0" dirty="0">
                        <a:latin typeface="Arial" panose="020B0604020202020204" pitchFamily="34" charset="0"/>
                        <a:ea typeface="Meiryo UI" pitchFamily="50" charset="-128"/>
                        <a:cs typeface="Arial" panose="020B0604020202020204" pitchFamily="34" charset="0"/>
                      </a:endParaRPr>
                    </a:p>
                  </a:txBody>
                  <a:tcPr marT="36000" marB="36000" anchor="ctr"/>
                </a:tc>
                <a:tc>
                  <a:txBody>
                    <a:bodyPr/>
                    <a:lstStyle/>
                    <a:p>
                      <a:pPr algn="ctr"/>
                      <a:r>
                        <a:rPr kumimoji="1" lang="en-US" altLang="ja-JP" sz="1400" b="0" dirty="0">
                          <a:latin typeface="Arial" panose="020B0604020202020204" pitchFamily="34" charset="0"/>
                          <a:ea typeface="Meiryo UI" pitchFamily="50" charset="-128"/>
                          <a:cs typeface="Arial" panose="020B0604020202020204" pitchFamily="34" charset="0"/>
                        </a:rPr>
                        <a:t>4.70</a:t>
                      </a:r>
                      <a:endParaRPr kumimoji="1" lang="ja-JP" altLang="en-US" sz="1400" b="0" dirty="0">
                        <a:latin typeface="Arial" panose="020B0604020202020204" pitchFamily="34" charset="0"/>
                        <a:ea typeface="Meiryo UI" pitchFamily="50" charset="-128"/>
                        <a:cs typeface="Arial" panose="020B0604020202020204" pitchFamily="34" charset="0"/>
                      </a:endParaRPr>
                    </a:p>
                  </a:txBody>
                  <a:tcPr marL="36000" marR="36000" marT="36000" marB="36000" anchor="ctr">
                    <a:lnB w="12700" cap="flat" cmpd="sng" algn="ctr">
                      <a:solidFill>
                        <a:schemeClr val="tx1"/>
                      </a:solidFill>
                      <a:prstDash val="solid"/>
                      <a:round/>
                      <a:headEnd type="none" w="med" len="med"/>
                      <a:tailEnd type="none" w="med" len="med"/>
                    </a:lnB>
                  </a:tcPr>
                </a:tc>
                <a:tc>
                  <a:txBody>
                    <a:bodyPr/>
                    <a:lstStyle/>
                    <a:p>
                      <a:pPr algn="ctr"/>
                      <a:r>
                        <a:rPr kumimoji="1" lang="en-US" altLang="ja-JP" sz="1400" b="0" dirty="0">
                          <a:latin typeface="Arial" panose="020B0604020202020204" pitchFamily="34" charset="0"/>
                          <a:ea typeface="Meiryo UI" pitchFamily="50" charset="-128"/>
                          <a:cs typeface="Arial" panose="020B0604020202020204" pitchFamily="34" charset="0"/>
                        </a:rPr>
                        <a:t>3.93</a:t>
                      </a:r>
                      <a:endParaRPr kumimoji="1" lang="ja-JP" altLang="en-US" sz="1400" b="0" dirty="0">
                        <a:latin typeface="Arial" panose="020B0604020202020204" pitchFamily="34" charset="0"/>
                        <a:ea typeface="Meiryo UI" pitchFamily="50" charset="-128"/>
                        <a:cs typeface="Arial" panose="020B0604020202020204" pitchFamily="34" charset="0"/>
                      </a:endParaRPr>
                    </a:p>
                  </a:txBody>
                  <a:tcPr marL="36000" marR="36000" marT="36000" marB="36000" anchor="ctr"/>
                </a:tc>
                <a:tc>
                  <a:txBody>
                    <a:bodyPr/>
                    <a:lstStyle/>
                    <a:p>
                      <a:pPr algn="ctr"/>
                      <a:r>
                        <a:rPr kumimoji="1" lang="en-US" altLang="ja-JP" sz="1400" b="0" dirty="0">
                          <a:latin typeface="Arial" panose="020B0604020202020204" pitchFamily="34" charset="0"/>
                          <a:ea typeface="Meiryo UI" pitchFamily="50" charset="-128"/>
                          <a:cs typeface="Arial" panose="020B0604020202020204" pitchFamily="34" charset="0"/>
                        </a:rPr>
                        <a:t>3.16</a:t>
                      </a:r>
                      <a:endParaRPr kumimoji="1" lang="ja-JP" altLang="en-US" sz="1400" b="0" dirty="0">
                        <a:latin typeface="Arial" panose="020B0604020202020204" pitchFamily="34" charset="0"/>
                        <a:ea typeface="Meiryo UI" pitchFamily="50" charset="-128"/>
                        <a:cs typeface="Arial" panose="020B0604020202020204" pitchFamily="34" charset="0"/>
                      </a:endParaRPr>
                    </a:p>
                  </a:txBody>
                  <a:tcPr marL="36000" marR="36000" marT="36000" marB="36000" anchor="ctr"/>
                </a:tc>
                <a:tc>
                  <a:txBody>
                    <a:bodyPr/>
                    <a:lstStyle/>
                    <a:p>
                      <a:pPr algn="ctr"/>
                      <a:r>
                        <a:rPr kumimoji="1" lang="en-US" altLang="ja-JP" sz="1400" b="0" dirty="0">
                          <a:latin typeface="Arial" panose="020B0604020202020204" pitchFamily="34" charset="0"/>
                          <a:ea typeface="Meiryo UI" pitchFamily="50" charset="-128"/>
                          <a:cs typeface="Arial" panose="020B0604020202020204" pitchFamily="34" charset="0"/>
                        </a:rPr>
                        <a:t>4.86</a:t>
                      </a:r>
                      <a:endParaRPr kumimoji="1" lang="ja-JP" altLang="en-US" sz="1400" b="0" dirty="0">
                        <a:latin typeface="Arial" panose="020B0604020202020204" pitchFamily="34" charset="0"/>
                        <a:ea typeface="Meiryo UI" pitchFamily="50" charset="-128"/>
                        <a:cs typeface="Arial" panose="020B0604020202020204" pitchFamily="34" charset="0"/>
                      </a:endParaRPr>
                    </a:p>
                  </a:txBody>
                  <a:tcPr marL="36000" marR="36000" marT="36000" marB="36000" anchor="ctr"/>
                </a:tc>
                <a:extLst>
                  <a:ext uri="{0D108BD9-81ED-4DB2-BD59-A6C34878D82A}">
                    <a16:rowId xmlns:a16="http://schemas.microsoft.com/office/drawing/2014/main" val="2088101726"/>
                  </a:ext>
                </a:extLst>
              </a:tr>
            </a:tbl>
          </a:graphicData>
        </a:graphic>
      </p:graphicFrame>
      <p:sp>
        <p:nvSpPr>
          <p:cNvPr id="20" name="テキスト ボックス 19">
            <a:extLst>
              <a:ext uri="{FF2B5EF4-FFF2-40B4-BE49-F238E27FC236}">
                <a16:creationId xmlns:a16="http://schemas.microsoft.com/office/drawing/2014/main" id="{B2165483-A231-4AD1-C967-531C4CF4F8CD}"/>
              </a:ext>
            </a:extLst>
          </p:cNvPr>
          <p:cNvSpPr txBox="1"/>
          <p:nvPr/>
        </p:nvSpPr>
        <p:spPr>
          <a:xfrm>
            <a:off x="250837" y="2825906"/>
            <a:ext cx="2815194" cy="338554"/>
          </a:xfrm>
          <a:prstGeom prst="rect">
            <a:avLst/>
          </a:prstGeom>
          <a:noFill/>
        </p:spPr>
        <p:txBody>
          <a:bodyPr wrap="none" rtlCol="0">
            <a:spAutoFit/>
          </a:bodyPr>
          <a:lstStyle/>
          <a:p>
            <a:pPr marL="285750" marR="0" lvl="0" indent="-285750" algn="l" defTabSz="914400" rtl="0" eaLnBrk="1" fontAlgn="base" latinLnBrk="0" hangingPunct="1">
              <a:lnSpc>
                <a:spcPct val="100000"/>
              </a:lnSpc>
              <a:spcBef>
                <a:spcPct val="0"/>
              </a:spcBef>
              <a:spcAft>
                <a:spcPct val="0"/>
              </a:spcAft>
              <a:buClrTx/>
              <a:buSzTx/>
              <a:buFont typeface="Wingdings" panose="05000000000000000000" pitchFamily="2" charset="2"/>
              <a:buChar char="n"/>
              <a:tabLst/>
              <a:defRPr/>
            </a:pPr>
            <a:r>
              <a:rPr kumimoji="1" lang="en-US" altLang="ja-JP"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charset="-128"/>
                <a:cs typeface="Arial" panose="020B0604020202020204" pitchFamily="34" charset="0"/>
              </a:rPr>
              <a:t>MIR factor : Proconve L-8</a:t>
            </a:r>
            <a:endParaRPr kumimoji="1" lang="ja-JP"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charset="-128"/>
              <a:cs typeface="Arial" panose="020B0604020202020204" pitchFamily="34" charset="0"/>
            </a:endParaRPr>
          </a:p>
        </p:txBody>
      </p:sp>
      <p:sp>
        <p:nvSpPr>
          <p:cNvPr id="21" name="正方形/長方形 20">
            <a:extLst>
              <a:ext uri="{FF2B5EF4-FFF2-40B4-BE49-F238E27FC236}">
                <a16:creationId xmlns:a16="http://schemas.microsoft.com/office/drawing/2014/main" id="{98722CB6-41F0-049F-3515-806D0D42FF35}"/>
              </a:ext>
            </a:extLst>
          </p:cNvPr>
          <p:cNvSpPr/>
          <p:nvPr/>
        </p:nvSpPr>
        <p:spPr bwMode="auto">
          <a:xfrm>
            <a:off x="1736651" y="3724545"/>
            <a:ext cx="5017166" cy="266208"/>
          </a:xfrm>
          <a:prstGeom prst="rect">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ja-JP" altLang="en-US" sz="2400" b="0" i="0" u="none" strike="noStrike" kern="1200" cap="none" spc="0" normalizeH="0" baseline="0" noProof="0">
              <a:ln>
                <a:noFill/>
              </a:ln>
              <a:solidFill>
                <a:srgbClr val="000000"/>
              </a:solidFill>
              <a:effectLst/>
              <a:uLnTx/>
              <a:uFillTx/>
              <a:latin typeface="Times New Roman" pitchFamily="18" charset="0"/>
              <a:ea typeface="ＭＳ Ｐゴシック" pitchFamily="50" charset="-128"/>
              <a:cs typeface="+mn-cs"/>
            </a:endParaRPr>
          </a:p>
        </p:txBody>
      </p:sp>
      <p:sp>
        <p:nvSpPr>
          <p:cNvPr id="2" name="テキスト ボックス 1">
            <a:extLst>
              <a:ext uri="{FF2B5EF4-FFF2-40B4-BE49-F238E27FC236}">
                <a16:creationId xmlns:a16="http://schemas.microsoft.com/office/drawing/2014/main" id="{8C3903BE-2310-7FC2-EB03-1FFF51450BA8}"/>
              </a:ext>
            </a:extLst>
          </p:cNvPr>
          <p:cNvSpPr txBox="1"/>
          <p:nvPr/>
        </p:nvSpPr>
        <p:spPr>
          <a:xfrm>
            <a:off x="509672" y="4284707"/>
            <a:ext cx="8084069" cy="738664"/>
          </a:xfrm>
          <a:prstGeom prst="rect">
            <a:avLst/>
          </a:prstGeom>
          <a:noFill/>
        </p:spPr>
        <p:txBody>
          <a:bodyPr wrap="square" rtlCol="0">
            <a:spAutoFit/>
          </a:bodyPr>
          <a:lstStyle>
            <a:defPPr>
              <a:defRPr lang="en-US"/>
            </a:defPPr>
            <a:lvl1pPr marL="285750" indent="-285750" algn="l">
              <a:buFont typeface="Wingdings" panose="05000000000000000000" pitchFamily="2" charset="2"/>
              <a:buChar char="n"/>
              <a:defRPr sz="1600">
                <a:latin typeface="Arial" panose="020B0604020202020204" pitchFamily="34" charset="0"/>
                <a:cs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r>
              <a:rPr kumimoji="1" lang="en-US" altLang="ja-JP" sz="1400" b="0" i="0" u="none" strike="noStrike" kern="1200" cap="none" spc="0" normalizeH="0" baseline="0" noProof="0" dirty="0">
                <a:ln>
                  <a:noFill/>
                </a:ln>
                <a:effectLst/>
                <a:uLnTx/>
                <a:uFillTx/>
                <a:latin typeface="Arial" panose="020B0604020202020204" pitchFamily="34" charset="0"/>
                <a:ea typeface="ＭＳ Ｐゴシック" charset="-128"/>
                <a:cs typeface="Arial" panose="020B0604020202020204" pitchFamily="34" charset="0"/>
              </a:rPr>
              <a:t>*3. Since this model will get certification before 2028, L8-table2A is applied.</a:t>
            </a:r>
          </a:p>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r>
              <a:rPr kumimoji="1" lang="en-US" altLang="ja-JP" sz="1400" b="0" i="0" u="none" strike="noStrike" kern="1200" cap="none" spc="0" normalizeH="0" baseline="0" noProof="0" dirty="0">
                <a:ln>
                  <a:noFill/>
                </a:ln>
                <a:effectLst/>
                <a:uLnTx/>
                <a:uFillTx/>
                <a:latin typeface="Arial" panose="020B0604020202020204" pitchFamily="34" charset="0"/>
                <a:ea typeface="ＭＳ Ｐゴシック" charset="-128"/>
                <a:cs typeface="Arial" panose="020B0604020202020204" pitchFamily="34" charset="0"/>
              </a:rPr>
              <a:t>       L8-table2A : 2025-2027</a:t>
            </a:r>
          </a:p>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r>
              <a:rPr lang="en-US" altLang="ja-JP" sz="1400" dirty="0"/>
              <a:t>       L8-table2B : 2028-</a:t>
            </a:r>
            <a:r>
              <a:rPr kumimoji="1" lang="en-US" altLang="ja-JP" sz="1400" b="0" i="0" u="none" strike="noStrike" kern="1200" cap="none" spc="0" normalizeH="0" baseline="0" noProof="0" dirty="0">
                <a:ln>
                  <a:noFill/>
                </a:ln>
                <a:effectLst/>
                <a:uLnTx/>
                <a:uFillTx/>
                <a:latin typeface="Arial" panose="020B0604020202020204" pitchFamily="34" charset="0"/>
                <a:ea typeface="ＭＳ Ｐゴシック" charset="-128"/>
                <a:cs typeface="Arial" panose="020B0604020202020204" pitchFamily="34" charset="0"/>
              </a:rPr>
              <a:t> </a:t>
            </a:r>
          </a:p>
        </p:txBody>
      </p:sp>
      <p:sp>
        <p:nvSpPr>
          <p:cNvPr id="3" name="テキスト ボックス 2">
            <a:extLst>
              <a:ext uri="{FF2B5EF4-FFF2-40B4-BE49-F238E27FC236}">
                <a16:creationId xmlns:a16="http://schemas.microsoft.com/office/drawing/2014/main" id="{55BF919D-95B4-9170-C5A8-665EE6F616C7}"/>
              </a:ext>
            </a:extLst>
          </p:cNvPr>
          <p:cNvSpPr txBox="1"/>
          <p:nvPr/>
        </p:nvSpPr>
        <p:spPr>
          <a:xfrm>
            <a:off x="5212428" y="2795701"/>
            <a:ext cx="2387961" cy="276999"/>
          </a:xfrm>
          <a:prstGeom prst="rect">
            <a:avLst/>
          </a:prstGeom>
          <a:solidFill>
            <a:srgbClr val="FFFF99"/>
          </a:solidFill>
        </p:spPr>
        <p:txBody>
          <a:bodyPr wrap="none" rtlCol="0">
            <a:spAutoFit/>
          </a:bodyPr>
          <a:lstStyle/>
          <a:p>
            <a:pPr algn="l"/>
            <a:r>
              <a:rPr lang="en-US" altLang="ja-JP" sz="1200" dirty="0">
                <a:latin typeface="Meiryo UI" panose="020B0604030504040204" pitchFamily="50" charset="-128"/>
                <a:ea typeface="Meiryo UI" panose="020B0604030504040204" pitchFamily="50" charset="-128"/>
              </a:rPr>
              <a:t>Rev4:Revise </a:t>
            </a:r>
            <a:r>
              <a:rPr kumimoji="1" lang="en-US" altLang="ja-JP" sz="1200" dirty="0">
                <a:latin typeface="Meiryo UI" panose="020B0604030504040204" pitchFamily="50" charset="-128"/>
                <a:ea typeface="Meiryo UI" panose="020B0604030504040204" pitchFamily="50" charset="-128"/>
              </a:rPr>
              <a:t>MIR factor value</a:t>
            </a:r>
            <a:endParaRPr kumimoji="1" lang="ja-JP" altLang="en-US" sz="1200" dirty="0">
              <a:latin typeface="Meiryo UI" panose="020B0604030504040204" pitchFamily="50" charset="-128"/>
              <a:ea typeface="Meiryo UI" panose="020B0604030504040204" pitchFamily="50" charset="-128"/>
            </a:endParaRPr>
          </a:p>
        </p:txBody>
      </p:sp>
      <p:sp>
        <p:nvSpPr>
          <p:cNvPr id="6" name="テキスト ボックス 2">
            <a:extLst>
              <a:ext uri="{FF2B5EF4-FFF2-40B4-BE49-F238E27FC236}">
                <a16:creationId xmlns:a16="http://schemas.microsoft.com/office/drawing/2014/main" id="{8FD0DE6A-9C97-8CC7-5032-008582870635}"/>
              </a:ext>
            </a:extLst>
          </p:cNvPr>
          <p:cNvSpPr txBox="1"/>
          <p:nvPr/>
        </p:nvSpPr>
        <p:spPr>
          <a:xfrm>
            <a:off x="6205841" y="702956"/>
            <a:ext cx="2043316" cy="276999"/>
          </a:xfrm>
          <a:prstGeom prst="rect">
            <a:avLst/>
          </a:prstGeom>
          <a:solidFill>
            <a:srgbClr val="FFFF99"/>
          </a:solidFill>
        </p:spPr>
        <p:txBody>
          <a:bodyPr wrap="none" rtlCol="0">
            <a:spAutoFit/>
          </a:bodyPr>
          <a:lstStyle/>
          <a:p>
            <a:pPr algn="l"/>
            <a:r>
              <a:rPr lang="en-US" altLang="ja-JP" sz="1200" dirty="0">
                <a:latin typeface="Meiryo UI" panose="020B0604030504040204" pitchFamily="50" charset="-128"/>
                <a:ea typeface="Meiryo UI" panose="020B0604030504040204" pitchFamily="50" charset="-128"/>
              </a:rPr>
              <a:t>Rev4:Revise HCHO value</a:t>
            </a:r>
            <a:endParaRPr kumimoji="1" lang="ja-JP" altLang="en-US" sz="1200" dirty="0">
              <a:latin typeface="Meiryo UI" panose="020B0604030504040204" pitchFamily="50" charset="-128"/>
              <a:ea typeface="Meiryo UI" panose="020B0604030504040204" pitchFamily="50" charset="-128"/>
            </a:endParaRPr>
          </a:p>
        </p:txBody>
      </p:sp>
      <p:sp>
        <p:nvSpPr>
          <p:cNvPr id="5" name="正方形/長方形 20">
            <a:extLst>
              <a:ext uri="{FF2B5EF4-FFF2-40B4-BE49-F238E27FC236}">
                <a16:creationId xmlns:a16="http://schemas.microsoft.com/office/drawing/2014/main" id="{39DD9301-B47F-5B28-5FB4-CC6A22CA2E2F}"/>
              </a:ext>
            </a:extLst>
          </p:cNvPr>
          <p:cNvSpPr/>
          <p:nvPr/>
        </p:nvSpPr>
        <p:spPr bwMode="auto">
          <a:xfrm>
            <a:off x="6753817" y="1563340"/>
            <a:ext cx="1272196" cy="308685"/>
          </a:xfrm>
          <a:prstGeom prst="rect">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ja-JP" altLang="en-US" sz="2400" b="0" i="0" u="none" strike="noStrike" kern="1200" cap="none" spc="0" normalizeH="0" baseline="0" noProof="0">
              <a:ln>
                <a:noFill/>
              </a:ln>
              <a:solidFill>
                <a:srgbClr val="000000"/>
              </a:solidFill>
              <a:effectLst/>
              <a:uLnTx/>
              <a:uFillTx/>
              <a:latin typeface="Times New Roman" pitchFamily="18" charset="0"/>
              <a:ea typeface="ＭＳ Ｐゴシック" pitchFamily="50" charset="-128"/>
              <a:cs typeface="+mn-cs"/>
            </a:endParaRPr>
          </a:p>
        </p:txBody>
      </p:sp>
    </p:spTree>
    <p:extLst>
      <p:ext uri="{BB962C8B-B14F-4D97-AF65-F5344CB8AC3E}">
        <p14:creationId xmlns:p14="http://schemas.microsoft.com/office/powerpoint/2010/main" val="357177221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Box 2"/>
          <p:cNvSpPr txBox="1">
            <a:spLocks noChangeArrowheads="1"/>
          </p:cNvSpPr>
          <p:nvPr/>
        </p:nvSpPr>
        <p:spPr bwMode="auto">
          <a:xfrm>
            <a:off x="159280" y="106001"/>
            <a:ext cx="88931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lnSpc>
                <a:spcPct val="90000"/>
              </a:lnSpc>
            </a:pPr>
            <a:r>
              <a:rPr lang="en-US" altLang="ja-JP" sz="2000" dirty="0">
                <a:solidFill>
                  <a:schemeClr val="bg1"/>
                </a:solidFill>
                <a:latin typeface="Meiryo UI" panose="020B0604030504040204" pitchFamily="50" charset="-128"/>
                <a:ea typeface="Meiryo UI" panose="020B0604030504040204" pitchFamily="50" charset="-128"/>
                <a:cs typeface="Arial" pitchFamily="34" charset="0"/>
              </a:rPr>
              <a:t>10. Applicable Regulations Overview (OBD) </a:t>
            </a:r>
          </a:p>
        </p:txBody>
      </p:sp>
      <p:sp>
        <p:nvSpPr>
          <p:cNvPr id="5" name="テキスト ボックス 4"/>
          <p:cNvSpPr txBox="1"/>
          <p:nvPr/>
        </p:nvSpPr>
        <p:spPr>
          <a:xfrm>
            <a:off x="159280" y="602457"/>
            <a:ext cx="6999877" cy="615553"/>
          </a:xfrm>
          <a:prstGeom prst="rect">
            <a:avLst/>
          </a:prstGeom>
          <a:noFill/>
        </p:spPr>
        <p:txBody>
          <a:bodyPr wrap="square" rtlCol="0">
            <a:spAutoFit/>
          </a:bodyPr>
          <a:lstStyle/>
          <a:p>
            <a:pPr algn="l"/>
            <a:r>
              <a:rPr lang="en-US" altLang="ja-JP" sz="1800" b="1" u="sng" dirty="0">
                <a:latin typeface="Meiryo UI" panose="020B0604030504040204" pitchFamily="50" charset="-128"/>
                <a:ea typeface="Meiryo UI" panose="020B0604030504040204" pitchFamily="50" charset="-128"/>
                <a:cs typeface="Arial" pitchFamily="34" charset="0"/>
              </a:rPr>
              <a:t>&lt;Revised</a:t>
            </a:r>
            <a:r>
              <a:rPr lang="ja-JP" altLang="en-US" sz="1800" b="1" u="sng" dirty="0">
                <a:latin typeface="Meiryo UI" panose="020B0604030504040204" pitchFamily="50" charset="-128"/>
                <a:ea typeface="Meiryo UI" panose="020B0604030504040204" pitchFamily="50" charset="-128"/>
                <a:cs typeface="Arial" pitchFamily="34" charset="0"/>
              </a:rPr>
              <a:t> </a:t>
            </a:r>
            <a:r>
              <a:rPr lang="en-US" altLang="ja-JP" sz="1800" b="1" u="sng" dirty="0">
                <a:latin typeface="Meiryo UI" panose="020B0604030504040204" pitchFamily="50" charset="-128"/>
                <a:ea typeface="Meiryo UI" panose="020B0604030504040204" pitchFamily="50" charset="-128"/>
                <a:cs typeface="Arial" pitchFamily="34" charset="0"/>
              </a:rPr>
              <a:t>OBD</a:t>
            </a:r>
            <a:r>
              <a:rPr lang="ja-JP" altLang="en-US" sz="1800" b="1" u="sng" dirty="0">
                <a:latin typeface="Meiryo UI" panose="020B0604030504040204" pitchFamily="50" charset="-128"/>
                <a:ea typeface="Meiryo UI" panose="020B0604030504040204" pitchFamily="50" charset="-128"/>
                <a:cs typeface="Arial" pitchFamily="34" charset="0"/>
              </a:rPr>
              <a:t> </a:t>
            </a:r>
            <a:r>
              <a:rPr lang="en-US" altLang="ja-JP" sz="1800" b="1" u="sng" dirty="0">
                <a:latin typeface="Meiryo UI" panose="020B0604030504040204" pitchFamily="50" charset="-128"/>
                <a:ea typeface="Meiryo UI" panose="020B0604030504040204" pitchFamily="50" charset="-128"/>
                <a:cs typeface="Arial" pitchFamily="34" charset="0"/>
              </a:rPr>
              <a:t>Items</a:t>
            </a:r>
            <a:r>
              <a:rPr lang="ja-JP" altLang="en-US" sz="1800" b="1" u="sng" dirty="0">
                <a:latin typeface="Meiryo UI" panose="020B0604030504040204" pitchFamily="50" charset="-128"/>
                <a:ea typeface="Meiryo UI" panose="020B0604030504040204" pitchFamily="50" charset="-128"/>
                <a:cs typeface="Arial" pitchFamily="34" charset="0"/>
              </a:rPr>
              <a:t> </a:t>
            </a:r>
            <a:r>
              <a:rPr lang="en-US" altLang="ja-JP" sz="1800" b="1" u="sng" dirty="0">
                <a:latin typeface="Meiryo UI" panose="020B0604030504040204" pitchFamily="50" charset="-128"/>
                <a:ea typeface="Meiryo UI" panose="020B0604030504040204" pitchFamily="50" charset="-128"/>
                <a:cs typeface="Arial" pitchFamily="34" charset="0"/>
              </a:rPr>
              <a:t>for </a:t>
            </a:r>
            <a:r>
              <a:rPr lang="en-US" altLang="ja-JP" sz="1800" b="1" u="sng" dirty="0">
                <a:solidFill>
                  <a:srgbClr val="FF0000"/>
                </a:solidFill>
                <a:latin typeface="Meiryo UI" panose="020B0604030504040204" pitchFamily="50" charset="-128"/>
                <a:ea typeface="Meiryo UI" panose="020B0604030504040204" pitchFamily="50" charset="-128"/>
                <a:cs typeface="Arial" pitchFamily="34" charset="0"/>
              </a:rPr>
              <a:t>6WZX</a:t>
            </a:r>
            <a:r>
              <a:rPr lang="en-US" altLang="ja-JP" sz="1800" b="1" u="sng" dirty="0">
                <a:latin typeface="Meiryo UI" panose="020B0604030504040204" pitchFamily="50" charset="-128"/>
                <a:ea typeface="Meiryo UI" panose="020B0604030504040204" pitchFamily="50" charset="-128"/>
                <a:cs typeface="Arial" pitchFamily="34" charset="0"/>
              </a:rPr>
              <a:t>&gt;</a:t>
            </a:r>
          </a:p>
          <a:p>
            <a:pPr algn="l"/>
            <a:endParaRPr lang="en-US" altLang="ja-JP" sz="1600" dirty="0">
              <a:latin typeface="Meiryo UI" panose="020B0604030504040204" pitchFamily="50" charset="-128"/>
              <a:ea typeface="Meiryo UI" panose="020B0604030504040204" pitchFamily="50" charset="-128"/>
              <a:cs typeface="Arial" pitchFamily="34" charset="0"/>
            </a:endParaRPr>
          </a:p>
        </p:txBody>
      </p:sp>
      <p:sp>
        <p:nvSpPr>
          <p:cNvPr id="4" name="テキスト ボックス 3">
            <a:extLst>
              <a:ext uri="{FF2B5EF4-FFF2-40B4-BE49-F238E27FC236}">
                <a16:creationId xmlns:a16="http://schemas.microsoft.com/office/drawing/2014/main" id="{356178AC-9203-9489-490D-36E55AB17180}"/>
              </a:ext>
            </a:extLst>
          </p:cNvPr>
          <p:cNvSpPr txBox="1"/>
          <p:nvPr/>
        </p:nvSpPr>
        <p:spPr>
          <a:xfrm>
            <a:off x="587264" y="1638070"/>
            <a:ext cx="6999877" cy="1631216"/>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ja-JP" altLang="en-US" sz="20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a:t>
            </a:r>
            <a:r>
              <a:rPr kumimoji="1" lang="en-US" altLang="ja-JP" sz="20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Applicable regulation : </a:t>
            </a:r>
            <a:r>
              <a:rPr kumimoji="1" lang="en-US" altLang="ja-JP" sz="2000" b="0" i="0" u="sng"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OBD Br3 Proconve L-8</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altLang="ja-JP" sz="20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ja-JP" sz="20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 This model should apply the following OBD regulation.</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ja-JP" sz="20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 </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ja-JP" sz="20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2000" b="0" i="0" u="sng"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a:t>
            </a:r>
            <a:r>
              <a:rPr kumimoji="1" lang="en-US" altLang="ja-JP" sz="2000" b="0" i="0" u="sng" strike="noStrike" kern="1200" cap="none" spc="0" normalizeH="0" baseline="0" noProof="0" dirty="0">
                <a:ln>
                  <a:noFill/>
                </a:ln>
                <a:solidFill>
                  <a:srgbClr val="000000"/>
                </a:solidFill>
                <a:effectLst/>
                <a:uLnTx/>
                <a:uFillTx/>
                <a:latin typeface="ＭＳ"/>
                <a:ea typeface="ＭＳ Ｐゴシック" charset="-128"/>
                <a:cs typeface="+mn-cs"/>
              </a:rPr>
              <a:t>IBAMA Normative Instruction No.23/2020</a:t>
            </a:r>
            <a:r>
              <a:rPr kumimoji="1" lang="en-US" altLang="ja-JP" sz="2000" b="0" i="0" u="sng"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a:t>
            </a:r>
          </a:p>
        </p:txBody>
      </p:sp>
    </p:spTree>
    <p:extLst>
      <p:ext uri="{BB962C8B-B14F-4D97-AF65-F5344CB8AC3E}">
        <p14:creationId xmlns:p14="http://schemas.microsoft.com/office/powerpoint/2010/main" val="362958737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 1">
            <a:extLst>
              <a:ext uri="{FF2B5EF4-FFF2-40B4-BE49-F238E27FC236}">
                <a16:creationId xmlns:a16="http://schemas.microsoft.com/office/drawing/2014/main" id="{200AB331-EA1A-B5D7-6E2E-D3B16E9B1EB0}"/>
              </a:ext>
            </a:extLst>
          </p:cNvPr>
          <p:cNvGraphicFramePr>
            <a:graphicFrameLocks noGrp="1"/>
          </p:cNvGraphicFramePr>
          <p:nvPr/>
        </p:nvGraphicFramePr>
        <p:xfrm>
          <a:off x="231119" y="895048"/>
          <a:ext cx="8757129" cy="5391546"/>
        </p:xfrm>
        <a:graphic>
          <a:graphicData uri="http://schemas.openxmlformats.org/drawingml/2006/table">
            <a:tbl>
              <a:tblPr/>
              <a:tblGrid>
                <a:gridCol w="1281237">
                  <a:extLst>
                    <a:ext uri="{9D8B030D-6E8A-4147-A177-3AD203B41FA5}">
                      <a16:colId xmlns:a16="http://schemas.microsoft.com/office/drawing/2014/main" val="50582699"/>
                    </a:ext>
                  </a:extLst>
                </a:gridCol>
                <a:gridCol w="6629731">
                  <a:extLst>
                    <a:ext uri="{9D8B030D-6E8A-4147-A177-3AD203B41FA5}">
                      <a16:colId xmlns:a16="http://schemas.microsoft.com/office/drawing/2014/main" val="3121704369"/>
                    </a:ext>
                  </a:extLst>
                </a:gridCol>
                <a:gridCol w="436728">
                  <a:extLst>
                    <a:ext uri="{9D8B030D-6E8A-4147-A177-3AD203B41FA5}">
                      <a16:colId xmlns:a16="http://schemas.microsoft.com/office/drawing/2014/main" val="2984271902"/>
                    </a:ext>
                  </a:extLst>
                </a:gridCol>
                <a:gridCol w="409433">
                  <a:extLst>
                    <a:ext uri="{9D8B030D-6E8A-4147-A177-3AD203B41FA5}">
                      <a16:colId xmlns:a16="http://schemas.microsoft.com/office/drawing/2014/main" val="2842162437"/>
                    </a:ext>
                  </a:extLst>
                </a:gridCol>
              </a:tblGrid>
              <a:tr h="120870">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l" fontAlgn="ctr"/>
                      <a:r>
                        <a:rPr lang="ja-JP" altLang="en-US" sz="1000" u="none" strike="noStrike" dirty="0">
                          <a:solidFill>
                            <a:schemeClr val="bg1"/>
                          </a:solidFill>
                          <a:effectLst/>
                          <a:latin typeface="Meiryo UI" panose="020B0604030504040204" pitchFamily="50" charset="-128"/>
                          <a:ea typeface="Meiryo UI" panose="020B0604030504040204" pitchFamily="50" charset="-128"/>
                        </a:rPr>
                        <a:t>　</a:t>
                      </a:r>
                      <a:endParaRPr lang="ja-JP" altLang="en-US" sz="1000" b="0" i="0" u="none" strike="noStrike" dirty="0">
                        <a:solidFill>
                          <a:schemeClr val="bg1"/>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solid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l" fontAlgn="ctr"/>
                      <a:r>
                        <a:rPr lang="en-US" sz="1000" u="none" strike="noStrike" dirty="0">
                          <a:solidFill>
                            <a:schemeClr val="bg1"/>
                          </a:solidFill>
                          <a:effectLst/>
                          <a:latin typeface="Meiryo UI" panose="020B0604030504040204" pitchFamily="50" charset="-128"/>
                          <a:ea typeface="Meiryo UI" panose="020B0604030504040204" pitchFamily="50" charset="-128"/>
                        </a:rPr>
                        <a:t>OBD</a:t>
                      </a:r>
                      <a:r>
                        <a:rPr lang="ja-JP" altLang="en-US" sz="1000" u="none" strike="noStrike" dirty="0">
                          <a:solidFill>
                            <a:schemeClr val="bg1"/>
                          </a:solidFill>
                          <a:effectLst/>
                          <a:latin typeface="Meiryo UI" panose="020B0604030504040204" pitchFamily="50" charset="-128"/>
                          <a:ea typeface="Meiryo UI" panose="020B0604030504040204" pitchFamily="50" charset="-128"/>
                        </a:rPr>
                        <a:t>対象部品</a:t>
                      </a:r>
                      <a:endParaRPr lang="ja-JP" altLang="en-US" sz="1000" b="0" i="0" u="none" strike="noStrike" dirty="0">
                        <a:solidFill>
                          <a:schemeClr val="bg1"/>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solid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fontAlgn="ctr"/>
                      <a:r>
                        <a:rPr lang="en-US" sz="1000" u="none" strike="noStrike" dirty="0">
                          <a:solidFill>
                            <a:schemeClr val="bg1"/>
                          </a:solidFill>
                          <a:effectLst/>
                          <a:latin typeface="Meiryo UI" panose="020B0604030504040204" pitchFamily="50" charset="-128"/>
                          <a:ea typeface="Meiryo UI" panose="020B0604030504040204" pitchFamily="50" charset="-128"/>
                        </a:rPr>
                        <a:t>L7</a:t>
                      </a:r>
                      <a:endParaRPr lang="en-US" sz="1000" b="0" i="0" u="none" strike="noStrike" dirty="0">
                        <a:solidFill>
                          <a:schemeClr val="bg1"/>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solid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fontAlgn="ctr"/>
                      <a:r>
                        <a:rPr lang="en-US" sz="1000" u="none" strike="noStrike" dirty="0">
                          <a:solidFill>
                            <a:schemeClr val="bg1"/>
                          </a:solidFill>
                          <a:effectLst/>
                          <a:latin typeface="Meiryo UI" panose="020B0604030504040204" pitchFamily="50" charset="-128"/>
                          <a:ea typeface="Meiryo UI" panose="020B0604030504040204" pitchFamily="50" charset="-128"/>
                        </a:rPr>
                        <a:t>L8</a:t>
                      </a:r>
                      <a:endParaRPr lang="en-US" sz="1000" b="0" i="0" u="none" strike="noStrike" dirty="0">
                        <a:solidFill>
                          <a:schemeClr val="bg1"/>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solidFill>
                  </a:tcPr>
                </a:tc>
                <a:extLst>
                  <a:ext uri="{0D108BD9-81ED-4DB2-BD59-A6C34878D82A}">
                    <a16:rowId xmlns:a16="http://schemas.microsoft.com/office/drawing/2014/main" val="796671003"/>
                  </a:ext>
                </a:extLst>
              </a:tr>
              <a:tr h="120870">
                <a:tc rowSpan="7">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l" fontAlgn="ctr"/>
                      <a:r>
                        <a:rPr lang="en-US" altLang="ja-JP" sz="1000" b="0" i="0" u="none" strike="noStrike" dirty="0">
                          <a:solidFill>
                            <a:srgbClr val="000000"/>
                          </a:solidFill>
                          <a:effectLst/>
                          <a:latin typeface="Meiryo UI" panose="020B0604030504040204" pitchFamily="50" charset="-128"/>
                          <a:ea typeface="Meiryo UI" panose="020B0604030504040204" pitchFamily="50" charset="-128"/>
                        </a:rPr>
                        <a:t>Emission related</a:t>
                      </a: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l" fontAlgn="ctr"/>
                      <a:r>
                        <a:rPr lang="en-US" altLang="ja-JP" sz="1000" b="0" i="0" u="none" strike="noStrike" dirty="0">
                          <a:solidFill>
                            <a:srgbClr val="000000"/>
                          </a:solidFill>
                          <a:effectLst/>
                          <a:latin typeface="Meiryo UI" panose="020B0604030504040204" pitchFamily="50" charset="-128"/>
                          <a:ea typeface="Meiryo UI" panose="020B0604030504040204" pitchFamily="50" charset="-128"/>
                        </a:rPr>
                        <a:t>Catalyst</a:t>
                      </a:r>
                      <a:r>
                        <a:rPr lang="ja-JP" altLang="en-US" sz="1000" b="0" i="0" u="none" strike="noStrike" dirty="0">
                          <a:solidFill>
                            <a:srgbClr val="000000"/>
                          </a:solidFill>
                          <a:effectLst/>
                          <a:latin typeface="Meiryo UI" panose="020B0604030504040204" pitchFamily="50" charset="-128"/>
                          <a:ea typeface="Meiryo UI" panose="020B0604030504040204" pitchFamily="50" charset="-128"/>
                        </a:rPr>
                        <a:t> </a:t>
                      </a:r>
                      <a:r>
                        <a:rPr lang="en-US" altLang="ja-JP" sz="1000" b="0" i="0" u="none" strike="noStrike" dirty="0">
                          <a:solidFill>
                            <a:srgbClr val="000000"/>
                          </a:solidFill>
                          <a:effectLst/>
                          <a:latin typeface="Meiryo UI" panose="020B0604030504040204" pitchFamily="50" charset="-128"/>
                          <a:ea typeface="Meiryo UI" panose="020B0604030504040204" pitchFamily="50" charset="-128"/>
                        </a:rPr>
                        <a:t>deterioration</a:t>
                      </a: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fontAlgn="ctr"/>
                      <a:r>
                        <a:rPr lang="ja-JP" altLang="en-US" sz="1000" u="none" strike="noStrike">
                          <a:effectLst/>
                          <a:latin typeface="Meiryo UI" panose="020B0604030504040204" pitchFamily="50" charset="-128"/>
                          <a:ea typeface="Meiryo UI" panose="020B0604030504040204" pitchFamily="50" charset="-128"/>
                        </a:rPr>
                        <a:t>〇</a:t>
                      </a:r>
                      <a:endParaRPr lang="ja-JP" altLang="en-US" sz="1000" b="0" i="0" u="none" strike="noStrike">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fontAlgn="ctr"/>
                      <a:r>
                        <a:rPr lang="ja-JP" altLang="en-US" sz="1000" u="none" strike="noStrike" dirty="0">
                          <a:effectLst/>
                          <a:latin typeface="Meiryo UI" panose="020B0604030504040204" pitchFamily="50" charset="-128"/>
                          <a:ea typeface="Meiryo UI" panose="020B0604030504040204" pitchFamily="50" charset="-128"/>
                        </a:rPr>
                        <a:t>〇</a:t>
                      </a: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extLst>
                  <a:ext uri="{0D108BD9-81ED-4DB2-BD59-A6C34878D82A}">
                    <a16:rowId xmlns:a16="http://schemas.microsoft.com/office/drawing/2014/main" val="3769114543"/>
                  </a:ext>
                </a:extLst>
              </a:tr>
              <a:tr h="120870">
                <a:tc vMerge="1">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l" fontAlgn="ct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l" fontAlgn="ctr"/>
                      <a:r>
                        <a:rPr lang="en-US" altLang="ja-JP" sz="1000" b="0" i="0" u="none" strike="noStrike" dirty="0">
                          <a:solidFill>
                            <a:srgbClr val="000000"/>
                          </a:solidFill>
                          <a:effectLst/>
                          <a:latin typeface="Meiryo UI" panose="020B0604030504040204" pitchFamily="50" charset="-128"/>
                          <a:ea typeface="Meiryo UI" panose="020B0604030504040204" pitchFamily="50" charset="-128"/>
                        </a:rPr>
                        <a:t>Misfire</a:t>
                      </a: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fontAlgn="ctr"/>
                      <a:r>
                        <a:rPr lang="ja-JP" altLang="en-US" sz="1000" u="none" strike="noStrike" dirty="0">
                          <a:effectLst/>
                          <a:latin typeface="Meiryo UI" panose="020B0604030504040204" pitchFamily="50" charset="-128"/>
                          <a:ea typeface="Meiryo UI" panose="020B0604030504040204" pitchFamily="50" charset="-128"/>
                        </a:rPr>
                        <a:t>〇</a:t>
                      </a: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fontAlgn="ctr"/>
                      <a:r>
                        <a:rPr lang="ja-JP" altLang="en-US" sz="1000" u="none" strike="noStrike" dirty="0">
                          <a:effectLst/>
                          <a:latin typeface="Meiryo UI" panose="020B0604030504040204" pitchFamily="50" charset="-128"/>
                          <a:ea typeface="Meiryo UI" panose="020B0604030504040204" pitchFamily="50" charset="-128"/>
                        </a:rPr>
                        <a:t>〇</a:t>
                      </a: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extLst>
                  <a:ext uri="{0D108BD9-81ED-4DB2-BD59-A6C34878D82A}">
                    <a16:rowId xmlns:a16="http://schemas.microsoft.com/office/drawing/2014/main" val="2535565906"/>
                  </a:ext>
                </a:extLst>
              </a:tr>
              <a:tr h="120870">
                <a:tc vMerge="1">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l" fontAlgn="ct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l" fontAlgn="ctr"/>
                      <a:r>
                        <a:rPr lang="en-US" altLang="ja-JP" sz="1000" b="0" i="0" u="none" strike="noStrike" dirty="0">
                          <a:solidFill>
                            <a:srgbClr val="000000"/>
                          </a:solidFill>
                          <a:effectLst/>
                          <a:latin typeface="Meiryo UI" panose="020B0604030504040204" pitchFamily="50" charset="-128"/>
                          <a:ea typeface="Meiryo UI" panose="020B0604030504040204" pitchFamily="50" charset="-128"/>
                        </a:rPr>
                        <a:t>O2</a:t>
                      </a:r>
                      <a:r>
                        <a:rPr lang="ja-JP" altLang="en-US" sz="1000" b="0" i="0" u="none" strike="noStrike" dirty="0">
                          <a:solidFill>
                            <a:srgbClr val="000000"/>
                          </a:solidFill>
                          <a:effectLst/>
                          <a:latin typeface="Meiryo UI" panose="020B0604030504040204" pitchFamily="50" charset="-128"/>
                          <a:ea typeface="Meiryo UI" panose="020B0604030504040204" pitchFamily="50" charset="-128"/>
                        </a:rPr>
                        <a:t> </a:t>
                      </a:r>
                      <a:r>
                        <a:rPr lang="en-US" altLang="ja-JP" sz="1000" b="0" i="0" u="none" strike="noStrike" dirty="0">
                          <a:solidFill>
                            <a:srgbClr val="000000"/>
                          </a:solidFill>
                          <a:effectLst/>
                          <a:latin typeface="Meiryo UI" panose="020B0604030504040204" pitchFamily="50" charset="-128"/>
                          <a:ea typeface="Meiryo UI" panose="020B0604030504040204" pitchFamily="50" charset="-128"/>
                        </a:rPr>
                        <a:t>sensor</a:t>
                      </a:r>
                      <a:r>
                        <a:rPr lang="ja-JP" altLang="en-US" sz="1000" b="0" i="0" u="none" strike="noStrike" dirty="0">
                          <a:solidFill>
                            <a:srgbClr val="000000"/>
                          </a:solidFill>
                          <a:effectLst/>
                          <a:latin typeface="Meiryo UI" panose="020B0604030504040204" pitchFamily="50" charset="-128"/>
                          <a:ea typeface="Meiryo UI" panose="020B0604030504040204" pitchFamily="50" charset="-128"/>
                        </a:rPr>
                        <a:t> </a:t>
                      </a:r>
                      <a:r>
                        <a:rPr lang="en-US" altLang="ja-JP" sz="1000" b="0" i="0" u="none" strike="noStrike" dirty="0">
                          <a:solidFill>
                            <a:srgbClr val="000000"/>
                          </a:solidFill>
                          <a:effectLst/>
                          <a:latin typeface="Meiryo UI" panose="020B0604030504040204" pitchFamily="50" charset="-128"/>
                          <a:ea typeface="Meiryo UI" panose="020B0604030504040204" pitchFamily="50" charset="-128"/>
                        </a:rPr>
                        <a:t>upstream of catalyst</a:t>
                      </a: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fontAlgn="ctr"/>
                      <a:r>
                        <a:rPr lang="ja-JP" altLang="en-US" sz="1000" u="none" strike="noStrike">
                          <a:effectLst/>
                          <a:latin typeface="Meiryo UI" panose="020B0604030504040204" pitchFamily="50" charset="-128"/>
                          <a:ea typeface="Meiryo UI" panose="020B0604030504040204" pitchFamily="50" charset="-128"/>
                        </a:rPr>
                        <a:t>〇</a:t>
                      </a:r>
                      <a:endParaRPr lang="ja-JP" altLang="en-US" sz="1000" b="0" i="0" u="none" strike="noStrike">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fontAlgn="ctr"/>
                      <a:r>
                        <a:rPr lang="ja-JP" altLang="en-US" sz="1000" u="none" strike="noStrike">
                          <a:effectLst/>
                          <a:latin typeface="Meiryo UI" panose="020B0604030504040204" pitchFamily="50" charset="-128"/>
                          <a:ea typeface="Meiryo UI" panose="020B0604030504040204" pitchFamily="50" charset="-128"/>
                        </a:rPr>
                        <a:t>〇</a:t>
                      </a:r>
                      <a:endParaRPr lang="ja-JP" altLang="en-US" sz="1000" b="0" i="0" u="none" strike="noStrike">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extLst>
                  <a:ext uri="{0D108BD9-81ED-4DB2-BD59-A6C34878D82A}">
                    <a16:rowId xmlns:a16="http://schemas.microsoft.com/office/drawing/2014/main" val="2428450192"/>
                  </a:ext>
                </a:extLst>
              </a:tr>
              <a:tr h="120870">
                <a:tc vMerge="1">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l" fontAlgn="ct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l" fontAlgn="ctr"/>
                      <a:r>
                        <a:rPr lang="en-US" altLang="ja-JP" sz="1000" b="0" i="0" u="none" strike="noStrike" dirty="0">
                          <a:solidFill>
                            <a:srgbClr val="000000"/>
                          </a:solidFill>
                          <a:effectLst/>
                          <a:latin typeface="Meiryo UI" panose="020B0604030504040204" pitchFamily="50" charset="-128"/>
                          <a:ea typeface="Meiryo UI" panose="020B0604030504040204" pitchFamily="50" charset="-128"/>
                        </a:rPr>
                        <a:t>Second</a:t>
                      </a:r>
                      <a:r>
                        <a:rPr lang="ja-JP" altLang="en-US" sz="1000" b="0" i="0" u="none" strike="noStrike" dirty="0">
                          <a:solidFill>
                            <a:srgbClr val="000000"/>
                          </a:solidFill>
                          <a:effectLst/>
                          <a:latin typeface="Meiryo UI" panose="020B0604030504040204" pitchFamily="50" charset="-128"/>
                          <a:ea typeface="Meiryo UI" panose="020B0604030504040204" pitchFamily="50" charset="-128"/>
                        </a:rPr>
                        <a:t> </a:t>
                      </a:r>
                      <a:r>
                        <a:rPr lang="en-US" altLang="ja-JP" sz="1000" b="0" i="0" u="none" strike="noStrike" dirty="0">
                          <a:solidFill>
                            <a:srgbClr val="000000"/>
                          </a:solidFill>
                          <a:effectLst/>
                          <a:latin typeface="Meiryo UI" panose="020B0604030504040204" pitchFamily="50" charset="-128"/>
                          <a:ea typeface="Meiryo UI" panose="020B0604030504040204" pitchFamily="50" charset="-128"/>
                        </a:rPr>
                        <a:t>air</a:t>
                      </a:r>
                      <a:r>
                        <a:rPr lang="ja-JP" altLang="en-US" sz="1000" b="0" i="0" u="none" strike="noStrike" dirty="0">
                          <a:solidFill>
                            <a:srgbClr val="000000"/>
                          </a:solidFill>
                          <a:effectLst/>
                          <a:latin typeface="Meiryo UI" panose="020B0604030504040204" pitchFamily="50" charset="-128"/>
                          <a:ea typeface="Meiryo UI" panose="020B0604030504040204" pitchFamily="50" charset="-128"/>
                        </a:rPr>
                        <a:t> </a:t>
                      </a:r>
                      <a:r>
                        <a:rPr lang="en-US" altLang="ja-JP" sz="1000" b="0" i="0" u="none" strike="noStrike" dirty="0">
                          <a:solidFill>
                            <a:srgbClr val="000000"/>
                          </a:solidFill>
                          <a:effectLst/>
                          <a:latin typeface="Meiryo UI" panose="020B0604030504040204" pitchFamily="50" charset="-128"/>
                          <a:ea typeface="Meiryo UI" panose="020B0604030504040204" pitchFamily="50" charset="-128"/>
                        </a:rPr>
                        <a:t>system</a:t>
                      </a: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fontAlgn="ctr"/>
                      <a:r>
                        <a:rPr lang="ja-JP" altLang="en-US" sz="1000" u="none" strike="noStrike">
                          <a:effectLst/>
                          <a:latin typeface="Meiryo UI" panose="020B0604030504040204" pitchFamily="50" charset="-128"/>
                          <a:ea typeface="Meiryo UI" panose="020B0604030504040204" pitchFamily="50" charset="-128"/>
                        </a:rPr>
                        <a:t>〇</a:t>
                      </a:r>
                      <a:endParaRPr lang="ja-JP" altLang="en-US" sz="1000" b="0" i="0" u="none" strike="noStrike">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fontAlgn="ctr"/>
                      <a:r>
                        <a:rPr lang="ja-JP" altLang="en-US" sz="1000" u="none" strike="noStrike">
                          <a:effectLst/>
                          <a:latin typeface="Meiryo UI" panose="020B0604030504040204" pitchFamily="50" charset="-128"/>
                          <a:ea typeface="Meiryo UI" panose="020B0604030504040204" pitchFamily="50" charset="-128"/>
                        </a:rPr>
                        <a:t>〇</a:t>
                      </a:r>
                      <a:endParaRPr lang="ja-JP" altLang="en-US" sz="1000" b="0" i="0" u="none" strike="noStrike">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extLst>
                  <a:ext uri="{0D108BD9-81ED-4DB2-BD59-A6C34878D82A}">
                    <a16:rowId xmlns:a16="http://schemas.microsoft.com/office/drawing/2014/main" val="1253018887"/>
                  </a:ext>
                </a:extLst>
              </a:tr>
              <a:tr h="120870">
                <a:tc vMerge="1">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l" fontAlgn="ct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l" fontAlgn="ctr"/>
                      <a:r>
                        <a:rPr lang="en-US" altLang="ja-JP" sz="1000" u="none" strike="noStrike" dirty="0">
                          <a:effectLst/>
                          <a:latin typeface="Meiryo UI" panose="020B0604030504040204" pitchFamily="50" charset="-128"/>
                          <a:ea typeface="Meiryo UI" panose="020B0604030504040204" pitchFamily="50" charset="-128"/>
                        </a:rPr>
                        <a:t>Fuel supply system (only for the vehicle operated by “gasoline C”)</a:t>
                      </a:r>
                      <a:endParaRPr lang="en-US" altLang="ja-JP"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fontAlgn="ctr"/>
                      <a:r>
                        <a:rPr lang="ja-JP" altLang="en-US" sz="1000" u="none" strike="noStrike">
                          <a:effectLst/>
                          <a:latin typeface="Meiryo UI" panose="020B0604030504040204" pitchFamily="50" charset="-128"/>
                          <a:ea typeface="Meiryo UI" panose="020B0604030504040204" pitchFamily="50" charset="-128"/>
                        </a:rPr>
                        <a:t>〇</a:t>
                      </a:r>
                      <a:endParaRPr lang="ja-JP" altLang="en-US" sz="1000" b="0" i="0" u="none" strike="noStrike">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fontAlgn="ctr"/>
                      <a:r>
                        <a:rPr lang="ja-JP" altLang="en-US" sz="1000" u="none" strike="noStrike">
                          <a:effectLst/>
                          <a:latin typeface="Meiryo UI" panose="020B0604030504040204" pitchFamily="50" charset="-128"/>
                          <a:ea typeface="Meiryo UI" panose="020B0604030504040204" pitchFamily="50" charset="-128"/>
                        </a:rPr>
                        <a:t>〇</a:t>
                      </a:r>
                      <a:endParaRPr lang="ja-JP" altLang="en-US" sz="1000" b="0" i="0" u="none" strike="noStrike">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extLst>
                  <a:ext uri="{0D108BD9-81ED-4DB2-BD59-A6C34878D82A}">
                    <a16:rowId xmlns:a16="http://schemas.microsoft.com/office/drawing/2014/main" val="3517128997"/>
                  </a:ext>
                </a:extLst>
              </a:tr>
              <a:tr h="120870">
                <a:tc vMerge="1">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l" fontAlgn="ct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l" fontAlgn="ctr"/>
                      <a:r>
                        <a:rPr lang="en-US" altLang="ja-JP" sz="1000" b="0" i="0" u="none" strike="noStrike" dirty="0">
                          <a:solidFill>
                            <a:srgbClr val="000000"/>
                          </a:solidFill>
                          <a:effectLst/>
                          <a:latin typeface="Meiryo UI" panose="020B0604030504040204" pitchFamily="50" charset="-128"/>
                          <a:ea typeface="Meiryo UI" panose="020B0604030504040204" pitchFamily="50" charset="-128"/>
                        </a:rPr>
                        <a:t>Heated</a:t>
                      </a:r>
                      <a:r>
                        <a:rPr lang="ja-JP" altLang="en-US" sz="1000" b="0" i="0" u="none" strike="noStrike" dirty="0">
                          <a:solidFill>
                            <a:srgbClr val="000000"/>
                          </a:solidFill>
                          <a:effectLst/>
                          <a:latin typeface="Meiryo UI" panose="020B0604030504040204" pitchFamily="50" charset="-128"/>
                          <a:ea typeface="Meiryo UI" panose="020B0604030504040204" pitchFamily="50" charset="-128"/>
                        </a:rPr>
                        <a:t> </a:t>
                      </a:r>
                      <a:r>
                        <a:rPr lang="en-US" altLang="ja-JP" sz="1000" b="0" i="0" u="none" strike="noStrike" dirty="0">
                          <a:solidFill>
                            <a:srgbClr val="000000"/>
                          </a:solidFill>
                          <a:effectLst/>
                          <a:latin typeface="Meiryo UI" panose="020B0604030504040204" pitchFamily="50" charset="-128"/>
                          <a:ea typeface="Meiryo UI" panose="020B0604030504040204" pitchFamily="50" charset="-128"/>
                        </a:rPr>
                        <a:t>catalyst</a:t>
                      </a:r>
                      <a:r>
                        <a:rPr lang="ja-JP" altLang="en-US" sz="1000" b="0" i="0" u="none" strike="noStrike" dirty="0">
                          <a:solidFill>
                            <a:srgbClr val="000000"/>
                          </a:solidFill>
                          <a:effectLst/>
                          <a:latin typeface="Meiryo UI" panose="020B0604030504040204" pitchFamily="50" charset="-128"/>
                          <a:ea typeface="Meiryo UI" panose="020B0604030504040204" pitchFamily="50" charset="-128"/>
                        </a:rPr>
                        <a:t> </a:t>
                      </a:r>
                      <a:r>
                        <a:rPr lang="en-US" altLang="ja-JP" sz="1000" b="0" i="0" u="none" strike="noStrike" dirty="0">
                          <a:solidFill>
                            <a:srgbClr val="000000"/>
                          </a:solidFill>
                          <a:effectLst/>
                          <a:latin typeface="Meiryo UI" panose="020B0604030504040204" pitchFamily="50" charset="-128"/>
                          <a:ea typeface="Meiryo UI" panose="020B0604030504040204" pitchFamily="50" charset="-128"/>
                        </a:rPr>
                        <a:t>system</a:t>
                      </a: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fontAlgn="ctr"/>
                      <a:r>
                        <a:rPr lang="ja-JP" altLang="en-US" sz="1000" u="none" strike="noStrike" dirty="0">
                          <a:effectLst/>
                          <a:latin typeface="Meiryo UI" panose="020B0604030504040204" pitchFamily="50" charset="-128"/>
                          <a:ea typeface="Meiryo UI" panose="020B0604030504040204" pitchFamily="50" charset="-128"/>
                        </a:rPr>
                        <a:t>〇</a:t>
                      </a: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fontAlgn="ctr"/>
                      <a:r>
                        <a:rPr lang="ja-JP" altLang="en-US" sz="1000" u="none" strike="noStrike" dirty="0">
                          <a:effectLst/>
                          <a:latin typeface="Meiryo UI" panose="020B0604030504040204" pitchFamily="50" charset="-128"/>
                          <a:ea typeface="Meiryo UI" panose="020B0604030504040204" pitchFamily="50" charset="-128"/>
                        </a:rPr>
                        <a:t>〇</a:t>
                      </a: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extLst>
                  <a:ext uri="{0D108BD9-81ED-4DB2-BD59-A6C34878D82A}">
                    <a16:rowId xmlns:a16="http://schemas.microsoft.com/office/drawing/2014/main" val="797000115"/>
                  </a:ext>
                </a:extLst>
              </a:tr>
              <a:tr h="120870">
                <a:tc vMerge="1">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l" fontAlgn="ct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l" fontAlgn="ctr"/>
                      <a:r>
                        <a:rPr lang="en-US" altLang="ja-JP" sz="1000" b="0" i="0" u="none" strike="noStrike" dirty="0">
                          <a:solidFill>
                            <a:srgbClr val="000000"/>
                          </a:solidFill>
                          <a:effectLst/>
                          <a:latin typeface="Meiryo UI" panose="020B0604030504040204" pitchFamily="50" charset="-128"/>
                          <a:ea typeface="Meiryo UI" panose="020B0604030504040204" pitchFamily="50" charset="-128"/>
                        </a:rPr>
                        <a:t>Exhaust gas recirculation system(EGR)</a:t>
                      </a:r>
                      <a:endParaRPr lang="en-US" sz="1000" b="0" i="0" u="none" strike="noStrike" dirty="0">
                        <a:solidFill>
                          <a:srgbClr val="FF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fontAlgn="ctr"/>
                      <a:r>
                        <a:rPr lang="ja-JP" altLang="en-US" sz="1000" u="none" strike="noStrike" dirty="0">
                          <a:effectLst/>
                          <a:latin typeface="Meiryo UI" panose="020B0604030504040204" pitchFamily="50" charset="-128"/>
                          <a:ea typeface="Meiryo UI" panose="020B0604030504040204" pitchFamily="50" charset="-128"/>
                        </a:rPr>
                        <a:t>〇</a:t>
                      </a: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fontAlgn="ctr"/>
                      <a:r>
                        <a:rPr lang="ja-JP" altLang="en-US" sz="1000" u="none" strike="noStrike" dirty="0">
                          <a:effectLst/>
                          <a:latin typeface="Meiryo UI" panose="020B0604030504040204" pitchFamily="50" charset="-128"/>
                          <a:ea typeface="Meiryo UI" panose="020B0604030504040204" pitchFamily="50" charset="-128"/>
                        </a:rPr>
                        <a:t>〇</a:t>
                      </a: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extLst>
                  <a:ext uri="{0D108BD9-81ED-4DB2-BD59-A6C34878D82A}">
                    <a16:rowId xmlns:a16="http://schemas.microsoft.com/office/drawing/2014/main" val="1104123055"/>
                  </a:ext>
                </a:extLst>
              </a:tr>
              <a:tr h="120870">
                <a:tc rowSpan="5">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l" fontAlgn="ctr"/>
                      <a:r>
                        <a:rPr lang="en-US" altLang="ja-JP" sz="1000" b="0" i="0" u="none" strike="noStrike" dirty="0">
                          <a:solidFill>
                            <a:srgbClr val="000000"/>
                          </a:solidFill>
                          <a:effectLst/>
                          <a:latin typeface="Meiryo UI" panose="020B0604030504040204" pitchFamily="50" charset="-128"/>
                          <a:ea typeface="Meiryo UI" panose="020B0604030504040204" pitchFamily="50" charset="-128"/>
                        </a:rPr>
                        <a:t>Emission related</a:t>
                      </a: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CCECFF"/>
                    </a:solid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l" fontAlgn="ctr"/>
                      <a:r>
                        <a:rPr lang="en-US" altLang="ja-JP" sz="1000" b="0" i="0" u="none" strike="noStrike" dirty="0">
                          <a:solidFill>
                            <a:srgbClr val="000000"/>
                          </a:solidFill>
                          <a:effectLst/>
                          <a:latin typeface="Meiryo UI" panose="020B0604030504040204" pitchFamily="50" charset="-128"/>
                          <a:ea typeface="Meiryo UI" panose="020B0604030504040204" pitchFamily="50" charset="-128"/>
                        </a:rPr>
                        <a:t>O2</a:t>
                      </a:r>
                      <a:r>
                        <a:rPr lang="ja-JP" altLang="en-US" sz="1000" b="0" i="0" u="none" strike="noStrike" dirty="0">
                          <a:solidFill>
                            <a:srgbClr val="000000"/>
                          </a:solidFill>
                          <a:effectLst/>
                          <a:latin typeface="Meiryo UI" panose="020B0604030504040204" pitchFamily="50" charset="-128"/>
                          <a:ea typeface="Meiryo UI" panose="020B0604030504040204" pitchFamily="50" charset="-128"/>
                        </a:rPr>
                        <a:t> </a:t>
                      </a:r>
                      <a:r>
                        <a:rPr lang="en-US" altLang="ja-JP" sz="1000" b="0" i="0" u="none" strike="noStrike" dirty="0">
                          <a:solidFill>
                            <a:srgbClr val="000000"/>
                          </a:solidFill>
                          <a:effectLst/>
                          <a:latin typeface="Meiryo UI" panose="020B0604030504040204" pitchFamily="50" charset="-128"/>
                          <a:ea typeface="Meiryo UI" panose="020B0604030504040204" pitchFamily="50" charset="-128"/>
                        </a:rPr>
                        <a:t>sensor</a:t>
                      </a:r>
                      <a:r>
                        <a:rPr lang="ja-JP" altLang="en-US" sz="1000" b="0" i="0" u="none" strike="noStrike" dirty="0">
                          <a:solidFill>
                            <a:srgbClr val="000000"/>
                          </a:solidFill>
                          <a:effectLst/>
                          <a:latin typeface="Meiryo UI" panose="020B0604030504040204" pitchFamily="50" charset="-128"/>
                          <a:ea typeface="Meiryo UI" panose="020B0604030504040204" pitchFamily="50" charset="-128"/>
                        </a:rPr>
                        <a:t> </a:t>
                      </a:r>
                      <a:r>
                        <a:rPr lang="en-US" altLang="ja-JP" sz="1000" b="0" i="0" u="none" strike="noStrike" dirty="0">
                          <a:solidFill>
                            <a:srgbClr val="000000"/>
                          </a:solidFill>
                          <a:effectLst/>
                          <a:latin typeface="Meiryo UI" panose="020B0604030504040204" pitchFamily="50" charset="-128"/>
                          <a:ea typeface="Meiryo UI" panose="020B0604030504040204" pitchFamily="50" charset="-128"/>
                        </a:rPr>
                        <a:t>downstream of catalyst</a:t>
                      </a: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CCECFF"/>
                    </a:solid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fontAlgn="ctr"/>
                      <a:r>
                        <a:rPr lang="en-US" sz="1000" u="none" strike="noStrike" dirty="0">
                          <a:effectLst/>
                          <a:latin typeface="Meiryo UI" panose="020B0604030504040204" pitchFamily="50" charset="-128"/>
                          <a:ea typeface="Meiryo UI" panose="020B0604030504040204" pitchFamily="50" charset="-128"/>
                        </a:rPr>
                        <a:t>X</a:t>
                      </a:r>
                      <a:endParaRPr 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CCECFF"/>
                    </a:solid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fontAlgn="ctr"/>
                      <a:r>
                        <a:rPr lang="ja-JP" altLang="en-US" sz="1000" u="none" strike="noStrike" dirty="0">
                          <a:effectLst/>
                          <a:latin typeface="Meiryo UI" panose="020B0604030504040204" pitchFamily="50" charset="-128"/>
                          <a:ea typeface="Meiryo UI" panose="020B0604030504040204" pitchFamily="50" charset="-128"/>
                        </a:rPr>
                        <a:t>〇</a:t>
                      </a: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CCECFF"/>
                    </a:solidFill>
                  </a:tcPr>
                </a:tc>
                <a:extLst>
                  <a:ext uri="{0D108BD9-81ED-4DB2-BD59-A6C34878D82A}">
                    <a16:rowId xmlns:a16="http://schemas.microsoft.com/office/drawing/2014/main" val="932325522"/>
                  </a:ext>
                </a:extLst>
              </a:tr>
              <a:tr h="120870">
                <a:tc vMerge="1">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l" fontAlgn="ct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2D2D8A">
                        <a:lumMod val="20000"/>
                        <a:lumOff val="80000"/>
                      </a:srgbClr>
                    </a:solid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l" fontAlgn="ctr"/>
                      <a:r>
                        <a:rPr lang="en-US" altLang="ja-JP" sz="1000" u="none" strike="noStrike" dirty="0">
                          <a:effectLst/>
                          <a:latin typeface="Meiryo UI" panose="020B0604030504040204" pitchFamily="50" charset="-128"/>
                          <a:ea typeface="Meiryo UI" panose="020B0604030504040204" pitchFamily="50" charset="-128"/>
                        </a:rPr>
                        <a:t>Fuel supply system (All ethanol concentration range)</a:t>
                      </a: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CCECFF"/>
                    </a:solid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fontAlgn="ctr"/>
                      <a:r>
                        <a:rPr lang="en-US" sz="1000" u="none" strike="noStrike" dirty="0">
                          <a:effectLst/>
                          <a:latin typeface="Meiryo UI" panose="020B0604030504040204" pitchFamily="50" charset="-128"/>
                          <a:ea typeface="Meiryo UI" panose="020B0604030504040204" pitchFamily="50" charset="-128"/>
                        </a:rPr>
                        <a:t>X</a:t>
                      </a:r>
                      <a:endParaRPr 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CCECFF"/>
                    </a:solid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fontAlgn="ctr"/>
                      <a:r>
                        <a:rPr lang="ja-JP" altLang="en-US" sz="1000" u="none" strike="noStrike" dirty="0">
                          <a:effectLst/>
                          <a:latin typeface="Meiryo UI" panose="020B0604030504040204" pitchFamily="50" charset="-128"/>
                          <a:ea typeface="Meiryo UI" panose="020B0604030504040204" pitchFamily="50" charset="-128"/>
                        </a:rPr>
                        <a:t>〇</a:t>
                      </a: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CCECFF"/>
                    </a:solidFill>
                  </a:tcPr>
                </a:tc>
                <a:extLst>
                  <a:ext uri="{0D108BD9-81ED-4DB2-BD59-A6C34878D82A}">
                    <a16:rowId xmlns:a16="http://schemas.microsoft.com/office/drawing/2014/main" val="3077186294"/>
                  </a:ext>
                </a:extLst>
              </a:tr>
              <a:tr h="120870">
                <a:tc vMerge="1">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l" fontAlgn="ct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2D2D8A">
                        <a:lumMod val="20000"/>
                        <a:lumOff val="80000"/>
                      </a:srgbClr>
                    </a:solid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l" fontAlgn="ctr"/>
                      <a:r>
                        <a:rPr lang="en-US" altLang="ja-JP" sz="1000" u="none" strike="noStrike" dirty="0">
                          <a:effectLst/>
                          <a:latin typeface="Meiryo UI" panose="020B0604030504040204" pitchFamily="50" charset="-128"/>
                          <a:ea typeface="Meiryo UI" panose="020B0604030504040204" pitchFamily="50" charset="-128"/>
                        </a:rPr>
                        <a:t>EVAP emission control system</a:t>
                      </a: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CCECFF"/>
                    </a:solid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fontAlgn="ctr"/>
                      <a:r>
                        <a:rPr lang="en-US" sz="1000" u="none" strike="noStrike" dirty="0">
                          <a:effectLst/>
                          <a:latin typeface="Meiryo UI" panose="020B0604030504040204" pitchFamily="50" charset="-128"/>
                          <a:ea typeface="Meiryo UI" panose="020B0604030504040204" pitchFamily="50" charset="-128"/>
                        </a:rPr>
                        <a:t>X</a:t>
                      </a:r>
                      <a:endParaRPr 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CCECFF"/>
                    </a:solid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fontAlgn="ctr"/>
                      <a:r>
                        <a:rPr lang="ja-JP" altLang="en-US" sz="1000" u="none" strike="noStrike" dirty="0">
                          <a:effectLst/>
                          <a:latin typeface="Meiryo UI" panose="020B0604030504040204" pitchFamily="50" charset="-128"/>
                          <a:ea typeface="Meiryo UI" panose="020B0604030504040204" pitchFamily="50" charset="-128"/>
                        </a:rPr>
                        <a:t>〇</a:t>
                      </a: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CCECFF"/>
                    </a:solidFill>
                  </a:tcPr>
                </a:tc>
                <a:extLst>
                  <a:ext uri="{0D108BD9-81ED-4DB2-BD59-A6C34878D82A}">
                    <a16:rowId xmlns:a16="http://schemas.microsoft.com/office/drawing/2014/main" val="4249192752"/>
                  </a:ext>
                </a:extLst>
              </a:tr>
              <a:tr h="120870">
                <a:tc vMerge="1">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l" fontAlgn="ct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2D2D8A">
                        <a:lumMod val="20000"/>
                        <a:lumOff val="80000"/>
                      </a:srgbClr>
                    </a:solid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l" fontAlgn="ctr"/>
                      <a:r>
                        <a:rPr lang="en-US" altLang="ja-JP" sz="1000" b="0" i="0" u="none" strike="noStrike" dirty="0">
                          <a:solidFill>
                            <a:srgbClr val="000000"/>
                          </a:solidFill>
                          <a:effectLst/>
                          <a:latin typeface="Meiryo UI" panose="020B0604030504040204" pitchFamily="50" charset="-128"/>
                          <a:ea typeface="Meiryo UI" panose="020B0604030504040204" pitchFamily="50" charset="-128"/>
                        </a:rPr>
                        <a:t>Variable valve timing system</a:t>
                      </a: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CCECFF"/>
                    </a:solid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fontAlgn="ctr"/>
                      <a:r>
                        <a:rPr lang="en-US" sz="1000" u="none" strike="noStrike" dirty="0">
                          <a:effectLst/>
                          <a:latin typeface="Meiryo UI" panose="020B0604030504040204" pitchFamily="50" charset="-128"/>
                          <a:ea typeface="Meiryo UI" panose="020B0604030504040204" pitchFamily="50" charset="-128"/>
                        </a:rPr>
                        <a:t>X</a:t>
                      </a:r>
                      <a:endParaRPr 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CCECFF"/>
                    </a:solid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fontAlgn="ctr"/>
                      <a:r>
                        <a:rPr lang="ja-JP" altLang="en-US" sz="1000" u="none" strike="noStrike" dirty="0">
                          <a:effectLst/>
                          <a:latin typeface="Meiryo UI" panose="020B0604030504040204" pitchFamily="50" charset="-128"/>
                          <a:ea typeface="Meiryo UI" panose="020B0604030504040204" pitchFamily="50" charset="-128"/>
                        </a:rPr>
                        <a:t>〇</a:t>
                      </a: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CCECFF"/>
                    </a:solidFill>
                  </a:tcPr>
                </a:tc>
                <a:extLst>
                  <a:ext uri="{0D108BD9-81ED-4DB2-BD59-A6C34878D82A}">
                    <a16:rowId xmlns:a16="http://schemas.microsoft.com/office/drawing/2014/main" val="1342776091"/>
                  </a:ext>
                </a:extLst>
              </a:tr>
              <a:tr h="120870">
                <a:tc vMerge="1">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l" fontAlgn="ct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2D2D8A">
                        <a:lumMod val="20000"/>
                        <a:lumOff val="80000"/>
                      </a:srgbClr>
                    </a:solid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l" fontAlgn="ctr"/>
                      <a:r>
                        <a:rPr lang="en-US" altLang="ja-JP" sz="1000" u="none" strike="noStrike" dirty="0">
                          <a:effectLst/>
                          <a:latin typeface="Meiryo UI" panose="020B0604030504040204" pitchFamily="50" charset="-128"/>
                          <a:ea typeface="Meiryo UI" panose="020B0604030504040204" pitchFamily="50" charset="-128"/>
                        </a:rPr>
                        <a:t>Blow-by gas return system</a:t>
                      </a: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CCECFF"/>
                    </a:solid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fontAlgn="ctr"/>
                      <a:r>
                        <a:rPr lang="en-US" sz="1000" u="none" strike="noStrike" dirty="0">
                          <a:effectLst/>
                          <a:latin typeface="Meiryo UI" panose="020B0604030504040204" pitchFamily="50" charset="-128"/>
                          <a:ea typeface="Meiryo UI" panose="020B0604030504040204" pitchFamily="50" charset="-128"/>
                        </a:rPr>
                        <a:t>X</a:t>
                      </a:r>
                      <a:endParaRPr 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CCECFF"/>
                    </a:solid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fontAlgn="ctr"/>
                      <a:r>
                        <a:rPr lang="ja-JP" altLang="en-US" sz="1000" u="none" strike="noStrike" dirty="0">
                          <a:effectLst/>
                          <a:latin typeface="Meiryo UI" panose="020B0604030504040204" pitchFamily="50" charset="-128"/>
                          <a:ea typeface="Meiryo UI" panose="020B0604030504040204" pitchFamily="50" charset="-128"/>
                        </a:rPr>
                        <a:t>〇</a:t>
                      </a: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CCECFF"/>
                    </a:solidFill>
                  </a:tcPr>
                </a:tc>
                <a:extLst>
                  <a:ext uri="{0D108BD9-81ED-4DB2-BD59-A6C34878D82A}">
                    <a16:rowId xmlns:a16="http://schemas.microsoft.com/office/drawing/2014/main" val="324015942"/>
                  </a:ext>
                </a:extLst>
              </a:tr>
              <a:tr h="120870">
                <a:tc rowSpan="16">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l" fontAlgn="ctr"/>
                      <a:r>
                        <a:rPr lang="en-US" altLang="ja-JP" sz="1000" b="0" i="0" u="none" strike="noStrike" dirty="0">
                          <a:solidFill>
                            <a:srgbClr val="000000"/>
                          </a:solidFill>
                          <a:effectLst/>
                          <a:latin typeface="Meiryo UI" panose="020B0604030504040204" pitchFamily="50" charset="-128"/>
                          <a:ea typeface="Meiryo UI" panose="020B0604030504040204" pitchFamily="50" charset="-128"/>
                        </a:rPr>
                        <a:t>Electrical continuity or plausibility</a:t>
                      </a: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l" fontAlgn="ctr"/>
                      <a:r>
                        <a:rPr lang="en-US" altLang="ja-JP" sz="1000" u="none" strike="noStrike" dirty="0">
                          <a:effectLst/>
                          <a:latin typeface="Meiryo UI" panose="020B0604030504040204" pitchFamily="50" charset="-128"/>
                          <a:ea typeface="Meiryo UI" panose="020B0604030504040204" pitchFamily="50" charset="-128"/>
                        </a:rPr>
                        <a:t>Absolute intake manifold pressure sensor or Air mass flow sensor</a:t>
                      </a: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fontAlgn="ctr"/>
                      <a:r>
                        <a:rPr lang="ja-JP" altLang="en-US" sz="1000" u="none" strike="noStrike" dirty="0">
                          <a:effectLst/>
                          <a:latin typeface="Meiryo UI" panose="020B0604030504040204" pitchFamily="50" charset="-128"/>
                          <a:ea typeface="Meiryo UI" panose="020B0604030504040204" pitchFamily="50" charset="-128"/>
                        </a:rPr>
                        <a:t>〇</a:t>
                      </a: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fontAlgn="ctr"/>
                      <a:r>
                        <a:rPr lang="ja-JP" altLang="en-US" sz="1000" u="none" strike="noStrike">
                          <a:effectLst/>
                          <a:latin typeface="Meiryo UI" panose="020B0604030504040204" pitchFamily="50" charset="-128"/>
                          <a:ea typeface="Meiryo UI" panose="020B0604030504040204" pitchFamily="50" charset="-128"/>
                        </a:rPr>
                        <a:t>〇</a:t>
                      </a:r>
                      <a:endParaRPr lang="ja-JP" altLang="en-US" sz="1000" b="0" i="0" u="none" strike="noStrike">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extLst>
                  <a:ext uri="{0D108BD9-81ED-4DB2-BD59-A6C34878D82A}">
                    <a16:rowId xmlns:a16="http://schemas.microsoft.com/office/drawing/2014/main" val="553282942"/>
                  </a:ext>
                </a:extLst>
              </a:tr>
              <a:tr h="120870">
                <a:tc vMerge="1">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l" fontAlgn="ct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l" fontAlgn="ctr"/>
                      <a:r>
                        <a:rPr lang="en-US" altLang="ja-JP" sz="1000" b="0" i="0" u="none" strike="noStrike" dirty="0">
                          <a:solidFill>
                            <a:srgbClr val="000000"/>
                          </a:solidFill>
                          <a:effectLst/>
                          <a:latin typeface="Meiryo UI" panose="020B0604030504040204" pitchFamily="50" charset="-128"/>
                          <a:ea typeface="Meiryo UI" panose="020B0604030504040204" pitchFamily="50" charset="-128"/>
                        </a:rPr>
                        <a:t>Throttle</a:t>
                      </a:r>
                      <a:r>
                        <a:rPr lang="ja-JP" altLang="en-US" sz="1000" b="0" i="0" u="none" strike="noStrike" dirty="0">
                          <a:solidFill>
                            <a:srgbClr val="000000"/>
                          </a:solidFill>
                          <a:effectLst/>
                          <a:latin typeface="Meiryo UI" panose="020B0604030504040204" pitchFamily="50" charset="-128"/>
                          <a:ea typeface="Meiryo UI" panose="020B0604030504040204" pitchFamily="50" charset="-128"/>
                        </a:rPr>
                        <a:t> </a:t>
                      </a:r>
                      <a:r>
                        <a:rPr lang="en-US" altLang="ja-JP" sz="1000" b="0" i="0" u="none" strike="noStrike" dirty="0">
                          <a:solidFill>
                            <a:srgbClr val="000000"/>
                          </a:solidFill>
                          <a:effectLst/>
                          <a:latin typeface="Meiryo UI" panose="020B0604030504040204" pitchFamily="50" charset="-128"/>
                          <a:ea typeface="Meiryo UI" panose="020B0604030504040204" pitchFamily="50" charset="-128"/>
                        </a:rPr>
                        <a:t>position</a:t>
                      </a:r>
                      <a:r>
                        <a:rPr lang="ja-JP" altLang="en-US" sz="1000" b="0" i="0" u="none" strike="noStrike" dirty="0">
                          <a:solidFill>
                            <a:srgbClr val="000000"/>
                          </a:solidFill>
                          <a:effectLst/>
                          <a:latin typeface="Meiryo UI" panose="020B0604030504040204" pitchFamily="50" charset="-128"/>
                          <a:ea typeface="Meiryo UI" panose="020B0604030504040204" pitchFamily="50" charset="-128"/>
                        </a:rPr>
                        <a:t> </a:t>
                      </a:r>
                      <a:r>
                        <a:rPr lang="en-US" altLang="ja-JP" sz="1000" b="0" i="0" u="none" strike="noStrike" dirty="0">
                          <a:solidFill>
                            <a:srgbClr val="000000"/>
                          </a:solidFill>
                          <a:effectLst/>
                          <a:latin typeface="Meiryo UI" panose="020B0604030504040204" pitchFamily="50" charset="-128"/>
                          <a:ea typeface="Meiryo UI" panose="020B0604030504040204" pitchFamily="50" charset="-128"/>
                        </a:rPr>
                        <a:t>sensor</a:t>
                      </a: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fontAlgn="ctr"/>
                      <a:r>
                        <a:rPr lang="ja-JP" altLang="en-US" sz="1000" u="none" strike="noStrike">
                          <a:effectLst/>
                          <a:latin typeface="Meiryo UI" panose="020B0604030504040204" pitchFamily="50" charset="-128"/>
                          <a:ea typeface="Meiryo UI" panose="020B0604030504040204" pitchFamily="50" charset="-128"/>
                        </a:rPr>
                        <a:t>〇</a:t>
                      </a:r>
                      <a:endParaRPr lang="ja-JP" altLang="en-US" sz="1000" b="0" i="0" u="none" strike="noStrike">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fontAlgn="ctr"/>
                      <a:r>
                        <a:rPr lang="ja-JP" altLang="en-US" sz="1000" u="none" strike="noStrike">
                          <a:effectLst/>
                          <a:latin typeface="Meiryo UI" panose="020B0604030504040204" pitchFamily="50" charset="-128"/>
                          <a:ea typeface="Meiryo UI" panose="020B0604030504040204" pitchFamily="50" charset="-128"/>
                        </a:rPr>
                        <a:t>〇</a:t>
                      </a:r>
                      <a:endParaRPr lang="ja-JP" altLang="en-US" sz="1000" b="0" i="0" u="none" strike="noStrike">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extLst>
                  <a:ext uri="{0D108BD9-81ED-4DB2-BD59-A6C34878D82A}">
                    <a16:rowId xmlns:a16="http://schemas.microsoft.com/office/drawing/2014/main" val="857174741"/>
                  </a:ext>
                </a:extLst>
              </a:tr>
              <a:tr h="120870">
                <a:tc vMerge="1">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l" fontAlgn="ct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l" fontAlgn="ctr"/>
                      <a:r>
                        <a:rPr lang="en-US" altLang="ja-JP" sz="1000" b="0" i="0" u="none" strike="noStrike" dirty="0">
                          <a:solidFill>
                            <a:srgbClr val="000000"/>
                          </a:solidFill>
                          <a:effectLst/>
                          <a:latin typeface="Meiryo UI" panose="020B0604030504040204" pitchFamily="50" charset="-128"/>
                          <a:ea typeface="Meiryo UI" panose="020B0604030504040204" pitchFamily="50" charset="-128"/>
                        </a:rPr>
                        <a:t>Engine temperature and/or Coolant water temperature sensor</a:t>
                      </a: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fontAlgn="ctr"/>
                      <a:r>
                        <a:rPr lang="ja-JP" altLang="en-US" sz="1000" u="none" strike="noStrike">
                          <a:effectLst/>
                          <a:latin typeface="Meiryo UI" panose="020B0604030504040204" pitchFamily="50" charset="-128"/>
                          <a:ea typeface="Meiryo UI" panose="020B0604030504040204" pitchFamily="50" charset="-128"/>
                        </a:rPr>
                        <a:t>〇</a:t>
                      </a:r>
                      <a:endParaRPr lang="ja-JP" altLang="en-US" sz="1000" b="0" i="0" u="none" strike="noStrike">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fontAlgn="ctr"/>
                      <a:r>
                        <a:rPr lang="ja-JP" altLang="en-US" sz="1000" u="none" strike="noStrike">
                          <a:effectLst/>
                          <a:latin typeface="Meiryo UI" panose="020B0604030504040204" pitchFamily="50" charset="-128"/>
                          <a:ea typeface="Meiryo UI" panose="020B0604030504040204" pitchFamily="50" charset="-128"/>
                        </a:rPr>
                        <a:t>〇</a:t>
                      </a:r>
                      <a:endParaRPr lang="ja-JP" altLang="en-US" sz="1000" b="0" i="0" u="none" strike="noStrike">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extLst>
                  <a:ext uri="{0D108BD9-81ED-4DB2-BD59-A6C34878D82A}">
                    <a16:rowId xmlns:a16="http://schemas.microsoft.com/office/drawing/2014/main" val="1867504328"/>
                  </a:ext>
                </a:extLst>
              </a:tr>
              <a:tr h="120870">
                <a:tc vMerge="1">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l" fontAlgn="ct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l" fontAlgn="ctr"/>
                      <a:r>
                        <a:rPr lang="en-US" altLang="ja-JP" sz="1000" b="0" i="0" u="none" strike="noStrike" dirty="0">
                          <a:solidFill>
                            <a:srgbClr val="000000"/>
                          </a:solidFill>
                          <a:effectLst/>
                          <a:latin typeface="Meiryo UI" panose="020B0604030504040204" pitchFamily="50" charset="-128"/>
                          <a:ea typeface="Meiryo UI" panose="020B0604030504040204" pitchFamily="50" charset="-128"/>
                        </a:rPr>
                        <a:t>Intake air temperature sensor</a:t>
                      </a: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fontAlgn="ctr"/>
                      <a:r>
                        <a:rPr lang="ja-JP" altLang="en-US" sz="1000" u="none" strike="noStrike">
                          <a:effectLst/>
                          <a:latin typeface="Meiryo UI" panose="020B0604030504040204" pitchFamily="50" charset="-128"/>
                          <a:ea typeface="Meiryo UI" panose="020B0604030504040204" pitchFamily="50" charset="-128"/>
                        </a:rPr>
                        <a:t>〇</a:t>
                      </a:r>
                      <a:endParaRPr lang="ja-JP" altLang="en-US" sz="1000" b="0" i="0" u="none" strike="noStrike">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fontAlgn="ctr"/>
                      <a:r>
                        <a:rPr lang="ja-JP" altLang="en-US" sz="1000" u="none" strike="noStrike">
                          <a:effectLst/>
                          <a:latin typeface="Meiryo UI" panose="020B0604030504040204" pitchFamily="50" charset="-128"/>
                          <a:ea typeface="Meiryo UI" panose="020B0604030504040204" pitchFamily="50" charset="-128"/>
                        </a:rPr>
                        <a:t>〇</a:t>
                      </a:r>
                      <a:endParaRPr lang="ja-JP" altLang="en-US" sz="1000" b="0" i="0" u="none" strike="noStrike">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extLst>
                  <a:ext uri="{0D108BD9-81ED-4DB2-BD59-A6C34878D82A}">
                    <a16:rowId xmlns:a16="http://schemas.microsoft.com/office/drawing/2014/main" val="144830831"/>
                  </a:ext>
                </a:extLst>
              </a:tr>
              <a:tr h="120870">
                <a:tc vMerge="1">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l" fontAlgn="ct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l" fontAlgn="ctr"/>
                      <a:r>
                        <a:rPr lang="en-US" altLang="ja-JP" sz="1000" b="0" i="0" u="none" strike="noStrike" dirty="0">
                          <a:solidFill>
                            <a:srgbClr val="000000"/>
                          </a:solidFill>
                          <a:effectLst/>
                          <a:latin typeface="Meiryo UI" panose="020B0604030504040204" pitchFamily="50" charset="-128"/>
                          <a:ea typeface="Meiryo UI" panose="020B0604030504040204" pitchFamily="50" charset="-128"/>
                        </a:rPr>
                        <a:t>Oxygen</a:t>
                      </a:r>
                      <a:r>
                        <a:rPr lang="ja-JP" altLang="en-US" sz="1000" b="0" i="0" u="none" strike="noStrike" dirty="0">
                          <a:solidFill>
                            <a:srgbClr val="000000"/>
                          </a:solidFill>
                          <a:effectLst/>
                          <a:latin typeface="Meiryo UI" panose="020B0604030504040204" pitchFamily="50" charset="-128"/>
                          <a:ea typeface="Meiryo UI" panose="020B0604030504040204" pitchFamily="50" charset="-128"/>
                        </a:rPr>
                        <a:t> </a:t>
                      </a:r>
                      <a:r>
                        <a:rPr lang="en-US" altLang="ja-JP" sz="1000" b="0" i="0" u="none" strike="noStrike" dirty="0">
                          <a:solidFill>
                            <a:srgbClr val="000000"/>
                          </a:solidFill>
                          <a:effectLst/>
                          <a:latin typeface="Meiryo UI" panose="020B0604030504040204" pitchFamily="50" charset="-128"/>
                          <a:ea typeface="Meiryo UI" panose="020B0604030504040204" pitchFamily="50" charset="-128"/>
                        </a:rPr>
                        <a:t>sensor</a:t>
                      </a: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fontAlgn="ctr"/>
                      <a:r>
                        <a:rPr lang="ja-JP" altLang="en-US" sz="1000" u="none" strike="noStrike">
                          <a:effectLst/>
                          <a:latin typeface="Meiryo UI" panose="020B0604030504040204" pitchFamily="50" charset="-128"/>
                          <a:ea typeface="Meiryo UI" panose="020B0604030504040204" pitchFamily="50" charset="-128"/>
                        </a:rPr>
                        <a:t>〇</a:t>
                      </a:r>
                      <a:endParaRPr lang="ja-JP" altLang="en-US" sz="1000" b="0" i="0" u="none" strike="noStrike">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fontAlgn="ctr"/>
                      <a:r>
                        <a:rPr lang="ja-JP" altLang="en-US" sz="1000" u="none" strike="noStrike">
                          <a:effectLst/>
                          <a:latin typeface="Meiryo UI" panose="020B0604030504040204" pitchFamily="50" charset="-128"/>
                          <a:ea typeface="Meiryo UI" panose="020B0604030504040204" pitchFamily="50" charset="-128"/>
                        </a:rPr>
                        <a:t>〇</a:t>
                      </a:r>
                      <a:endParaRPr lang="ja-JP" altLang="en-US" sz="1000" b="0" i="0" u="none" strike="noStrike">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extLst>
                  <a:ext uri="{0D108BD9-81ED-4DB2-BD59-A6C34878D82A}">
                    <a16:rowId xmlns:a16="http://schemas.microsoft.com/office/drawing/2014/main" val="4102516822"/>
                  </a:ext>
                </a:extLst>
              </a:tr>
              <a:tr h="120870">
                <a:tc vMerge="1">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l" fontAlgn="ct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l" fontAlgn="ctr"/>
                      <a:r>
                        <a:rPr lang="en-US" altLang="ja-JP" sz="1000" b="0" i="0" u="none" strike="noStrike" dirty="0">
                          <a:solidFill>
                            <a:srgbClr val="000000"/>
                          </a:solidFill>
                          <a:effectLst/>
                          <a:latin typeface="Meiryo UI" panose="020B0604030504040204" pitchFamily="50" charset="-128"/>
                          <a:ea typeface="Meiryo UI" panose="020B0604030504040204" pitchFamily="50" charset="-128"/>
                        </a:rPr>
                        <a:t>Vehicle speed sensor</a:t>
                      </a: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fontAlgn="ctr"/>
                      <a:r>
                        <a:rPr lang="ja-JP" altLang="en-US" sz="1000" u="none" strike="noStrike">
                          <a:effectLst/>
                          <a:latin typeface="Meiryo UI" panose="020B0604030504040204" pitchFamily="50" charset="-128"/>
                          <a:ea typeface="Meiryo UI" panose="020B0604030504040204" pitchFamily="50" charset="-128"/>
                        </a:rPr>
                        <a:t>〇</a:t>
                      </a:r>
                      <a:endParaRPr lang="ja-JP" altLang="en-US" sz="1000" b="0" i="0" u="none" strike="noStrike">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fontAlgn="ctr"/>
                      <a:r>
                        <a:rPr lang="ja-JP" altLang="en-US" sz="1000" u="none" strike="noStrike">
                          <a:effectLst/>
                          <a:latin typeface="Meiryo UI" panose="020B0604030504040204" pitchFamily="50" charset="-128"/>
                          <a:ea typeface="Meiryo UI" panose="020B0604030504040204" pitchFamily="50" charset="-128"/>
                        </a:rPr>
                        <a:t>〇</a:t>
                      </a:r>
                      <a:endParaRPr lang="ja-JP" altLang="en-US" sz="1000" b="0" i="0" u="none" strike="noStrike">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extLst>
                  <a:ext uri="{0D108BD9-81ED-4DB2-BD59-A6C34878D82A}">
                    <a16:rowId xmlns:a16="http://schemas.microsoft.com/office/drawing/2014/main" val="3319555303"/>
                  </a:ext>
                </a:extLst>
              </a:tr>
              <a:tr h="120870">
                <a:tc vMerge="1">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l" fontAlgn="ct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l" fontAlgn="ctr"/>
                      <a:r>
                        <a:rPr lang="en-US" altLang="ja-JP" sz="1000" b="0" i="0" u="none" strike="noStrike" dirty="0">
                          <a:solidFill>
                            <a:srgbClr val="000000"/>
                          </a:solidFill>
                          <a:effectLst/>
                          <a:latin typeface="Meiryo UI" panose="020B0604030504040204" pitchFamily="50" charset="-128"/>
                          <a:ea typeface="Meiryo UI" panose="020B0604030504040204" pitchFamily="50" charset="-128"/>
                        </a:rPr>
                        <a:t>Valve cam-shaft position sensor</a:t>
                      </a: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fontAlgn="ctr"/>
                      <a:r>
                        <a:rPr lang="ja-JP" altLang="en-US" sz="1000" u="none" strike="noStrike">
                          <a:effectLst/>
                          <a:latin typeface="Meiryo UI" panose="020B0604030504040204" pitchFamily="50" charset="-128"/>
                          <a:ea typeface="Meiryo UI" panose="020B0604030504040204" pitchFamily="50" charset="-128"/>
                        </a:rPr>
                        <a:t>〇</a:t>
                      </a:r>
                      <a:endParaRPr lang="ja-JP" altLang="en-US" sz="1000" b="0" i="0" u="none" strike="noStrike">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fontAlgn="ctr"/>
                      <a:r>
                        <a:rPr lang="ja-JP" altLang="en-US" sz="1000" u="none" strike="noStrike">
                          <a:effectLst/>
                          <a:latin typeface="Meiryo UI" panose="020B0604030504040204" pitchFamily="50" charset="-128"/>
                          <a:ea typeface="Meiryo UI" panose="020B0604030504040204" pitchFamily="50" charset="-128"/>
                        </a:rPr>
                        <a:t>〇</a:t>
                      </a:r>
                      <a:endParaRPr lang="ja-JP" altLang="en-US" sz="1000" b="0" i="0" u="none" strike="noStrike">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extLst>
                  <a:ext uri="{0D108BD9-81ED-4DB2-BD59-A6C34878D82A}">
                    <a16:rowId xmlns:a16="http://schemas.microsoft.com/office/drawing/2014/main" val="2733564158"/>
                  </a:ext>
                </a:extLst>
              </a:tr>
              <a:tr h="120870">
                <a:tc vMerge="1">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l" fontAlgn="ct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l" fontAlgn="ctr"/>
                      <a:r>
                        <a:rPr lang="en-US" altLang="ja-JP" sz="1000" b="0" i="0" u="none" strike="noStrike" dirty="0">
                          <a:solidFill>
                            <a:srgbClr val="000000"/>
                          </a:solidFill>
                          <a:effectLst/>
                          <a:latin typeface="Meiryo UI" panose="020B0604030504040204" pitchFamily="50" charset="-128"/>
                          <a:ea typeface="Meiryo UI" panose="020B0604030504040204" pitchFamily="50" charset="-128"/>
                        </a:rPr>
                        <a:t>Crank-shaft position sensor</a:t>
                      </a: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fontAlgn="ctr"/>
                      <a:r>
                        <a:rPr lang="ja-JP" altLang="en-US" sz="1000" u="none" strike="noStrike">
                          <a:effectLst/>
                          <a:latin typeface="Meiryo UI" panose="020B0604030504040204" pitchFamily="50" charset="-128"/>
                          <a:ea typeface="Meiryo UI" panose="020B0604030504040204" pitchFamily="50" charset="-128"/>
                        </a:rPr>
                        <a:t>〇</a:t>
                      </a:r>
                      <a:endParaRPr lang="ja-JP" altLang="en-US" sz="1000" b="0" i="0" u="none" strike="noStrike">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fontAlgn="ctr"/>
                      <a:r>
                        <a:rPr lang="ja-JP" altLang="en-US" sz="1000" u="none" strike="noStrike">
                          <a:effectLst/>
                          <a:latin typeface="Meiryo UI" panose="020B0604030504040204" pitchFamily="50" charset="-128"/>
                          <a:ea typeface="Meiryo UI" panose="020B0604030504040204" pitchFamily="50" charset="-128"/>
                        </a:rPr>
                        <a:t>〇</a:t>
                      </a:r>
                      <a:endParaRPr lang="ja-JP" altLang="en-US" sz="1000" b="0" i="0" u="none" strike="noStrike">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extLst>
                  <a:ext uri="{0D108BD9-81ED-4DB2-BD59-A6C34878D82A}">
                    <a16:rowId xmlns:a16="http://schemas.microsoft.com/office/drawing/2014/main" val="1969270473"/>
                  </a:ext>
                </a:extLst>
              </a:tr>
              <a:tr h="120870">
                <a:tc vMerge="1">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l" fontAlgn="ct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l" fontAlgn="ctr"/>
                      <a:r>
                        <a:rPr lang="en-US" altLang="ja-JP" sz="1000" b="0" i="0" u="none" strike="noStrike" dirty="0">
                          <a:solidFill>
                            <a:srgbClr val="000000"/>
                          </a:solidFill>
                          <a:effectLst/>
                          <a:latin typeface="Meiryo UI" panose="020B0604030504040204" pitchFamily="50" charset="-128"/>
                          <a:ea typeface="Meiryo UI" panose="020B0604030504040204" pitchFamily="50" charset="-128"/>
                        </a:rPr>
                        <a:t>Sensor and valve actuator of Exhaust gas recirculation system(EGR)</a:t>
                      </a: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fontAlgn="ctr"/>
                      <a:r>
                        <a:rPr lang="ja-JP" altLang="en-US" sz="1000" u="none" strike="noStrike">
                          <a:effectLst/>
                          <a:latin typeface="Meiryo UI" panose="020B0604030504040204" pitchFamily="50" charset="-128"/>
                          <a:ea typeface="Meiryo UI" panose="020B0604030504040204" pitchFamily="50" charset="-128"/>
                        </a:rPr>
                        <a:t>〇</a:t>
                      </a:r>
                      <a:endParaRPr lang="ja-JP" altLang="en-US" sz="1000" b="0" i="0" u="none" strike="noStrike">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fontAlgn="ctr"/>
                      <a:r>
                        <a:rPr lang="ja-JP" altLang="en-US" sz="1000" u="none" strike="noStrike">
                          <a:effectLst/>
                          <a:latin typeface="Meiryo UI" panose="020B0604030504040204" pitchFamily="50" charset="-128"/>
                          <a:ea typeface="Meiryo UI" panose="020B0604030504040204" pitchFamily="50" charset="-128"/>
                        </a:rPr>
                        <a:t>〇</a:t>
                      </a:r>
                      <a:endParaRPr lang="ja-JP" altLang="en-US" sz="1000" b="0" i="0" u="none" strike="noStrike">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extLst>
                  <a:ext uri="{0D108BD9-81ED-4DB2-BD59-A6C34878D82A}">
                    <a16:rowId xmlns:a16="http://schemas.microsoft.com/office/drawing/2014/main" val="2750063946"/>
                  </a:ext>
                </a:extLst>
              </a:tr>
              <a:tr h="120870">
                <a:tc vMerge="1">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l" fontAlgn="ct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l" fontAlgn="ctr"/>
                      <a:r>
                        <a:rPr lang="en-US" altLang="ja-JP" sz="1000" u="none" strike="noStrike" dirty="0">
                          <a:effectLst/>
                          <a:latin typeface="Meiryo UI" panose="020B0604030504040204" pitchFamily="50" charset="-128"/>
                          <a:ea typeface="Meiryo UI" panose="020B0604030504040204" pitchFamily="50" charset="-128"/>
                        </a:rPr>
                        <a:t>Combustion detection sensor</a:t>
                      </a: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fontAlgn="ctr"/>
                      <a:r>
                        <a:rPr lang="ja-JP" altLang="en-US" sz="1000" u="none" strike="noStrike">
                          <a:effectLst/>
                          <a:latin typeface="Meiryo UI" panose="020B0604030504040204" pitchFamily="50" charset="-128"/>
                          <a:ea typeface="Meiryo UI" panose="020B0604030504040204" pitchFamily="50" charset="-128"/>
                        </a:rPr>
                        <a:t>〇</a:t>
                      </a:r>
                      <a:endParaRPr lang="ja-JP" altLang="en-US" sz="1000" b="0" i="0" u="none" strike="noStrike">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fontAlgn="ctr"/>
                      <a:r>
                        <a:rPr lang="ja-JP" altLang="en-US" sz="1000" u="none" strike="noStrike">
                          <a:effectLst/>
                          <a:latin typeface="Meiryo UI" panose="020B0604030504040204" pitchFamily="50" charset="-128"/>
                          <a:ea typeface="Meiryo UI" panose="020B0604030504040204" pitchFamily="50" charset="-128"/>
                        </a:rPr>
                        <a:t>〇</a:t>
                      </a:r>
                      <a:endParaRPr lang="ja-JP" altLang="en-US" sz="1000" b="0" i="0" u="none" strike="noStrike">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extLst>
                  <a:ext uri="{0D108BD9-81ED-4DB2-BD59-A6C34878D82A}">
                    <a16:rowId xmlns:a16="http://schemas.microsoft.com/office/drawing/2014/main" val="3955011694"/>
                  </a:ext>
                </a:extLst>
              </a:tr>
              <a:tr h="120870">
                <a:tc vMerge="1">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l" fontAlgn="ct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l" fontAlgn="ctr"/>
                      <a:r>
                        <a:rPr lang="en-US" altLang="ja-JP" sz="1000" b="0" i="0" u="none" strike="noStrike" dirty="0">
                          <a:solidFill>
                            <a:srgbClr val="000000"/>
                          </a:solidFill>
                          <a:effectLst/>
                          <a:latin typeface="Meiryo UI" panose="020B0604030504040204" pitchFamily="50" charset="-128"/>
                          <a:ea typeface="Meiryo UI" panose="020B0604030504040204" pitchFamily="50" charset="-128"/>
                        </a:rPr>
                        <a:t>Fuel injector</a:t>
                      </a: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fontAlgn="ctr"/>
                      <a:r>
                        <a:rPr lang="ja-JP" altLang="en-US" sz="1000" u="none" strike="noStrike" dirty="0">
                          <a:effectLst/>
                          <a:latin typeface="Meiryo UI" panose="020B0604030504040204" pitchFamily="50" charset="-128"/>
                          <a:ea typeface="Meiryo UI" panose="020B0604030504040204" pitchFamily="50" charset="-128"/>
                        </a:rPr>
                        <a:t>〇</a:t>
                      </a: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fontAlgn="ctr"/>
                      <a:r>
                        <a:rPr lang="ja-JP" altLang="en-US" sz="1000" u="none" strike="noStrike">
                          <a:effectLst/>
                          <a:latin typeface="Meiryo UI" panose="020B0604030504040204" pitchFamily="50" charset="-128"/>
                          <a:ea typeface="Meiryo UI" panose="020B0604030504040204" pitchFamily="50" charset="-128"/>
                        </a:rPr>
                        <a:t>〇</a:t>
                      </a:r>
                      <a:endParaRPr lang="ja-JP" altLang="en-US" sz="1000" b="0" i="0" u="none" strike="noStrike">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extLst>
                  <a:ext uri="{0D108BD9-81ED-4DB2-BD59-A6C34878D82A}">
                    <a16:rowId xmlns:a16="http://schemas.microsoft.com/office/drawing/2014/main" val="1811040065"/>
                  </a:ext>
                </a:extLst>
              </a:tr>
              <a:tr h="120870">
                <a:tc vMerge="1">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l" fontAlgn="ct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l" fontAlgn="ctr"/>
                      <a:r>
                        <a:rPr lang="en-US" altLang="ja-JP" sz="1000" b="0" i="0" u="none" strike="noStrike" dirty="0">
                          <a:solidFill>
                            <a:srgbClr val="000000"/>
                          </a:solidFill>
                          <a:effectLst/>
                          <a:latin typeface="Meiryo UI" panose="020B0604030504040204" pitchFamily="50" charset="-128"/>
                          <a:ea typeface="Meiryo UI" panose="020B0604030504040204" pitchFamily="50" charset="-128"/>
                        </a:rPr>
                        <a:t>Ignition</a:t>
                      </a:r>
                      <a:r>
                        <a:rPr lang="ja-JP" altLang="en-US" sz="1000" b="0" i="0" u="none" strike="noStrike" dirty="0">
                          <a:solidFill>
                            <a:srgbClr val="000000"/>
                          </a:solidFill>
                          <a:effectLst/>
                          <a:latin typeface="Meiryo UI" panose="020B0604030504040204" pitchFamily="50" charset="-128"/>
                          <a:ea typeface="Meiryo UI" panose="020B0604030504040204" pitchFamily="50" charset="-128"/>
                        </a:rPr>
                        <a:t> </a:t>
                      </a:r>
                      <a:r>
                        <a:rPr lang="en-US" altLang="ja-JP" sz="1000" b="0" i="0" u="none" strike="noStrike" dirty="0">
                          <a:solidFill>
                            <a:srgbClr val="000000"/>
                          </a:solidFill>
                          <a:effectLst/>
                          <a:latin typeface="Meiryo UI" panose="020B0604030504040204" pitchFamily="50" charset="-128"/>
                          <a:ea typeface="Meiryo UI" panose="020B0604030504040204" pitchFamily="50" charset="-128"/>
                        </a:rPr>
                        <a:t>system</a:t>
                      </a: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fontAlgn="ctr"/>
                      <a:r>
                        <a:rPr lang="ja-JP" altLang="en-US" sz="1000" u="none" strike="noStrike">
                          <a:effectLst/>
                          <a:latin typeface="Meiryo UI" panose="020B0604030504040204" pitchFamily="50" charset="-128"/>
                          <a:ea typeface="Meiryo UI" panose="020B0604030504040204" pitchFamily="50" charset="-128"/>
                        </a:rPr>
                        <a:t>〇</a:t>
                      </a:r>
                      <a:endParaRPr lang="ja-JP" altLang="en-US" sz="1000" b="0" i="0" u="none" strike="noStrike">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fontAlgn="ctr"/>
                      <a:r>
                        <a:rPr lang="ja-JP" altLang="en-US" sz="1000" u="none" strike="noStrike">
                          <a:effectLst/>
                          <a:latin typeface="Meiryo UI" panose="020B0604030504040204" pitchFamily="50" charset="-128"/>
                          <a:ea typeface="Meiryo UI" panose="020B0604030504040204" pitchFamily="50" charset="-128"/>
                        </a:rPr>
                        <a:t>〇</a:t>
                      </a:r>
                      <a:endParaRPr lang="ja-JP" altLang="en-US" sz="1000" b="0" i="0" u="none" strike="noStrike">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extLst>
                  <a:ext uri="{0D108BD9-81ED-4DB2-BD59-A6C34878D82A}">
                    <a16:rowId xmlns:a16="http://schemas.microsoft.com/office/drawing/2014/main" val="3037011153"/>
                  </a:ext>
                </a:extLst>
              </a:tr>
              <a:tr h="120870">
                <a:tc vMerge="1">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l" fontAlgn="ct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l" fontAlgn="ctr"/>
                      <a:r>
                        <a:rPr lang="en-US" altLang="ja-JP" sz="1000" b="0" i="0" u="none" strike="noStrike" dirty="0">
                          <a:solidFill>
                            <a:srgbClr val="000000"/>
                          </a:solidFill>
                          <a:effectLst/>
                          <a:latin typeface="Meiryo UI" panose="020B0604030504040204" pitchFamily="50" charset="-128"/>
                          <a:ea typeface="Meiryo UI" panose="020B0604030504040204" pitchFamily="50" charset="-128"/>
                        </a:rPr>
                        <a:t>Electronic engine control module</a:t>
                      </a: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fontAlgn="ctr"/>
                      <a:r>
                        <a:rPr lang="ja-JP" altLang="en-US" sz="1000" u="none" strike="noStrike">
                          <a:effectLst/>
                          <a:latin typeface="Meiryo UI" panose="020B0604030504040204" pitchFamily="50" charset="-128"/>
                          <a:ea typeface="Meiryo UI" panose="020B0604030504040204" pitchFamily="50" charset="-128"/>
                        </a:rPr>
                        <a:t>〇</a:t>
                      </a:r>
                      <a:endParaRPr lang="ja-JP" altLang="en-US" sz="1000" b="0" i="0" u="none" strike="noStrike">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fontAlgn="ctr"/>
                      <a:r>
                        <a:rPr lang="ja-JP" altLang="en-US" sz="1000" u="none" strike="noStrike">
                          <a:effectLst/>
                          <a:latin typeface="Meiryo UI" panose="020B0604030504040204" pitchFamily="50" charset="-128"/>
                          <a:ea typeface="Meiryo UI" panose="020B0604030504040204" pitchFamily="50" charset="-128"/>
                        </a:rPr>
                        <a:t>〇</a:t>
                      </a:r>
                      <a:endParaRPr lang="ja-JP" altLang="en-US" sz="1000" b="0" i="0" u="none" strike="noStrike">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extLst>
                  <a:ext uri="{0D108BD9-81ED-4DB2-BD59-A6C34878D82A}">
                    <a16:rowId xmlns:a16="http://schemas.microsoft.com/office/drawing/2014/main" val="3056977797"/>
                  </a:ext>
                </a:extLst>
              </a:tr>
              <a:tr h="120870">
                <a:tc vMerge="1">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l" fontAlgn="ct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l" fontAlgn="ctr"/>
                      <a:r>
                        <a:rPr lang="en-US" altLang="ja-JP" sz="1000" u="none" strike="noStrike" dirty="0">
                          <a:effectLst/>
                          <a:latin typeface="Meiryo UI" panose="020B0604030504040204" pitchFamily="50" charset="-128"/>
                          <a:ea typeface="Meiryo UI" panose="020B0604030504040204" pitchFamily="50" charset="-128"/>
                        </a:rPr>
                        <a:t>Malfunction indicator lamp(LIM)</a:t>
                      </a:r>
                      <a:endParaRPr lang="en-US" altLang="ja-JP"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fontAlgn="ctr"/>
                      <a:r>
                        <a:rPr lang="ja-JP" altLang="en-US" sz="1000" u="none" strike="noStrike">
                          <a:effectLst/>
                          <a:latin typeface="Meiryo UI" panose="020B0604030504040204" pitchFamily="50" charset="-128"/>
                          <a:ea typeface="Meiryo UI" panose="020B0604030504040204" pitchFamily="50" charset="-128"/>
                        </a:rPr>
                        <a:t>〇</a:t>
                      </a:r>
                      <a:endParaRPr lang="ja-JP" altLang="en-US" sz="1000" b="0" i="0" u="none" strike="noStrike">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fontAlgn="ctr"/>
                      <a:r>
                        <a:rPr lang="ja-JP" altLang="en-US" sz="1000" u="none" strike="noStrike">
                          <a:effectLst/>
                          <a:latin typeface="Meiryo UI" panose="020B0604030504040204" pitchFamily="50" charset="-128"/>
                          <a:ea typeface="Meiryo UI" panose="020B0604030504040204" pitchFamily="50" charset="-128"/>
                        </a:rPr>
                        <a:t>〇</a:t>
                      </a:r>
                      <a:endParaRPr lang="ja-JP" altLang="en-US" sz="1000" b="0" i="0" u="none" strike="noStrike">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extLst>
                  <a:ext uri="{0D108BD9-81ED-4DB2-BD59-A6C34878D82A}">
                    <a16:rowId xmlns:a16="http://schemas.microsoft.com/office/drawing/2014/main" val="3013708983"/>
                  </a:ext>
                </a:extLst>
              </a:tr>
              <a:tr h="120870">
                <a:tc vMerge="1">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l" fontAlgn="ct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l" fontAlgn="ctr"/>
                      <a:r>
                        <a:rPr lang="en-US" altLang="ja-JP" sz="1000" u="none" strike="noStrike" dirty="0">
                          <a:effectLst/>
                          <a:latin typeface="Meiryo UI" panose="020B0604030504040204" pitchFamily="50" charset="-128"/>
                          <a:ea typeface="Meiryo UI" panose="020B0604030504040204" pitchFamily="50" charset="-128"/>
                        </a:rPr>
                        <a:t>Canister purge flow control actuator</a:t>
                      </a: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fontAlgn="ctr"/>
                      <a:r>
                        <a:rPr lang="ja-JP" altLang="en-US" sz="1000" u="none" strike="noStrike">
                          <a:effectLst/>
                          <a:latin typeface="Meiryo UI" panose="020B0604030504040204" pitchFamily="50" charset="-128"/>
                          <a:ea typeface="Meiryo UI" panose="020B0604030504040204" pitchFamily="50" charset="-128"/>
                        </a:rPr>
                        <a:t>〇</a:t>
                      </a:r>
                      <a:endParaRPr lang="ja-JP" altLang="en-US" sz="1000" b="0" i="0" u="none" strike="noStrike">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fontAlgn="ctr"/>
                      <a:r>
                        <a:rPr lang="ja-JP" altLang="en-US" sz="1000" u="none" strike="noStrike">
                          <a:effectLst/>
                          <a:latin typeface="Meiryo UI" panose="020B0604030504040204" pitchFamily="50" charset="-128"/>
                          <a:ea typeface="Meiryo UI" panose="020B0604030504040204" pitchFamily="50" charset="-128"/>
                        </a:rPr>
                        <a:t>〇</a:t>
                      </a:r>
                      <a:endParaRPr lang="ja-JP" altLang="en-US" sz="1000" b="0" i="0" u="none" strike="noStrike">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extLst>
                  <a:ext uri="{0D108BD9-81ED-4DB2-BD59-A6C34878D82A}">
                    <a16:rowId xmlns:a16="http://schemas.microsoft.com/office/drawing/2014/main" val="3332912617"/>
                  </a:ext>
                </a:extLst>
              </a:tr>
              <a:tr h="120870">
                <a:tc vMerge="1">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l" fontAlgn="ct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l" fontAlgn="ctr"/>
                      <a:r>
                        <a:rPr lang="en-US" altLang="ja-JP" sz="1000" u="none" strike="noStrike" dirty="0">
                          <a:effectLst/>
                          <a:latin typeface="Meiryo UI" panose="020B0604030504040204" pitchFamily="50" charset="-128"/>
                          <a:ea typeface="Meiryo UI" panose="020B0604030504040204" pitchFamily="50" charset="-128"/>
                        </a:rPr>
                        <a:t>Other components or systems that the manufacturer deems important for the correct assessment of vehicle function and emission control.</a:t>
                      </a:r>
                    </a:p>
                  </a:txBody>
                  <a:tcPr marL="6362" marR="6362" marT="636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fontAlgn="ctr"/>
                      <a:r>
                        <a:rPr lang="ja-JP" altLang="en-US" sz="1000" u="none" strike="noStrike" dirty="0">
                          <a:effectLst/>
                          <a:latin typeface="Meiryo UI" panose="020B0604030504040204" pitchFamily="50" charset="-128"/>
                          <a:ea typeface="Meiryo UI" panose="020B0604030504040204" pitchFamily="50" charset="-128"/>
                        </a:rPr>
                        <a:t>〇</a:t>
                      </a: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fontAlgn="ctr"/>
                      <a:r>
                        <a:rPr lang="ja-JP" altLang="en-US" sz="1000" u="none" strike="noStrike" dirty="0">
                          <a:effectLst/>
                          <a:latin typeface="Meiryo UI" panose="020B0604030504040204" pitchFamily="50" charset="-128"/>
                          <a:ea typeface="Meiryo UI" panose="020B0604030504040204" pitchFamily="50" charset="-128"/>
                        </a:rPr>
                        <a:t>〇</a:t>
                      </a: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ap="flat" cmpd="sng" algn="ctr">
                      <a:solidFill>
                        <a:srgbClr val="000000"/>
                      </a:solidFill>
                      <a:prstDash val="solid"/>
                      <a:round/>
                      <a:headEnd type="none" w="med" len="med"/>
                      <a:tailEnd type="none" w="med" len="med"/>
                    </a:lnL>
                    <a:lnR w="12700" cmpd="sng">
                      <a:solidFill>
                        <a:srgbClr val="000000"/>
                      </a:solidFill>
                    </a:lnR>
                    <a:lnT w="12700" cap="flat" cmpd="sng" algn="ctr">
                      <a:solidFill>
                        <a:srgbClr val="000000"/>
                      </a:solidFill>
                      <a:prstDash val="solid"/>
                      <a:round/>
                      <a:headEnd type="none" w="med" len="med"/>
                      <a:tailEnd type="none" w="med" len="med"/>
                    </a:lnT>
                    <a:lnB w="12700" cmpd="sng">
                      <a:solidFill>
                        <a:srgbClr val="000000"/>
                      </a:solidFill>
                    </a:lnB>
                    <a:lnTlToBr w="12700" cmpd="sng">
                      <a:noFill/>
                      <a:prstDash val="solid"/>
                    </a:lnTlToBr>
                    <a:lnBlToTr w="12700" cmpd="sng">
                      <a:noFill/>
                      <a:prstDash val="solid"/>
                    </a:lnBlToTr>
                    <a:noFill/>
                  </a:tcPr>
                </a:tc>
                <a:extLst>
                  <a:ext uri="{0D108BD9-81ED-4DB2-BD59-A6C34878D82A}">
                    <a16:rowId xmlns:a16="http://schemas.microsoft.com/office/drawing/2014/main" val="4282251327"/>
                  </a:ext>
                </a:extLst>
              </a:tr>
              <a:tr h="120870">
                <a:tc rowSpan="4">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altLang="ja-JP" sz="1000" b="0" i="0" u="none" strike="noStrike" dirty="0">
                          <a:solidFill>
                            <a:srgbClr val="000000"/>
                          </a:solidFill>
                          <a:effectLst/>
                          <a:latin typeface="Meiryo UI" panose="020B0604030504040204" pitchFamily="50" charset="-128"/>
                          <a:ea typeface="Meiryo UI" panose="020B0604030504040204" pitchFamily="50" charset="-128"/>
                        </a:rPr>
                        <a:t>Electrical continuity or plausibility</a:t>
                      </a:r>
                    </a:p>
                  </a:txBody>
                  <a:tcPr marL="6362" marR="6362" marT="6362" marB="0" anchor="ctr">
                    <a:lnL w="12700" cmpd="sng">
                      <a:solidFill>
                        <a:srgbClr val="000000"/>
                      </a:solid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mpd="sng">
                      <a:solidFill>
                        <a:srgbClr val="000000"/>
                      </a:solidFill>
                    </a:lnB>
                    <a:lnTlToBr w="12700" cmpd="sng">
                      <a:noFill/>
                      <a:prstDash val="solid"/>
                    </a:lnTlToBr>
                    <a:lnBlToTr w="12700" cmpd="sng">
                      <a:noFill/>
                      <a:prstDash val="solid"/>
                    </a:lnBlToTr>
                    <a:solidFill>
                      <a:srgbClr val="CCECFF"/>
                    </a:solid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altLang="ja-JP" sz="1000" b="0" i="0" u="none" strike="noStrike" dirty="0">
                          <a:solidFill>
                            <a:srgbClr val="000000"/>
                          </a:solidFill>
                          <a:effectLst/>
                          <a:latin typeface="Meiryo UI" panose="020B0604030504040204" pitchFamily="50" charset="-128"/>
                          <a:ea typeface="Meiryo UI" panose="020B0604030504040204" pitchFamily="50" charset="-128"/>
                        </a:rPr>
                        <a:t>Sensor and actuator of </a:t>
                      </a:r>
                      <a:r>
                        <a:rPr lang="en-US" altLang="ja-JP" sz="1000" u="none" strike="noStrike" dirty="0">
                          <a:effectLst/>
                          <a:latin typeface="Meiryo UI" panose="020B0604030504040204" pitchFamily="50" charset="-128"/>
                          <a:ea typeface="Meiryo UI" panose="020B0604030504040204" pitchFamily="50" charset="-128"/>
                        </a:rPr>
                        <a:t>EVAP emission control system</a:t>
                      </a: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mpd="sng">
                      <a:solidFill>
                        <a:srgbClr val="000000"/>
                      </a:solidFill>
                    </a:lnB>
                    <a:lnTlToBr w="12700" cmpd="sng">
                      <a:noFill/>
                      <a:prstDash val="solid"/>
                    </a:lnTlToBr>
                    <a:lnBlToTr w="12700" cmpd="sng">
                      <a:noFill/>
                      <a:prstDash val="solid"/>
                    </a:lnBlToTr>
                    <a:solidFill>
                      <a:srgbClr val="CCECFF"/>
                    </a:solid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fontAlgn="ctr"/>
                      <a:r>
                        <a:rPr lang="en-US" sz="1000" u="none" strike="noStrike" dirty="0">
                          <a:effectLst/>
                          <a:latin typeface="Meiryo UI" panose="020B0604030504040204" pitchFamily="50" charset="-128"/>
                          <a:ea typeface="Meiryo UI" panose="020B0604030504040204" pitchFamily="50" charset="-128"/>
                        </a:rPr>
                        <a:t>X</a:t>
                      </a:r>
                      <a:endParaRPr 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mpd="sng">
                      <a:solidFill>
                        <a:srgbClr val="000000"/>
                      </a:solidFill>
                    </a:lnB>
                    <a:lnTlToBr w="12700" cmpd="sng">
                      <a:noFill/>
                      <a:prstDash val="solid"/>
                    </a:lnTlToBr>
                    <a:lnBlToTr w="12700" cmpd="sng">
                      <a:noFill/>
                      <a:prstDash val="solid"/>
                    </a:lnBlToTr>
                    <a:solidFill>
                      <a:srgbClr val="CCECFF"/>
                    </a:solid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fontAlgn="ctr"/>
                      <a:r>
                        <a:rPr lang="ja-JP" altLang="en-US" sz="1000" u="none" strike="noStrike" dirty="0">
                          <a:effectLst/>
                          <a:latin typeface="Meiryo UI" panose="020B0604030504040204" pitchFamily="50" charset="-128"/>
                          <a:ea typeface="Meiryo UI" panose="020B0604030504040204" pitchFamily="50" charset="-128"/>
                        </a:rPr>
                        <a:t>〇</a:t>
                      </a: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ap="flat" cmpd="sng" algn="ctr">
                      <a:solidFill>
                        <a:srgbClr val="000000"/>
                      </a:solidFill>
                      <a:prstDash val="solid"/>
                      <a:round/>
                      <a:headEnd type="none" w="med" len="med"/>
                      <a:tailEnd type="none" w="med" len="med"/>
                    </a:lnL>
                    <a:lnR w="12700" cmpd="sng">
                      <a:solidFill>
                        <a:srgbClr val="000000"/>
                      </a:solidFill>
                    </a:lnR>
                    <a:lnT w="12700" cap="flat" cmpd="sng" algn="ctr">
                      <a:solidFill>
                        <a:srgbClr val="000000"/>
                      </a:solidFill>
                      <a:prstDash val="solid"/>
                      <a:round/>
                      <a:headEnd type="none" w="med" len="med"/>
                      <a:tailEnd type="none" w="med" len="med"/>
                    </a:lnT>
                    <a:lnB w="12700" cmpd="sng">
                      <a:solidFill>
                        <a:srgbClr val="000000"/>
                      </a:solidFill>
                    </a:lnB>
                    <a:lnTlToBr w="12700" cmpd="sng">
                      <a:noFill/>
                      <a:prstDash val="solid"/>
                    </a:lnTlToBr>
                    <a:lnBlToTr w="12700" cmpd="sng">
                      <a:noFill/>
                      <a:prstDash val="solid"/>
                    </a:lnBlToTr>
                    <a:solidFill>
                      <a:srgbClr val="CCECFF"/>
                    </a:solidFill>
                  </a:tcPr>
                </a:tc>
                <a:extLst>
                  <a:ext uri="{0D108BD9-81ED-4DB2-BD59-A6C34878D82A}">
                    <a16:rowId xmlns:a16="http://schemas.microsoft.com/office/drawing/2014/main" val="4086998152"/>
                  </a:ext>
                </a:extLst>
              </a:tr>
              <a:tr h="120870">
                <a:tc vMerge="1">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l" fontAlgn="ct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2D2D8A">
                        <a:lumMod val="20000"/>
                        <a:lumOff val="80000"/>
                      </a:srgbClr>
                    </a:solid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altLang="ja-JP" sz="1000" b="0" i="0" u="none" strike="noStrike" dirty="0">
                          <a:solidFill>
                            <a:srgbClr val="000000"/>
                          </a:solidFill>
                          <a:effectLst/>
                          <a:latin typeface="Meiryo UI" panose="020B0604030504040204" pitchFamily="50" charset="-128"/>
                          <a:ea typeface="Meiryo UI" panose="020B0604030504040204" pitchFamily="50" charset="-128"/>
                        </a:rPr>
                        <a:t>Sensor and actuator of </a:t>
                      </a:r>
                      <a:r>
                        <a:rPr lang="en-US" altLang="ja-JP" sz="1000" u="none" strike="noStrike" dirty="0">
                          <a:effectLst/>
                          <a:latin typeface="Meiryo UI" panose="020B0604030504040204" pitchFamily="50" charset="-128"/>
                          <a:ea typeface="Meiryo UI" panose="020B0604030504040204" pitchFamily="50" charset="-128"/>
                        </a:rPr>
                        <a:t>Blow-by gas return system</a:t>
                      </a: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CCECFF"/>
                    </a:solid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fontAlgn="ctr"/>
                      <a:r>
                        <a:rPr lang="en-US" sz="1000" u="none" strike="noStrike" dirty="0">
                          <a:effectLst/>
                          <a:latin typeface="Meiryo UI" panose="020B0604030504040204" pitchFamily="50" charset="-128"/>
                          <a:ea typeface="Meiryo UI" panose="020B0604030504040204" pitchFamily="50" charset="-128"/>
                        </a:rPr>
                        <a:t>X</a:t>
                      </a:r>
                      <a:endParaRPr 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CCECFF"/>
                    </a:solid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fontAlgn="ctr"/>
                      <a:r>
                        <a:rPr lang="ja-JP" altLang="en-US" sz="1000" u="none" strike="noStrike" dirty="0">
                          <a:effectLst/>
                          <a:latin typeface="Meiryo UI" panose="020B0604030504040204" pitchFamily="50" charset="-128"/>
                          <a:ea typeface="Meiryo UI" panose="020B0604030504040204" pitchFamily="50" charset="-128"/>
                        </a:rPr>
                        <a:t>〇</a:t>
                      </a: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CCECFF"/>
                    </a:solidFill>
                  </a:tcPr>
                </a:tc>
                <a:extLst>
                  <a:ext uri="{0D108BD9-81ED-4DB2-BD59-A6C34878D82A}">
                    <a16:rowId xmlns:a16="http://schemas.microsoft.com/office/drawing/2014/main" val="373829448"/>
                  </a:ext>
                </a:extLst>
              </a:tr>
              <a:tr h="120870">
                <a:tc vMerge="1">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l" fontAlgn="ct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2D2D8A">
                        <a:lumMod val="20000"/>
                        <a:lumOff val="80000"/>
                      </a:srgbClr>
                    </a:solid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altLang="ja-JP" sz="1000" b="0" i="0" u="none" strike="noStrike" dirty="0">
                          <a:solidFill>
                            <a:srgbClr val="000000"/>
                          </a:solidFill>
                          <a:effectLst/>
                          <a:latin typeface="Meiryo UI" panose="020B0604030504040204" pitchFamily="50" charset="-128"/>
                          <a:ea typeface="Meiryo UI" panose="020B0604030504040204" pitchFamily="50" charset="-128"/>
                        </a:rPr>
                        <a:t>Sensor and actuator of Variable valve timing system</a:t>
                      </a: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CCECFF"/>
                    </a:solid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fontAlgn="ctr"/>
                      <a:r>
                        <a:rPr lang="en-US" sz="1000" u="none" strike="noStrike" dirty="0">
                          <a:effectLst/>
                          <a:latin typeface="Meiryo UI" panose="020B0604030504040204" pitchFamily="50" charset="-128"/>
                          <a:ea typeface="Meiryo UI" panose="020B0604030504040204" pitchFamily="50" charset="-128"/>
                        </a:rPr>
                        <a:t>X</a:t>
                      </a:r>
                      <a:endParaRPr 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CCECFF"/>
                    </a:solid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fontAlgn="ctr"/>
                      <a:r>
                        <a:rPr lang="ja-JP" altLang="en-US" sz="1000" u="none" strike="noStrike" dirty="0">
                          <a:effectLst/>
                          <a:latin typeface="Meiryo UI" panose="020B0604030504040204" pitchFamily="50" charset="-128"/>
                          <a:ea typeface="Meiryo UI" panose="020B0604030504040204" pitchFamily="50" charset="-128"/>
                        </a:rPr>
                        <a:t>〇</a:t>
                      </a: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CCECFF"/>
                    </a:solidFill>
                  </a:tcPr>
                </a:tc>
                <a:extLst>
                  <a:ext uri="{0D108BD9-81ED-4DB2-BD59-A6C34878D82A}">
                    <a16:rowId xmlns:a16="http://schemas.microsoft.com/office/drawing/2014/main" val="1243089277"/>
                  </a:ext>
                </a:extLst>
              </a:tr>
              <a:tr h="120870">
                <a:tc vMerge="1">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l" fontAlgn="ct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2D2D8A">
                        <a:lumMod val="20000"/>
                        <a:lumOff val="80000"/>
                      </a:srgbClr>
                    </a:solid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l" fontAlgn="ctr"/>
                      <a:r>
                        <a:rPr lang="en-US" altLang="ja-JP" sz="1000" b="0" i="0" u="none" strike="noStrike" dirty="0">
                          <a:solidFill>
                            <a:srgbClr val="000000"/>
                          </a:solidFill>
                          <a:effectLst/>
                          <a:latin typeface="Meiryo UI" panose="020B0604030504040204" pitchFamily="50" charset="-128"/>
                          <a:ea typeface="Meiryo UI" panose="020B0604030504040204" pitchFamily="50" charset="-128"/>
                        </a:rPr>
                        <a:t>Ethanol sensor</a:t>
                      </a: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CCECFF"/>
                    </a:solid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fontAlgn="ctr"/>
                      <a:r>
                        <a:rPr lang="en-US" sz="1000" u="none" strike="noStrike" dirty="0">
                          <a:effectLst/>
                          <a:latin typeface="Meiryo UI" panose="020B0604030504040204" pitchFamily="50" charset="-128"/>
                          <a:ea typeface="Meiryo UI" panose="020B0604030504040204" pitchFamily="50" charset="-128"/>
                        </a:rPr>
                        <a:t>X</a:t>
                      </a:r>
                      <a:endParaRPr 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CCECFF"/>
                    </a:solid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fontAlgn="ctr"/>
                      <a:r>
                        <a:rPr lang="ja-JP" altLang="en-US" sz="1000" u="none" strike="noStrike" dirty="0">
                          <a:effectLst/>
                          <a:latin typeface="Meiryo UI" panose="020B0604030504040204" pitchFamily="50" charset="-128"/>
                          <a:ea typeface="Meiryo UI" panose="020B0604030504040204" pitchFamily="50" charset="-128"/>
                        </a:rPr>
                        <a:t>〇</a:t>
                      </a: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CCECFF"/>
                    </a:solidFill>
                  </a:tcPr>
                </a:tc>
                <a:extLst>
                  <a:ext uri="{0D108BD9-81ED-4DB2-BD59-A6C34878D82A}">
                    <a16:rowId xmlns:a16="http://schemas.microsoft.com/office/drawing/2014/main" val="1824196565"/>
                  </a:ext>
                </a:extLst>
              </a:tr>
            </a:tbl>
          </a:graphicData>
        </a:graphic>
      </p:graphicFrame>
      <p:sp>
        <p:nvSpPr>
          <p:cNvPr id="3" name="正方形/長方形 2">
            <a:extLst>
              <a:ext uri="{FF2B5EF4-FFF2-40B4-BE49-F238E27FC236}">
                <a16:creationId xmlns:a16="http://schemas.microsoft.com/office/drawing/2014/main" id="{ED4AED26-031A-01B7-DE21-5C056BCECC04}"/>
              </a:ext>
            </a:extLst>
          </p:cNvPr>
          <p:cNvSpPr/>
          <p:nvPr/>
        </p:nvSpPr>
        <p:spPr>
          <a:xfrm>
            <a:off x="210571" y="2171220"/>
            <a:ext cx="8757129" cy="785795"/>
          </a:xfrm>
          <a:prstGeom prst="rect">
            <a:avLst/>
          </a:prstGeom>
          <a:noFill/>
          <a:ln w="31750" cap="flat" cmpd="sng" algn="ctr">
            <a:solidFill>
              <a:srgbClr val="0000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prstClr val="white"/>
              </a:solidFill>
              <a:effectLst/>
              <a:uLnTx/>
              <a:uFillTx/>
              <a:latin typeface="Calibri" panose="020F0502020204030204"/>
              <a:ea typeface="游ゴシック" panose="020B0400000000000000" pitchFamily="50" charset="-128"/>
              <a:cs typeface="+mn-cs"/>
            </a:endParaRPr>
          </a:p>
        </p:txBody>
      </p:sp>
      <p:sp>
        <p:nvSpPr>
          <p:cNvPr id="4" name="正方形/長方形 3">
            <a:extLst>
              <a:ext uri="{FF2B5EF4-FFF2-40B4-BE49-F238E27FC236}">
                <a16:creationId xmlns:a16="http://schemas.microsoft.com/office/drawing/2014/main" id="{9E44FD6F-1EC1-67E7-C7CF-F979109B8AD4}"/>
              </a:ext>
            </a:extLst>
          </p:cNvPr>
          <p:cNvSpPr/>
          <p:nvPr/>
        </p:nvSpPr>
        <p:spPr>
          <a:xfrm>
            <a:off x="212942" y="5649238"/>
            <a:ext cx="8758800" cy="637356"/>
          </a:xfrm>
          <a:prstGeom prst="rect">
            <a:avLst/>
          </a:prstGeom>
          <a:noFill/>
          <a:ln w="31750" cap="flat" cmpd="sng" algn="ctr">
            <a:solidFill>
              <a:srgbClr val="0000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prstClr val="white"/>
              </a:solidFill>
              <a:effectLst/>
              <a:uLnTx/>
              <a:uFillTx/>
              <a:latin typeface="Calibri" panose="020F0502020204030204"/>
              <a:ea typeface="游ゴシック" panose="020B0400000000000000" pitchFamily="50" charset="-128"/>
              <a:cs typeface="+mn-cs"/>
            </a:endParaRPr>
          </a:p>
        </p:txBody>
      </p:sp>
      <p:sp>
        <p:nvSpPr>
          <p:cNvPr id="6" name="テキスト ボックス 5">
            <a:extLst>
              <a:ext uri="{FF2B5EF4-FFF2-40B4-BE49-F238E27FC236}">
                <a16:creationId xmlns:a16="http://schemas.microsoft.com/office/drawing/2014/main" id="{B7FDA5E3-D8AB-73E0-C97E-A49DAD919993}"/>
              </a:ext>
            </a:extLst>
          </p:cNvPr>
          <p:cNvSpPr txBox="1"/>
          <p:nvPr/>
        </p:nvSpPr>
        <p:spPr>
          <a:xfrm>
            <a:off x="0" y="584198"/>
            <a:ext cx="3664199" cy="318924"/>
          </a:xfrm>
          <a:prstGeom prst="rect">
            <a:avLst/>
          </a:prstGeom>
          <a:solidFill>
            <a:schemeClr val="bg1"/>
          </a:solidFill>
        </p:spPr>
        <p:txBody>
          <a:bodyPr wrap="none" lIns="36000" tIns="36000" rIns="36000" bIns="3600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b="1" i="0" u="sng"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itchFamily="50" charset="-128"/>
              </a:rPr>
              <a:t>■ </a:t>
            </a:r>
            <a:r>
              <a:rPr kumimoji="1" lang="en-US" altLang="ja-JP" sz="1600" b="1" i="0" u="sng"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itchFamily="50" charset="-128"/>
              </a:rPr>
              <a:t>OBD</a:t>
            </a:r>
            <a:r>
              <a:rPr kumimoji="1" lang="ja-JP" altLang="en-US" sz="1600" b="1" i="0" u="sng"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itchFamily="50" charset="-128"/>
              </a:rPr>
              <a:t> </a:t>
            </a:r>
            <a:r>
              <a:rPr kumimoji="1" lang="en-US" altLang="ja-JP" sz="1600" b="1" i="0" u="sng"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itchFamily="50" charset="-128"/>
              </a:rPr>
              <a:t>Br3</a:t>
            </a:r>
            <a:r>
              <a:rPr kumimoji="1" lang="ja-JP" altLang="en-US" sz="1600" b="1" i="0" u="sng"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itchFamily="50" charset="-128"/>
              </a:rPr>
              <a:t> </a:t>
            </a:r>
            <a:r>
              <a:rPr kumimoji="1" lang="en-US" altLang="ja-JP" sz="1600" b="1" i="0" u="sng"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itchFamily="50" charset="-128"/>
              </a:rPr>
              <a:t>L7,L8</a:t>
            </a:r>
            <a:r>
              <a:rPr kumimoji="1" lang="ja-JP" altLang="en-US" sz="1600" b="1" i="0" u="sng"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itchFamily="50" charset="-128"/>
              </a:rPr>
              <a:t> </a:t>
            </a:r>
            <a:r>
              <a:rPr kumimoji="1" lang="en-US" altLang="ja-JP" sz="1600" b="1" i="0" u="sng"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itchFamily="50" charset="-128"/>
              </a:rPr>
              <a:t>applicable item</a:t>
            </a:r>
            <a:endParaRPr kumimoji="1" lang="en-US" altLang="ja-JP" sz="1400" b="1"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itchFamily="50" charset="-128"/>
            </a:endParaRPr>
          </a:p>
        </p:txBody>
      </p:sp>
      <p:sp>
        <p:nvSpPr>
          <p:cNvPr id="7" name="Text Box 2">
            <a:extLst>
              <a:ext uri="{FF2B5EF4-FFF2-40B4-BE49-F238E27FC236}">
                <a16:creationId xmlns:a16="http://schemas.microsoft.com/office/drawing/2014/main" id="{FF6FB877-1616-334B-2B3C-DC556421B50E}"/>
              </a:ext>
            </a:extLst>
          </p:cNvPr>
          <p:cNvSpPr txBox="1">
            <a:spLocks noChangeArrowheads="1"/>
          </p:cNvSpPr>
          <p:nvPr/>
        </p:nvSpPr>
        <p:spPr bwMode="auto">
          <a:xfrm>
            <a:off x="159280" y="106001"/>
            <a:ext cx="88931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lnSpc>
                <a:spcPct val="90000"/>
              </a:lnSpc>
            </a:pPr>
            <a:r>
              <a:rPr lang="en-US" altLang="ja-JP" sz="2000" dirty="0">
                <a:solidFill>
                  <a:schemeClr val="bg1"/>
                </a:solidFill>
                <a:latin typeface="Meiryo UI" panose="020B0604030504040204" pitchFamily="50" charset="-128"/>
                <a:ea typeface="Meiryo UI" panose="020B0604030504040204" pitchFamily="50" charset="-128"/>
                <a:cs typeface="Arial" pitchFamily="34" charset="0"/>
              </a:rPr>
              <a:t>10. Applicable Regulations Overview (OBD) </a:t>
            </a:r>
          </a:p>
        </p:txBody>
      </p:sp>
      <p:sp>
        <p:nvSpPr>
          <p:cNvPr id="5" name="角丸四角形 18">
            <a:extLst>
              <a:ext uri="{FF2B5EF4-FFF2-40B4-BE49-F238E27FC236}">
                <a16:creationId xmlns:a16="http://schemas.microsoft.com/office/drawing/2014/main" id="{F84D935D-FD0E-9BD5-8FA0-6A675B98F104}"/>
              </a:ext>
            </a:extLst>
          </p:cNvPr>
          <p:cNvSpPr/>
          <p:nvPr/>
        </p:nvSpPr>
        <p:spPr>
          <a:xfrm>
            <a:off x="1" y="6478426"/>
            <a:ext cx="9177106" cy="324000"/>
          </a:xfrm>
          <a:prstGeom prst="roundRect">
            <a:avLst>
              <a:gd name="adj" fmla="val 3827"/>
            </a:avLst>
          </a:prstGeom>
          <a:solidFill>
            <a:srgbClr val="002060"/>
          </a:solidFill>
          <a:ln w="12700" cap="flat" cmpd="sng" algn="ctr">
            <a:noFill/>
            <a:prstDash val="solid"/>
          </a:ln>
          <a:effectLst/>
        </p:spPr>
        <p:txBody>
          <a:bodyPr wrap="square" lIns="36000" tIns="0" rIns="3600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180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rPr>
              <a:t>Proconve L8</a:t>
            </a:r>
            <a:r>
              <a:rPr kumimoji="0" lang="ja-JP" altLang="en-US" sz="180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rPr>
              <a:t>から上記</a:t>
            </a:r>
            <a:r>
              <a:rPr kumimoji="0" lang="en-US" altLang="ja-JP" sz="180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rPr>
              <a:t>OBD</a:t>
            </a:r>
            <a:r>
              <a:rPr kumimoji="0" lang="ja-JP" altLang="en-US" sz="180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rPr>
              <a:t>を新規に追加</a:t>
            </a:r>
            <a:endParaRPr kumimoji="0" lang="en-US" altLang="ja-JP" sz="180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Tree>
    <p:extLst>
      <p:ext uri="{BB962C8B-B14F-4D97-AF65-F5344CB8AC3E}">
        <p14:creationId xmlns:p14="http://schemas.microsoft.com/office/powerpoint/2010/main" val="191613825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角丸四角形 18">
            <a:extLst>
              <a:ext uri="{FF2B5EF4-FFF2-40B4-BE49-F238E27FC236}">
                <a16:creationId xmlns:a16="http://schemas.microsoft.com/office/drawing/2014/main" id="{62055088-EEC8-C8E4-6065-26B3A058B723}"/>
              </a:ext>
            </a:extLst>
          </p:cNvPr>
          <p:cNvSpPr/>
          <p:nvPr/>
        </p:nvSpPr>
        <p:spPr>
          <a:xfrm>
            <a:off x="1" y="6478426"/>
            <a:ext cx="9177106" cy="324000"/>
          </a:xfrm>
          <a:prstGeom prst="roundRect">
            <a:avLst>
              <a:gd name="adj" fmla="val 3827"/>
            </a:avLst>
          </a:prstGeom>
          <a:solidFill>
            <a:srgbClr val="002060"/>
          </a:solidFill>
          <a:ln w="12700" cap="flat" cmpd="sng" algn="ctr">
            <a:noFill/>
            <a:prstDash val="solid"/>
          </a:ln>
          <a:effectLst/>
        </p:spPr>
        <p:txBody>
          <a:bodyPr wrap="square" lIns="36000" tIns="0" rIns="3600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180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rPr>
              <a:t>Proconve L8</a:t>
            </a:r>
            <a:r>
              <a:rPr kumimoji="0" lang="ja-JP" altLang="en-US" sz="180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rPr>
              <a:t>から上記</a:t>
            </a:r>
            <a:r>
              <a:rPr kumimoji="0" lang="en-US" altLang="ja-JP" sz="180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rPr>
              <a:t>OBD</a:t>
            </a:r>
            <a:r>
              <a:rPr kumimoji="0" lang="ja-JP" altLang="en-US" sz="180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rPr>
              <a:t>を新規に追加</a:t>
            </a:r>
            <a:endParaRPr kumimoji="0" lang="en-US" altLang="ja-JP" sz="180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3" name="テキスト ボックス 2">
            <a:extLst>
              <a:ext uri="{FF2B5EF4-FFF2-40B4-BE49-F238E27FC236}">
                <a16:creationId xmlns:a16="http://schemas.microsoft.com/office/drawing/2014/main" id="{00B91800-6D87-3ECC-62AF-3BC0CBBC9445}"/>
              </a:ext>
            </a:extLst>
          </p:cNvPr>
          <p:cNvSpPr txBox="1"/>
          <p:nvPr/>
        </p:nvSpPr>
        <p:spPr>
          <a:xfrm>
            <a:off x="0" y="584198"/>
            <a:ext cx="2765748" cy="318924"/>
          </a:xfrm>
          <a:prstGeom prst="rect">
            <a:avLst/>
          </a:prstGeom>
          <a:solidFill>
            <a:schemeClr val="bg1"/>
          </a:solidFill>
        </p:spPr>
        <p:txBody>
          <a:bodyPr wrap="none" lIns="36000" tIns="36000" rIns="36000" bIns="3600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b="1" i="0" u="sng"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itchFamily="50" charset="-128"/>
              </a:rPr>
              <a:t>■ </a:t>
            </a:r>
            <a:r>
              <a:rPr kumimoji="1" lang="en-US" altLang="ja-JP" sz="1600" b="1" i="0" u="sng"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itchFamily="50" charset="-128"/>
              </a:rPr>
              <a:t>OBD</a:t>
            </a:r>
            <a:r>
              <a:rPr kumimoji="1" lang="ja-JP" altLang="en-US" sz="1600" b="1" i="0" u="sng"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itchFamily="50" charset="-128"/>
              </a:rPr>
              <a:t> </a:t>
            </a:r>
            <a:r>
              <a:rPr kumimoji="1" lang="en-US" altLang="ja-JP" sz="1600" b="1" i="0" u="sng"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itchFamily="50" charset="-128"/>
              </a:rPr>
              <a:t>Br3</a:t>
            </a:r>
            <a:r>
              <a:rPr kumimoji="1" lang="ja-JP" altLang="en-US" sz="1600" b="1" i="0" u="sng"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itchFamily="50" charset="-128"/>
              </a:rPr>
              <a:t> </a:t>
            </a:r>
            <a:r>
              <a:rPr kumimoji="1" lang="en-US" altLang="ja-JP" sz="1600" b="1" i="0" u="sng"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itchFamily="50" charset="-128"/>
              </a:rPr>
              <a:t>L7,L8</a:t>
            </a:r>
            <a:r>
              <a:rPr kumimoji="1" lang="ja-JP" altLang="en-US" sz="1600" b="1" i="0" u="sng"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itchFamily="50" charset="-128"/>
              </a:rPr>
              <a:t>適用項目</a:t>
            </a:r>
            <a:endParaRPr kumimoji="1" lang="en-US" altLang="ja-JP" sz="1400" b="1"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itchFamily="50" charset="-128"/>
            </a:endParaRPr>
          </a:p>
        </p:txBody>
      </p:sp>
      <p:graphicFrame>
        <p:nvGraphicFramePr>
          <p:cNvPr id="4" name="表 3">
            <a:extLst>
              <a:ext uri="{FF2B5EF4-FFF2-40B4-BE49-F238E27FC236}">
                <a16:creationId xmlns:a16="http://schemas.microsoft.com/office/drawing/2014/main" id="{CF032749-D221-D0C4-1D3A-42A544C4F7E2}"/>
              </a:ext>
            </a:extLst>
          </p:cNvPr>
          <p:cNvGraphicFramePr>
            <a:graphicFrameLocks noGrp="1"/>
          </p:cNvGraphicFramePr>
          <p:nvPr/>
        </p:nvGraphicFramePr>
        <p:xfrm>
          <a:off x="223098" y="895048"/>
          <a:ext cx="8757129" cy="5378769"/>
        </p:xfrm>
        <a:graphic>
          <a:graphicData uri="http://schemas.openxmlformats.org/drawingml/2006/table">
            <a:tbl>
              <a:tblPr/>
              <a:tblGrid>
                <a:gridCol w="1278156">
                  <a:extLst>
                    <a:ext uri="{9D8B030D-6E8A-4147-A177-3AD203B41FA5}">
                      <a16:colId xmlns:a16="http://schemas.microsoft.com/office/drawing/2014/main" val="50582699"/>
                    </a:ext>
                  </a:extLst>
                </a:gridCol>
                <a:gridCol w="6632812">
                  <a:extLst>
                    <a:ext uri="{9D8B030D-6E8A-4147-A177-3AD203B41FA5}">
                      <a16:colId xmlns:a16="http://schemas.microsoft.com/office/drawing/2014/main" val="3121704369"/>
                    </a:ext>
                  </a:extLst>
                </a:gridCol>
                <a:gridCol w="436728">
                  <a:extLst>
                    <a:ext uri="{9D8B030D-6E8A-4147-A177-3AD203B41FA5}">
                      <a16:colId xmlns:a16="http://schemas.microsoft.com/office/drawing/2014/main" val="2984271902"/>
                    </a:ext>
                  </a:extLst>
                </a:gridCol>
                <a:gridCol w="409433">
                  <a:extLst>
                    <a:ext uri="{9D8B030D-6E8A-4147-A177-3AD203B41FA5}">
                      <a16:colId xmlns:a16="http://schemas.microsoft.com/office/drawing/2014/main" val="2842162437"/>
                    </a:ext>
                  </a:extLst>
                </a:gridCol>
              </a:tblGrid>
              <a:tr h="162993">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l" fontAlgn="ctr"/>
                      <a:r>
                        <a:rPr lang="ja-JP" altLang="en-US" sz="1000" u="none" strike="noStrike" dirty="0">
                          <a:solidFill>
                            <a:schemeClr val="bg1"/>
                          </a:solidFill>
                          <a:effectLst/>
                          <a:latin typeface="Meiryo UI" panose="020B0604030504040204" pitchFamily="50" charset="-128"/>
                          <a:ea typeface="Meiryo UI" panose="020B0604030504040204" pitchFamily="50" charset="-128"/>
                        </a:rPr>
                        <a:t>　</a:t>
                      </a:r>
                      <a:endParaRPr lang="ja-JP" altLang="en-US" sz="1000" b="0" i="0" u="none" strike="noStrike" dirty="0">
                        <a:solidFill>
                          <a:schemeClr val="bg1"/>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solid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l" fontAlgn="ctr"/>
                      <a:r>
                        <a:rPr lang="en-US" sz="1000" u="none" strike="noStrike" dirty="0">
                          <a:solidFill>
                            <a:schemeClr val="bg1"/>
                          </a:solidFill>
                          <a:effectLst/>
                          <a:latin typeface="Meiryo UI" panose="020B0604030504040204" pitchFamily="50" charset="-128"/>
                          <a:ea typeface="Meiryo UI" panose="020B0604030504040204" pitchFamily="50" charset="-128"/>
                        </a:rPr>
                        <a:t>OBD</a:t>
                      </a:r>
                      <a:r>
                        <a:rPr lang="ja-JP" altLang="en-US" sz="1000" u="none" strike="noStrike" dirty="0">
                          <a:solidFill>
                            <a:schemeClr val="bg1"/>
                          </a:solidFill>
                          <a:effectLst/>
                          <a:latin typeface="Meiryo UI" panose="020B0604030504040204" pitchFamily="50" charset="-128"/>
                          <a:ea typeface="Meiryo UI" panose="020B0604030504040204" pitchFamily="50" charset="-128"/>
                        </a:rPr>
                        <a:t>対象部品</a:t>
                      </a:r>
                      <a:endParaRPr lang="ja-JP" altLang="en-US" sz="1000" b="0" i="0" u="none" strike="noStrike" dirty="0">
                        <a:solidFill>
                          <a:schemeClr val="bg1"/>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solid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fontAlgn="ctr"/>
                      <a:r>
                        <a:rPr lang="en-US" sz="1000" u="none" strike="noStrike" dirty="0">
                          <a:solidFill>
                            <a:schemeClr val="bg1"/>
                          </a:solidFill>
                          <a:effectLst/>
                          <a:latin typeface="Meiryo UI" panose="020B0604030504040204" pitchFamily="50" charset="-128"/>
                          <a:ea typeface="Meiryo UI" panose="020B0604030504040204" pitchFamily="50" charset="-128"/>
                        </a:rPr>
                        <a:t>L7</a:t>
                      </a:r>
                      <a:endParaRPr lang="en-US" sz="1000" b="0" i="0" u="none" strike="noStrike" dirty="0">
                        <a:solidFill>
                          <a:schemeClr val="bg1"/>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solid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fontAlgn="ctr"/>
                      <a:r>
                        <a:rPr lang="en-US" sz="1000" u="none" strike="noStrike" dirty="0">
                          <a:solidFill>
                            <a:schemeClr val="bg1"/>
                          </a:solidFill>
                          <a:effectLst/>
                          <a:latin typeface="Meiryo UI" panose="020B0604030504040204" pitchFamily="50" charset="-128"/>
                          <a:ea typeface="Meiryo UI" panose="020B0604030504040204" pitchFamily="50" charset="-128"/>
                        </a:rPr>
                        <a:t>L8</a:t>
                      </a:r>
                      <a:endParaRPr lang="en-US" sz="1000" b="0" i="0" u="none" strike="noStrike" dirty="0">
                        <a:solidFill>
                          <a:schemeClr val="bg1"/>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solidFill>
                  </a:tcPr>
                </a:tc>
                <a:extLst>
                  <a:ext uri="{0D108BD9-81ED-4DB2-BD59-A6C34878D82A}">
                    <a16:rowId xmlns:a16="http://schemas.microsoft.com/office/drawing/2014/main" val="796671003"/>
                  </a:ext>
                </a:extLst>
              </a:tr>
              <a:tr h="162993">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l" fontAlgn="ctr"/>
                      <a:r>
                        <a:rPr lang="en-US" sz="1000" u="none" strike="noStrike" dirty="0">
                          <a:effectLst/>
                          <a:latin typeface="Meiryo UI" panose="020B0604030504040204" pitchFamily="50" charset="-128"/>
                          <a:ea typeface="Meiryo UI" panose="020B0604030504040204" pitchFamily="50" charset="-128"/>
                        </a:rPr>
                        <a:t>EM</a:t>
                      </a:r>
                      <a:r>
                        <a:rPr lang="ja-JP" altLang="en-US" sz="1000" u="none" strike="noStrike" dirty="0">
                          <a:effectLst/>
                          <a:latin typeface="Meiryo UI" panose="020B0604030504040204" pitchFamily="50" charset="-128"/>
                          <a:ea typeface="Meiryo UI" panose="020B0604030504040204" pitchFamily="50" charset="-128"/>
                        </a:rPr>
                        <a:t>リンク</a:t>
                      </a: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l" fontAlgn="ctr"/>
                      <a:r>
                        <a:rPr lang="ja-JP" altLang="en-US" sz="1000" u="none" strike="noStrike" dirty="0">
                          <a:effectLst/>
                          <a:latin typeface="Meiryo UI" panose="020B0604030504040204" pitchFamily="50" charset="-128"/>
                          <a:ea typeface="Meiryo UI" panose="020B0604030504040204" pitchFamily="50" charset="-128"/>
                        </a:rPr>
                        <a:t>触媒劣化</a:t>
                      </a: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fontAlgn="ctr"/>
                      <a:r>
                        <a:rPr lang="ja-JP" altLang="en-US" sz="1000" u="none" strike="noStrike">
                          <a:effectLst/>
                          <a:latin typeface="Meiryo UI" panose="020B0604030504040204" pitchFamily="50" charset="-128"/>
                          <a:ea typeface="Meiryo UI" panose="020B0604030504040204" pitchFamily="50" charset="-128"/>
                        </a:rPr>
                        <a:t>〇</a:t>
                      </a:r>
                      <a:endParaRPr lang="ja-JP" altLang="en-US" sz="1000" b="0" i="0" u="none" strike="noStrike">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fontAlgn="ctr"/>
                      <a:r>
                        <a:rPr lang="ja-JP" altLang="en-US" sz="1000" u="none" strike="noStrike" dirty="0">
                          <a:effectLst/>
                          <a:latin typeface="Meiryo UI" panose="020B0604030504040204" pitchFamily="50" charset="-128"/>
                          <a:ea typeface="Meiryo UI" panose="020B0604030504040204" pitchFamily="50" charset="-128"/>
                        </a:rPr>
                        <a:t>〇</a:t>
                      </a: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extLst>
                  <a:ext uri="{0D108BD9-81ED-4DB2-BD59-A6C34878D82A}">
                    <a16:rowId xmlns:a16="http://schemas.microsoft.com/office/drawing/2014/main" val="3769114543"/>
                  </a:ext>
                </a:extLst>
              </a:tr>
              <a:tr h="162993">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l" fontAlgn="ctr"/>
                      <a:r>
                        <a:rPr lang="en-US" sz="1000" u="none" strike="noStrike" dirty="0">
                          <a:effectLst/>
                          <a:latin typeface="Meiryo UI" panose="020B0604030504040204" pitchFamily="50" charset="-128"/>
                          <a:ea typeface="Meiryo UI" panose="020B0604030504040204" pitchFamily="50" charset="-128"/>
                        </a:rPr>
                        <a:t>EM</a:t>
                      </a:r>
                      <a:r>
                        <a:rPr lang="ja-JP" altLang="en-US" sz="1000" u="none" strike="noStrike">
                          <a:effectLst/>
                          <a:latin typeface="Meiryo UI" panose="020B0604030504040204" pitchFamily="50" charset="-128"/>
                          <a:ea typeface="Meiryo UI" panose="020B0604030504040204" pitchFamily="50" charset="-128"/>
                        </a:rPr>
                        <a:t>リンク</a:t>
                      </a:r>
                      <a:endParaRPr lang="ja-JP" altLang="en-US" sz="1000" b="0" i="0" u="none" strike="noStrike">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l" fontAlgn="ctr"/>
                      <a:r>
                        <a:rPr lang="ja-JP" altLang="en-US" sz="1000" u="none" strike="noStrike" dirty="0">
                          <a:effectLst/>
                          <a:latin typeface="Meiryo UI" panose="020B0604030504040204" pitchFamily="50" charset="-128"/>
                          <a:ea typeface="Meiryo UI" panose="020B0604030504040204" pitchFamily="50" charset="-128"/>
                        </a:rPr>
                        <a:t>失火</a:t>
                      </a: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fontAlgn="ctr"/>
                      <a:r>
                        <a:rPr lang="ja-JP" altLang="en-US" sz="1000" u="none" strike="noStrike" dirty="0">
                          <a:effectLst/>
                          <a:latin typeface="Meiryo UI" panose="020B0604030504040204" pitchFamily="50" charset="-128"/>
                          <a:ea typeface="Meiryo UI" panose="020B0604030504040204" pitchFamily="50" charset="-128"/>
                        </a:rPr>
                        <a:t>〇</a:t>
                      </a: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fontAlgn="ctr"/>
                      <a:r>
                        <a:rPr lang="ja-JP" altLang="en-US" sz="1000" u="none" strike="noStrike" dirty="0">
                          <a:effectLst/>
                          <a:latin typeface="Meiryo UI" panose="020B0604030504040204" pitchFamily="50" charset="-128"/>
                          <a:ea typeface="Meiryo UI" panose="020B0604030504040204" pitchFamily="50" charset="-128"/>
                        </a:rPr>
                        <a:t>〇</a:t>
                      </a: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extLst>
                  <a:ext uri="{0D108BD9-81ED-4DB2-BD59-A6C34878D82A}">
                    <a16:rowId xmlns:a16="http://schemas.microsoft.com/office/drawing/2014/main" val="2535565906"/>
                  </a:ext>
                </a:extLst>
              </a:tr>
              <a:tr h="162993">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l" fontAlgn="ctr"/>
                      <a:r>
                        <a:rPr lang="en-US" sz="1000" u="none" strike="noStrike" dirty="0">
                          <a:effectLst/>
                          <a:latin typeface="Meiryo UI" panose="020B0604030504040204" pitchFamily="50" charset="-128"/>
                          <a:ea typeface="Meiryo UI" panose="020B0604030504040204" pitchFamily="50" charset="-128"/>
                        </a:rPr>
                        <a:t>EM</a:t>
                      </a:r>
                      <a:r>
                        <a:rPr lang="ja-JP" altLang="en-US" sz="1000" u="none" strike="noStrike">
                          <a:effectLst/>
                          <a:latin typeface="Meiryo UI" panose="020B0604030504040204" pitchFamily="50" charset="-128"/>
                          <a:ea typeface="Meiryo UI" panose="020B0604030504040204" pitchFamily="50" charset="-128"/>
                        </a:rPr>
                        <a:t>リンク</a:t>
                      </a:r>
                      <a:endParaRPr lang="ja-JP" altLang="en-US" sz="1000" b="0" i="0" u="none" strike="noStrike">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l" fontAlgn="ctr"/>
                      <a:r>
                        <a:rPr lang="ja-JP" altLang="en-US" sz="1000" u="none" strike="noStrike">
                          <a:effectLst/>
                          <a:latin typeface="Meiryo UI" panose="020B0604030504040204" pitchFamily="50" charset="-128"/>
                          <a:ea typeface="Meiryo UI" panose="020B0604030504040204" pitchFamily="50" charset="-128"/>
                        </a:rPr>
                        <a:t>触媒前酸素センサー</a:t>
                      </a:r>
                      <a:endParaRPr lang="ja-JP" altLang="en-US" sz="1000" b="0" i="0" u="none" strike="noStrike">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fontAlgn="ctr"/>
                      <a:r>
                        <a:rPr lang="ja-JP" altLang="en-US" sz="1000" u="none" strike="noStrike">
                          <a:effectLst/>
                          <a:latin typeface="Meiryo UI" panose="020B0604030504040204" pitchFamily="50" charset="-128"/>
                          <a:ea typeface="Meiryo UI" panose="020B0604030504040204" pitchFamily="50" charset="-128"/>
                        </a:rPr>
                        <a:t>〇</a:t>
                      </a:r>
                      <a:endParaRPr lang="ja-JP" altLang="en-US" sz="1000" b="0" i="0" u="none" strike="noStrike">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fontAlgn="ctr"/>
                      <a:r>
                        <a:rPr lang="ja-JP" altLang="en-US" sz="1000" u="none" strike="noStrike">
                          <a:effectLst/>
                          <a:latin typeface="Meiryo UI" panose="020B0604030504040204" pitchFamily="50" charset="-128"/>
                          <a:ea typeface="Meiryo UI" panose="020B0604030504040204" pitchFamily="50" charset="-128"/>
                        </a:rPr>
                        <a:t>〇</a:t>
                      </a:r>
                      <a:endParaRPr lang="ja-JP" altLang="en-US" sz="1000" b="0" i="0" u="none" strike="noStrike">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extLst>
                  <a:ext uri="{0D108BD9-81ED-4DB2-BD59-A6C34878D82A}">
                    <a16:rowId xmlns:a16="http://schemas.microsoft.com/office/drawing/2014/main" val="2428450192"/>
                  </a:ext>
                </a:extLst>
              </a:tr>
              <a:tr h="162993">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l" fontAlgn="ctr"/>
                      <a:r>
                        <a:rPr lang="en-US" sz="1000" u="none" strike="noStrike" dirty="0">
                          <a:effectLst/>
                          <a:latin typeface="Meiryo UI" panose="020B0604030504040204" pitchFamily="50" charset="-128"/>
                          <a:ea typeface="Meiryo UI" panose="020B0604030504040204" pitchFamily="50" charset="-128"/>
                        </a:rPr>
                        <a:t>EM</a:t>
                      </a:r>
                      <a:r>
                        <a:rPr lang="ja-JP" altLang="en-US" sz="1000" u="none" strike="noStrike" dirty="0">
                          <a:effectLst/>
                          <a:latin typeface="Meiryo UI" panose="020B0604030504040204" pitchFamily="50" charset="-128"/>
                          <a:ea typeface="Meiryo UI" panose="020B0604030504040204" pitchFamily="50" charset="-128"/>
                        </a:rPr>
                        <a:t>リンク</a:t>
                      </a: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l" fontAlgn="ctr"/>
                      <a:r>
                        <a:rPr lang="ja-JP" altLang="en-US" sz="1000" u="none" strike="noStrike" dirty="0">
                          <a:effectLst/>
                          <a:latin typeface="Meiryo UI" panose="020B0604030504040204" pitchFamily="50" charset="-128"/>
                          <a:ea typeface="Meiryo UI" panose="020B0604030504040204" pitchFamily="50" charset="-128"/>
                        </a:rPr>
                        <a:t>二次空気システム</a:t>
                      </a: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fontAlgn="ctr"/>
                      <a:r>
                        <a:rPr lang="ja-JP" altLang="en-US" sz="1000" u="none" strike="noStrike">
                          <a:effectLst/>
                          <a:latin typeface="Meiryo UI" panose="020B0604030504040204" pitchFamily="50" charset="-128"/>
                          <a:ea typeface="Meiryo UI" panose="020B0604030504040204" pitchFamily="50" charset="-128"/>
                        </a:rPr>
                        <a:t>〇</a:t>
                      </a:r>
                      <a:endParaRPr lang="ja-JP" altLang="en-US" sz="1000" b="0" i="0" u="none" strike="noStrike">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fontAlgn="ctr"/>
                      <a:r>
                        <a:rPr lang="ja-JP" altLang="en-US" sz="1000" u="none" strike="noStrike">
                          <a:effectLst/>
                          <a:latin typeface="Meiryo UI" panose="020B0604030504040204" pitchFamily="50" charset="-128"/>
                          <a:ea typeface="Meiryo UI" panose="020B0604030504040204" pitchFamily="50" charset="-128"/>
                        </a:rPr>
                        <a:t>〇</a:t>
                      </a:r>
                      <a:endParaRPr lang="ja-JP" altLang="en-US" sz="1000" b="0" i="0" u="none" strike="noStrike">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extLst>
                  <a:ext uri="{0D108BD9-81ED-4DB2-BD59-A6C34878D82A}">
                    <a16:rowId xmlns:a16="http://schemas.microsoft.com/office/drawing/2014/main" val="1253018887"/>
                  </a:ext>
                </a:extLst>
              </a:tr>
              <a:tr h="162993">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l" fontAlgn="ctr"/>
                      <a:r>
                        <a:rPr lang="en-US" sz="1000" u="none" strike="noStrike" dirty="0">
                          <a:effectLst/>
                          <a:latin typeface="Meiryo UI" panose="020B0604030504040204" pitchFamily="50" charset="-128"/>
                          <a:ea typeface="Meiryo UI" panose="020B0604030504040204" pitchFamily="50" charset="-128"/>
                        </a:rPr>
                        <a:t>EM</a:t>
                      </a:r>
                      <a:r>
                        <a:rPr lang="ja-JP" altLang="en-US" sz="1000" u="none" strike="noStrike">
                          <a:effectLst/>
                          <a:latin typeface="Meiryo UI" panose="020B0604030504040204" pitchFamily="50" charset="-128"/>
                          <a:ea typeface="Meiryo UI" panose="020B0604030504040204" pitchFamily="50" charset="-128"/>
                        </a:rPr>
                        <a:t>リンク</a:t>
                      </a:r>
                      <a:endParaRPr lang="ja-JP" altLang="en-US" sz="1000" b="0" i="0" u="none" strike="noStrike">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l" fontAlgn="ctr"/>
                      <a:r>
                        <a:rPr lang="ja-JP" altLang="en-US" sz="1000" u="none" strike="noStrike" dirty="0">
                          <a:effectLst/>
                          <a:latin typeface="Meiryo UI" panose="020B0604030504040204" pitchFamily="50" charset="-128"/>
                          <a:ea typeface="Meiryo UI" panose="020B0604030504040204" pitchFamily="50" charset="-128"/>
                        </a:rPr>
                        <a:t>燃料供給システム　</a:t>
                      </a:r>
                      <a:r>
                        <a:rPr lang="en-US" altLang="ja-JP" sz="1000" u="none" strike="noStrike" dirty="0">
                          <a:effectLst/>
                          <a:latin typeface="Meiryo UI" panose="020B0604030504040204" pitchFamily="50" charset="-128"/>
                          <a:ea typeface="Meiryo UI" panose="020B0604030504040204" pitchFamily="50" charset="-128"/>
                        </a:rPr>
                        <a:t>(</a:t>
                      </a:r>
                      <a:r>
                        <a:rPr lang="ja-JP" altLang="en-US" sz="1000" u="none" strike="noStrike" dirty="0">
                          <a:effectLst/>
                          <a:latin typeface="Meiryo UI" panose="020B0604030504040204" pitchFamily="50" charset="-128"/>
                          <a:ea typeface="Meiryo UI" panose="020B0604030504040204" pitchFamily="50" charset="-128"/>
                        </a:rPr>
                        <a:t>限定的にガソリン</a:t>
                      </a:r>
                      <a:r>
                        <a:rPr lang="en-US" altLang="ja-JP" sz="1000" u="none" strike="noStrike" dirty="0">
                          <a:effectLst/>
                          <a:latin typeface="Meiryo UI" panose="020B0604030504040204" pitchFamily="50" charset="-128"/>
                          <a:ea typeface="Meiryo UI" panose="020B0604030504040204" pitchFamily="50" charset="-128"/>
                        </a:rPr>
                        <a:t>C</a:t>
                      </a:r>
                      <a:r>
                        <a:rPr lang="ja-JP" altLang="en-US" sz="1000" u="none" strike="noStrike" dirty="0">
                          <a:effectLst/>
                          <a:latin typeface="Meiryo UI" panose="020B0604030504040204" pitchFamily="50" charset="-128"/>
                          <a:ea typeface="Meiryo UI" panose="020B0604030504040204" pitchFamily="50" charset="-128"/>
                        </a:rPr>
                        <a:t>で作動する車両のみ</a:t>
                      </a:r>
                      <a:r>
                        <a:rPr lang="en-US" altLang="ja-JP" sz="1000" u="none" strike="noStrike" dirty="0">
                          <a:effectLst/>
                          <a:latin typeface="Meiryo UI" panose="020B0604030504040204" pitchFamily="50" charset="-128"/>
                          <a:ea typeface="Meiryo UI" panose="020B0604030504040204" pitchFamily="50" charset="-128"/>
                        </a:rPr>
                        <a:t>)</a:t>
                      </a:r>
                      <a:endParaRPr lang="en-US" altLang="ja-JP"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fontAlgn="ctr"/>
                      <a:r>
                        <a:rPr lang="ja-JP" altLang="en-US" sz="1000" u="none" strike="noStrike">
                          <a:effectLst/>
                          <a:latin typeface="Meiryo UI" panose="020B0604030504040204" pitchFamily="50" charset="-128"/>
                          <a:ea typeface="Meiryo UI" panose="020B0604030504040204" pitchFamily="50" charset="-128"/>
                        </a:rPr>
                        <a:t>〇</a:t>
                      </a:r>
                      <a:endParaRPr lang="ja-JP" altLang="en-US" sz="1000" b="0" i="0" u="none" strike="noStrike">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fontAlgn="ctr"/>
                      <a:r>
                        <a:rPr lang="ja-JP" altLang="en-US" sz="1000" u="none" strike="noStrike">
                          <a:effectLst/>
                          <a:latin typeface="Meiryo UI" panose="020B0604030504040204" pitchFamily="50" charset="-128"/>
                          <a:ea typeface="Meiryo UI" panose="020B0604030504040204" pitchFamily="50" charset="-128"/>
                        </a:rPr>
                        <a:t>〇</a:t>
                      </a:r>
                      <a:endParaRPr lang="ja-JP" altLang="en-US" sz="1000" b="0" i="0" u="none" strike="noStrike">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extLst>
                  <a:ext uri="{0D108BD9-81ED-4DB2-BD59-A6C34878D82A}">
                    <a16:rowId xmlns:a16="http://schemas.microsoft.com/office/drawing/2014/main" val="3517128997"/>
                  </a:ext>
                </a:extLst>
              </a:tr>
              <a:tr h="162993">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l" fontAlgn="ctr"/>
                      <a:r>
                        <a:rPr lang="en-US" sz="1000" u="none" strike="noStrike" dirty="0">
                          <a:effectLst/>
                          <a:latin typeface="Meiryo UI" panose="020B0604030504040204" pitchFamily="50" charset="-128"/>
                          <a:ea typeface="Meiryo UI" panose="020B0604030504040204" pitchFamily="50" charset="-128"/>
                        </a:rPr>
                        <a:t>EM</a:t>
                      </a:r>
                      <a:r>
                        <a:rPr lang="ja-JP" altLang="en-US" sz="1000" u="none" strike="noStrike" dirty="0">
                          <a:effectLst/>
                          <a:latin typeface="Meiryo UI" panose="020B0604030504040204" pitchFamily="50" charset="-128"/>
                          <a:ea typeface="Meiryo UI" panose="020B0604030504040204" pitchFamily="50" charset="-128"/>
                        </a:rPr>
                        <a:t>リンク</a:t>
                      </a: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l" fontAlgn="ctr"/>
                      <a:r>
                        <a:rPr lang="ja-JP" altLang="en-US" sz="1000" u="none" strike="noStrike" dirty="0">
                          <a:effectLst/>
                          <a:latin typeface="Meiryo UI" panose="020B0604030504040204" pitchFamily="50" charset="-128"/>
                          <a:ea typeface="Meiryo UI" panose="020B0604030504040204" pitchFamily="50" charset="-128"/>
                        </a:rPr>
                        <a:t>触媒加熱システム</a:t>
                      </a: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fontAlgn="ctr"/>
                      <a:r>
                        <a:rPr lang="ja-JP" altLang="en-US" sz="1000" u="none" strike="noStrike" dirty="0">
                          <a:effectLst/>
                          <a:latin typeface="Meiryo UI" panose="020B0604030504040204" pitchFamily="50" charset="-128"/>
                          <a:ea typeface="Meiryo UI" panose="020B0604030504040204" pitchFamily="50" charset="-128"/>
                        </a:rPr>
                        <a:t>〇</a:t>
                      </a: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fontAlgn="ctr"/>
                      <a:r>
                        <a:rPr lang="ja-JP" altLang="en-US" sz="1000" u="none" strike="noStrike" dirty="0">
                          <a:effectLst/>
                          <a:latin typeface="Meiryo UI" panose="020B0604030504040204" pitchFamily="50" charset="-128"/>
                          <a:ea typeface="Meiryo UI" panose="020B0604030504040204" pitchFamily="50" charset="-128"/>
                        </a:rPr>
                        <a:t>〇</a:t>
                      </a: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extLst>
                  <a:ext uri="{0D108BD9-81ED-4DB2-BD59-A6C34878D82A}">
                    <a16:rowId xmlns:a16="http://schemas.microsoft.com/office/drawing/2014/main" val="797000115"/>
                  </a:ext>
                </a:extLst>
              </a:tr>
              <a:tr h="162993">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l" fontAlgn="ctr"/>
                      <a:r>
                        <a:rPr lang="en-US" sz="1000" u="none" strike="noStrike" dirty="0">
                          <a:effectLst/>
                          <a:latin typeface="Meiryo UI" panose="020B0604030504040204" pitchFamily="50" charset="-128"/>
                          <a:ea typeface="Meiryo UI" panose="020B0604030504040204" pitchFamily="50" charset="-128"/>
                        </a:rPr>
                        <a:t>EM</a:t>
                      </a:r>
                      <a:r>
                        <a:rPr lang="ja-JP" altLang="en-US" sz="1000" u="none" strike="noStrike">
                          <a:effectLst/>
                          <a:latin typeface="Meiryo UI" panose="020B0604030504040204" pitchFamily="50" charset="-128"/>
                          <a:ea typeface="Meiryo UI" panose="020B0604030504040204" pitchFamily="50" charset="-128"/>
                        </a:rPr>
                        <a:t>リンク</a:t>
                      </a:r>
                      <a:endParaRPr lang="ja-JP" altLang="en-US" sz="1000" b="0" i="0" u="none" strike="noStrike">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l" fontAlgn="ctr"/>
                      <a:r>
                        <a:rPr lang="ja-JP" altLang="en-US" sz="1000" b="0" i="0" u="none" strike="noStrike" dirty="0">
                          <a:solidFill>
                            <a:srgbClr val="000000"/>
                          </a:solidFill>
                          <a:effectLst/>
                          <a:latin typeface="Meiryo UI" panose="020B0604030504040204" pitchFamily="50" charset="-128"/>
                          <a:ea typeface="Meiryo UI" panose="020B0604030504040204" pitchFamily="50" charset="-128"/>
                        </a:rPr>
                        <a:t>排気ガス再循環システム</a:t>
                      </a:r>
                      <a:r>
                        <a:rPr lang="en-US" altLang="ja-JP" sz="1000" b="0" i="0" u="none" strike="noStrike" dirty="0">
                          <a:solidFill>
                            <a:srgbClr val="000000"/>
                          </a:solidFill>
                          <a:effectLst/>
                          <a:latin typeface="Meiryo UI" panose="020B0604030504040204" pitchFamily="50" charset="-128"/>
                          <a:ea typeface="Meiryo UI" panose="020B0604030504040204" pitchFamily="50" charset="-128"/>
                        </a:rPr>
                        <a:t>(EGR)</a:t>
                      </a:r>
                      <a:endParaRPr lang="en-US" sz="1000" b="0" i="0" u="none" strike="noStrike" dirty="0">
                        <a:solidFill>
                          <a:srgbClr val="FF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fontAlgn="ctr"/>
                      <a:r>
                        <a:rPr lang="ja-JP" altLang="en-US" sz="1000" u="none" strike="noStrike" dirty="0">
                          <a:effectLst/>
                          <a:latin typeface="Meiryo UI" panose="020B0604030504040204" pitchFamily="50" charset="-128"/>
                          <a:ea typeface="Meiryo UI" panose="020B0604030504040204" pitchFamily="50" charset="-128"/>
                        </a:rPr>
                        <a:t>〇</a:t>
                      </a: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fontAlgn="ctr"/>
                      <a:r>
                        <a:rPr lang="ja-JP" altLang="en-US" sz="1000" u="none" strike="noStrike" dirty="0">
                          <a:effectLst/>
                          <a:latin typeface="Meiryo UI" panose="020B0604030504040204" pitchFamily="50" charset="-128"/>
                          <a:ea typeface="Meiryo UI" panose="020B0604030504040204" pitchFamily="50" charset="-128"/>
                        </a:rPr>
                        <a:t>〇</a:t>
                      </a: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extLst>
                  <a:ext uri="{0D108BD9-81ED-4DB2-BD59-A6C34878D82A}">
                    <a16:rowId xmlns:a16="http://schemas.microsoft.com/office/drawing/2014/main" val="1104123055"/>
                  </a:ext>
                </a:extLst>
              </a:tr>
              <a:tr h="162993">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l" fontAlgn="ctr"/>
                      <a:r>
                        <a:rPr lang="en-US" sz="1000" u="none" strike="noStrike" dirty="0">
                          <a:effectLst/>
                          <a:latin typeface="Meiryo UI" panose="020B0604030504040204" pitchFamily="50" charset="-128"/>
                          <a:ea typeface="Meiryo UI" panose="020B0604030504040204" pitchFamily="50" charset="-128"/>
                        </a:rPr>
                        <a:t>EM</a:t>
                      </a:r>
                      <a:r>
                        <a:rPr lang="ja-JP" altLang="en-US" sz="1000" u="none" strike="noStrike" dirty="0">
                          <a:effectLst/>
                          <a:latin typeface="Meiryo UI" panose="020B0604030504040204" pitchFamily="50" charset="-128"/>
                          <a:ea typeface="Meiryo UI" panose="020B0604030504040204" pitchFamily="50" charset="-128"/>
                        </a:rPr>
                        <a:t>リンク</a:t>
                      </a: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CCECFF"/>
                    </a:solid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l" fontAlgn="ctr"/>
                      <a:r>
                        <a:rPr lang="ja-JP" altLang="en-US" sz="1000" u="none" strike="noStrike" dirty="0">
                          <a:effectLst/>
                          <a:latin typeface="Meiryo UI" panose="020B0604030504040204" pitchFamily="50" charset="-128"/>
                          <a:ea typeface="Meiryo UI" panose="020B0604030504040204" pitchFamily="50" charset="-128"/>
                        </a:rPr>
                        <a:t>触媒後酸素センサー</a:t>
                      </a: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CCECFF"/>
                    </a:solid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fontAlgn="ctr"/>
                      <a:r>
                        <a:rPr lang="en-US" sz="1000" u="none" strike="noStrike" dirty="0">
                          <a:effectLst/>
                          <a:latin typeface="Meiryo UI" panose="020B0604030504040204" pitchFamily="50" charset="-128"/>
                          <a:ea typeface="Meiryo UI" panose="020B0604030504040204" pitchFamily="50" charset="-128"/>
                        </a:rPr>
                        <a:t>X</a:t>
                      </a:r>
                      <a:endParaRPr 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CCECFF"/>
                    </a:solid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fontAlgn="ctr"/>
                      <a:r>
                        <a:rPr lang="ja-JP" altLang="en-US" sz="1000" u="none" strike="noStrike" dirty="0">
                          <a:effectLst/>
                          <a:latin typeface="Meiryo UI" panose="020B0604030504040204" pitchFamily="50" charset="-128"/>
                          <a:ea typeface="Meiryo UI" panose="020B0604030504040204" pitchFamily="50" charset="-128"/>
                        </a:rPr>
                        <a:t>〇</a:t>
                      </a: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CCECFF"/>
                    </a:solidFill>
                  </a:tcPr>
                </a:tc>
                <a:extLst>
                  <a:ext uri="{0D108BD9-81ED-4DB2-BD59-A6C34878D82A}">
                    <a16:rowId xmlns:a16="http://schemas.microsoft.com/office/drawing/2014/main" val="932325522"/>
                  </a:ext>
                </a:extLst>
              </a:tr>
              <a:tr h="162993">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l" fontAlgn="ctr"/>
                      <a:r>
                        <a:rPr lang="en-US" sz="1000" u="none" strike="noStrike" dirty="0">
                          <a:effectLst/>
                          <a:latin typeface="Meiryo UI" panose="020B0604030504040204" pitchFamily="50" charset="-128"/>
                          <a:ea typeface="Meiryo UI" panose="020B0604030504040204" pitchFamily="50" charset="-128"/>
                        </a:rPr>
                        <a:t>EM</a:t>
                      </a:r>
                      <a:r>
                        <a:rPr lang="ja-JP" altLang="en-US" sz="1000" u="none" strike="noStrike" dirty="0">
                          <a:effectLst/>
                          <a:latin typeface="Meiryo UI" panose="020B0604030504040204" pitchFamily="50" charset="-128"/>
                          <a:ea typeface="Meiryo UI" panose="020B0604030504040204" pitchFamily="50" charset="-128"/>
                        </a:rPr>
                        <a:t>リンク</a:t>
                      </a: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CCECFF"/>
                    </a:solid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l" fontAlgn="ctr"/>
                      <a:r>
                        <a:rPr lang="ja-JP" altLang="en-US" sz="1000" u="none" strike="noStrike" dirty="0">
                          <a:effectLst/>
                          <a:latin typeface="Meiryo UI" panose="020B0604030504040204" pitchFamily="50" charset="-128"/>
                          <a:ea typeface="Meiryo UI" panose="020B0604030504040204" pitchFamily="50" charset="-128"/>
                        </a:rPr>
                        <a:t>燃料供給システム（全燃料）</a:t>
                      </a: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CCECFF"/>
                    </a:solid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fontAlgn="ctr"/>
                      <a:r>
                        <a:rPr lang="en-US" sz="1000" u="none" strike="noStrike" dirty="0">
                          <a:effectLst/>
                          <a:latin typeface="Meiryo UI" panose="020B0604030504040204" pitchFamily="50" charset="-128"/>
                          <a:ea typeface="Meiryo UI" panose="020B0604030504040204" pitchFamily="50" charset="-128"/>
                        </a:rPr>
                        <a:t>X</a:t>
                      </a:r>
                      <a:endParaRPr 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CCECFF"/>
                    </a:solid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fontAlgn="ctr"/>
                      <a:r>
                        <a:rPr lang="ja-JP" altLang="en-US" sz="1000" u="none" strike="noStrike" dirty="0">
                          <a:effectLst/>
                          <a:latin typeface="Meiryo UI" panose="020B0604030504040204" pitchFamily="50" charset="-128"/>
                          <a:ea typeface="Meiryo UI" panose="020B0604030504040204" pitchFamily="50" charset="-128"/>
                        </a:rPr>
                        <a:t>〇</a:t>
                      </a: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CCECFF"/>
                    </a:solidFill>
                  </a:tcPr>
                </a:tc>
                <a:extLst>
                  <a:ext uri="{0D108BD9-81ED-4DB2-BD59-A6C34878D82A}">
                    <a16:rowId xmlns:a16="http://schemas.microsoft.com/office/drawing/2014/main" val="3077186294"/>
                  </a:ext>
                </a:extLst>
              </a:tr>
              <a:tr h="162993">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l" fontAlgn="ctr"/>
                      <a:r>
                        <a:rPr lang="en-US" sz="1000" u="none" strike="noStrike" dirty="0">
                          <a:effectLst/>
                          <a:latin typeface="Meiryo UI" panose="020B0604030504040204" pitchFamily="50" charset="-128"/>
                          <a:ea typeface="Meiryo UI" panose="020B0604030504040204" pitchFamily="50" charset="-128"/>
                        </a:rPr>
                        <a:t>EM</a:t>
                      </a:r>
                      <a:r>
                        <a:rPr lang="ja-JP" altLang="en-US" sz="1000" u="none" strike="noStrike">
                          <a:effectLst/>
                          <a:latin typeface="Meiryo UI" panose="020B0604030504040204" pitchFamily="50" charset="-128"/>
                          <a:ea typeface="Meiryo UI" panose="020B0604030504040204" pitchFamily="50" charset="-128"/>
                        </a:rPr>
                        <a:t>リンク</a:t>
                      </a:r>
                      <a:endParaRPr lang="ja-JP" altLang="en-US" sz="1000" b="0" i="0" u="none" strike="noStrike">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CCECFF"/>
                    </a:solid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l" fontAlgn="ctr"/>
                      <a:r>
                        <a:rPr lang="ja-JP" altLang="en-US" sz="1000" u="none" strike="noStrike" dirty="0">
                          <a:effectLst/>
                          <a:latin typeface="Meiryo UI" panose="020B0604030504040204" pitchFamily="50" charset="-128"/>
                          <a:ea typeface="Meiryo UI" panose="020B0604030504040204" pitchFamily="50" charset="-128"/>
                        </a:rPr>
                        <a:t>エバポエミッションコントロールシステム</a:t>
                      </a: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CCECFF"/>
                    </a:solid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fontAlgn="ctr"/>
                      <a:r>
                        <a:rPr lang="en-US" sz="1000" u="none" strike="noStrike" dirty="0">
                          <a:effectLst/>
                          <a:latin typeface="Meiryo UI" panose="020B0604030504040204" pitchFamily="50" charset="-128"/>
                          <a:ea typeface="Meiryo UI" panose="020B0604030504040204" pitchFamily="50" charset="-128"/>
                        </a:rPr>
                        <a:t>X</a:t>
                      </a:r>
                      <a:endParaRPr 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CCECFF"/>
                    </a:solid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fontAlgn="ctr"/>
                      <a:r>
                        <a:rPr lang="ja-JP" altLang="en-US" sz="1000" u="none" strike="noStrike" dirty="0">
                          <a:effectLst/>
                          <a:latin typeface="Meiryo UI" panose="020B0604030504040204" pitchFamily="50" charset="-128"/>
                          <a:ea typeface="Meiryo UI" panose="020B0604030504040204" pitchFamily="50" charset="-128"/>
                        </a:rPr>
                        <a:t>〇</a:t>
                      </a: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CCECFF"/>
                    </a:solidFill>
                  </a:tcPr>
                </a:tc>
                <a:extLst>
                  <a:ext uri="{0D108BD9-81ED-4DB2-BD59-A6C34878D82A}">
                    <a16:rowId xmlns:a16="http://schemas.microsoft.com/office/drawing/2014/main" val="4249192752"/>
                  </a:ext>
                </a:extLst>
              </a:tr>
              <a:tr h="162993">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l" fontAlgn="ctr"/>
                      <a:r>
                        <a:rPr lang="en-US" sz="1000" u="none" strike="noStrike" dirty="0">
                          <a:effectLst/>
                          <a:latin typeface="Meiryo UI" panose="020B0604030504040204" pitchFamily="50" charset="-128"/>
                          <a:ea typeface="Meiryo UI" panose="020B0604030504040204" pitchFamily="50" charset="-128"/>
                        </a:rPr>
                        <a:t>EM</a:t>
                      </a:r>
                      <a:r>
                        <a:rPr lang="ja-JP" altLang="en-US" sz="1000" u="none" strike="noStrike">
                          <a:effectLst/>
                          <a:latin typeface="Meiryo UI" panose="020B0604030504040204" pitchFamily="50" charset="-128"/>
                          <a:ea typeface="Meiryo UI" panose="020B0604030504040204" pitchFamily="50" charset="-128"/>
                        </a:rPr>
                        <a:t>リンク</a:t>
                      </a:r>
                      <a:endParaRPr lang="ja-JP" altLang="en-US" sz="1000" b="0" i="0" u="none" strike="noStrike">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CCECFF"/>
                    </a:solid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l" fontAlgn="ctr"/>
                      <a:r>
                        <a:rPr lang="ja-JP" altLang="en-US" sz="1000" b="0" i="0" u="none" strike="noStrike" dirty="0">
                          <a:solidFill>
                            <a:srgbClr val="000000"/>
                          </a:solidFill>
                          <a:effectLst/>
                          <a:latin typeface="Meiryo UI" panose="020B0604030504040204" pitchFamily="50" charset="-128"/>
                          <a:ea typeface="Meiryo UI" panose="020B0604030504040204" pitchFamily="50" charset="-128"/>
                        </a:rPr>
                        <a:t>可変バルブタイミングシステム</a:t>
                      </a: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CCECFF"/>
                    </a:solid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fontAlgn="ctr"/>
                      <a:r>
                        <a:rPr lang="en-US" sz="1000" u="none" strike="noStrike" dirty="0">
                          <a:effectLst/>
                          <a:latin typeface="Meiryo UI" panose="020B0604030504040204" pitchFamily="50" charset="-128"/>
                          <a:ea typeface="Meiryo UI" panose="020B0604030504040204" pitchFamily="50" charset="-128"/>
                        </a:rPr>
                        <a:t>X</a:t>
                      </a:r>
                      <a:endParaRPr 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CCECFF"/>
                    </a:solid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fontAlgn="ctr"/>
                      <a:r>
                        <a:rPr lang="ja-JP" altLang="en-US" sz="1000" u="none" strike="noStrike" dirty="0">
                          <a:effectLst/>
                          <a:latin typeface="Meiryo UI" panose="020B0604030504040204" pitchFamily="50" charset="-128"/>
                          <a:ea typeface="Meiryo UI" panose="020B0604030504040204" pitchFamily="50" charset="-128"/>
                        </a:rPr>
                        <a:t>〇</a:t>
                      </a: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CCECFF"/>
                    </a:solidFill>
                  </a:tcPr>
                </a:tc>
                <a:extLst>
                  <a:ext uri="{0D108BD9-81ED-4DB2-BD59-A6C34878D82A}">
                    <a16:rowId xmlns:a16="http://schemas.microsoft.com/office/drawing/2014/main" val="1342776091"/>
                  </a:ext>
                </a:extLst>
              </a:tr>
              <a:tr h="162993">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l" fontAlgn="ctr"/>
                      <a:r>
                        <a:rPr lang="en-US" sz="1000" u="none" strike="noStrike" dirty="0">
                          <a:effectLst/>
                          <a:latin typeface="Meiryo UI" panose="020B0604030504040204" pitchFamily="50" charset="-128"/>
                          <a:ea typeface="Meiryo UI" panose="020B0604030504040204" pitchFamily="50" charset="-128"/>
                        </a:rPr>
                        <a:t>EM</a:t>
                      </a:r>
                      <a:r>
                        <a:rPr lang="ja-JP" altLang="en-US" sz="1000" u="none" strike="noStrike" dirty="0">
                          <a:effectLst/>
                          <a:latin typeface="Meiryo UI" panose="020B0604030504040204" pitchFamily="50" charset="-128"/>
                          <a:ea typeface="Meiryo UI" panose="020B0604030504040204" pitchFamily="50" charset="-128"/>
                        </a:rPr>
                        <a:t>リンク</a:t>
                      </a: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CCECFF"/>
                    </a:solid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l" fontAlgn="ctr"/>
                      <a:r>
                        <a:rPr lang="ja-JP" altLang="en-US" sz="1000" u="none" strike="noStrike" dirty="0">
                          <a:effectLst/>
                          <a:latin typeface="Meiryo UI" panose="020B0604030504040204" pitchFamily="50" charset="-128"/>
                          <a:ea typeface="Meiryo UI" panose="020B0604030504040204" pitchFamily="50" charset="-128"/>
                        </a:rPr>
                        <a:t>プローバイガス還元システム</a:t>
                      </a: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CCECFF"/>
                    </a:solid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fontAlgn="ctr"/>
                      <a:r>
                        <a:rPr lang="en-US" sz="1000" u="none" strike="noStrike" dirty="0">
                          <a:effectLst/>
                          <a:latin typeface="Meiryo UI" panose="020B0604030504040204" pitchFamily="50" charset="-128"/>
                          <a:ea typeface="Meiryo UI" panose="020B0604030504040204" pitchFamily="50" charset="-128"/>
                        </a:rPr>
                        <a:t>X</a:t>
                      </a:r>
                      <a:endParaRPr 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CCECFF"/>
                    </a:solid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fontAlgn="ctr"/>
                      <a:r>
                        <a:rPr lang="ja-JP" altLang="en-US" sz="1000" u="none" strike="noStrike" dirty="0">
                          <a:effectLst/>
                          <a:latin typeface="Meiryo UI" panose="020B0604030504040204" pitchFamily="50" charset="-128"/>
                          <a:ea typeface="Meiryo UI" panose="020B0604030504040204" pitchFamily="50" charset="-128"/>
                        </a:rPr>
                        <a:t>〇</a:t>
                      </a: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CCECFF"/>
                    </a:solidFill>
                  </a:tcPr>
                </a:tc>
                <a:extLst>
                  <a:ext uri="{0D108BD9-81ED-4DB2-BD59-A6C34878D82A}">
                    <a16:rowId xmlns:a16="http://schemas.microsoft.com/office/drawing/2014/main" val="324015942"/>
                  </a:ext>
                </a:extLst>
              </a:tr>
              <a:tr h="162993">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l" fontAlgn="ctr"/>
                      <a:r>
                        <a:rPr lang="ja-JP" altLang="en-US" sz="1000" u="none" strike="noStrike" dirty="0">
                          <a:effectLst/>
                          <a:latin typeface="Meiryo UI" panose="020B0604030504040204" pitchFamily="50" charset="-128"/>
                          <a:ea typeface="Meiryo UI" panose="020B0604030504040204" pitchFamily="50" charset="-128"/>
                        </a:rPr>
                        <a:t>コンプリ</a:t>
                      </a: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l" fontAlgn="ctr"/>
                      <a:r>
                        <a:rPr lang="ja-JP" altLang="en-US" sz="1000" u="none" strike="noStrike" dirty="0">
                          <a:effectLst/>
                          <a:latin typeface="Meiryo UI" panose="020B0604030504040204" pitchFamily="50" charset="-128"/>
                          <a:ea typeface="Meiryo UI" panose="020B0604030504040204" pitchFamily="50" charset="-128"/>
                        </a:rPr>
                        <a:t>絶対圧力センサー又は空気流センサー</a:t>
                      </a: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fontAlgn="ctr"/>
                      <a:r>
                        <a:rPr lang="ja-JP" altLang="en-US" sz="1000" u="none" strike="noStrike" dirty="0">
                          <a:effectLst/>
                          <a:latin typeface="Meiryo UI" panose="020B0604030504040204" pitchFamily="50" charset="-128"/>
                          <a:ea typeface="Meiryo UI" panose="020B0604030504040204" pitchFamily="50" charset="-128"/>
                        </a:rPr>
                        <a:t>〇</a:t>
                      </a: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fontAlgn="ctr"/>
                      <a:r>
                        <a:rPr lang="ja-JP" altLang="en-US" sz="1000" u="none" strike="noStrike" dirty="0">
                          <a:effectLst/>
                          <a:latin typeface="Meiryo UI" panose="020B0604030504040204" pitchFamily="50" charset="-128"/>
                          <a:ea typeface="Meiryo UI" panose="020B0604030504040204" pitchFamily="50" charset="-128"/>
                        </a:rPr>
                        <a:t>〇</a:t>
                      </a: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extLst>
                  <a:ext uri="{0D108BD9-81ED-4DB2-BD59-A6C34878D82A}">
                    <a16:rowId xmlns:a16="http://schemas.microsoft.com/office/drawing/2014/main" val="553282942"/>
                  </a:ext>
                </a:extLst>
              </a:tr>
              <a:tr h="162993">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l" fontAlgn="ctr"/>
                      <a:r>
                        <a:rPr lang="ja-JP" altLang="en-US" sz="1000" u="none" strike="noStrike">
                          <a:effectLst/>
                          <a:latin typeface="Meiryo UI" panose="020B0604030504040204" pitchFamily="50" charset="-128"/>
                          <a:ea typeface="Meiryo UI" panose="020B0604030504040204" pitchFamily="50" charset="-128"/>
                        </a:rPr>
                        <a:t>コンプリ</a:t>
                      </a:r>
                      <a:endParaRPr lang="ja-JP" altLang="en-US" sz="1000" b="0" i="0" u="none" strike="noStrike">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l" fontAlgn="ctr"/>
                      <a:r>
                        <a:rPr lang="ja-JP" altLang="en-US" sz="1000" u="none" strike="noStrike">
                          <a:effectLst/>
                          <a:latin typeface="Meiryo UI" panose="020B0604030504040204" pitchFamily="50" charset="-128"/>
                          <a:ea typeface="Meiryo UI" panose="020B0604030504040204" pitchFamily="50" charset="-128"/>
                        </a:rPr>
                        <a:t>スロットルポジションセンサー</a:t>
                      </a:r>
                      <a:endParaRPr lang="ja-JP" altLang="en-US" sz="1000" b="0" i="0" u="none" strike="noStrike">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fontAlgn="ctr"/>
                      <a:r>
                        <a:rPr lang="ja-JP" altLang="en-US" sz="1000" u="none" strike="noStrike">
                          <a:effectLst/>
                          <a:latin typeface="Meiryo UI" panose="020B0604030504040204" pitchFamily="50" charset="-128"/>
                          <a:ea typeface="Meiryo UI" panose="020B0604030504040204" pitchFamily="50" charset="-128"/>
                        </a:rPr>
                        <a:t>〇</a:t>
                      </a:r>
                      <a:endParaRPr lang="ja-JP" altLang="en-US" sz="1000" b="0" i="0" u="none" strike="noStrike">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fontAlgn="ctr"/>
                      <a:r>
                        <a:rPr lang="ja-JP" altLang="en-US" sz="1000" u="none" strike="noStrike" dirty="0">
                          <a:effectLst/>
                          <a:latin typeface="Meiryo UI" panose="020B0604030504040204" pitchFamily="50" charset="-128"/>
                          <a:ea typeface="Meiryo UI" panose="020B0604030504040204" pitchFamily="50" charset="-128"/>
                        </a:rPr>
                        <a:t>〇</a:t>
                      </a: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extLst>
                  <a:ext uri="{0D108BD9-81ED-4DB2-BD59-A6C34878D82A}">
                    <a16:rowId xmlns:a16="http://schemas.microsoft.com/office/drawing/2014/main" val="857174741"/>
                  </a:ext>
                </a:extLst>
              </a:tr>
              <a:tr h="162993">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l" fontAlgn="ctr"/>
                      <a:r>
                        <a:rPr lang="ja-JP" altLang="en-US" sz="1000" u="none" strike="noStrike">
                          <a:effectLst/>
                          <a:latin typeface="Meiryo UI" panose="020B0604030504040204" pitchFamily="50" charset="-128"/>
                          <a:ea typeface="Meiryo UI" panose="020B0604030504040204" pitchFamily="50" charset="-128"/>
                        </a:rPr>
                        <a:t>コンプリ</a:t>
                      </a:r>
                      <a:endParaRPr lang="ja-JP" altLang="en-US" sz="1000" b="0" i="0" u="none" strike="noStrike">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l" fontAlgn="ctr"/>
                      <a:r>
                        <a:rPr lang="ja-JP" altLang="en-US" sz="1000" u="none" strike="noStrike" dirty="0">
                          <a:effectLst/>
                          <a:latin typeface="Meiryo UI" panose="020B0604030504040204" pitchFamily="50" charset="-128"/>
                          <a:ea typeface="Meiryo UI" panose="020B0604030504040204" pitchFamily="50" charset="-128"/>
                        </a:rPr>
                        <a:t>エンジン温度及び</a:t>
                      </a:r>
                      <a:r>
                        <a:rPr lang="en-US" altLang="ja-JP" sz="1000" u="none" strike="noStrike" dirty="0">
                          <a:effectLst/>
                          <a:latin typeface="Meiryo UI" panose="020B0604030504040204" pitchFamily="50" charset="-128"/>
                          <a:ea typeface="Meiryo UI" panose="020B0604030504040204" pitchFamily="50" charset="-128"/>
                        </a:rPr>
                        <a:t>/</a:t>
                      </a:r>
                      <a:r>
                        <a:rPr lang="ja-JP" altLang="en-US" sz="1000" u="none" strike="noStrike" dirty="0">
                          <a:effectLst/>
                          <a:latin typeface="Meiryo UI" panose="020B0604030504040204" pitchFamily="50" charset="-128"/>
                          <a:ea typeface="Meiryo UI" panose="020B0604030504040204" pitchFamily="50" charset="-128"/>
                        </a:rPr>
                        <a:t>又は冷却液温度センサー</a:t>
                      </a: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fontAlgn="ctr"/>
                      <a:r>
                        <a:rPr lang="ja-JP" altLang="en-US" sz="1000" u="none" strike="noStrike">
                          <a:effectLst/>
                          <a:latin typeface="Meiryo UI" panose="020B0604030504040204" pitchFamily="50" charset="-128"/>
                          <a:ea typeface="Meiryo UI" panose="020B0604030504040204" pitchFamily="50" charset="-128"/>
                        </a:rPr>
                        <a:t>〇</a:t>
                      </a:r>
                      <a:endParaRPr lang="ja-JP" altLang="en-US" sz="1000" b="0" i="0" u="none" strike="noStrike">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fontAlgn="ctr"/>
                      <a:r>
                        <a:rPr lang="ja-JP" altLang="en-US" sz="1000" u="none" strike="noStrike">
                          <a:effectLst/>
                          <a:latin typeface="Meiryo UI" panose="020B0604030504040204" pitchFamily="50" charset="-128"/>
                          <a:ea typeface="Meiryo UI" panose="020B0604030504040204" pitchFamily="50" charset="-128"/>
                        </a:rPr>
                        <a:t>〇</a:t>
                      </a:r>
                      <a:endParaRPr lang="ja-JP" altLang="en-US" sz="1000" b="0" i="0" u="none" strike="noStrike">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extLst>
                  <a:ext uri="{0D108BD9-81ED-4DB2-BD59-A6C34878D82A}">
                    <a16:rowId xmlns:a16="http://schemas.microsoft.com/office/drawing/2014/main" val="1867504328"/>
                  </a:ext>
                </a:extLst>
              </a:tr>
              <a:tr h="162993">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l" fontAlgn="ctr"/>
                      <a:r>
                        <a:rPr lang="ja-JP" altLang="en-US" sz="1000" u="none" strike="noStrike">
                          <a:effectLst/>
                          <a:latin typeface="Meiryo UI" panose="020B0604030504040204" pitchFamily="50" charset="-128"/>
                          <a:ea typeface="Meiryo UI" panose="020B0604030504040204" pitchFamily="50" charset="-128"/>
                        </a:rPr>
                        <a:t>コンプリ</a:t>
                      </a:r>
                      <a:endParaRPr lang="ja-JP" altLang="en-US" sz="1000" b="0" i="0" u="none" strike="noStrike">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l" fontAlgn="ctr"/>
                      <a:r>
                        <a:rPr lang="ja-JP" altLang="en-US" sz="1000" u="none" strike="noStrike" dirty="0">
                          <a:effectLst/>
                          <a:latin typeface="Meiryo UI" panose="020B0604030504040204" pitchFamily="50" charset="-128"/>
                          <a:ea typeface="Meiryo UI" panose="020B0604030504040204" pitchFamily="50" charset="-128"/>
                        </a:rPr>
                        <a:t>空気温度センサー</a:t>
                      </a: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fontAlgn="ctr"/>
                      <a:r>
                        <a:rPr lang="ja-JP" altLang="en-US" sz="1000" u="none" strike="noStrike">
                          <a:effectLst/>
                          <a:latin typeface="Meiryo UI" panose="020B0604030504040204" pitchFamily="50" charset="-128"/>
                          <a:ea typeface="Meiryo UI" panose="020B0604030504040204" pitchFamily="50" charset="-128"/>
                        </a:rPr>
                        <a:t>〇</a:t>
                      </a:r>
                      <a:endParaRPr lang="ja-JP" altLang="en-US" sz="1000" b="0" i="0" u="none" strike="noStrike">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fontAlgn="ctr"/>
                      <a:r>
                        <a:rPr lang="ja-JP" altLang="en-US" sz="1000" u="none" strike="noStrike">
                          <a:effectLst/>
                          <a:latin typeface="Meiryo UI" panose="020B0604030504040204" pitchFamily="50" charset="-128"/>
                          <a:ea typeface="Meiryo UI" panose="020B0604030504040204" pitchFamily="50" charset="-128"/>
                        </a:rPr>
                        <a:t>〇</a:t>
                      </a:r>
                      <a:endParaRPr lang="ja-JP" altLang="en-US" sz="1000" b="0" i="0" u="none" strike="noStrike">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extLst>
                  <a:ext uri="{0D108BD9-81ED-4DB2-BD59-A6C34878D82A}">
                    <a16:rowId xmlns:a16="http://schemas.microsoft.com/office/drawing/2014/main" val="144830831"/>
                  </a:ext>
                </a:extLst>
              </a:tr>
              <a:tr h="162993">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l" fontAlgn="ctr"/>
                      <a:r>
                        <a:rPr lang="ja-JP" altLang="en-US" sz="1000" u="none" strike="noStrike">
                          <a:effectLst/>
                          <a:latin typeface="Meiryo UI" panose="020B0604030504040204" pitchFamily="50" charset="-128"/>
                          <a:ea typeface="Meiryo UI" panose="020B0604030504040204" pitchFamily="50" charset="-128"/>
                        </a:rPr>
                        <a:t>コンプリ</a:t>
                      </a:r>
                      <a:endParaRPr lang="ja-JP" altLang="en-US" sz="1000" b="0" i="0" u="none" strike="noStrike">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l" fontAlgn="ctr"/>
                      <a:r>
                        <a:rPr lang="ja-JP" altLang="en-US" sz="1000" u="none" strike="noStrike" dirty="0">
                          <a:effectLst/>
                          <a:latin typeface="Meiryo UI" panose="020B0604030504040204" pitchFamily="50" charset="-128"/>
                          <a:ea typeface="Meiryo UI" panose="020B0604030504040204" pitchFamily="50" charset="-128"/>
                        </a:rPr>
                        <a:t>酸素センサー、</a:t>
                      </a: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fontAlgn="ctr"/>
                      <a:r>
                        <a:rPr lang="ja-JP" altLang="en-US" sz="1000" u="none" strike="noStrike">
                          <a:effectLst/>
                          <a:latin typeface="Meiryo UI" panose="020B0604030504040204" pitchFamily="50" charset="-128"/>
                          <a:ea typeface="Meiryo UI" panose="020B0604030504040204" pitchFamily="50" charset="-128"/>
                        </a:rPr>
                        <a:t>〇</a:t>
                      </a:r>
                      <a:endParaRPr lang="ja-JP" altLang="en-US" sz="1000" b="0" i="0" u="none" strike="noStrike">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fontAlgn="ctr"/>
                      <a:r>
                        <a:rPr lang="ja-JP" altLang="en-US" sz="1000" u="none" strike="noStrike">
                          <a:effectLst/>
                          <a:latin typeface="Meiryo UI" panose="020B0604030504040204" pitchFamily="50" charset="-128"/>
                          <a:ea typeface="Meiryo UI" panose="020B0604030504040204" pitchFamily="50" charset="-128"/>
                        </a:rPr>
                        <a:t>〇</a:t>
                      </a:r>
                      <a:endParaRPr lang="ja-JP" altLang="en-US" sz="1000" b="0" i="0" u="none" strike="noStrike">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extLst>
                  <a:ext uri="{0D108BD9-81ED-4DB2-BD59-A6C34878D82A}">
                    <a16:rowId xmlns:a16="http://schemas.microsoft.com/office/drawing/2014/main" val="4102516822"/>
                  </a:ext>
                </a:extLst>
              </a:tr>
              <a:tr h="162993">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l" fontAlgn="ctr"/>
                      <a:r>
                        <a:rPr lang="ja-JP" altLang="en-US" sz="1000" u="none" strike="noStrike">
                          <a:effectLst/>
                          <a:latin typeface="Meiryo UI" panose="020B0604030504040204" pitchFamily="50" charset="-128"/>
                          <a:ea typeface="Meiryo UI" panose="020B0604030504040204" pitchFamily="50" charset="-128"/>
                        </a:rPr>
                        <a:t>コンプリ</a:t>
                      </a:r>
                      <a:endParaRPr lang="ja-JP" altLang="en-US" sz="1000" b="0" i="0" u="none" strike="noStrike">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l" fontAlgn="ctr"/>
                      <a:r>
                        <a:rPr lang="ja-JP" altLang="en-US" sz="1000" u="none" strike="noStrike">
                          <a:effectLst/>
                          <a:latin typeface="Meiryo UI" panose="020B0604030504040204" pitchFamily="50" charset="-128"/>
                          <a:ea typeface="Meiryo UI" panose="020B0604030504040204" pitchFamily="50" charset="-128"/>
                        </a:rPr>
                        <a:t>車両速度センサー</a:t>
                      </a:r>
                      <a:endParaRPr lang="ja-JP" altLang="en-US" sz="1000" b="0" i="0" u="none" strike="noStrike">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fontAlgn="ctr"/>
                      <a:r>
                        <a:rPr lang="ja-JP" altLang="en-US" sz="1000" u="none" strike="noStrike">
                          <a:effectLst/>
                          <a:latin typeface="Meiryo UI" panose="020B0604030504040204" pitchFamily="50" charset="-128"/>
                          <a:ea typeface="Meiryo UI" panose="020B0604030504040204" pitchFamily="50" charset="-128"/>
                        </a:rPr>
                        <a:t>〇</a:t>
                      </a:r>
                      <a:endParaRPr lang="ja-JP" altLang="en-US" sz="1000" b="0" i="0" u="none" strike="noStrike">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fontAlgn="ctr"/>
                      <a:r>
                        <a:rPr lang="ja-JP" altLang="en-US" sz="1000" u="none" strike="noStrike">
                          <a:effectLst/>
                          <a:latin typeface="Meiryo UI" panose="020B0604030504040204" pitchFamily="50" charset="-128"/>
                          <a:ea typeface="Meiryo UI" panose="020B0604030504040204" pitchFamily="50" charset="-128"/>
                        </a:rPr>
                        <a:t>〇</a:t>
                      </a:r>
                      <a:endParaRPr lang="ja-JP" altLang="en-US" sz="1000" b="0" i="0" u="none" strike="noStrike">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extLst>
                  <a:ext uri="{0D108BD9-81ED-4DB2-BD59-A6C34878D82A}">
                    <a16:rowId xmlns:a16="http://schemas.microsoft.com/office/drawing/2014/main" val="3319555303"/>
                  </a:ext>
                </a:extLst>
              </a:tr>
              <a:tr h="162993">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l" fontAlgn="ctr"/>
                      <a:r>
                        <a:rPr lang="ja-JP" altLang="en-US" sz="1000" u="none" strike="noStrike">
                          <a:effectLst/>
                          <a:latin typeface="Meiryo UI" panose="020B0604030504040204" pitchFamily="50" charset="-128"/>
                          <a:ea typeface="Meiryo UI" panose="020B0604030504040204" pitchFamily="50" charset="-128"/>
                        </a:rPr>
                        <a:t>コンプリ</a:t>
                      </a:r>
                      <a:endParaRPr lang="ja-JP" altLang="en-US" sz="1000" b="0" i="0" u="none" strike="noStrike">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l" fontAlgn="ctr"/>
                      <a:r>
                        <a:rPr lang="ja-JP" altLang="en-US" sz="1000" u="none" strike="noStrike" dirty="0">
                          <a:effectLst/>
                          <a:latin typeface="Meiryo UI" panose="020B0604030504040204" pitchFamily="50" charset="-128"/>
                          <a:ea typeface="Meiryo UI" panose="020B0604030504040204" pitchFamily="50" charset="-128"/>
                        </a:rPr>
                        <a:t>バルブカムシャフト位置センサー</a:t>
                      </a: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fontAlgn="ctr"/>
                      <a:r>
                        <a:rPr lang="ja-JP" altLang="en-US" sz="1000" u="none" strike="noStrike">
                          <a:effectLst/>
                          <a:latin typeface="Meiryo UI" panose="020B0604030504040204" pitchFamily="50" charset="-128"/>
                          <a:ea typeface="Meiryo UI" panose="020B0604030504040204" pitchFamily="50" charset="-128"/>
                        </a:rPr>
                        <a:t>〇</a:t>
                      </a:r>
                      <a:endParaRPr lang="ja-JP" altLang="en-US" sz="1000" b="0" i="0" u="none" strike="noStrike">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fontAlgn="ctr"/>
                      <a:r>
                        <a:rPr lang="ja-JP" altLang="en-US" sz="1000" u="none" strike="noStrike">
                          <a:effectLst/>
                          <a:latin typeface="Meiryo UI" panose="020B0604030504040204" pitchFamily="50" charset="-128"/>
                          <a:ea typeface="Meiryo UI" panose="020B0604030504040204" pitchFamily="50" charset="-128"/>
                        </a:rPr>
                        <a:t>〇</a:t>
                      </a:r>
                      <a:endParaRPr lang="ja-JP" altLang="en-US" sz="1000" b="0" i="0" u="none" strike="noStrike">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extLst>
                  <a:ext uri="{0D108BD9-81ED-4DB2-BD59-A6C34878D82A}">
                    <a16:rowId xmlns:a16="http://schemas.microsoft.com/office/drawing/2014/main" val="2733564158"/>
                  </a:ext>
                </a:extLst>
              </a:tr>
              <a:tr h="162993">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l" fontAlgn="ctr"/>
                      <a:r>
                        <a:rPr lang="ja-JP" altLang="en-US" sz="1000" u="none" strike="noStrike">
                          <a:effectLst/>
                          <a:latin typeface="Meiryo UI" panose="020B0604030504040204" pitchFamily="50" charset="-128"/>
                          <a:ea typeface="Meiryo UI" panose="020B0604030504040204" pitchFamily="50" charset="-128"/>
                        </a:rPr>
                        <a:t>コンプリ</a:t>
                      </a:r>
                      <a:endParaRPr lang="ja-JP" altLang="en-US" sz="1000" b="0" i="0" u="none" strike="noStrike">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l" fontAlgn="ctr"/>
                      <a:r>
                        <a:rPr lang="ja-JP" altLang="en-US" sz="1000" u="none" strike="noStrike" dirty="0">
                          <a:effectLst/>
                          <a:latin typeface="Meiryo UI" panose="020B0604030504040204" pitchFamily="50" charset="-128"/>
                          <a:ea typeface="Meiryo UI" panose="020B0604030504040204" pitchFamily="50" charset="-128"/>
                        </a:rPr>
                        <a:t>クランクシャフトポジションセンサー</a:t>
                      </a: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fontAlgn="ctr"/>
                      <a:r>
                        <a:rPr lang="ja-JP" altLang="en-US" sz="1000" u="none" strike="noStrike">
                          <a:effectLst/>
                          <a:latin typeface="Meiryo UI" panose="020B0604030504040204" pitchFamily="50" charset="-128"/>
                          <a:ea typeface="Meiryo UI" panose="020B0604030504040204" pitchFamily="50" charset="-128"/>
                        </a:rPr>
                        <a:t>〇</a:t>
                      </a:r>
                      <a:endParaRPr lang="ja-JP" altLang="en-US" sz="1000" b="0" i="0" u="none" strike="noStrike">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fontAlgn="ctr"/>
                      <a:r>
                        <a:rPr lang="ja-JP" altLang="en-US" sz="1000" u="none" strike="noStrike">
                          <a:effectLst/>
                          <a:latin typeface="Meiryo UI" panose="020B0604030504040204" pitchFamily="50" charset="-128"/>
                          <a:ea typeface="Meiryo UI" panose="020B0604030504040204" pitchFamily="50" charset="-128"/>
                        </a:rPr>
                        <a:t>〇</a:t>
                      </a:r>
                      <a:endParaRPr lang="ja-JP" altLang="en-US" sz="1000" b="0" i="0" u="none" strike="noStrike">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extLst>
                  <a:ext uri="{0D108BD9-81ED-4DB2-BD59-A6C34878D82A}">
                    <a16:rowId xmlns:a16="http://schemas.microsoft.com/office/drawing/2014/main" val="1969270473"/>
                  </a:ext>
                </a:extLst>
              </a:tr>
              <a:tr h="162993">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l" fontAlgn="ctr"/>
                      <a:r>
                        <a:rPr lang="ja-JP" altLang="en-US" sz="1000" u="none" strike="noStrike">
                          <a:effectLst/>
                          <a:latin typeface="Meiryo UI" panose="020B0604030504040204" pitchFamily="50" charset="-128"/>
                          <a:ea typeface="Meiryo UI" panose="020B0604030504040204" pitchFamily="50" charset="-128"/>
                        </a:rPr>
                        <a:t>コンプリ</a:t>
                      </a:r>
                      <a:endParaRPr lang="ja-JP" altLang="en-US" sz="1000" b="0" i="0" u="none" strike="noStrike">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l" fontAlgn="ctr"/>
                      <a:r>
                        <a:rPr lang="ja-JP" altLang="en-US" sz="1000" u="none" strike="noStrike" dirty="0">
                          <a:effectLst/>
                          <a:latin typeface="Meiryo UI" panose="020B0604030504040204" pitchFamily="50" charset="-128"/>
                          <a:ea typeface="Meiryo UI" panose="020B0604030504040204" pitchFamily="50" charset="-128"/>
                        </a:rPr>
                        <a:t>排気ガス再循環システム（</a:t>
                      </a:r>
                      <a:r>
                        <a:rPr lang="en-US" altLang="ja-JP" sz="1000" u="none" strike="noStrike" dirty="0">
                          <a:effectLst/>
                          <a:latin typeface="Meiryo UI" panose="020B0604030504040204" pitchFamily="50" charset="-128"/>
                          <a:ea typeface="Meiryo UI" panose="020B0604030504040204" pitchFamily="50" charset="-128"/>
                        </a:rPr>
                        <a:t>EGR</a:t>
                      </a:r>
                      <a:r>
                        <a:rPr lang="ja-JP" altLang="en-US" sz="1000" u="none" strike="noStrike" dirty="0">
                          <a:effectLst/>
                          <a:latin typeface="Meiryo UI" panose="020B0604030504040204" pitchFamily="50" charset="-128"/>
                          <a:ea typeface="Meiryo UI" panose="020B0604030504040204" pitchFamily="50" charset="-128"/>
                        </a:rPr>
                        <a:t>）のセンサー及びバルブアクチュエーター</a:t>
                      </a:r>
                      <a:endParaRPr lang="en-US" altLang="ja-JP"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fontAlgn="ctr"/>
                      <a:r>
                        <a:rPr lang="ja-JP" altLang="en-US" sz="1000" u="none" strike="noStrike">
                          <a:effectLst/>
                          <a:latin typeface="Meiryo UI" panose="020B0604030504040204" pitchFamily="50" charset="-128"/>
                          <a:ea typeface="Meiryo UI" panose="020B0604030504040204" pitchFamily="50" charset="-128"/>
                        </a:rPr>
                        <a:t>〇</a:t>
                      </a:r>
                      <a:endParaRPr lang="ja-JP" altLang="en-US" sz="1000" b="0" i="0" u="none" strike="noStrike">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fontAlgn="ctr"/>
                      <a:r>
                        <a:rPr lang="ja-JP" altLang="en-US" sz="1000" u="none" strike="noStrike">
                          <a:effectLst/>
                          <a:latin typeface="Meiryo UI" panose="020B0604030504040204" pitchFamily="50" charset="-128"/>
                          <a:ea typeface="Meiryo UI" panose="020B0604030504040204" pitchFamily="50" charset="-128"/>
                        </a:rPr>
                        <a:t>〇</a:t>
                      </a:r>
                      <a:endParaRPr lang="ja-JP" altLang="en-US" sz="1000" b="0" i="0" u="none" strike="noStrike">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extLst>
                  <a:ext uri="{0D108BD9-81ED-4DB2-BD59-A6C34878D82A}">
                    <a16:rowId xmlns:a16="http://schemas.microsoft.com/office/drawing/2014/main" val="2750063946"/>
                  </a:ext>
                </a:extLst>
              </a:tr>
              <a:tr h="162993">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l" fontAlgn="ctr"/>
                      <a:r>
                        <a:rPr lang="ja-JP" altLang="en-US" sz="1000" u="none" strike="noStrike">
                          <a:effectLst/>
                          <a:latin typeface="Meiryo UI" panose="020B0604030504040204" pitchFamily="50" charset="-128"/>
                          <a:ea typeface="Meiryo UI" panose="020B0604030504040204" pitchFamily="50" charset="-128"/>
                        </a:rPr>
                        <a:t>コンプリ</a:t>
                      </a:r>
                      <a:endParaRPr lang="ja-JP" altLang="en-US" sz="1000" b="0" i="0" u="none" strike="noStrike">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l" fontAlgn="ctr"/>
                      <a:r>
                        <a:rPr lang="ja-JP" altLang="en-US" sz="1000" u="none" strike="noStrike" dirty="0">
                          <a:effectLst/>
                          <a:latin typeface="Meiryo UI" panose="020B0604030504040204" pitchFamily="50" charset="-128"/>
                          <a:ea typeface="Meiryo UI" panose="020B0604030504040204" pitchFamily="50" charset="-128"/>
                        </a:rPr>
                        <a:t>爆発検知センサー</a:t>
                      </a: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fontAlgn="ctr"/>
                      <a:r>
                        <a:rPr lang="ja-JP" altLang="en-US" sz="1000" u="none" strike="noStrike">
                          <a:effectLst/>
                          <a:latin typeface="Meiryo UI" panose="020B0604030504040204" pitchFamily="50" charset="-128"/>
                          <a:ea typeface="Meiryo UI" panose="020B0604030504040204" pitchFamily="50" charset="-128"/>
                        </a:rPr>
                        <a:t>〇</a:t>
                      </a:r>
                      <a:endParaRPr lang="ja-JP" altLang="en-US" sz="1000" b="0" i="0" u="none" strike="noStrike">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fontAlgn="ctr"/>
                      <a:r>
                        <a:rPr lang="ja-JP" altLang="en-US" sz="1000" u="none" strike="noStrike">
                          <a:effectLst/>
                          <a:latin typeface="Meiryo UI" panose="020B0604030504040204" pitchFamily="50" charset="-128"/>
                          <a:ea typeface="Meiryo UI" panose="020B0604030504040204" pitchFamily="50" charset="-128"/>
                        </a:rPr>
                        <a:t>〇</a:t>
                      </a:r>
                      <a:endParaRPr lang="ja-JP" altLang="en-US" sz="1000" b="0" i="0" u="none" strike="noStrike">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extLst>
                  <a:ext uri="{0D108BD9-81ED-4DB2-BD59-A6C34878D82A}">
                    <a16:rowId xmlns:a16="http://schemas.microsoft.com/office/drawing/2014/main" val="3955011694"/>
                  </a:ext>
                </a:extLst>
              </a:tr>
              <a:tr h="162993">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l" fontAlgn="ctr"/>
                      <a:r>
                        <a:rPr lang="ja-JP" altLang="en-US" sz="1000" u="none" strike="noStrike">
                          <a:effectLst/>
                          <a:latin typeface="Meiryo UI" panose="020B0604030504040204" pitchFamily="50" charset="-128"/>
                          <a:ea typeface="Meiryo UI" panose="020B0604030504040204" pitchFamily="50" charset="-128"/>
                        </a:rPr>
                        <a:t>コンプリ</a:t>
                      </a:r>
                      <a:endParaRPr lang="ja-JP" altLang="en-US" sz="1000" b="0" i="0" u="none" strike="noStrike">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l" fontAlgn="ctr"/>
                      <a:r>
                        <a:rPr lang="ja-JP" altLang="en-US" sz="1000" u="none" strike="noStrike" dirty="0">
                          <a:effectLst/>
                          <a:latin typeface="Meiryo UI" panose="020B0604030504040204" pitchFamily="50" charset="-128"/>
                          <a:ea typeface="Meiryo UI" panose="020B0604030504040204" pitchFamily="50" charset="-128"/>
                        </a:rPr>
                        <a:t>噴射弁</a:t>
                      </a: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fontAlgn="ctr"/>
                      <a:r>
                        <a:rPr lang="ja-JP" altLang="en-US" sz="1000" u="none" strike="noStrike" dirty="0">
                          <a:effectLst/>
                          <a:latin typeface="Meiryo UI" panose="020B0604030504040204" pitchFamily="50" charset="-128"/>
                          <a:ea typeface="Meiryo UI" panose="020B0604030504040204" pitchFamily="50" charset="-128"/>
                        </a:rPr>
                        <a:t>〇</a:t>
                      </a: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fontAlgn="ctr"/>
                      <a:r>
                        <a:rPr lang="ja-JP" altLang="en-US" sz="1000" u="none" strike="noStrike">
                          <a:effectLst/>
                          <a:latin typeface="Meiryo UI" panose="020B0604030504040204" pitchFamily="50" charset="-128"/>
                          <a:ea typeface="Meiryo UI" panose="020B0604030504040204" pitchFamily="50" charset="-128"/>
                        </a:rPr>
                        <a:t>〇</a:t>
                      </a:r>
                      <a:endParaRPr lang="ja-JP" altLang="en-US" sz="1000" b="0" i="0" u="none" strike="noStrike">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extLst>
                  <a:ext uri="{0D108BD9-81ED-4DB2-BD59-A6C34878D82A}">
                    <a16:rowId xmlns:a16="http://schemas.microsoft.com/office/drawing/2014/main" val="1811040065"/>
                  </a:ext>
                </a:extLst>
              </a:tr>
              <a:tr h="162993">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l" fontAlgn="ctr"/>
                      <a:r>
                        <a:rPr lang="ja-JP" altLang="en-US" sz="1000" u="none" strike="noStrike">
                          <a:effectLst/>
                          <a:latin typeface="Meiryo UI" panose="020B0604030504040204" pitchFamily="50" charset="-128"/>
                          <a:ea typeface="Meiryo UI" panose="020B0604030504040204" pitchFamily="50" charset="-128"/>
                        </a:rPr>
                        <a:t>コンプリ</a:t>
                      </a:r>
                      <a:endParaRPr lang="ja-JP" altLang="en-US" sz="1000" b="0" i="0" u="none" strike="noStrike">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l" fontAlgn="ctr"/>
                      <a:r>
                        <a:rPr lang="ja-JP" altLang="en-US" sz="1000" u="none" strike="noStrike" dirty="0">
                          <a:effectLst/>
                          <a:latin typeface="Meiryo UI" panose="020B0604030504040204" pitchFamily="50" charset="-128"/>
                          <a:ea typeface="Meiryo UI" panose="020B0604030504040204" pitchFamily="50" charset="-128"/>
                        </a:rPr>
                        <a:t>点火装置</a:t>
                      </a: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fontAlgn="ctr"/>
                      <a:r>
                        <a:rPr lang="ja-JP" altLang="en-US" sz="1000" u="none" strike="noStrike">
                          <a:effectLst/>
                          <a:latin typeface="Meiryo UI" panose="020B0604030504040204" pitchFamily="50" charset="-128"/>
                          <a:ea typeface="Meiryo UI" panose="020B0604030504040204" pitchFamily="50" charset="-128"/>
                        </a:rPr>
                        <a:t>〇</a:t>
                      </a:r>
                      <a:endParaRPr lang="ja-JP" altLang="en-US" sz="1000" b="0" i="0" u="none" strike="noStrike">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fontAlgn="ctr"/>
                      <a:r>
                        <a:rPr lang="ja-JP" altLang="en-US" sz="1000" u="none" strike="noStrike">
                          <a:effectLst/>
                          <a:latin typeface="Meiryo UI" panose="020B0604030504040204" pitchFamily="50" charset="-128"/>
                          <a:ea typeface="Meiryo UI" panose="020B0604030504040204" pitchFamily="50" charset="-128"/>
                        </a:rPr>
                        <a:t>〇</a:t>
                      </a:r>
                      <a:endParaRPr lang="ja-JP" altLang="en-US" sz="1000" b="0" i="0" u="none" strike="noStrike">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extLst>
                  <a:ext uri="{0D108BD9-81ED-4DB2-BD59-A6C34878D82A}">
                    <a16:rowId xmlns:a16="http://schemas.microsoft.com/office/drawing/2014/main" val="3037011153"/>
                  </a:ext>
                </a:extLst>
              </a:tr>
              <a:tr h="162993">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l" fontAlgn="ctr"/>
                      <a:r>
                        <a:rPr lang="ja-JP" altLang="en-US" sz="1000" u="none" strike="noStrike">
                          <a:effectLst/>
                          <a:latin typeface="Meiryo UI" panose="020B0604030504040204" pitchFamily="50" charset="-128"/>
                          <a:ea typeface="Meiryo UI" panose="020B0604030504040204" pitchFamily="50" charset="-128"/>
                        </a:rPr>
                        <a:t>コンプリ</a:t>
                      </a:r>
                      <a:endParaRPr lang="ja-JP" altLang="en-US" sz="1000" b="0" i="0" u="none" strike="noStrike">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l" fontAlgn="ctr"/>
                      <a:r>
                        <a:rPr lang="ja-JP" altLang="en-US" sz="1000" u="none" strike="noStrike" dirty="0">
                          <a:effectLst/>
                          <a:latin typeface="Meiryo UI" panose="020B0604030504040204" pitchFamily="50" charset="-128"/>
                          <a:ea typeface="Meiryo UI" panose="020B0604030504040204" pitchFamily="50" charset="-128"/>
                        </a:rPr>
                        <a:t>エンジン電子制御モジュール</a:t>
                      </a: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fontAlgn="ctr"/>
                      <a:r>
                        <a:rPr lang="ja-JP" altLang="en-US" sz="1000" u="none" strike="noStrike">
                          <a:effectLst/>
                          <a:latin typeface="Meiryo UI" panose="020B0604030504040204" pitchFamily="50" charset="-128"/>
                          <a:ea typeface="Meiryo UI" panose="020B0604030504040204" pitchFamily="50" charset="-128"/>
                        </a:rPr>
                        <a:t>〇</a:t>
                      </a:r>
                      <a:endParaRPr lang="ja-JP" altLang="en-US" sz="1000" b="0" i="0" u="none" strike="noStrike">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fontAlgn="ctr"/>
                      <a:r>
                        <a:rPr lang="ja-JP" altLang="en-US" sz="1000" u="none" strike="noStrike">
                          <a:effectLst/>
                          <a:latin typeface="Meiryo UI" panose="020B0604030504040204" pitchFamily="50" charset="-128"/>
                          <a:ea typeface="Meiryo UI" panose="020B0604030504040204" pitchFamily="50" charset="-128"/>
                        </a:rPr>
                        <a:t>〇</a:t>
                      </a:r>
                      <a:endParaRPr lang="ja-JP" altLang="en-US" sz="1000" b="0" i="0" u="none" strike="noStrike">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extLst>
                  <a:ext uri="{0D108BD9-81ED-4DB2-BD59-A6C34878D82A}">
                    <a16:rowId xmlns:a16="http://schemas.microsoft.com/office/drawing/2014/main" val="3056977797"/>
                  </a:ext>
                </a:extLst>
              </a:tr>
              <a:tr h="162993">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l" fontAlgn="ctr"/>
                      <a:r>
                        <a:rPr lang="ja-JP" altLang="en-US" sz="1000" u="none" strike="noStrike">
                          <a:effectLst/>
                          <a:latin typeface="Meiryo UI" panose="020B0604030504040204" pitchFamily="50" charset="-128"/>
                          <a:ea typeface="Meiryo UI" panose="020B0604030504040204" pitchFamily="50" charset="-128"/>
                        </a:rPr>
                        <a:t>コンプリ</a:t>
                      </a:r>
                      <a:endParaRPr lang="ja-JP" altLang="en-US" sz="1000" b="0" i="0" u="none" strike="noStrike">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l" fontAlgn="ctr"/>
                      <a:r>
                        <a:rPr lang="ja-JP" altLang="en-US" sz="1000" u="none" strike="noStrike" dirty="0">
                          <a:effectLst/>
                          <a:latin typeface="Meiryo UI" panose="020B0604030504040204" pitchFamily="50" charset="-128"/>
                          <a:ea typeface="Meiryo UI" panose="020B0604030504040204" pitchFamily="50" charset="-128"/>
                        </a:rPr>
                        <a:t>故障表示ランプ</a:t>
                      </a:r>
                      <a:r>
                        <a:rPr lang="en-US" altLang="ja-JP" sz="1000" u="none" strike="noStrike" dirty="0">
                          <a:effectLst/>
                          <a:latin typeface="Meiryo UI" panose="020B0604030504040204" pitchFamily="50" charset="-128"/>
                          <a:ea typeface="Meiryo UI" panose="020B0604030504040204" pitchFamily="50" charset="-128"/>
                        </a:rPr>
                        <a:t>(LIM)</a:t>
                      </a:r>
                      <a:endParaRPr lang="en-US" altLang="ja-JP"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fontAlgn="ctr"/>
                      <a:r>
                        <a:rPr lang="ja-JP" altLang="en-US" sz="1000" u="none" strike="noStrike">
                          <a:effectLst/>
                          <a:latin typeface="Meiryo UI" panose="020B0604030504040204" pitchFamily="50" charset="-128"/>
                          <a:ea typeface="Meiryo UI" panose="020B0604030504040204" pitchFamily="50" charset="-128"/>
                        </a:rPr>
                        <a:t>〇</a:t>
                      </a:r>
                      <a:endParaRPr lang="ja-JP" altLang="en-US" sz="1000" b="0" i="0" u="none" strike="noStrike">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fontAlgn="ctr"/>
                      <a:r>
                        <a:rPr lang="ja-JP" altLang="en-US" sz="1000" u="none" strike="noStrike">
                          <a:effectLst/>
                          <a:latin typeface="Meiryo UI" panose="020B0604030504040204" pitchFamily="50" charset="-128"/>
                          <a:ea typeface="Meiryo UI" panose="020B0604030504040204" pitchFamily="50" charset="-128"/>
                        </a:rPr>
                        <a:t>〇</a:t>
                      </a:r>
                      <a:endParaRPr lang="ja-JP" altLang="en-US" sz="1000" b="0" i="0" u="none" strike="noStrike">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extLst>
                  <a:ext uri="{0D108BD9-81ED-4DB2-BD59-A6C34878D82A}">
                    <a16:rowId xmlns:a16="http://schemas.microsoft.com/office/drawing/2014/main" val="3013708983"/>
                  </a:ext>
                </a:extLst>
              </a:tr>
              <a:tr h="162993">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l" fontAlgn="ctr"/>
                      <a:r>
                        <a:rPr lang="ja-JP" altLang="en-US" sz="1000" u="none" strike="noStrike">
                          <a:effectLst/>
                          <a:latin typeface="Meiryo UI" panose="020B0604030504040204" pitchFamily="50" charset="-128"/>
                          <a:ea typeface="Meiryo UI" panose="020B0604030504040204" pitchFamily="50" charset="-128"/>
                        </a:rPr>
                        <a:t>コンプリ</a:t>
                      </a:r>
                      <a:endParaRPr lang="ja-JP" altLang="en-US" sz="1000" b="0" i="0" u="none" strike="noStrike">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l" fontAlgn="ctr"/>
                      <a:r>
                        <a:rPr lang="ja-JP" altLang="en-US" sz="1000" u="none" strike="noStrike" dirty="0" err="1">
                          <a:effectLst/>
                          <a:latin typeface="Meiryo UI" panose="020B0604030504040204" pitchFamily="50" charset="-128"/>
                          <a:ea typeface="Meiryo UI" panose="020B0604030504040204" pitchFamily="50" charset="-128"/>
                        </a:rPr>
                        <a:t>キャ</a:t>
                      </a:r>
                      <a:r>
                        <a:rPr lang="ja-JP" altLang="en-US" sz="1000" u="none" strike="noStrike" dirty="0">
                          <a:effectLst/>
                          <a:latin typeface="Meiryo UI" panose="020B0604030504040204" pitchFamily="50" charset="-128"/>
                          <a:ea typeface="Meiryo UI" panose="020B0604030504040204" pitchFamily="50" charset="-128"/>
                        </a:rPr>
                        <a:t>ニスターパージフローコントロールアクチュエーター</a:t>
                      </a: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fontAlgn="ctr"/>
                      <a:r>
                        <a:rPr lang="ja-JP" altLang="en-US" sz="1000" u="none" strike="noStrike">
                          <a:effectLst/>
                          <a:latin typeface="Meiryo UI" panose="020B0604030504040204" pitchFamily="50" charset="-128"/>
                          <a:ea typeface="Meiryo UI" panose="020B0604030504040204" pitchFamily="50" charset="-128"/>
                        </a:rPr>
                        <a:t>〇</a:t>
                      </a:r>
                      <a:endParaRPr lang="ja-JP" altLang="en-US" sz="1000" b="0" i="0" u="none" strike="noStrike">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fontAlgn="ctr"/>
                      <a:r>
                        <a:rPr lang="ja-JP" altLang="en-US" sz="1000" u="none" strike="noStrike">
                          <a:effectLst/>
                          <a:latin typeface="Meiryo UI" panose="020B0604030504040204" pitchFamily="50" charset="-128"/>
                          <a:ea typeface="Meiryo UI" panose="020B0604030504040204" pitchFamily="50" charset="-128"/>
                        </a:rPr>
                        <a:t>〇</a:t>
                      </a:r>
                      <a:endParaRPr lang="ja-JP" altLang="en-US" sz="1000" b="0" i="0" u="none" strike="noStrike">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extLst>
                  <a:ext uri="{0D108BD9-81ED-4DB2-BD59-A6C34878D82A}">
                    <a16:rowId xmlns:a16="http://schemas.microsoft.com/office/drawing/2014/main" val="3332912617"/>
                  </a:ext>
                </a:extLst>
              </a:tr>
              <a:tr h="162993">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l" fontAlgn="ctr"/>
                      <a:r>
                        <a:rPr lang="ja-JP" altLang="en-US" sz="1000" u="none" strike="noStrike">
                          <a:effectLst/>
                          <a:latin typeface="Meiryo UI" panose="020B0604030504040204" pitchFamily="50" charset="-128"/>
                          <a:ea typeface="Meiryo UI" panose="020B0604030504040204" pitchFamily="50" charset="-128"/>
                        </a:rPr>
                        <a:t>コンプリ</a:t>
                      </a:r>
                      <a:endParaRPr lang="ja-JP" altLang="en-US" sz="1000" b="0" i="0" u="none" strike="noStrike">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l" fontAlgn="ctr"/>
                      <a:r>
                        <a:rPr lang="ja-JP" altLang="en-US" sz="1000" u="none" strike="noStrike" dirty="0">
                          <a:effectLst/>
                          <a:latin typeface="Meiryo UI" panose="020B0604030504040204" pitchFamily="50" charset="-128"/>
                          <a:ea typeface="Meiryo UI" panose="020B0604030504040204" pitchFamily="50" charset="-128"/>
                        </a:rPr>
                        <a:t>車両の機能及び汚染物質排出制御の正しい評価のために重要とメーカーが判断するその他の構成部品又はシステム。</a:t>
                      </a: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fontAlgn="ctr"/>
                      <a:r>
                        <a:rPr lang="ja-JP" altLang="en-US" sz="1000" u="none" strike="noStrike" dirty="0">
                          <a:effectLst/>
                          <a:latin typeface="Meiryo UI" panose="020B0604030504040204" pitchFamily="50" charset="-128"/>
                          <a:ea typeface="Meiryo UI" panose="020B0604030504040204" pitchFamily="50" charset="-128"/>
                        </a:rPr>
                        <a:t>〇</a:t>
                      </a: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mpd="sng">
                      <a:solidFill>
                        <a:srgbClr val="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fontAlgn="ctr"/>
                      <a:r>
                        <a:rPr lang="ja-JP" altLang="en-US" sz="1000" u="none" strike="noStrike" dirty="0">
                          <a:effectLst/>
                          <a:latin typeface="Meiryo UI" panose="020B0604030504040204" pitchFamily="50" charset="-128"/>
                          <a:ea typeface="Meiryo UI" panose="020B0604030504040204" pitchFamily="50" charset="-128"/>
                        </a:rPr>
                        <a:t>〇</a:t>
                      </a: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ap="flat" cmpd="sng" algn="ctr">
                      <a:solidFill>
                        <a:srgbClr val="000000"/>
                      </a:solidFill>
                      <a:prstDash val="solid"/>
                      <a:round/>
                      <a:headEnd type="none" w="med" len="med"/>
                      <a:tailEnd type="none" w="med" len="med"/>
                    </a:lnL>
                    <a:lnR w="12700" cmpd="sng">
                      <a:solidFill>
                        <a:srgbClr val="000000"/>
                      </a:solidFill>
                    </a:lnR>
                    <a:lnT w="12700" cap="flat" cmpd="sng" algn="ctr">
                      <a:solidFill>
                        <a:srgbClr val="000000"/>
                      </a:solidFill>
                      <a:prstDash val="solid"/>
                      <a:round/>
                      <a:headEnd type="none" w="med" len="med"/>
                      <a:tailEnd type="none" w="med" len="med"/>
                    </a:lnT>
                    <a:lnB w="12700" cmpd="sng">
                      <a:solidFill>
                        <a:srgbClr val="000000"/>
                      </a:solidFill>
                    </a:lnB>
                    <a:lnTlToBr w="12700" cmpd="sng">
                      <a:noFill/>
                      <a:prstDash val="solid"/>
                    </a:lnTlToBr>
                    <a:lnBlToTr w="12700" cmpd="sng">
                      <a:noFill/>
                      <a:prstDash val="solid"/>
                    </a:lnBlToTr>
                    <a:noFill/>
                  </a:tcPr>
                </a:tc>
                <a:extLst>
                  <a:ext uri="{0D108BD9-81ED-4DB2-BD59-A6C34878D82A}">
                    <a16:rowId xmlns:a16="http://schemas.microsoft.com/office/drawing/2014/main" val="4282251327"/>
                  </a:ext>
                </a:extLst>
              </a:tr>
              <a:tr h="162993">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l" fontAlgn="ctr"/>
                      <a:r>
                        <a:rPr lang="ja-JP" altLang="en-US" sz="1000" u="none" strike="noStrike" dirty="0">
                          <a:effectLst/>
                          <a:latin typeface="Meiryo UI" panose="020B0604030504040204" pitchFamily="50" charset="-128"/>
                          <a:ea typeface="Meiryo UI" panose="020B0604030504040204" pitchFamily="50" charset="-128"/>
                        </a:rPr>
                        <a:t>コンプリ</a:t>
                      </a: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mpd="sng">
                      <a:solidFill>
                        <a:srgbClr val="000000"/>
                      </a:solidFill>
                    </a:lnB>
                    <a:lnTlToBr w="12700" cmpd="sng">
                      <a:noFill/>
                      <a:prstDash val="solid"/>
                    </a:lnTlToBr>
                    <a:lnBlToTr w="12700" cmpd="sng">
                      <a:noFill/>
                      <a:prstDash val="solid"/>
                    </a:lnBlToTr>
                    <a:solidFill>
                      <a:srgbClr val="CCECFF"/>
                    </a:solid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l" fontAlgn="ctr"/>
                      <a:r>
                        <a:rPr lang="ja-JP" altLang="en-US" sz="1000" u="none" strike="noStrike" dirty="0">
                          <a:effectLst/>
                          <a:latin typeface="Meiryo UI" panose="020B0604030504040204" pitchFamily="50" charset="-128"/>
                          <a:ea typeface="Meiryo UI" panose="020B0604030504040204" pitchFamily="50" charset="-128"/>
                        </a:rPr>
                        <a:t>エバポエミッションコントロールシステムのセンサー及びアクチュエーター</a:t>
                      </a: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mpd="sng">
                      <a:solidFill>
                        <a:srgbClr val="000000"/>
                      </a:solidFill>
                    </a:lnB>
                    <a:lnTlToBr w="12700" cmpd="sng">
                      <a:noFill/>
                      <a:prstDash val="solid"/>
                    </a:lnTlToBr>
                    <a:lnBlToTr w="12700" cmpd="sng">
                      <a:noFill/>
                      <a:prstDash val="solid"/>
                    </a:lnBlToTr>
                    <a:solidFill>
                      <a:srgbClr val="CCECFF"/>
                    </a:solid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fontAlgn="ctr"/>
                      <a:r>
                        <a:rPr lang="en-US" sz="1000" u="none" strike="noStrike" dirty="0">
                          <a:effectLst/>
                          <a:latin typeface="Meiryo UI" panose="020B0604030504040204" pitchFamily="50" charset="-128"/>
                          <a:ea typeface="Meiryo UI" panose="020B0604030504040204" pitchFamily="50" charset="-128"/>
                        </a:rPr>
                        <a:t>X</a:t>
                      </a:r>
                      <a:endParaRPr 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mpd="sng">
                      <a:solidFill>
                        <a:srgbClr val="000000"/>
                      </a:solidFill>
                    </a:lnB>
                    <a:lnTlToBr w="12700" cmpd="sng">
                      <a:noFill/>
                      <a:prstDash val="solid"/>
                    </a:lnTlToBr>
                    <a:lnBlToTr w="12700" cmpd="sng">
                      <a:noFill/>
                      <a:prstDash val="solid"/>
                    </a:lnBlToTr>
                    <a:solidFill>
                      <a:srgbClr val="CCECFF"/>
                    </a:solid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fontAlgn="ctr"/>
                      <a:r>
                        <a:rPr lang="ja-JP" altLang="en-US" sz="1000" u="none" strike="noStrike" dirty="0">
                          <a:effectLst/>
                          <a:latin typeface="Meiryo UI" panose="020B0604030504040204" pitchFamily="50" charset="-128"/>
                          <a:ea typeface="Meiryo UI" panose="020B0604030504040204" pitchFamily="50" charset="-128"/>
                        </a:rPr>
                        <a:t>〇</a:t>
                      </a: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ap="flat" cmpd="sng" algn="ctr">
                      <a:solidFill>
                        <a:srgbClr val="000000"/>
                      </a:solidFill>
                      <a:prstDash val="solid"/>
                      <a:round/>
                      <a:headEnd type="none" w="med" len="med"/>
                      <a:tailEnd type="none" w="med" len="med"/>
                    </a:lnL>
                    <a:lnR w="12700" cmpd="sng">
                      <a:solidFill>
                        <a:srgbClr val="000000"/>
                      </a:solidFill>
                    </a:lnR>
                    <a:lnT w="12700" cap="flat" cmpd="sng" algn="ctr">
                      <a:solidFill>
                        <a:srgbClr val="000000"/>
                      </a:solidFill>
                      <a:prstDash val="solid"/>
                      <a:round/>
                      <a:headEnd type="none" w="med" len="med"/>
                      <a:tailEnd type="none" w="med" len="med"/>
                    </a:lnT>
                    <a:lnB w="12700" cmpd="sng">
                      <a:solidFill>
                        <a:srgbClr val="000000"/>
                      </a:solidFill>
                    </a:lnB>
                    <a:lnTlToBr w="12700" cmpd="sng">
                      <a:noFill/>
                      <a:prstDash val="solid"/>
                    </a:lnTlToBr>
                    <a:lnBlToTr w="12700" cmpd="sng">
                      <a:noFill/>
                      <a:prstDash val="solid"/>
                    </a:lnBlToTr>
                    <a:solidFill>
                      <a:srgbClr val="CCECFF"/>
                    </a:solidFill>
                  </a:tcPr>
                </a:tc>
                <a:extLst>
                  <a:ext uri="{0D108BD9-81ED-4DB2-BD59-A6C34878D82A}">
                    <a16:rowId xmlns:a16="http://schemas.microsoft.com/office/drawing/2014/main" val="4086998152"/>
                  </a:ext>
                </a:extLst>
              </a:tr>
              <a:tr h="162993">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l" fontAlgn="ctr"/>
                      <a:r>
                        <a:rPr lang="ja-JP" altLang="en-US" sz="1000" u="none" strike="noStrike" dirty="0">
                          <a:effectLst/>
                          <a:latin typeface="Meiryo UI" panose="020B0604030504040204" pitchFamily="50" charset="-128"/>
                          <a:ea typeface="Meiryo UI" panose="020B0604030504040204" pitchFamily="50" charset="-128"/>
                        </a:rPr>
                        <a:t>コンプリ</a:t>
                      </a: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CCECFF"/>
                    </a:solid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l" fontAlgn="ctr"/>
                      <a:r>
                        <a:rPr lang="ja-JP" altLang="en-US" sz="1000" u="none" strike="noStrike" dirty="0">
                          <a:effectLst/>
                          <a:latin typeface="Meiryo UI" panose="020B0604030504040204" pitchFamily="50" charset="-128"/>
                          <a:ea typeface="Meiryo UI" panose="020B0604030504040204" pitchFamily="50" charset="-128"/>
                        </a:rPr>
                        <a:t>プローバイガス還元システムのセンサー及びアクチュエーター</a:t>
                      </a: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CCECFF"/>
                    </a:solid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fontAlgn="ctr"/>
                      <a:r>
                        <a:rPr lang="en-US" sz="1000" u="none" strike="noStrike" dirty="0">
                          <a:effectLst/>
                          <a:latin typeface="Meiryo UI" panose="020B0604030504040204" pitchFamily="50" charset="-128"/>
                          <a:ea typeface="Meiryo UI" panose="020B0604030504040204" pitchFamily="50" charset="-128"/>
                        </a:rPr>
                        <a:t>X</a:t>
                      </a:r>
                      <a:endParaRPr 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CCECFF"/>
                    </a:solid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fontAlgn="ctr"/>
                      <a:r>
                        <a:rPr lang="ja-JP" altLang="en-US" sz="1000" u="none" strike="noStrike">
                          <a:effectLst/>
                          <a:latin typeface="Meiryo UI" panose="020B0604030504040204" pitchFamily="50" charset="-128"/>
                          <a:ea typeface="Meiryo UI" panose="020B0604030504040204" pitchFamily="50" charset="-128"/>
                        </a:rPr>
                        <a:t>〇</a:t>
                      </a:r>
                      <a:endParaRPr lang="ja-JP" altLang="en-US" sz="1000" b="0" i="0" u="none" strike="noStrike">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CCECFF"/>
                    </a:solidFill>
                  </a:tcPr>
                </a:tc>
                <a:extLst>
                  <a:ext uri="{0D108BD9-81ED-4DB2-BD59-A6C34878D82A}">
                    <a16:rowId xmlns:a16="http://schemas.microsoft.com/office/drawing/2014/main" val="373829448"/>
                  </a:ext>
                </a:extLst>
              </a:tr>
              <a:tr h="162993">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l" fontAlgn="ctr"/>
                      <a:r>
                        <a:rPr lang="ja-JP" altLang="en-US" sz="1000" u="none" strike="noStrike">
                          <a:effectLst/>
                          <a:latin typeface="Meiryo UI" panose="020B0604030504040204" pitchFamily="50" charset="-128"/>
                          <a:ea typeface="Meiryo UI" panose="020B0604030504040204" pitchFamily="50" charset="-128"/>
                        </a:rPr>
                        <a:t>コンプリ</a:t>
                      </a:r>
                      <a:endParaRPr lang="ja-JP" altLang="en-US" sz="1000" b="0" i="0" u="none" strike="noStrike">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CCECFF"/>
                    </a:solid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l" fontAlgn="ctr"/>
                      <a:r>
                        <a:rPr lang="ja-JP" altLang="en-US" sz="1000" u="none" strike="noStrike" dirty="0">
                          <a:effectLst/>
                          <a:latin typeface="Meiryo UI" panose="020B0604030504040204" pitchFamily="50" charset="-128"/>
                          <a:ea typeface="Meiryo UI" panose="020B0604030504040204" pitchFamily="50" charset="-128"/>
                        </a:rPr>
                        <a:t>バルブカムシャフト位置センサーに加え、可変バルブタイミングシステムのセンサー及びアクチュエーター</a:t>
                      </a: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CCECFF"/>
                    </a:solid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fontAlgn="ctr"/>
                      <a:r>
                        <a:rPr lang="en-US" sz="1000" u="none" strike="noStrike" dirty="0">
                          <a:effectLst/>
                          <a:latin typeface="Meiryo UI" panose="020B0604030504040204" pitchFamily="50" charset="-128"/>
                          <a:ea typeface="Meiryo UI" panose="020B0604030504040204" pitchFamily="50" charset="-128"/>
                        </a:rPr>
                        <a:t>X</a:t>
                      </a:r>
                      <a:endParaRPr 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CCECFF"/>
                    </a:solid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fontAlgn="ctr"/>
                      <a:r>
                        <a:rPr lang="ja-JP" altLang="en-US" sz="1000" u="none" strike="noStrike" dirty="0">
                          <a:effectLst/>
                          <a:latin typeface="Meiryo UI" panose="020B0604030504040204" pitchFamily="50" charset="-128"/>
                          <a:ea typeface="Meiryo UI" panose="020B0604030504040204" pitchFamily="50" charset="-128"/>
                        </a:rPr>
                        <a:t>〇</a:t>
                      </a: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CCECFF"/>
                    </a:solidFill>
                  </a:tcPr>
                </a:tc>
                <a:extLst>
                  <a:ext uri="{0D108BD9-81ED-4DB2-BD59-A6C34878D82A}">
                    <a16:rowId xmlns:a16="http://schemas.microsoft.com/office/drawing/2014/main" val="1243089277"/>
                  </a:ext>
                </a:extLst>
              </a:tr>
              <a:tr h="162993">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l" fontAlgn="ctr"/>
                      <a:r>
                        <a:rPr lang="ja-JP" altLang="en-US" sz="1000" u="none" strike="noStrike" dirty="0">
                          <a:effectLst/>
                          <a:latin typeface="Meiryo UI" panose="020B0604030504040204" pitchFamily="50" charset="-128"/>
                          <a:ea typeface="Meiryo UI" panose="020B0604030504040204" pitchFamily="50" charset="-128"/>
                        </a:rPr>
                        <a:t>コンプリ</a:t>
                      </a: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CCECFF"/>
                    </a:solid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l" fontAlgn="ctr"/>
                      <a:r>
                        <a:rPr lang="ja-JP" altLang="en-US" sz="1000" u="none" strike="noStrike" dirty="0">
                          <a:effectLst/>
                          <a:latin typeface="Meiryo UI" panose="020B0604030504040204" pitchFamily="50" charset="-128"/>
                          <a:ea typeface="Meiryo UI" panose="020B0604030504040204" pitchFamily="50" charset="-128"/>
                        </a:rPr>
                        <a:t>エタノールセンサー</a:t>
                      </a: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CCECFF"/>
                    </a:solid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fontAlgn="ctr"/>
                      <a:r>
                        <a:rPr lang="en-US" sz="1000" u="none" strike="noStrike" dirty="0">
                          <a:effectLst/>
                          <a:latin typeface="Meiryo UI" panose="020B0604030504040204" pitchFamily="50" charset="-128"/>
                          <a:ea typeface="Meiryo UI" panose="020B0604030504040204" pitchFamily="50" charset="-128"/>
                        </a:rPr>
                        <a:t>X</a:t>
                      </a:r>
                      <a:endParaRPr 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CCECFF"/>
                    </a:solidFill>
                  </a:tcPr>
                </a:tc>
                <a:tc>
                  <a:txBody>
                    <a:bodyPr/>
                    <a:lstStyle>
                      <a:lvl1pPr marL="0" algn="l" defTabSz="914400" rtl="0" eaLnBrk="1" latinLnBrk="0" hangingPunct="1">
                        <a:defRPr kumimoji="1" sz="1800" kern="1200">
                          <a:solidFill>
                            <a:schemeClr val="tx1"/>
                          </a:solidFill>
                          <a:latin typeface="Arial"/>
                          <a:ea typeface="ＭＳ Ｐゴシック"/>
                        </a:defRPr>
                      </a:lvl1pPr>
                      <a:lvl2pPr marL="457200" algn="l" defTabSz="914400" rtl="0" eaLnBrk="1" latinLnBrk="0" hangingPunct="1">
                        <a:defRPr kumimoji="1" sz="1800" kern="1200">
                          <a:solidFill>
                            <a:schemeClr val="tx1"/>
                          </a:solidFill>
                          <a:latin typeface="Arial"/>
                          <a:ea typeface="ＭＳ Ｐゴシック"/>
                        </a:defRPr>
                      </a:lvl2pPr>
                      <a:lvl3pPr marL="914400" algn="l" defTabSz="914400" rtl="0" eaLnBrk="1" latinLnBrk="0" hangingPunct="1">
                        <a:defRPr kumimoji="1" sz="1800" kern="1200">
                          <a:solidFill>
                            <a:schemeClr val="tx1"/>
                          </a:solidFill>
                          <a:latin typeface="Arial"/>
                          <a:ea typeface="ＭＳ Ｐゴシック"/>
                        </a:defRPr>
                      </a:lvl3pPr>
                      <a:lvl4pPr marL="1371600" algn="l" defTabSz="914400" rtl="0" eaLnBrk="1" latinLnBrk="0" hangingPunct="1">
                        <a:defRPr kumimoji="1" sz="1800" kern="1200">
                          <a:solidFill>
                            <a:schemeClr val="tx1"/>
                          </a:solidFill>
                          <a:latin typeface="Arial"/>
                          <a:ea typeface="ＭＳ Ｐゴシック"/>
                        </a:defRPr>
                      </a:lvl4pPr>
                      <a:lvl5pPr marL="1828800" algn="l" defTabSz="914400" rtl="0" eaLnBrk="1" latinLnBrk="0" hangingPunct="1">
                        <a:defRPr kumimoji="1" sz="1800" kern="1200">
                          <a:solidFill>
                            <a:schemeClr val="tx1"/>
                          </a:solidFill>
                          <a:latin typeface="Arial"/>
                          <a:ea typeface="ＭＳ Ｐゴシック"/>
                        </a:defRPr>
                      </a:lvl5pPr>
                      <a:lvl6pPr marL="2286000" algn="l" defTabSz="914400" rtl="0" eaLnBrk="1" latinLnBrk="0" hangingPunct="1">
                        <a:defRPr kumimoji="1" sz="1800" kern="1200">
                          <a:solidFill>
                            <a:schemeClr val="tx1"/>
                          </a:solidFill>
                          <a:latin typeface="Arial"/>
                          <a:ea typeface="ＭＳ Ｐゴシック"/>
                        </a:defRPr>
                      </a:lvl6pPr>
                      <a:lvl7pPr marL="2743200" algn="l" defTabSz="914400" rtl="0" eaLnBrk="1" latinLnBrk="0" hangingPunct="1">
                        <a:defRPr kumimoji="1" sz="1800" kern="1200">
                          <a:solidFill>
                            <a:schemeClr val="tx1"/>
                          </a:solidFill>
                          <a:latin typeface="Arial"/>
                          <a:ea typeface="ＭＳ Ｐゴシック"/>
                        </a:defRPr>
                      </a:lvl7pPr>
                      <a:lvl8pPr marL="3200400" algn="l" defTabSz="914400" rtl="0" eaLnBrk="1" latinLnBrk="0" hangingPunct="1">
                        <a:defRPr kumimoji="1" sz="1800" kern="1200">
                          <a:solidFill>
                            <a:schemeClr val="tx1"/>
                          </a:solidFill>
                          <a:latin typeface="Arial"/>
                          <a:ea typeface="ＭＳ Ｐゴシック"/>
                        </a:defRPr>
                      </a:lvl8pPr>
                      <a:lvl9pPr marL="3657600" algn="l" defTabSz="914400" rtl="0" eaLnBrk="1" latinLnBrk="0" hangingPunct="1">
                        <a:defRPr kumimoji="1" sz="1800" kern="1200">
                          <a:solidFill>
                            <a:schemeClr val="tx1"/>
                          </a:solidFill>
                          <a:latin typeface="Arial"/>
                          <a:ea typeface="ＭＳ Ｐゴシック"/>
                        </a:defRPr>
                      </a:lvl9pPr>
                    </a:lstStyle>
                    <a:p>
                      <a:pPr algn="ctr" fontAlgn="ctr"/>
                      <a:r>
                        <a:rPr lang="ja-JP" altLang="en-US" sz="1000" u="none" strike="noStrike" dirty="0">
                          <a:effectLst/>
                          <a:latin typeface="Meiryo UI" panose="020B0604030504040204" pitchFamily="50" charset="-128"/>
                          <a:ea typeface="Meiryo UI" panose="020B0604030504040204" pitchFamily="50" charset="-128"/>
                        </a:rPr>
                        <a:t>〇</a:t>
                      </a:r>
                      <a:endParaRPr lang="ja-JP" altLang="en-US" sz="1000" b="0" i="0" u="none" strike="noStrike" dirty="0">
                        <a:solidFill>
                          <a:srgbClr val="000000"/>
                        </a:solidFill>
                        <a:effectLst/>
                        <a:latin typeface="Meiryo UI" panose="020B0604030504040204" pitchFamily="50" charset="-128"/>
                        <a:ea typeface="Meiryo UI" panose="020B0604030504040204" pitchFamily="50" charset="-128"/>
                      </a:endParaRPr>
                    </a:p>
                  </a:txBody>
                  <a:tcPr marL="6362" marR="6362" marT="6362"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CCECFF"/>
                    </a:solidFill>
                  </a:tcPr>
                </a:tc>
                <a:extLst>
                  <a:ext uri="{0D108BD9-81ED-4DB2-BD59-A6C34878D82A}">
                    <a16:rowId xmlns:a16="http://schemas.microsoft.com/office/drawing/2014/main" val="1824196565"/>
                  </a:ext>
                </a:extLst>
              </a:tr>
            </a:tbl>
          </a:graphicData>
        </a:graphic>
      </p:graphicFrame>
      <p:sp>
        <p:nvSpPr>
          <p:cNvPr id="5" name="正方形/長方形 4">
            <a:extLst>
              <a:ext uri="{FF2B5EF4-FFF2-40B4-BE49-F238E27FC236}">
                <a16:creationId xmlns:a16="http://schemas.microsoft.com/office/drawing/2014/main" id="{08B6E96F-0594-6CDA-F461-9BCCEFA83A23}"/>
              </a:ext>
            </a:extLst>
          </p:cNvPr>
          <p:cNvSpPr/>
          <p:nvPr/>
        </p:nvSpPr>
        <p:spPr>
          <a:xfrm>
            <a:off x="209989" y="2193631"/>
            <a:ext cx="8757129" cy="822523"/>
          </a:xfrm>
          <a:prstGeom prst="rect">
            <a:avLst/>
          </a:prstGeom>
          <a:noFill/>
          <a:ln w="31750" cap="flat" cmpd="sng" algn="ctr">
            <a:solidFill>
              <a:srgbClr val="0000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prstClr val="white"/>
              </a:solidFill>
              <a:effectLst/>
              <a:uLnTx/>
              <a:uFillTx/>
              <a:latin typeface="Calibri" panose="020F0502020204030204"/>
              <a:ea typeface="游ゴシック" panose="020B0400000000000000" pitchFamily="50" charset="-128"/>
              <a:cs typeface="+mn-cs"/>
            </a:endParaRPr>
          </a:p>
        </p:txBody>
      </p:sp>
      <p:sp>
        <p:nvSpPr>
          <p:cNvPr id="6" name="正方形/長方形 5">
            <a:extLst>
              <a:ext uri="{FF2B5EF4-FFF2-40B4-BE49-F238E27FC236}">
                <a16:creationId xmlns:a16="http://schemas.microsoft.com/office/drawing/2014/main" id="{25AC25E9-D192-A916-F3E7-A3245F2AC461}"/>
              </a:ext>
            </a:extLst>
          </p:cNvPr>
          <p:cNvSpPr/>
          <p:nvPr/>
        </p:nvSpPr>
        <p:spPr>
          <a:xfrm>
            <a:off x="212942" y="5622879"/>
            <a:ext cx="8758800" cy="655092"/>
          </a:xfrm>
          <a:prstGeom prst="rect">
            <a:avLst/>
          </a:prstGeom>
          <a:noFill/>
          <a:ln w="31750" cap="flat" cmpd="sng" algn="ctr">
            <a:solidFill>
              <a:srgbClr val="0000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prstClr val="white"/>
              </a:solidFill>
              <a:effectLst/>
              <a:uLnTx/>
              <a:uFillTx/>
              <a:latin typeface="Calibri" panose="020F0502020204030204"/>
              <a:ea typeface="游ゴシック" panose="020B0400000000000000" pitchFamily="50" charset="-128"/>
              <a:cs typeface="+mn-cs"/>
            </a:endParaRPr>
          </a:p>
        </p:txBody>
      </p:sp>
      <p:sp>
        <p:nvSpPr>
          <p:cNvPr id="8" name="Text Box 2">
            <a:extLst>
              <a:ext uri="{FF2B5EF4-FFF2-40B4-BE49-F238E27FC236}">
                <a16:creationId xmlns:a16="http://schemas.microsoft.com/office/drawing/2014/main" id="{764E115C-DCC9-9010-22D0-6B3EDDB1208E}"/>
              </a:ext>
            </a:extLst>
          </p:cNvPr>
          <p:cNvSpPr txBox="1">
            <a:spLocks noChangeArrowheads="1"/>
          </p:cNvSpPr>
          <p:nvPr/>
        </p:nvSpPr>
        <p:spPr bwMode="auto">
          <a:xfrm>
            <a:off x="159280" y="106001"/>
            <a:ext cx="88931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lnSpc>
                <a:spcPct val="90000"/>
              </a:lnSpc>
            </a:pPr>
            <a:r>
              <a:rPr lang="en-US" altLang="ja-JP" sz="2000" dirty="0">
                <a:solidFill>
                  <a:schemeClr val="bg1"/>
                </a:solidFill>
                <a:latin typeface="Meiryo UI" panose="020B0604030504040204" pitchFamily="50" charset="-128"/>
                <a:ea typeface="Meiryo UI" panose="020B0604030504040204" pitchFamily="50" charset="-128"/>
                <a:cs typeface="Arial" pitchFamily="34" charset="0"/>
              </a:rPr>
              <a:t>10. Applicable Regulations Overview (OBD) </a:t>
            </a:r>
          </a:p>
        </p:txBody>
      </p:sp>
    </p:spTree>
    <p:extLst>
      <p:ext uri="{BB962C8B-B14F-4D97-AF65-F5344CB8AC3E}">
        <p14:creationId xmlns:p14="http://schemas.microsoft.com/office/powerpoint/2010/main" val="216986870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グループ化 1">
            <a:extLst>
              <a:ext uri="{FF2B5EF4-FFF2-40B4-BE49-F238E27FC236}">
                <a16:creationId xmlns:a16="http://schemas.microsoft.com/office/drawing/2014/main" id="{D0B3C85C-BD0F-16A3-9860-27B0F572182A}"/>
              </a:ext>
            </a:extLst>
          </p:cNvPr>
          <p:cNvGrpSpPr/>
          <p:nvPr/>
        </p:nvGrpSpPr>
        <p:grpSpPr>
          <a:xfrm>
            <a:off x="1848543" y="3892989"/>
            <a:ext cx="5671373" cy="2575901"/>
            <a:chOff x="1848543" y="3930567"/>
            <a:chExt cx="5671373" cy="2575901"/>
          </a:xfrm>
        </p:grpSpPr>
        <p:pic>
          <p:nvPicPr>
            <p:cNvPr id="3" name="図 2">
              <a:extLst>
                <a:ext uri="{FF2B5EF4-FFF2-40B4-BE49-F238E27FC236}">
                  <a16:creationId xmlns:a16="http://schemas.microsoft.com/office/drawing/2014/main" id="{A61BC613-2F8A-48ED-1FF2-F1EC8F64620E}"/>
                </a:ext>
              </a:extLst>
            </p:cNvPr>
            <p:cNvPicPr>
              <a:picLocks noChangeAspect="1"/>
            </p:cNvPicPr>
            <p:nvPr/>
          </p:nvPicPr>
          <p:blipFill>
            <a:blip r:embed="rId2"/>
            <a:stretch>
              <a:fillRect/>
            </a:stretch>
          </p:blipFill>
          <p:spPr>
            <a:xfrm>
              <a:off x="1848543" y="3930567"/>
              <a:ext cx="5671373" cy="2575901"/>
            </a:xfrm>
            <a:prstGeom prst="rect">
              <a:avLst/>
            </a:prstGeom>
          </p:spPr>
        </p:pic>
        <p:sp>
          <p:nvSpPr>
            <p:cNvPr id="4" name="テキスト ボックス 3">
              <a:extLst>
                <a:ext uri="{FF2B5EF4-FFF2-40B4-BE49-F238E27FC236}">
                  <a16:creationId xmlns:a16="http://schemas.microsoft.com/office/drawing/2014/main" id="{94DE5889-C218-B1CF-CF82-8E581E68154B}"/>
                </a:ext>
              </a:extLst>
            </p:cNvPr>
            <p:cNvSpPr txBox="1"/>
            <p:nvPr/>
          </p:nvSpPr>
          <p:spPr>
            <a:xfrm>
              <a:off x="2279934" y="3983955"/>
              <a:ext cx="653320" cy="195858"/>
            </a:xfrm>
            <a:prstGeom prst="rect">
              <a:avLst/>
            </a:prstGeom>
            <a:solidFill>
              <a:schemeClr val="bg1"/>
            </a:solidFill>
          </p:spPr>
          <p:txBody>
            <a:bodyPr wrap="none" lIns="0" tIns="0" rIns="0" bIns="0" rtlCol="0" anchor="ctr" anchorCtr="1">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prstClr val="black"/>
                  </a:solidFill>
                  <a:effectLst/>
                  <a:uLnTx/>
                  <a:uFillTx/>
                  <a:latin typeface="Calibri" panose="020F0502020204030204"/>
                  <a:ea typeface="Meiryo UI"/>
                  <a:cs typeface="+mn-cs"/>
                </a:rPr>
                <a:t>Category</a:t>
              </a:r>
            </a:p>
          </p:txBody>
        </p:sp>
        <p:sp>
          <p:nvSpPr>
            <p:cNvPr id="5" name="テキスト ボックス 4">
              <a:extLst>
                <a:ext uri="{FF2B5EF4-FFF2-40B4-BE49-F238E27FC236}">
                  <a16:creationId xmlns:a16="http://schemas.microsoft.com/office/drawing/2014/main" id="{9E216CF5-E21F-D8B3-5FD3-828EED0210DC}"/>
                </a:ext>
              </a:extLst>
            </p:cNvPr>
            <p:cNvSpPr txBox="1"/>
            <p:nvPr/>
          </p:nvSpPr>
          <p:spPr>
            <a:xfrm>
              <a:off x="3531465" y="3986688"/>
              <a:ext cx="550033" cy="215444"/>
            </a:xfrm>
            <a:prstGeom prst="rect">
              <a:avLst/>
            </a:prstGeom>
            <a:solidFill>
              <a:schemeClr val="bg1"/>
            </a:solidFill>
          </p:spPr>
          <p:txBody>
            <a:bodyPr wrap="none" lIns="0" tIns="0" rIns="0" bIns="0" rtlCol="0" anchor="ctr" anchorCtr="1">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prstClr val="black"/>
                  </a:solidFill>
                  <a:effectLst/>
                  <a:uLnTx/>
                  <a:uFillTx/>
                  <a:latin typeface="Calibri" panose="020F0502020204030204"/>
                  <a:ea typeface="Meiryo UI"/>
                  <a:cs typeface="+mn-cs"/>
                </a:rPr>
                <a:t>Level</a:t>
              </a:r>
            </a:p>
          </p:txBody>
        </p:sp>
      </p:grpSp>
      <p:grpSp>
        <p:nvGrpSpPr>
          <p:cNvPr id="6" name="グループ化 5">
            <a:extLst>
              <a:ext uri="{FF2B5EF4-FFF2-40B4-BE49-F238E27FC236}">
                <a16:creationId xmlns:a16="http://schemas.microsoft.com/office/drawing/2014/main" id="{4187C478-2CD9-E169-99EE-50D4A4F3F3A3}"/>
              </a:ext>
            </a:extLst>
          </p:cNvPr>
          <p:cNvGrpSpPr/>
          <p:nvPr/>
        </p:nvGrpSpPr>
        <p:grpSpPr>
          <a:xfrm>
            <a:off x="1836365" y="1092908"/>
            <a:ext cx="5751790" cy="2475547"/>
            <a:chOff x="1836365" y="1117960"/>
            <a:chExt cx="5751790" cy="2475547"/>
          </a:xfrm>
        </p:grpSpPr>
        <p:pic>
          <p:nvPicPr>
            <p:cNvPr id="7" name="図 6">
              <a:extLst>
                <a:ext uri="{FF2B5EF4-FFF2-40B4-BE49-F238E27FC236}">
                  <a16:creationId xmlns:a16="http://schemas.microsoft.com/office/drawing/2014/main" id="{72B95178-A55E-A045-0B4B-33A86A0448D6}"/>
                </a:ext>
              </a:extLst>
            </p:cNvPr>
            <p:cNvPicPr>
              <a:picLocks noChangeAspect="1"/>
            </p:cNvPicPr>
            <p:nvPr/>
          </p:nvPicPr>
          <p:blipFill>
            <a:blip r:embed="rId3"/>
            <a:stretch>
              <a:fillRect/>
            </a:stretch>
          </p:blipFill>
          <p:spPr>
            <a:xfrm>
              <a:off x="1836365" y="1117960"/>
              <a:ext cx="5751790" cy="2475547"/>
            </a:xfrm>
            <a:prstGeom prst="rect">
              <a:avLst/>
            </a:prstGeom>
          </p:spPr>
        </p:pic>
        <p:sp>
          <p:nvSpPr>
            <p:cNvPr id="8" name="テキスト ボックス 7">
              <a:extLst>
                <a:ext uri="{FF2B5EF4-FFF2-40B4-BE49-F238E27FC236}">
                  <a16:creationId xmlns:a16="http://schemas.microsoft.com/office/drawing/2014/main" id="{C49C1075-2333-89DB-B40E-5BB38824EC07}"/>
                </a:ext>
              </a:extLst>
            </p:cNvPr>
            <p:cNvSpPr txBox="1"/>
            <p:nvPr/>
          </p:nvSpPr>
          <p:spPr>
            <a:xfrm>
              <a:off x="1940158" y="1193461"/>
              <a:ext cx="653320" cy="195858"/>
            </a:xfrm>
            <a:prstGeom prst="rect">
              <a:avLst/>
            </a:prstGeom>
            <a:solidFill>
              <a:schemeClr val="bg1"/>
            </a:solidFill>
          </p:spPr>
          <p:txBody>
            <a:bodyPr wrap="none" lIns="0" tIns="0" rIns="0" bIns="0" rtlCol="0" anchor="ctr" anchorCtr="1">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prstClr val="black"/>
                  </a:solidFill>
                  <a:effectLst/>
                  <a:uLnTx/>
                  <a:uFillTx/>
                  <a:latin typeface="Calibri" panose="020F0502020204030204"/>
                  <a:ea typeface="Meiryo UI"/>
                  <a:cs typeface="+mn-cs"/>
                </a:rPr>
                <a:t>Category</a:t>
              </a:r>
            </a:p>
          </p:txBody>
        </p:sp>
        <p:sp>
          <p:nvSpPr>
            <p:cNvPr id="9" name="テキスト ボックス 8">
              <a:extLst>
                <a:ext uri="{FF2B5EF4-FFF2-40B4-BE49-F238E27FC236}">
                  <a16:creationId xmlns:a16="http://schemas.microsoft.com/office/drawing/2014/main" id="{59D5DBC9-DFAC-056A-1893-EE702F8D5312}"/>
                </a:ext>
              </a:extLst>
            </p:cNvPr>
            <p:cNvSpPr txBox="1"/>
            <p:nvPr/>
          </p:nvSpPr>
          <p:spPr>
            <a:xfrm>
              <a:off x="2925395" y="1515831"/>
              <a:ext cx="907172" cy="316690"/>
            </a:xfrm>
            <a:prstGeom prst="rect">
              <a:avLst/>
            </a:prstGeom>
            <a:solidFill>
              <a:schemeClr val="bg1"/>
            </a:solidFill>
          </p:spPr>
          <p:txBody>
            <a:bodyPr wrap="square" lIns="0" tIns="0" rIns="0" bIns="0" rtlCol="0" anchor="ctr" anchorCtr="1">
              <a:spAutoFit/>
            </a:bodyPr>
            <a:lstStyle/>
            <a:p>
              <a:pPr marL="0" marR="0" lvl="0" indent="0" algn="ctr" defTabSz="914400" rtl="0" eaLnBrk="1" fontAlgn="auto" latinLnBrk="0" hangingPunct="1">
                <a:lnSpc>
                  <a:spcPts val="12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prstClr val="black"/>
                  </a:solidFill>
                  <a:effectLst/>
                  <a:uLnTx/>
                  <a:uFillTx/>
                  <a:latin typeface="Calibri" panose="020F0502020204030204"/>
                  <a:ea typeface="Meiryo UI"/>
                  <a:cs typeface="+mn-cs"/>
                </a:rPr>
                <a:t>Catalyst monitor</a:t>
              </a:r>
            </a:p>
          </p:txBody>
        </p:sp>
        <p:sp>
          <p:nvSpPr>
            <p:cNvPr id="10" name="テキスト ボックス 9">
              <a:extLst>
                <a:ext uri="{FF2B5EF4-FFF2-40B4-BE49-F238E27FC236}">
                  <a16:creationId xmlns:a16="http://schemas.microsoft.com/office/drawing/2014/main" id="{2F7857A5-0A8D-A6D5-DF6E-D3BDF8C30533}"/>
                </a:ext>
              </a:extLst>
            </p:cNvPr>
            <p:cNvSpPr txBox="1"/>
            <p:nvPr/>
          </p:nvSpPr>
          <p:spPr>
            <a:xfrm>
              <a:off x="3879459" y="1517919"/>
              <a:ext cx="907172" cy="316690"/>
            </a:xfrm>
            <a:prstGeom prst="rect">
              <a:avLst/>
            </a:prstGeom>
            <a:solidFill>
              <a:schemeClr val="bg1"/>
            </a:solidFill>
          </p:spPr>
          <p:txBody>
            <a:bodyPr wrap="square" lIns="0" tIns="0" rIns="0" bIns="0" rtlCol="0" anchor="ctr" anchorCtr="1">
              <a:spAutoFit/>
            </a:bodyPr>
            <a:lstStyle/>
            <a:p>
              <a:pPr marL="0" marR="0" lvl="0" indent="0" algn="ctr" defTabSz="914400" rtl="0" eaLnBrk="1" fontAlgn="auto" latinLnBrk="0" hangingPunct="1">
                <a:lnSpc>
                  <a:spcPts val="12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prstClr val="black"/>
                  </a:solidFill>
                  <a:effectLst/>
                  <a:uLnTx/>
                  <a:uFillTx/>
                  <a:latin typeface="Calibri" panose="020F0502020204030204"/>
                  <a:ea typeface="Meiryo UI"/>
                  <a:cs typeface="+mn-cs"/>
                </a:rPr>
                <a:t>Other monitor</a:t>
              </a:r>
            </a:p>
          </p:txBody>
        </p:sp>
      </p:grpSp>
      <p:sp>
        <p:nvSpPr>
          <p:cNvPr id="11" name="テキスト ボックス 10">
            <a:extLst>
              <a:ext uri="{FF2B5EF4-FFF2-40B4-BE49-F238E27FC236}">
                <a16:creationId xmlns:a16="http://schemas.microsoft.com/office/drawing/2014/main" id="{165FF5BC-2816-E690-AC1A-49A15B7119D9}"/>
              </a:ext>
            </a:extLst>
          </p:cNvPr>
          <p:cNvSpPr txBox="1"/>
          <p:nvPr/>
        </p:nvSpPr>
        <p:spPr>
          <a:xfrm>
            <a:off x="27296" y="573732"/>
            <a:ext cx="3011008" cy="318924"/>
          </a:xfrm>
          <a:prstGeom prst="rect">
            <a:avLst/>
          </a:prstGeom>
          <a:solidFill>
            <a:schemeClr val="bg1"/>
          </a:solidFill>
        </p:spPr>
        <p:txBody>
          <a:bodyPr wrap="none" lIns="36000" tIns="36000" rIns="36000" bIns="3600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b="1" i="0" u="sng"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itchFamily="50" charset="-128"/>
              </a:rPr>
              <a:t>■ </a:t>
            </a:r>
            <a:r>
              <a:rPr kumimoji="1" lang="en-US" altLang="ja-JP" sz="1600" b="1" i="0" u="sng"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itchFamily="50" charset="-128"/>
              </a:rPr>
              <a:t>OBD</a:t>
            </a:r>
            <a:r>
              <a:rPr kumimoji="1" lang="ja-JP" altLang="en-US" sz="1600" b="1" i="0" u="sng"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itchFamily="50" charset="-128"/>
              </a:rPr>
              <a:t> </a:t>
            </a:r>
            <a:r>
              <a:rPr kumimoji="1" lang="en-US" altLang="ja-JP" sz="1600" b="1" i="0" u="sng"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itchFamily="50" charset="-128"/>
              </a:rPr>
              <a:t>Br3</a:t>
            </a:r>
            <a:r>
              <a:rPr kumimoji="1" lang="ja-JP" altLang="en-US" sz="1600" b="1" i="0" u="sng"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itchFamily="50" charset="-128"/>
              </a:rPr>
              <a:t> </a:t>
            </a:r>
            <a:r>
              <a:rPr kumimoji="1" lang="en-US" altLang="ja-JP" sz="1600" b="1" i="0" u="sng"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itchFamily="50" charset="-128"/>
              </a:rPr>
              <a:t>L7,L8</a:t>
            </a:r>
            <a:r>
              <a:rPr kumimoji="1" lang="ja-JP" altLang="en-US" sz="1600" b="1" i="0" u="sng"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itchFamily="50" charset="-128"/>
              </a:rPr>
              <a:t> </a:t>
            </a:r>
            <a:r>
              <a:rPr kumimoji="1" lang="en-US" altLang="ja-JP" sz="1600" b="1" i="0" u="sng"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itchFamily="50" charset="-128"/>
              </a:rPr>
              <a:t>E/M limit</a:t>
            </a:r>
            <a:endParaRPr kumimoji="1" lang="en-US" altLang="ja-JP" sz="1400" b="1"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itchFamily="50" charset="-128"/>
            </a:endParaRPr>
          </a:p>
        </p:txBody>
      </p:sp>
      <p:sp>
        <p:nvSpPr>
          <p:cNvPr id="12" name="正方形/長方形 11">
            <a:extLst>
              <a:ext uri="{FF2B5EF4-FFF2-40B4-BE49-F238E27FC236}">
                <a16:creationId xmlns:a16="http://schemas.microsoft.com/office/drawing/2014/main" id="{618BCFA6-13AD-BB56-DBF5-F5843FC41D49}"/>
              </a:ext>
            </a:extLst>
          </p:cNvPr>
          <p:cNvSpPr/>
          <p:nvPr/>
        </p:nvSpPr>
        <p:spPr>
          <a:xfrm>
            <a:off x="1902197" y="1827449"/>
            <a:ext cx="5617720" cy="167370"/>
          </a:xfrm>
          <a:prstGeom prst="rect">
            <a:avLst/>
          </a:prstGeom>
          <a:noFill/>
          <a:ln w="31750" cap="flat" cmpd="sng" algn="ctr">
            <a:solidFill>
              <a:srgbClr val="0000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prstClr val="white"/>
              </a:solidFill>
              <a:effectLst/>
              <a:uLnTx/>
              <a:uFillTx/>
              <a:latin typeface="Calibri" panose="020F0502020204030204"/>
              <a:ea typeface="游ゴシック" panose="020B0400000000000000" pitchFamily="50" charset="-128"/>
              <a:cs typeface="+mn-cs"/>
            </a:endParaRPr>
          </a:p>
        </p:txBody>
      </p:sp>
      <p:sp>
        <p:nvSpPr>
          <p:cNvPr id="13" name="正方形/長方形 12">
            <a:extLst>
              <a:ext uri="{FF2B5EF4-FFF2-40B4-BE49-F238E27FC236}">
                <a16:creationId xmlns:a16="http://schemas.microsoft.com/office/drawing/2014/main" id="{384FE49B-EED4-F9EF-2090-4F94A56292E0}"/>
              </a:ext>
            </a:extLst>
          </p:cNvPr>
          <p:cNvSpPr/>
          <p:nvPr/>
        </p:nvSpPr>
        <p:spPr>
          <a:xfrm>
            <a:off x="3370330" y="5250384"/>
            <a:ext cx="4122292" cy="172516"/>
          </a:xfrm>
          <a:prstGeom prst="rect">
            <a:avLst/>
          </a:prstGeom>
          <a:noFill/>
          <a:ln w="31750" cap="flat" cmpd="sng" algn="ctr">
            <a:solidFill>
              <a:srgbClr val="0000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prstClr val="white"/>
              </a:solidFill>
              <a:effectLst/>
              <a:uLnTx/>
              <a:uFillTx/>
              <a:latin typeface="Calibri" panose="020F0502020204030204"/>
              <a:ea typeface="游ゴシック" panose="020B0400000000000000" pitchFamily="50" charset="-128"/>
              <a:cs typeface="+mn-cs"/>
            </a:endParaRPr>
          </a:p>
        </p:txBody>
      </p:sp>
      <p:sp>
        <p:nvSpPr>
          <p:cNvPr id="14" name="下矢印 28">
            <a:extLst>
              <a:ext uri="{FF2B5EF4-FFF2-40B4-BE49-F238E27FC236}">
                <a16:creationId xmlns:a16="http://schemas.microsoft.com/office/drawing/2014/main" id="{14054032-B464-D2F6-1F2E-056E0A7BA7CF}"/>
              </a:ext>
            </a:extLst>
          </p:cNvPr>
          <p:cNvSpPr/>
          <p:nvPr/>
        </p:nvSpPr>
        <p:spPr>
          <a:xfrm>
            <a:off x="4326336" y="3555929"/>
            <a:ext cx="696036" cy="296104"/>
          </a:xfrm>
          <a:prstGeom prst="downArrow">
            <a:avLst/>
          </a:prstGeom>
          <a:solidFill>
            <a:srgbClr val="5B9BD5"/>
          </a:solidFill>
          <a:ln w="12700" cap="flat" cmpd="sng" algn="ctr">
            <a:solidFill>
              <a:srgbClr val="5B9BD5">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prstClr val="white"/>
              </a:solidFill>
              <a:effectLst/>
              <a:uLnTx/>
              <a:uFillTx/>
              <a:latin typeface="Calibri" panose="020F0502020204030204"/>
              <a:ea typeface="游ゴシック" panose="020B0400000000000000" pitchFamily="50" charset="-128"/>
              <a:cs typeface="+mn-cs"/>
            </a:endParaRPr>
          </a:p>
        </p:txBody>
      </p:sp>
      <p:sp>
        <p:nvSpPr>
          <p:cNvPr id="15" name="テキスト ボックス 14">
            <a:extLst>
              <a:ext uri="{FF2B5EF4-FFF2-40B4-BE49-F238E27FC236}">
                <a16:creationId xmlns:a16="http://schemas.microsoft.com/office/drawing/2014/main" id="{724D524B-2B91-DAAE-865D-EA901D61C9F9}"/>
              </a:ext>
            </a:extLst>
          </p:cNvPr>
          <p:cNvSpPr txBox="1"/>
          <p:nvPr/>
        </p:nvSpPr>
        <p:spPr>
          <a:xfrm>
            <a:off x="1927109" y="2181047"/>
            <a:ext cx="5545351" cy="1179964"/>
          </a:xfrm>
          <a:prstGeom prst="rect">
            <a:avLst/>
          </a:prstGeom>
          <a:solidFill>
            <a:schemeClr val="bg1"/>
          </a:solidFill>
        </p:spPr>
        <p:txBody>
          <a:bodyPr wrap="square" rtlCol="0">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altLang="ja-JP" sz="11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ja-JP" sz="11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VLP (Veiculo Leve de Passageiro) = Light-weight passenger vehicles</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ja-JP" sz="11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VLC (Veiculo Leve Comercial) = Light-weight commercial vehicles, including vehicles with characteristics for off-road use</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ja-JP" sz="11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(1)  Applied to vehicles equipped with DI engine and spark ignition</a:t>
            </a:r>
            <a:endParaRPr kumimoji="1" lang="ja-JP" altLang="en-US" sz="11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p:txBody>
      </p:sp>
      <p:sp>
        <p:nvSpPr>
          <p:cNvPr id="16" name="テキスト ボックス 15">
            <a:extLst>
              <a:ext uri="{FF2B5EF4-FFF2-40B4-BE49-F238E27FC236}">
                <a16:creationId xmlns:a16="http://schemas.microsoft.com/office/drawing/2014/main" id="{0BA6FCE7-1CB3-0944-A34F-BF05DD132F45}"/>
              </a:ext>
            </a:extLst>
          </p:cNvPr>
          <p:cNvSpPr txBox="1"/>
          <p:nvPr/>
        </p:nvSpPr>
        <p:spPr>
          <a:xfrm>
            <a:off x="1907647" y="5751361"/>
            <a:ext cx="5552464" cy="691576"/>
          </a:xfrm>
          <a:prstGeom prst="rect">
            <a:avLst/>
          </a:prstGeom>
          <a:solidFill>
            <a:schemeClr val="bg1"/>
          </a:solidFill>
        </p:spPr>
        <p:txBody>
          <a:bodyPr wrap="square" rtlCol="0">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ja-JP" sz="11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VLP (Veiculo Leve de Passageiro) = Light-weight passenger vehicles</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ja-JP" sz="11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VLC (Veiculo Leve Comercial) = Light-weight commercial vehicles, including vehicles with characteristics for off-road use</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ja-JP" sz="11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(1)  Applied to vehicles equipped with DI engine and spark ignition</a:t>
            </a:r>
            <a:endParaRPr kumimoji="1" lang="ja-JP" altLang="en-US" sz="11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ja-JP" altLang="en-US" sz="11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p:txBody>
      </p:sp>
      <p:sp>
        <p:nvSpPr>
          <p:cNvPr id="17" name="角丸四角形 29">
            <a:extLst>
              <a:ext uri="{FF2B5EF4-FFF2-40B4-BE49-F238E27FC236}">
                <a16:creationId xmlns:a16="http://schemas.microsoft.com/office/drawing/2014/main" id="{C9F335C2-7B46-F19A-50C1-EAFCBA15DEDB}"/>
              </a:ext>
            </a:extLst>
          </p:cNvPr>
          <p:cNvSpPr/>
          <p:nvPr/>
        </p:nvSpPr>
        <p:spPr>
          <a:xfrm>
            <a:off x="1" y="6499247"/>
            <a:ext cx="9177106" cy="282357"/>
          </a:xfrm>
          <a:prstGeom prst="roundRect">
            <a:avLst>
              <a:gd name="adj" fmla="val 3827"/>
            </a:avLst>
          </a:prstGeom>
          <a:solidFill>
            <a:srgbClr val="002060"/>
          </a:solidFill>
          <a:ln w="12700" cap="flat" cmpd="sng" algn="ctr">
            <a:noFill/>
            <a:prstDash val="solid"/>
          </a:ln>
          <a:effectLst/>
        </p:spPr>
        <p:txBody>
          <a:bodyPr wrap="square" lIns="36000" tIns="0" rIns="3600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180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rPr>
              <a:t>OBD E/M limit is also changed from PROCONVE L8-50</a:t>
            </a:r>
          </a:p>
        </p:txBody>
      </p:sp>
      <p:sp>
        <p:nvSpPr>
          <p:cNvPr id="18" name="テキスト ボックス 17">
            <a:extLst>
              <a:ext uri="{FF2B5EF4-FFF2-40B4-BE49-F238E27FC236}">
                <a16:creationId xmlns:a16="http://schemas.microsoft.com/office/drawing/2014/main" id="{13E3DAB5-0938-F1D3-D505-09937AC83FFE}"/>
              </a:ext>
            </a:extLst>
          </p:cNvPr>
          <p:cNvSpPr txBox="1"/>
          <p:nvPr/>
        </p:nvSpPr>
        <p:spPr>
          <a:xfrm>
            <a:off x="1346350" y="795323"/>
            <a:ext cx="1561005"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Proconve L7</a:t>
            </a:r>
          </a:p>
        </p:txBody>
      </p:sp>
      <p:sp>
        <p:nvSpPr>
          <p:cNvPr id="19" name="テキスト ボックス 18">
            <a:extLst>
              <a:ext uri="{FF2B5EF4-FFF2-40B4-BE49-F238E27FC236}">
                <a16:creationId xmlns:a16="http://schemas.microsoft.com/office/drawing/2014/main" id="{0C969E88-CC32-9362-CE83-472D63858764}"/>
              </a:ext>
            </a:extLst>
          </p:cNvPr>
          <p:cNvSpPr txBox="1"/>
          <p:nvPr/>
        </p:nvSpPr>
        <p:spPr>
          <a:xfrm>
            <a:off x="1346349" y="3593105"/>
            <a:ext cx="1561005"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Proconve L8</a:t>
            </a:r>
          </a:p>
        </p:txBody>
      </p:sp>
      <p:sp>
        <p:nvSpPr>
          <p:cNvPr id="20" name="Text Box 2">
            <a:extLst>
              <a:ext uri="{FF2B5EF4-FFF2-40B4-BE49-F238E27FC236}">
                <a16:creationId xmlns:a16="http://schemas.microsoft.com/office/drawing/2014/main" id="{AF9FDDB5-2328-69D0-6B2F-9001ED1EE5B3}"/>
              </a:ext>
            </a:extLst>
          </p:cNvPr>
          <p:cNvSpPr txBox="1">
            <a:spLocks noChangeArrowheads="1"/>
          </p:cNvSpPr>
          <p:nvPr/>
        </p:nvSpPr>
        <p:spPr bwMode="auto">
          <a:xfrm>
            <a:off x="159280" y="106001"/>
            <a:ext cx="88931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lnSpc>
                <a:spcPct val="90000"/>
              </a:lnSpc>
            </a:pPr>
            <a:r>
              <a:rPr lang="en-US" altLang="ja-JP" sz="2000" dirty="0">
                <a:solidFill>
                  <a:schemeClr val="bg1"/>
                </a:solidFill>
                <a:latin typeface="Meiryo UI" panose="020B0604030504040204" pitchFamily="50" charset="-128"/>
                <a:ea typeface="Meiryo UI" panose="020B0604030504040204" pitchFamily="50" charset="-128"/>
                <a:cs typeface="Arial" pitchFamily="34" charset="0"/>
              </a:rPr>
              <a:t>10. Applicable Regulations Overview (OBD) </a:t>
            </a:r>
          </a:p>
        </p:txBody>
      </p:sp>
    </p:spTree>
    <p:extLst>
      <p:ext uri="{BB962C8B-B14F-4D97-AF65-F5344CB8AC3E}">
        <p14:creationId xmlns:p14="http://schemas.microsoft.com/office/powerpoint/2010/main" val="350451263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2" name="グループ化 1">
            <a:extLst>
              <a:ext uri="{FF2B5EF4-FFF2-40B4-BE49-F238E27FC236}">
                <a16:creationId xmlns:a16="http://schemas.microsoft.com/office/drawing/2014/main" id="{C255E4FA-D4B6-7325-B496-F88424DC3A37}"/>
              </a:ext>
            </a:extLst>
          </p:cNvPr>
          <p:cNvGrpSpPr/>
          <p:nvPr/>
        </p:nvGrpSpPr>
        <p:grpSpPr>
          <a:xfrm>
            <a:off x="1848543" y="3892989"/>
            <a:ext cx="5671373" cy="2575901"/>
            <a:chOff x="1848543" y="3930567"/>
            <a:chExt cx="5671373" cy="2575901"/>
          </a:xfrm>
        </p:grpSpPr>
        <p:pic>
          <p:nvPicPr>
            <p:cNvPr id="3" name="図 2">
              <a:extLst>
                <a:ext uri="{FF2B5EF4-FFF2-40B4-BE49-F238E27FC236}">
                  <a16:creationId xmlns:a16="http://schemas.microsoft.com/office/drawing/2014/main" id="{2D1EE6FF-2BB8-3D54-FBDC-7832A73110E6}"/>
                </a:ext>
              </a:extLst>
            </p:cNvPr>
            <p:cNvPicPr>
              <a:picLocks noChangeAspect="1"/>
            </p:cNvPicPr>
            <p:nvPr/>
          </p:nvPicPr>
          <p:blipFill>
            <a:blip r:embed="rId2"/>
            <a:stretch>
              <a:fillRect/>
            </a:stretch>
          </p:blipFill>
          <p:spPr>
            <a:xfrm>
              <a:off x="1848543" y="3930567"/>
              <a:ext cx="5671373" cy="2575901"/>
            </a:xfrm>
            <a:prstGeom prst="rect">
              <a:avLst/>
            </a:prstGeom>
          </p:spPr>
        </p:pic>
        <p:sp>
          <p:nvSpPr>
            <p:cNvPr id="4" name="テキスト ボックス 3">
              <a:extLst>
                <a:ext uri="{FF2B5EF4-FFF2-40B4-BE49-F238E27FC236}">
                  <a16:creationId xmlns:a16="http://schemas.microsoft.com/office/drawing/2014/main" id="{8B6A0083-9F19-6361-A6F0-9FFB9F5322E5}"/>
                </a:ext>
              </a:extLst>
            </p:cNvPr>
            <p:cNvSpPr txBox="1"/>
            <p:nvPr/>
          </p:nvSpPr>
          <p:spPr>
            <a:xfrm>
              <a:off x="2279934" y="3983955"/>
              <a:ext cx="653320" cy="195858"/>
            </a:xfrm>
            <a:prstGeom prst="rect">
              <a:avLst/>
            </a:prstGeom>
            <a:solidFill>
              <a:schemeClr val="bg1"/>
            </a:solidFill>
          </p:spPr>
          <p:txBody>
            <a:bodyPr wrap="none" lIns="0" tIns="0" rIns="0" bIns="0" rtlCol="0" anchor="ctr" anchorCtr="1">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prstClr val="black"/>
                  </a:solidFill>
                  <a:effectLst/>
                  <a:uLnTx/>
                  <a:uFillTx/>
                  <a:latin typeface="Calibri" panose="020F0502020204030204"/>
                  <a:ea typeface="Meiryo UI"/>
                  <a:cs typeface="+mn-cs"/>
                </a:rPr>
                <a:t>Category</a:t>
              </a:r>
            </a:p>
          </p:txBody>
        </p:sp>
        <p:sp>
          <p:nvSpPr>
            <p:cNvPr id="5" name="テキスト ボックス 4">
              <a:extLst>
                <a:ext uri="{FF2B5EF4-FFF2-40B4-BE49-F238E27FC236}">
                  <a16:creationId xmlns:a16="http://schemas.microsoft.com/office/drawing/2014/main" id="{5AFD7827-574D-ED4C-1D3E-3FA6A57F79D7}"/>
                </a:ext>
              </a:extLst>
            </p:cNvPr>
            <p:cNvSpPr txBox="1"/>
            <p:nvPr/>
          </p:nvSpPr>
          <p:spPr>
            <a:xfrm>
              <a:off x="3531465" y="3986688"/>
              <a:ext cx="550033" cy="215444"/>
            </a:xfrm>
            <a:prstGeom prst="rect">
              <a:avLst/>
            </a:prstGeom>
            <a:solidFill>
              <a:schemeClr val="bg1"/>
            </a:solidFill>
          </p:spPr>
          <p:txBody>
            <a:bodyPr wrap="none" lIns="0" tIns="0" rIns="0" bIns="0" rtlCol="0" anchor="ctr" anchorCtr="1">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prstClr val="black"/>
                  </a:solidFill>
                  <a:effectLst/>
                  <a:uLnTx/>
                  <a:uFillTx/>
                  <a:latin typeface="Calibri" panose="020F0502020204030204"/>
                  <a:ea typeface="Meiryo UI"/>
                  <a:cs typeface="+mn-cs"/>
                </a:rPr>
                <a:t>Level</a:t>
              </a:r>
            </a:p>
          </p:txBody>
        </p:sp>
      </p:grpSp>
      <p:grpSp>
        <p:nvGrpSpPr>
          <p:cNvPr id="6" name="グループ化 5">
            <a:extLst>
              <a:ext uri="{FF2B5EF4-FFF2-40B4-BE49-F238E27FC236}">
                <a16:creationId xmlns:a16="http://schemas.microsoft.com/office/drawing/2014/main" id="{7F6E883B-FF88-9F01-AD97-AD14EE11AACB}"/>
              </a:ext>
            </a:extLst>
          </p:cNvPr>
          <p:cNvGrpSpPr/>
          <p:nvPr/>
        </p:nvGrpSpPr>
        <p:grpSpPr>
          <a:xfrm>
            <a:off x="1836365" y="1092908"/>
            <a:ext cx="5751790" cy="2475547"/>
            <a:chOff x="1836365" y="1117960"/>
            <a:chExt cx="5751790" cy="2475547"/>
          </a:xfrm>
        </p:grpSpPr>
        <p:pic>
          <p:nvPicPr>
            <p:cNvPr id="7" name="図 6">
              <a:extLst>
                <a:ext uri="{FF2B5EF4-FFF2-40B4-BE49-F238E27FC236}">
                  <a16:creationId xmlns:a16="http://schemas.microsoft.com/office/drawing/2014/main" id="{7B2F72FF-1B0E-ADCA-AB8C-0A3F80EF9404}"/>
                </a:ext>
              </a:extLst>
            </p:cNvPr>
            <p:cNvPicPr>
              <a:picLocks noChangeAspect="1"/>
            </p:cNvPicPr>
            <p:nvPr/>
          </p:nvPicPr>
          <p:blipFill>
            <a:blip r:embed="rId3"/>
            <a:stretch>
              <a:fillRect/>
            </a:stretch>
          </p:blipFill>
          <p:spPr>
            <a:xfrm>
              <a:off x="1836365" y="1117960"/>
              <a:ext cx="5751790" cy="2475547"/>
            </a:xfrm>
            <a:prstGeom prst="rect">
              <a:avLst/>
            </a:prstGeom>
          </p:spPr>
        </p:pic>
        <p:sp>
          <p:nvSpPr>
            <p:cNvPr id="8" name="テキスト ボックス 7">
              <a:extLst>
                <a:ext uri="{FF2B5EF4-FFF2-40B4-BE49-F238E27FC236}">
                  <a16:creationId xmlns:a16="http://schemas.microsoft.com/office/drawing/2014/main" id="{EBF1108A-B60F-BBC3-341A-DBDEDEE4E772}"/>
                </a:ext>
              </a:extLst>
            </p:cNvPr>
            <p:cNvSpPr txBox="1"/>
            <p:nvPr/>
          </p:nvSpPr>
          <p:spPr>
            <a:xfrm>
              <a:off x="1940158" y="1193461"/>
              <a:ext cx="653320" cy="195858"/>
            </a:xfrm>
            <a:prstGeom prst="rect">
              <a:avLst/>
            </a:prstGeom>
            <a:solidFill>
              <a:schemeClr val="bg1"/>
            </a:solidFill>
          </p:spPr>
          <p:txBody>
            <a:bodyPr wrap="none" lIns="0" tIns="0" rIns="0" bIns="0" rtlCol="0" anchor="ctr" anchorCtr="1">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prstClr val="black"/>
                  </a:solidFill>
                  <a:effectLst/>
                  <a:uLnTx/>
                  <a:uFillTx/>
                  <a:latin typeface="Calibri" panose="020F0502020204030204"/>
                  <a:ea typeface="Meiryo UI"/>
                  <a:cs typeface="+mn-cs"/>
                </a:rPr>
                <a:t>Category</a:t>
              </a:r>
            </a:p>
          </p:txBody>
        </p:sp>
        <p:sp>
          <p:nvSpPr>
            <p:cNvPr id="9" name="テキスト ボックス 8">
              <a:extLst>
                <a:ext uri="{FF2B5EF4-FFF2-40B4-BE49-F238E27FC236}">
                  <a16:creationId xmlns:a16="http://schemas.microsoft.com/office/drawing/2014/main" id="{C19A8D4A-B96D-07B8-5403-D5DED06672E3}"/>
                </a:ext>
              </a:extLst>
            </p:cNvPr>
            <p:cNvSpPr txBox="1"/>
            <p:nvPr/>
          </p:nvSpPr>
          <p:spPr>
            <a:xfrm>
              <a:off x="2925395" y="1515831"/>
              <a:ext cx="907172" cy="316690"/>
            </a:xfrm>
            <a:prstGeom prst="rect">
              <a:avLst/>
            </a:prstGeom>
            <a:solidFill>
              <a:schemeClr val="bg1"/>
            </a:solidFill>
          </p:spPr>
          <p:txBody>
            <a:bodyPr wrap="square" lIns="0" tIns="0" rIns="0" bIns="0" rtlCol="0" anchor="ctr" anchorCtr="1">
              <a:spAutoFit/>
            </a:bodyPr>
            <a:lstStyle/>
            <a:p>
              <a:pPr marL="0" marR="0" lvl="0" indent="0" algn="ctr" defTabSz="914400" rtl="0" eaLnBrk="1" fontAlgn="auto" latinLnBrk="0" hangingPunct="1">
                <a:lnSpc>
                  <a:spcPts val="12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prstClr val="black"/>
                  </a:solidFill>
                  <a:effectLst/>
                  <a:uLnTx/>
                  <a:uFillTx/>
                  <a:latin typeface="Calibri" panose="020F0502020204030204"/>
                  <a:ea typeface="Meiryo UI"/>
                  <a:cs typeface="+mn-cs"/>
                </a:rPr>
                <a:t>Catalyst monitor</a:t>
              </a:r>
            </a:p>
          </p:txBody>
        </p:sp>
        <p:sp>
          <p:nvSpPr>
            <p:cNvPr id="10" name="テキスト ボックス 9">
              <a:extLst>
                <a:ext uri="{FF2B5EF4-FFF2-40B4-BE49-F238E27FC236}">
                  <a16:creationId xmlns:a16="http://schemas.microsoft.com/office/drawing/2014/main" id="{4B2843E4-4C32-FF4E-CAD6-8FBE2501C919}"/>
                </a:ext>
              </a:extLst>
            </p:cNvPr>
            <p:cNvSpPr txBox="1"/>
            <p:nvPr/>
          </p:nvSpPr>
          <p:spPr>
            <a:xfrm>
              <a:off x="3879459" y="1517919"/>
              <a:ext cx="907172" cy="316690"/>
            </a:xfrm>
            <a:prstGeom prst="rect">
              <a:avLst/>
            </a:prstGeom>
            <a:solidFill>
              <a:schemeClr val="bg1"/>
            </a:solidFill>
          </p:spPr>
          <p:txBody>
            <a:bodyPr wrap="square" lIns="0" tIns="0" rIns="0" bIns="0" rtlCol="0" anchor="ctr" anchorCtr="1">
              <a:spAutoFit/>
            </a:bodyPr>
            <a:lstStyle/>
            <a:p>
              <a:pPr marL="0" marR="0" lvl="0" indent="0" algn="ctr" defTabSz="914400" rtl="0" eaLnBrk="1" fontAlgn="auto" latinLnBrk="0" hangingPunct="1">
                <a:lnSpc>
                  <a:spcPts val="12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prstClr val="black"/>
                  </a:solidFill>
                  <a:effectLst/>
                  <a:uLnTx/>
                  <a:uFillTx/>
                  <a:latin typeface="Calibri" panose="020F0502020204030204"/>
                  <a:ea typeface="Meiryo UI"/>
                  <a:cs typeface="+mn-cs"/>
                </a:rPr>
                <a:t>Other monitor</a:t>
              </a:r>
            </a:p>
          </p:txBody>
        </p:sp>
      </p:grpSp>
      <p:sp>
        <p:nvSpPr>
          <p:cNvPr id="11" name="テキスト ボックス 10">
            <a:extLst>
              <a:ext uri="{FF2B5EF4-FFF2-40B4-BE49-F238E27FC236}">
                <a16:creationId xmlns:a16="http://schemas.microsoft.com/office/drawing/2014/main" id="{4C6B7E95-60FE-C4AB-9ED0-C688C8AC0A0C}"/>
              </a:ext>
            </a:extLst>
          </p:cNvPr>
          <p:cNvSpPr txBox="1"/>
          <p:nvPr/>
        </p:nvSpPr>
        <p:spPr>
          <a:xfrm>
            <a:off x="27296" y="573732"/>
            <a:ext cx="3011008" cy="318924"/>
          </a:xfrm>
          <a:prstGeom prst="rect">
            <a:avLst/>
          </a:prstGeom>
          <a:solidFill>
            <a:schemeClr val="bg1"/>
          </a:solidFill>
        </p:spPr>
        <p:txBody>
          <a:bodyPr wrap="none" lIns="36000" tIns="36000" rIns="36000" bIns="3600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b="1" i="0" u="sng"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itchFamily="50" charset="-128"/>
              </a:rPr>
              <a:t>■ </a:t>
            </a:r>
            <a:r>
              <a:rPr kumimoji="1" lang="en-US" altLang="ja-JP" sz="1600" b="1" i="0" u="sng"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itchFamily="50" charset="-128"/>
              </a:rPr>
              <a:t>OBD</a:t>
            </a:r>
            <a:r>
              <a:rPr kumimoji="1" lang="ja-JP" altLang="en-US" sz="1600" b="1" i="0" u="sng"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itchFamily="50" charset="-128"/>
              </a:rPr>
              <a:t> </a:t>
            </a:r>
            <a:r>
              <a:rPr kumimoji="1" lang="en-US" altLang="ja-JP" sz="1600" b="1" i="0" u="sng"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itchFamily="50" charset="-128"/>
              </a:rPr>
              <a:t>Br3</a:t>
            </a:r>
            <a:r>
              <a:rPr kumimoji="1" lang="ja-JP" altLang="en-US" sz="1600" b="1" i="0" u="sng"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itchFamily="50" charset="-128"/>
              </a:rPr>
              <a:t> </a:t>
            </a:r>
            <a:r>
              <a:rPr kumimoji="1" lang="en-US" altLang="ja-JP" sz="1600" b="1" i="0" u="sng"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itchFamily="50" charset="-128"/>
              </a:rPr>
              <a:t>L7,L8</a:t>
            </a:r>
            <a:r>
              <a:rPr kumimoji="1" lang="ja-JP" altLang="en-US" sz="1600" b="1" i="0" u="sng"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itchFamily="50" charset="-128"/>
              </a:rPr>
              <a:t> </a:t>
            </a:r>
            <a:r>
              <a:rPr kumimoji="1" lang="en-US" altLang="ja-JP" sz="1600" b="1" i="0" u="sng"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itchFamily="50" charset="-128"/>
              </a:rPr>
              <a:t>E/M limit</a:t>
            </a:r>
            <a:endParaRPr kumimoji="1" lang="en-US" altLang="ja-JP" sz="1400" b="1"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itchFamily="50" charset="-128"/>
            </a:endParaRPr>
          </a:p>
        </p:txBody>
      </p:sp>
      <p:sp>
        <p:nvSpPr>
          <p:cNvPr id="12" name="正方形/長方形 11">
            <a:extLst>
              <a:ext uri="{FF2B5EF4-FFF2-40B4-BE49-F238E27FC236}">
                <a16:creationId xmlns:a16="http://schemas.microsoft.com/office/drawing/2014/main" id="{9D0B462C-4994-1D5E-8219-28B312BF8749}"/>
              </a:ext>
            </a:extLst>
          </p:cNvPr>
          <p:cNvSpPr/>
          <p:nvPr/>
        </p:nvSpPr>
        <p:spPr>
          <a:xfrm>
            <a:off x="1902197" y="1827449"/>
            <a:ext cx="5617720" cy="167370"/>
          </a:xfrm>
          <a:prstGeom prst="rect">
            <a:avLst/>
          </a:prstGeom>
          <a:noFill/>
          <a:ln w="31750" cap="flat" cmpd="sng" algn="ctr">
            <a:solidFill>
              <a:srgbClr val="0000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prstClr val="white"/>
              </a:solidFill>
              <a:effectLst/>
              <a:uLnTx/>
              <a:uFillTx/>
              <a:latin typeface="Calibri" panose="020F0502020204030204"/>
              <a:ea typeface="游ゴシック" panose="020B0400000000000000" pitchFamily="50" charset="-128"/>
              <a:cs typeface="+mn-cs"/>
            </a:endParaRPr>
          </a:p>
        </p:txBody>
      </p:sp>
      <p:sp>
        <p:nvSpPr>
          <p:cNvPr id="13" name="正方形/長方形 12">
            <a:extLst>
              <a:ext uri="{FF2B5EF4-FFF2-40B4-BE49-F238E27FC236}">
                <a16:creationId xmlns:a16="http://schemas.microsoft.com/office/drawing/2014/main" id="{5718205C-2A54-B53F-A81D-66374B8B2201}"/>
              </a:ext>
            </a:extLst>
          </p:cNvPr>
          <p:cNvSpPr/>
          <p:nvPr/>
        </p:nvSpPr>
        <p:spPr>
          <a:xfrm>
            <a:off x="3370330" y="5241054"/>
            <a:ext cx="4122292" cy="172516"/>
          </a:xfrm>
          <a:prstGeom prst="rect">
            <a:avLst/>
          </a:prstGeom>
          <a:noFill/>
          <a:ln w="31750" cap="flat" cmpd="sng" algn="ctr">
            <a:solidFill>
              <a:srgbClr val="0000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prstClr val="white"/>
              </a:solidFill>
              <a:effectLst/>
              <a:uLnTx/>
              <a:uFillTx/>
              <a:latin typeface="Calibri" panose="020F0502020204030204"/>
              <a:ea typeface="游ゴシック" panose="020B0400000000000000" pitchFamily="50" charset="-128"/>
              <a:cs typeface="+mn-cs"/>
            </a:endParaRPr>
          </a:p>
        </p:txBody>
      </p:sp>
      <p:sp>
        <p:nvSpPr>
          <p:cNvPr id="14" name="下矢印 28">
            <a:extLst>
              <a:ext uri="{FF2B5EF4-FFF2-40B4-BE49-F238E27FC236}">
                <a16:creationId xmlns:a16="http://schemas.microsoft.com/office/drawing/2014/main" id="{71EC12FD-A0FE-162B-C262-90E8B4F119A3}"/>
              </a:ext>
            </a:extLst>
          </p:cNvPr>
          <p:cNvSpPr/>
          <p:nvPr/>
        </p:nvSpPr>
        <p:spPr>
          <a:xfrm>
            <a:off x="4326336" y="3555929"/>
            <a:ext cx="696036" cy="296104"/>
          </a:xfrm>
          <a:prstGeom prst="downArrow">
            <a:avLst/>
          </a:prstGeom>
          <a:solidFill>
            <a:srgbClr val="5B9BD5"/>
          </a:solidFill>
          <a:ln w="12700" cap="flat" cmpd="sng" algn="ctr">
            <a:solidFill>
              <a:srgbClr val="5B9BD5">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prstClr val="white"/>
              </a:solidFill>
              <a:effectLst/>
              <a:uLnTx/>
              <a:uFillTx/>
              <a:latin typeface="Calibri" panose="020F0502020204030204"/>
              <a:ea typeface="游ゴシック" panose="020B0400000000000000" pitchFamily="50" charset="-128"/>
              <a:cs typeface="+mn-cs"/>
            </a:endParaRPr>
          </a:p>
        </p:txBody>
      </p:sp>
      <p:sp>
        <p:nvSpPr>
          <p:cNvPr id="15" name="角丸四角形 29">
            <a:extLst>
              <a:ext uri="{FF2B5EF4-FFF2-40B4-BE49-F238E27FC236}">
                <a16:creationId xmlns:a16="http://schemas.microsoft.com/office/drawing/2014/main" id="{9C83A5FC-9CA7-4AB5-0403-DF43C7264F45}"/>
              </a:ext>
            </a:extLst>
          </p:cNvPr>
          <p:cNvSpPr/>
          <p:nvPr/>
        </p:nvSpPr>
        <p:spPr>
          <a:xfrm>
            <a:off x="1" y="6478426"/>
            <a:ext cx="9177106" cy="324000"/>
          </a:xfrm>
          <a:prstGeom prst="roundRect">
            <a:avLst>
              <a:gd name="adj" fmla="val 3827"/>
            </a:avLst>
          </a:prstGeom>
          <a:solidFill>
            <a:srgbClr val="002060"/>
          </a:solidFill>
          <a:ln w="12700" cap="flat" cmpd="sng" algn="ctr">
            <a:noFill/>
            <a:prstDash val="solid"/>
          </a:ln>
          <a:effectLst/>
        </p:spPr>
        <p:txBody>
          <a:bodyPr wrap="square" lIns="36000" tIns="0" rIns="3600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180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rPr>
              <a:t>Proconve L8-50</a:t>
            </a:r>
            <a:r>
              <a:rPr kumimoji="0" lang="ja-JP" altLang="en-US" sz="180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rPr>
              <a:t>から</a:t>
            </a:r>
            <a:r>
              <a:rPr kumimoji="0" lang="en-US" altLang="ja-JP" sz="180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rPr>
              <a:t>OBD</a:t>
            </a:r>
            <a:r>
              <a:rPr kumimoji="0" lang="ja-JP" altLang="en-US" sz="180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rPr>
              <a:t> </a:t>
            </a:r>
            <a:r>
              <a:rPr kumimoji="0" lang="en-US" altLang="ja-JP" sz="180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rPr>
              <a:t>E/M</a:t>
            </a:r>
            <a:r>
              <a:rPr kumimoji="0" lang="ja-JP" altLang="en-US" sz="180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rPr>
              <a:t>リミットも変更</a:t>
            </a:r>
            <a:endParaRPr kumimoji="0" lang="en-US" altLang="ja-JP" sz="180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16" name="テキスト ボックス 15">
            <a:extLst>
              <a:ext uri="{FF2B5EF4-FFF2-40B4-BE49-F238E27FC236}">
                <a16:creationId xmlns:a16="http://schemas.microsoft.com/office/drawing/2014/main" id="{B6C010CE-A4C5-5722-3A32-7A5E69C6500F}"/>
              </a:ext>
            </a:extLst>
          </p:cNvPr>
          <p:cNvSpPr txBox="1"/>
          <p:nvPr/>
        </p:nvSpPr>
        <p:spPr>
          <a:xfrm>
            <a:off x="1346350" y="795323"/>
            <a:ext cx="1561005"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Proconve L7</a:t>
            </a:r>
          </a:p>
        </p:txBody>
      </p:sp>
      <p:sp>
        <p:nvSpPr>
          <p:cNvPr id="17" name="テキスト ボックス 16">
            <a:extLst>
              <a:ext uri="{FF2B5EF4-FFF2-40B4-BE49-F238E27FC236}">
                <a16:creationId xmlns:a16="http://schemas.microsoft.com/office/drawing/2014/main" id="{4B2E0AAB-3D3D-3D86-72FB-043D160FC00E}"/>
              </a:ext>
            </a:extLst>
          </p:cNvPr>
          <p:cNvSpPr txBox="1"/>
          <p:nvPr/>
        </p:nvSpPr>
        <p:spPr>
          <a:xfrm>
            <a:off x="1346349" y="3593105"/>
            <a:ext cx="1561005"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Proconve L8</a:t>
            </a:r>
          </a:p>
        </p:txBody>
      </p:sp>
      <p:sp>
        <p:nvSpPr>
          <p:cNvPr id="18" name="Text Box 2">
            <a:extLst>
              <a:ext uri="{FF2B5EF4-FFF2-40B4-BE49-F238E27FC236}">
                <a16:creationId xmlns:a16="http://schemas.microsoft.com/office/drawing/2014/main" id="{ACA5379D-0ECE-9698-115C-8035B915E962}"/>
              </a:ext>
            </a:extLst>
          </p:cNvPr>
          <p:cNvSpPr txBox="1">
            <a:spLocks noChangeArrowheads="1"/>
          </p:cNvSpPr>
          <p:nvPr/>
        </p:nvSpPr>
        <p:spPr bwMode="auto">
          <a:xfrm>
            <a:off x="159280" y="106001"/>
            <a:ext cx="88931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lnSpc>
                <a:spcPct val="90000"/>
              </a:lnSpc>
            </a:pPr>
            <a:r>
              <a:rPr lang="en-US" altLang="ja-JP" sz="2000" dirty="0">
                <a:solidFill>
                  <a:schemeClr val="bg1"/>
                </a:solidFill>
                <a:latin typeface="Meiryo UI" panose="020B0604030504040204" pitchFamily="50" charset="-128"/>
                <a:ea typeface="Meiryo UI" panose="020B0604030504040204" pitchFamily="50" charset="-128"/>
                <a:cs typeface="Arial" pitchFamily="34" charset="0"/>
              </a:rPr>
              <a:t>10. Applicable Regulations Overview (OBD) </a:t>
            </a:r>
          </a:p>
        </p:txBody>
      </p:sp>
    </p:spTree>
    <p:extLst>
      <p:ext uri="{BB962C8B-B14F-4D97-AF65-F5344CB8AC3E}">
        <p14:creationId xmlns:p14="http://schemas.microsoft.com/office/powerpoint/2010/main" val="337522701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19782FF3-01D9-822E-87F1-EC768F5109FF}"/>
              </a:ext>
            </a:extLst>
          </p:cNvPr>
          <p:cNvSpPr txBox="1"/>
          <p:nvPr/>
        </p:nvSpPr>
        <p:spPr>
          <a:xfrm>
            <a:off x="313026" y="755400"/>
            <a:ext cx="1534642" cy="349702"/>
          </a:xfrm>
          <a:prstGeom prst="rect">
            <a:avLst/>
          </a:prstGeom>
          <a:solidFill>
            <a:schemeClr val="bg1"/>
          </a:solidFill>
        </p:spPr>
        <p:txBody>
          <a:bodyPr wrap="none" lIns="36000" tIns="36000" rIns="36000" bIns="3600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800" b="1" i="0" u="sng"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itchFamily="50" charset="-128"/>
              </a:rPr>
              <a:t>■ 診断機対応</a:t>
            </a:r>
            <a:endParaRPr kumimoji="1" lang="en-US" altLang="ja-JP" sz="1600" b="1"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itchFamily="50" charset="-128"/>
            </a:endParaRPr>
          </a:p>
        </p:txBody>
      </p:sp>
      <p:pic>
        <p:nvPicPr>
          <p:cNvPr id="3" name="図 2">
            <a:extLst>
              <a:ext uri="{FF2B5EF4-FFF2-40B4-BE49-F238E27FC236}">
                <a16:creationId xmlns:a16="http://schemas.microsoft.com/office/drawing/2014/main" id="{4B30A509-75DB-C25A-73B7-9C2C633AFAD2}"/>
              </a:ext>
            </a:extLst>
          </p:cNvPr>
          <p:cNvPicPr>
            <a:picLocks noChangeAspect="1"/>
          </p:cNvPicPr>
          <p:nvPr/>
        </p:nvPicPr>
        <p:blipFill>
          <a:blip r:embed="rId2"/>
          <a:stretch>
            <a:fillRect/>
          </a:stretch>
        </p:blipFill>
        <p:spPr>
          <a:xfrm>
            <a:off x="695045" y="1420914"/>
            <a:ext cx="7580027" cy="1050957"/>
          </a:xfrm>
          <a:prstGeom prst="rect">
            <a:avLst/>
          </a:prstGeom>
        </p:spPr>
      </p:pic>
      <p:sp>
        <p:nvSpPr>
          <p:cNvPr id="4" name="テキスト ボックス 3">
            <a:extLst>
              <a:ext uri="{FF2B5EF4-FFF2-40B4-BE49-F238E27FC236}">
                <a16:creationId xmlns:a16="http://schemas.microsoft.com/office/drawing/2014/main" id="{5CAF7894-70DA-AD02-79B0-EA18B8517699}"/>
              </a:ext>
            </a:extLst>
          </p:cNvPr>
          <p:cNvSpPr txBox="1"/>
          <p:nvPr/>
        </p:nvSpPr>
        <p:spPr>
          <a:xfrm>
            <a:off x="376993" y="1140631"/>
            <a:ext cx="6999877" cy="338554"/>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ja-JP" altLang="en-US" sz="16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法規文：第</a:t>
            </a:r>
            <a:r>
              <a:rPr kumimoji="1" lang="en-US" altLang="ja-JP" sz="16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16</a:t>
            </a:r>
            <a:r>
              <a:rPr kumimoji="1" lang="ja-JP" altLang="en-US" sz="16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条 第</a:t>
            </a:r>
            <a:r>
              <a:rPr kumimoji="1" lang="en-US" altLang="ja-JP" sz="16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1</a:t>
            </a:r>
            <a:r>
              <a:rPr kumimoji="1" lang="ja-JP" altLang="en-US" sz="16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セクション</a:t>
            </a:r>
            <a:endParaRPr kumimoji="1" lang="en-US" altLang="ja-JP" sz="16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endParaRPr>
          </a:p>
        </p:txBody>
      </p:sp>
      <p:cxnSp>
        <p:nvCxnSpPr>
          <p:cNvPr id="5" name="直線コネクタ 4">
            <a:extLst>
              <a:ext uri="{FF2B5EF4-FFF2-40B4-BE49-F238E27FC236}">
                <a16:creationId xmlns:a16="http://schemas.microsoft.com/office/drawing/2014/main" id="{CB9610F3-1A3F-6ED9-686B-1BB4D6C81D9C}"/>
              </a:ext>
            </a:extLst>
          </p:cNvPr>
          <p:cNvCxnSpPr/>
          <p:nvPr/>
        </p:nvCxnSpPr>
        <p:spPr bwMode="auto">
          <a:xfrm>
            <a:off x="6008913" y="1908803"/>
            <a:ext cx="2120348" cy="0"/>
          </a:xfrm>
          <a:prstGeom prst="line">
            <a:avLst/>
          </a:prstGeom>
          <a:solidFill>
            <a:schemeClr val="accent1"/>
          </a:solidFill>
          <a:ln w="31750" cap="flat" cmpd="sng" algn="ctr">
            <a:solidFill>
              <a:srgbClr val="0000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 name="直線コネクタ 5">
            <a:extLst>
              <a:ext uri="{FF2B5EF4-FFF2-40B4-BE49-F238E27FC236}">
                <a16:creationId xmlns:a16="http://schemas.microsoft.com/office/drawing/2014/main" id="{0CAF0367-2B8C-3643-2A43-8C1A086F3768}"/>
              </a:ext>
            </a:extLst>
          </p:cNvPr>
          <p:cNvCxnSpPr/>
          <p:nvPr/>
        </p:nvCxnSpPr>
        <p:spPr bwMode="auto">
          <a:xfrm>
            <a:off x="794182" y="2153969"/>
            <a:ext cx="7335079" cy="0"/>
          </a:xfrm>
          <a:prstGeom prst="line">
            <a:avLst/>
          </a:prstGeom>
          <a:solidFill>
            <a:schemeClr val="accent1"/>
          </a:solidFill>
          <a:ln w="31750" cap="flat" cmpd="sng" algn="ctr">
            <a:solidFill>
              <a:srgbClr val="0000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 name="直線コネクタ 6">
            <a:extLst>
              <a:ext uri="{FF2B5EF4-FFF2-40B4-BE49-F238E27FC236}">
                <a16:creationId xmlns:a16="http://schemas.microsoft.com/office/drawing/2014/main" id="{6D31C886-F9B9-557E-BB8A-9D82E986CD63}"/>
              </a:ext>
            </a:extLst>
          </p:cNvPr>
          <p:cNvCxnSpPr/>
          <p:nvPr/>
        </p:nvCxnSpPr>
        <p:spPr bwMode="auto">
          <a:xfrm>
            <a:off x="794182" y="2425638"/>
            <a:ext cx="5970105" cy="0"/>
          </a:xfrm>
          <a:prstGeom prst="line">
            <a:avLst/>
          </a:prstGeom>
          <a:solidFill>
            <a:schemeClr val="accent1"/>
          </a:solidFill>
          <a:ln w="31750" cap="flat" cmpd="sng" algn="ctr">
            <a:solidFill>
              <a:srgbClr val="0000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 name="角丸四角形 61">
            <a:extLst>
              <a:ext uri="{FF2B5EF4-FFF2-40B4-BE49-F238E27FC236}">
                <a16:creationId xmlns:a16="http://schemas.microsoft.com/office/drawing/2014/main" id="{EBC26AD2-9841-A334-608B-5A72C7CB6B49}"/>
              </a:ext>
            </a:extLst>
          </p:cNvPr>
          <p:cNvSpPr/>
          <p:nvPr/>
        </p:nvSpPr>
        <p:spPr>
          <a:xfrm>
            <a:off x="1" y="6184502"/>
            <a:ext cx="9144000" cy="638823"/>
          </a:xfrm>
          <a:prstGeom prst="roundRect">
            <a:avLst>
              <a:gd name="adj" fmla="val 3827"/>
            </a:avLst>
          </a:prstGeom>
          <a:solidFill>
            <a:srgbClr val="002060"/>
          </a:solidFill>
          <a:ln w="12700" cap="flat" cmpd="sng" algn="ctr">
            <a:noFill/>
            <a:prstDash val="solid"/>
          </a:ln>
          <a:effectLst/>
        </p:spPr>
        <p:txBody>
          <a:bodyPr wrap="square" lIns="36000" tIns="36000" rIns="36000" bIns="3600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180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rPr>
              <a:t>Permanent DTC</a:t>
            </a:r>
            <a:r>
              <a:rPr kumimoji="0" lang="ja-JP" altLang="en-US" sz="180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rPr>
              <a:t>と</a:t>
            </a:r>
            <a:r>
              <a:rPr kumimoji="0" lang="en-US" altLang="ja-JP" sz="180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rPr>
              <a:t>PID$30</a:t>
            </a:r>
            <a:r>
              <a:rPr kumimoji="0" lang="ja-JP" altLang="en-US" sz="180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rPr>
              <a:t>、</a:t>
            </a:r>
            <a:r>
              <a:rPr kumimoji="0" lang="en-US" altLang="ja-JP" sz="180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rPr>
              <a:t>$31</a:t>
            </a:r>
            <a:r>
              <a:rPr kumimoji="0" lang="ja-JP" altLang="en-US" sz="180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rPr>
              <a:t>を追加する</a:t>
            </a:r>
            <a:endParaRPr kumimoji="0" lang="en-US" altLang="ja-JP" sz="180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180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rPr>
              <a:t>Add the Permanent DTC and PID#30,$31</a:t>
            </a:r>
          </a:p>
        </p:txBody>
      </p:sp>
      <p:pic>
        <p:nvPicPr>
          <p:cNvPr id="9" name="図 8">
            <a:extLst>
              <a:ext uri="{FF2B5EF4-FFF2-40B4-BE49-F238E27FC236}">
                <a16:creationId xmlns:a16="http://schemas.microsoft.com/office/drawing/2014/main" id="{73CBB5B6-B78A-1A7D-7BE5-84488FA4D139}"/>
              </a:ext>
            </a:extLst>
          </p:cNvPr>
          <p:cNvPicPr>
            <a:picLocks noChangeAspect="1"/>
          </p:cNvPicPr>
          <p:nvPr/>
        </p:nvPicPr>
        <p:blipFill>
          <a:blip r:embed="rId3"/>
          <a:stretch>
            <a:fillRect/>
          </a:stretch>
        </p:blipFill>
        <p:spPr>
          <a:xfrm>
            <a:off x="621701" y="3832493"/>
            <a:ext cx="7912543" cy="1053681"/>
          </a:xfrm>
          <a:prstGeom prst="rect">
            <a:avLst/>
          </a:prstGeom>
        </p:spPr>
      </p:pic>
      <p:sp>
        <p:nvSpPr>
          <p:cNvPr id="10" name="テキスト ボックス 9">
            <a:extLst>
              <a:ext uri="{FF2B5EF4-FFF2-40B4-BE49-F238E27FC236}">
                <a16:creationId xmlns:a16="http://schemas.microsoft.com/office/drawing/2014/main" id="{E6C94B21-11FA-0F89-2F4D-31BC277030A0}"/>
              </a:ext>
            </a:extLst>
          </p:cNvPr>
          <p:cNvSpPr txBox="1"/>
          <p:nvPr/>
        </p:nvSpPr>
        <p:spPr>
          <a:xfrm>
            <a:off x="438872" y="3427632"/>
            <a:ext cx="6999877" cy="338554"/>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ja-JP" sz="16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Regulation</a:t>
            </a:r>
            <a:r>
              <a:rPr kumimoji="1" lang="ja-JP" altLang="en-US" sz="16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a:t>
            </a:r>
            <a:r>
              <a:rPr kumimoji="1" lang="en-US" altLang="ja-JP" sz="16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Article 16, Section 1</a:t>
            </a:r>
          </a:p>
        </p:txBody>
      </p:sp>
      <p:sp>
        <p:nvSpPr>
          <p:cNvPr id="11" name="テキスト ボックス 10">
            <a:extLst>
              <a:ext uri="{FF2B5EF4-FFF2-40B4-BE49-F238E27FC236}">
                <a16:creationId xmlns:a16="http://schemas.microsoft.com/office/drawing/2014/main" id="{967A823B-B5DC-C2A8-0288-13D1E7587B7D}"/>
              </a:ext>
            </a:extLst>
          </p:cNvPr>
          <p:cNvSpPr txBox="1"/>
          <p:nvPr/>
        </p:nvSpPr>
        <p:spPr>
          <a:xfrm>
            <a:off x="376993" y="3108729"/>
            <a:ext cx="2454574" cy="349702"/>
          </a:xfrm>
          <a:prstGeom prst="rect">
            <a:avLst/>
          </a:prstGeom>
          <a:noFill/>
        </p:spPr>
        <p:txBody>
          <a:bodyPr wrap="none" lIns="36000" tIns="36000" rIns="36000" bIns="3600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800" b="1" i="0" u="sng"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itchFamily="50" charset="-128"/>
              </a:rPr>
              <a:t>■ </a:t>
            </a:r>
            <a:r>
              <a:rPr kumimoji="1" lang="en-US" altLang="ja-JP" sz="1800" b="1" i="0" u="sng"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itchFamily="50" charset="-128"/>
              </a:rPr>
              <a:t>Diagnostic tester</a:t>
            </a:r>
            <a:endParaRPr kumimoji="1" lang="en-US" altLang="ja-JP" sz="1600" b="1"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itchFamily="50" charset="-128"/>
            </a:endParaRPr>
          </a:p>
        </p:txBody>
      </p:sp>
      <p:sp>
        <p:nvSpPr>
          <p:cNvPr id="12" name="Text Box 2">
            <a:extLst>
              <a:ext uri="{FF2B5EF4-FFF2-40B4-BE49-F238E27FC236}">
                <a16:creationId xmlns:a16="http://schemas.microsoft.com/office/drawing/2014/main" id="{63A04926-D403-CEEC-C211-BACDE3E114C0}"/>
              </a:ext>
            </a:extLst>
          </p:cNvPr>
          <p:cNvSpPr txBox="1">
            <a:spLocks noChangeArrowheads="1"/>
          </p:cNvSpPr>
          <p:nvPr/>
        </p:nvSpPr>
        <p:spPr bwMode="auto">
          <a:xfrm>
            <a:off x="159280" y="106001"/>
            <a:ext cx="88931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lnSpc>
                <a:spcPct val="90000"/>
              </a:lnSpc>
            </a:pPr>
            <a:r>
              <a:rPr lang="en-US" altLang="ja-JP" sz="2000" dirty="0">
                <a:solidFill>
                  <a:schemeClr val="bg1"/>
                </a:solidFill>
                <a:latin typeface="Meiryo UI" panose="020B0604030504040204" pitchFamily="50" charset="-128"/>
                <a:ea typeface="Meiryo UI" panose="020B0604030504040204" pitchFamily="50" charset="-128"/>
                <a:cs typeface="Arial" pitchFamily="34" charset="0"/>
              </a:rPr>
              <a:t>10. Applicable Regulations Overview (OBD) </a:t>
            </a:r>
          </a:p>
        </p:txBody>
      </p:sp>
    </p:spTree>
    <p:extLst>
      <p:ext uri="{BB962C8B-B14F-4D97-AF65-F5344CB8AC3E}">
        <p14:creationId xmlns:p14="http://schemas.microsoft.com/office/powerpoint/2010/main" val="386201591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ext Box 2"/>
          <p:cNvSpPr txBox="1">
            <a:spLocks noChangeArrowheads="1"/>
          </p:cNvSpPr>
          <p:nvPr/>
        </p:nvSpPr>
        <p:spPr bwMode="auto">
          <a:xfrm>
            <a:off x="5017111" y="571728"/>
            <a:ext cx="4126889" cy="61247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キックオフミーティングの目的</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委託開発適用範囲</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委託元と</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Bosch</a:t>
            </a:r>
            <a:endPar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基本コンセプト</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成果物</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委託業務役割責任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RASIC</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要約）</a:t>
            </a: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前提条件</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判断（評価判断、委託完了判断・対価の判断）およびタイミング</a:t>
            </a:r>
            <a:b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b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支払い基準</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開発費定義　　　　　　　　　　　　　　　　　　　　　　　　　　　　　　　　　　　　　　　　　　　　　　</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プロジェクトマネージメント</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概要・基本諸元説明</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適用法規概要</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Engine</a:t>
            </a:r>
            <a:r>
              <a:rPr kumimoji="1" lang="ja-JP" altLang="en-US" sz="14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Management</a:t>
            </a:r>
            <a:r>
              <a:rPr kumimoji="1" lang="ja-JP" altLang="en-US" sz="14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System</a:t>
            </a:r>
            <a:r>
              <a:rPr kumimoji="1" lang="ja-JP" altLang="en-US" sz="14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 概要</a:t>
            </a:r>
            <a:endParaRPr kumimoji="1" lang="en-US" altLang="ja-JP" sz="14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構成部品（</a:t>
            </a:r>
            <a:r>
              <a:rPr kumimoji="1" lang="en-US" altLang="ja-JP" sz="1400" b="1" i="0" u="none" strike="noStrike" kern="1200" cap="none" spc="0" normalizeH="0" baseline="0" noProof="0" dirty="0">
                <a:ln>
                  <a:noFill/>
                </a:ln>
                <a:solidFill>
                  <a:srgbClr val="0000FF"/>
                </a:solidFill>
                <a:effectLst/>
                <a:uLnTx/>
                <a:uFillTx/>
                <a:latin typeface="Meiryo UI" panose="020B0604030504040204" pitchFamily="50" charset="-128"/>
                <a:ea typeface="Meiryo UI" panose="020B0604030504040204" pitchFamily="50" charset="-128"/>
                <a:cs typeface="Arial" pitchFamily="34" charset="0"/>
              </a:rPr>
              <a:t>Bosch</a:t>
            </a:r>
            <a:r>
              <a:rPr kumimoji="1" lang="ja-JP" altLang="en-US" sz="14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部品）</a:t>
            </a:r>
            <a:endParaRPr kumimoji="1" lang="en-US" altLang="ja-JP" sz="14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仕様差</a:t>
            </a:r>
            <a:b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b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・プロジェクト情報</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関連部品</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Spec</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説明</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車載機能・装備説明</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信頼性保証要件</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要求＆ＣＲ</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成果物検証・品質検証</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シート</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エキスパート</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MTG</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について</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サポート業務</a:t>
            </a: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その他の開発ガイドライン</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開発日程</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開発体制表</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p:txBody>
      </p:sp>
      <p:sp>
        <p:nvSpPr>
          <p:cNvPr id="6" name="Text Box 2"/>
          <p:cNvSpPr txBox="1">
            <a:spLocks noChangeArrowheads="1"/>
          </p:cNvSpPr>
          <p:nvPr/>
        </p:nvSpPr>
        <p:spPr bwMode="auto">
          <a:xfrm>
            <a:off x="133262" y="44450"/>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20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Contents</a:t>
            </a:r>
            <a:r>
              <a:rPr kumimoji="1" lang="ja-JP" altLang="en-US" sz="20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　（目次）</a:t>
            </a:r>
            <a:endParaRPr kumimoji="1" lang="en-US" altLang="ja-JP" sz="1100" b="0" i="0" u="none" strike="noStrike" kern="1200" cap="none" spc="0" normalizeH="0" baseline="0" noProof="0">
              <a:ln>
                <a:noFill/>
              </a:ln>
              <a:solidFill>
                <a:srgbClr val="FFFFFF"/>
              </a:solidFill>
              <a:effectLst/>
              <a:uLnTx/>
              <a:uFillTx/>
              <a:latin typeface="HGPｺﾞｼｯｸE" pitchFamily="50" charset="-128"/>
              <a:ea typeface="HGPｺﾞｼｯｸE" pitchFamily="50" charset="-128"/>
              <a:cs typeface="Arial" pitchFamily="34" charset="0"/>
            </a:endParaRPr>
          </a:p>
        </p:txBody>
      </p:sp>
      <p:sp>
        <p:nvSpPr>
          <p:cNvPr id="7" name="Text Box 2"/>
          <p:cNvSpPr txBox="1">
            <a:spLocks noChangeArrowheads="1"/>
          </p:cNvSpPr>
          <p:nvPr/>
        </p:nvSpPr>
        <p:spPr bwMode="auto">
          <a:xfrm>
            <a:off x="106623" y="571728"/>
            <a:ext cx="4910488" cy="5909310"/>
          </a:xfrm>
          <a:prstGeom prst="rect">
            <a:avLst/>
          </a:prstGeom>
          <a:noFill/>
          <a:ln>
            <a:noFill/>
          </a:ln>
          <a:effec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Purpose of</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Kick-off Meeting</a:t>
            </a:r>
            <a:endPar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Scope of Development Work</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err="1">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Entrustor</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and </a:t>
            </a:r>
            <a:r>
              <a:rPr kumimoji="1" lang="en-US" altLang="ja-JP" sz="1400" b="0" i="0" u="none" strike="noStrike" kern="1200" cap="none" spc="0" normalizeH="0" baseline="0" noProof="0" dirty="0" err="1">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Entrustee</a:t>
            </a:r>
            <a:endPar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Basic Concept / Deliverables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Role</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&amp;</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Responsibility (Samples of RASIC)</a:t>
            </a:r>
            <a:endPar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Preconditions</a:t>
            </a:r>
          </a:p>
          <a:p>
            <a:pPr marL="450850" marR="0" lvl="0" indent="-45085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Judgments (on Evaluation, Completion of Development Work Entrusted by Honda and  Payment Amount) and Timings</a:t>
            </a:r>
            <a:b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b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Payment Criteria / Definition of Development Fee </a:t>
            </a:r>
          </a:p>
          <a:p>
            <a:pPr marL="450850" marR="0" lvl="0" indent="-45085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Project Management </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Engine Overview</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and</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Basic Specification </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Applicable Regulations Overview</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Engine</a:t>
            </a:r>
            <a:r>
              <a:rPr kumimoji="1" lang="ja-JP" altLang="en-US" sz="14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Management</a:t>
            </a:r>
            <a:r>
              <a:rPr kumimoji="1" lang="ja-JP" altLang="en-US" sz="14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System Overview</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EMS Components</a:t>
            </a:r>
            <a:r>
              <a:rPr kumimoji="1" lang="ja-JP" altLang="en-US" sz="14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a:t>
            </a:r>
            <a:r>
              <a:rPr kumimoji="1" lang="en-US" altLang="ja-JP" sz="1400" b="1" i="0" u="none" strike="noStrike" kern="1200" cap="none" spc="0" normalizeH="0" baseline="0" noProof="0" dirty="0">
                <a:ln>
                  <a:noFill/>
                </a:ln>
                <a:solidFill>
                  <a:srgbClr val="0000FF"/>
                </a:solidFill>
                <a:effectLst/>
                <a:uLnTx/>
                <a:uFillTx/>
                <a:latin typeface="Meiryo UI" panose="020B0604030504040204" pitchFamily="50" charset="-128"/>
                <a:ea typeface="Meiryo UI" panose="020B0604030504040204" pitchFamily="50" charset="-128"/>
                <a:cs typeface="Arial" pitchFamily="34" charset="0"/>
              </a:rPr>
              <a:t>Bosch</a:t>
            </a:r>
            <a:r>
              <a:rPr kumimoji="1" lang="en-US" altLang="ja-JP" sz="14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 components)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Engine Spec Comparison from Base Model</a:t>
            </a:r>
            <a:b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b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Project information / Non-Bosch</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Components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In-Vehicle</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Functions</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Relating</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ECU and Features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Reliability</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Assurance</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 Requirement and CR </a:t>
            </a:r>
            <a:endParaRPr kumimoji="1" lang="ja-JP" altLang="en-US" sz="1400" b="0" i="0" u="none" strike="dbl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anose="020B0604020202020204" pitchFamily="34" charset="0"/>
              </a:rPr>
              <a:t>EMS Report Maturity and Quality Verification</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anose="020B0604020202020204" pitchFamily="34" charset="0"/>
              </a:rPr>
              <a:t>EMS Sheet</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anose="020B0604020202020204" pitchFamily="34" charset="0"/>
              </a:rPr>
              <a:t>Expert Meeting</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anose="020B0604020202020204" pitchFamily="34" charset="0"/>
              </a:rPr>
              <a:t>Necessary</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Support</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Miscellaneous Guidelines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Development Schedule</a:t>
            </a:r>
            <a:endPar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Development Organization Chart</a:t>
            </a:r>
          </a:p>
        </p:txBody>
      </p:sp>
    </p:spTree>
    <p:extLst>
      <p:ext uri="{BB962C8B-B14F-4D97-AF65-F5344CB8AC3E}">
        <p14:creationId xmlns:p14="http://schemas.microsoft.com/office/powerpoint/2010/main" val="88141946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 name="フリーフォーム 302"/>
          <p:cNvSpPr/>
          <p:nvPr/>
        </p:nvSpPr>
        <p:spPr bwMode="auto">
          <a:xfrm flipV="1">
            <a:off x="5601796" y="3005458"/>
            <a:ext cx="0" cy="245782"/>
          </a:xfrm>
          <a:custGeom>
            <a:avLst/>
            <a:gdLst>
              <a:gd name="connsiteX0" fmla="*/ 0 w 0"/>
              <a:gd name="connsiteY0" fmla="*/ 276726 h 276726"/>
              <a:gd name="connsiteX1" fmla="*/ 0 w 0"/>
              <a:gd name="connsiteY1" fmla="*/ 0 h 276726"/>
            </a:gdLst>
            <a:ahLst/>
            <a:cxnLst>
              <a:cxn ang="0">
                <a:pos x="connsiteX0" y="connsiteY0"/>
              </a:cxn>
              <a:cxn ang="0">
                <a:pos x="connsiteX1" y="connsiteY1"/>
              </a:cxn>
            </a:cxnLst>
            <a:rect l="l" t="t" r="r" b="b"/>
            <a:pathLst>
              <a:path h="276726">
                <a:moveTo>
                  <a:pt x="0" y="276726"/>
                </a:moveTo>
                <a:lnTo>
                  <a:pt x="0" y="0"/>
                </a:lnTo>
              </a:path>
            </a:pathLst>
          </a:custGeom>
          <a:noFill/>
          <a:ln w="38100" cap="flat" cmpd="sng" algn="ctr">
            <a:solidFill>
              <a:srgbClr val="0000FF"/>
            </a:solidFill>
            <a:prstDash val="solid"/>
          </a:ln>
          <a:effectLst/>
        </p:spPr>
        <p:txBody>
          <a:bodyPr anchor="ct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1" lang="ja-JP" altLang="en-US" sz="900" b="0" i="0" u="none" strike="noStrike" kern="0" cap="none" spc="0" normalizeH="0" baseline="0" noProof="0" dirty="0">
              <a:ln>
                <a:noFill/>
              </a:ln>
              <a:solidFill>
                <a:sysClr val="window" lastClr="FFFFFF"/>
              </a:solidFill>
              <a:effectLst/>
              <a:uLnTx/>
              <a:uFillTx/>
              <a:latin typeface="HGP創英角ｺﾞｼｯｸUB" pitchFamily="50" charset="-128"/>
              <a:ea typeface="HGP創英角ｺﾞｼｯｸUB" pitchFamily="50" charset="-128"/>
              <a:cs typeface="+mn-cs"/>
            </a:endParaRPr>
          </a:p>
        </p:txBody>
      </p:sp>
      <p:grpSp>
        <p:nvGrpSpPr>
          <p:cNvPr id="304" name="グループ化 303"/>
          <p:cNvGrpSpPr/>
          <p:nvPr/>
        </p:nvGrpSpPr>
        <p:grpSpPr>
          <a:xfrm>
            <a:off x="4074344" y="2993308"/>
            <a:ext cx="2234005" cy="245782"/>
            <a:chOff x="-2555184" y="2800392"/>
            <a:chExt cx="2343194" cy="277812"/>
          </a:xfrm>
        </p:grpSpPr>
        <p:sp>
          <p:nvSpPr>
            <p:cNvPr id="305" name="フリーフォーム 304"/>
            <p:cNvSpPr/>
            <p:nvPr/>
          </p:nvSpPr>
          <p:spPr bwMode="auto">
            <a:xfrm flipV="1">
              <a:off x="-2555184" y="2806742"/>
              <a:ext cx="2343194" cy="265112"/>
            </a:xfrm>
            <a:custGeom>
              <a:avLst/>
              <a:gdLst>
                <a:gd name="connsiteX0" fmla="*/ 0 w 2334127"/>
                <a:gd name="connsiteY0" fmla="*/ 0 h 264695"/>
                <a:gd name="connsiteX1" fmla="*/ 0 w 2334127"/>
                <a:gd name="connsiteY1" fmla="*/ 264695 h 264695"/>
                <a:gd name="connsiteX2" fmla="*/ 2334127 w 2334127"/>
                <a:gd name="connsiteY2" fmla="*/ 264695 h 264695"/>
                <a:gd name="connsiteX3" fmla="*/ 2334127 w 2334127"/>
                <a:gd name="connsiteY3" fmla="*/ 0 h 264695"/>
              </a:gdLst>
              <a:ahLst/>
              <a:cxnLst>
                <a:cxn ang="0">
                  <a:pos x="connsiteX0" y="connsiteY0"/>
                </a:cxn>
                <a:cxn ang="0">
                  <a:pos x="connsiteX1" y="connsiteY1"/>
                </a:cxn>
                <a:cxn ang="0">
                  <a:pos x="connsiteX2" y="connsiteY2"/>
                </a:cxn>
                <a:cxn ang="0">
                  <a:pos x="connsiteX3" y="connsiteY3"/>
                </a:cxn>
              </a:cxnLst>
              <a:rect l="l" t="t" r="r" b="b"/>
              <a:pathLst>
                <a:path w="2334127" h="264695">
                  <a:moveTo>
                    <a:pt x="0" y="0"/>
                  </a:moveTo>
                  <a:lnTo>
                    <a:pt x="0" y="264695"/>
                  </a:lnTo>
                  <a:lnTo>
                    <a:pt x="2334127" y="264695"/>
                  </a:lnTo>
                  <a:lnTo>
                    <a:pt x="2334127" y="0"/>
                  </a:lnTo>
                </a:path>
              </a:pathLst>
            </a:custGeom>
            <a:noFill/>
            <a:ln w="38100" cap="flat" cmpd="sng" algn="ctr">
              <a:solidFill>
                <a:srgbClr val="0000FF"/>
              </a:solidFill>
              <a:prstDash val="solid"/>
            </a:ln>
            <a:effectLst/>
          </p:spPr>
          <p:txBody>
            <a:bodyPr anchor="ct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1" lang="ja-JP" altLang="en-US" sz="900" b="0" i="0" u="none" strike="noStrike" kern="0" cap="none" spc="0" normalizeH="0" baseline="0" noProof="0" dirty="0">
                <a:ln>
                  <a:noFill/>
                </a:ln>
                <a:solidFill>
                  <a:sysClr val="window" lastClr="FFFFFF"/>
                </a:solidFill>
                <a:effectLst/>
                <a:uLnTx/>
                <a:uFillTx/>
                <a:latin typeface="HGP創英角ｺﾞｼｯｸUB" pitchFamily="50" charset="-128"/>
                <a:ea typeface="HGP創英角ｺﾞｼｯｸUB" pitchFamily="50" charset="-128"/>
                <a:cs typeface="+mn-cs"/>
              </a:endParaRPr>
            </a:p>
          </p:txBody>
        </p:sp>
        <p:sp>
          <p:nvSpPr>
            <p:cNvPr id="306" name="フリーフォーム 305"/>
            <p:cNvSpPr/>
            <p:nvPr/>
          </p:nvSpPr>
          <p:spPr bwMode="auto">
            <a:xfrm flipV="1">
              <a:off x="-1730743" y="2800392"/>
              <a:ext cx="0" cy="277812"/>
            </a:xfrm>
            <a:custGeom>
              <a:avLst/>
              <a:gdLst>
                <a:gd name="connsiteX0" fmla="*/ 0 w 0"/>
                <a:gd name="connsiteY0" fmla="*/ 276726 h 276726"/>
                <a:gd name="connsiteX1" fmla="*/ 0 w 0"/>
                <a:gd name="connsiteY1" fmla="*/ 0 h 276726"/>
              </a:gdLst>
              <a:ahLst/>
              <a:cxnLst>
                <a:cxn ang="0">
                  <a:pos x="connsiteX0" y="connsiteY0"/>
                </a:cxn>
                <a:cxn ang="0">
                  <a:pos x="connsiteX1" y="connsiteY1"/>
                </a:cxn>
              </a:cxnLst>
              <a:rect l="l" t="t" r="r" b="b"/>
              <a:pathLst>
                <a:path h="276726">
                  <a:moveTo>
                    <a:pt x="0" y="276726"/>
                  </a:moveTo>
                  <a:lnTo>
                    <a:pt x="0" y="0"/>
                  </a:lnTo>
                </a:path>
              </a:pathLst>
            </a:custGeom>
            <a:noFill/>
            <a:ln w="38100" cap="flat" cmpd="sng" algn="ctr">
              <a:solidFill>
                <a:srgbClr val="0000FF"/>
              </a:solidFill>
              <a:prstDash val="solid"/>
            </a:ln>
            <a:effectLst/>
          </p:spPr>
          <p:txBody>
            <a:bodyPr anchor="ct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1" lang="ja-JP" altLang="en-US" sz="900" b="0" i="0" u="none" strike="noStrike" kern="0" cap="none" spc="0" normalizeH="0" baseline="0" noProof="0" dirty="0">
                <a:ln>
                  <a:noFill/>
                </a:ln>
                <a:solidFill>
                  <a:sysClr val="window" lastClr="FFFFFF"/>
                </a:solidFill>
                <a:effectLst/>
                <a:uLnTx/>
                <a:uFillTx/>
                <a:latin typeface="HGP創英角ｺﾞｼｯｸUB" pitchFamily="50" charset="-128"/>
                <a:ea typeface="HGP創英角ｺﾞｼｯｸUB" pitchFamily="50" charset="-128"/>
                <a:cs typeface="+mn-cs"/>
              </a:endParaRPr>
            </a:p>
          </p:txBody>
        </p:sp>
      </p:grpSp>
      <p:sp>
        <p:nvSpPr>
          <p:cNvPr id="307" name="フリーフォーム 306"/>
          <p:cNvSpPr/>
          <p:nvPr/>
        </p:nvSpPr>
        <p:spPr bwMode="auto">
          <a:xfrm flipV="1">
            <a:off x="3681807" y="3736196"/>
            <a:ext cx="3462369" cy="40448"/>
          </a:xfrm>
          <a:custGeom>
            <a:avLst/>
            <a:gdLst>
              <a:gd name="connsiteX0" fmla="*/ 0 w 4849977"/>
              <a:gd name="connsiteY0" fmla="*/ 0 h 0"/>
              <a:gd name="connsiteX1" fmla="*/ 4849977 w 4849977"/>
              <a:gd name="connsiteY1" fmla="*/ 0 h 0"/>
            </a:gdLst>
            <a:ahLst/>
            <a:cxnLst>
              <a:cxn ang="0">
                <a:pos x="connsiteX0" y="connsiteY0"/>
              </a:cxn>
              <a:cxn ang="0">
                <a:pos x="connsiteX1" y="connsiteY1"/>
              </a:cxn>
            </a:cxnLst>
            <a:rect l="l" t="t" r="r" b="b"/>
            <a:pathLst>
              <a:path w="4849977">
                <a:moveTo>
                  <a:pt x="0" y="0"/>
                </a:moveTo>
                <a:lnTo>
                  <a:pt x="4849977" y="0"/>
                </a:lnTo>
              </a:path>
            </a:pathLst>
          </a:custGeom>
          <a:noFill/>
          <a:ln w="12700" cap="flat" cmpd="sng" algn="ctr">
            <a:solidFill>
              <a:sysClr val="windowText" lastClr="000000"/>
            </a:solidFill>
            <a:prstDash val="solid"/>
          </a:ln>
          <a:effectLst/>
        </p:spPr>
        <p:txBody>
          <a:bodyPr anchor="ct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1" lang="ja-JP" altLang="en-US" sz="900" b="0" i="0" u="none" strike="noStrike" kern="0" cap="none" spc="0" normalizeH="0" baseline="0" noProof="0" dirty="0">
              <a:ln>
                <a:noFill/>
              </a:ln>
              <a:solidFill>
                <a:sysClr val="window" lastClr="FFFFFF"/>
              </a:solidFill>
              <a:effectLst/>
              <a:uLnTx/>
              <a:uFillTx/>
              <a:latin typeface="HGP創英角ｺﾞｼｯｸUB" pitchFamily="50" charset="-128"/>
              <a:ea typeface="HGP創英角ｺﾞｼｯｸUB" pitchFamily="50" charset="-128"/>
              <a:cs typeface="+mn-cs"/>
            </a:endParaRPr>
          </a:p>
        </p:txBody>
      </p:sp>
      <p:sp>
        <p:nvSpPr>
          <p:cNvPr id="308" name="フリーフォーム 307"/>
          <p:cNvSpPr/>
          <p:nvPr/>
        </p:nvSpPr>
        <p:spPr bwMode="auto">
          <a:xfrm>
            <a:off x="257674" y="2202896"/>
            <a:ext cx="4929875" cy="790439"/>
          </a:xfrm>
          <a:custGeom>
            <a:avLst/>
            <a:gdLst>
              <a:gd name="connsiteX0" fmla="*/ 0 w 7387390"/>
              <a:gd name="connsiteY0" fmla="*/ 0 h 1239252"/>
              <a:gd name="connsiteX1" fmla="*/ 7387390 w 7387390"/>
              <a:gd name="connsiteY1" fmla="*/ 0 h 1239252"/>
              <a:gd name="connsiteX2" fmla="*/ 7387390 w 7387390"/>
              <a:gd name="connsiteY2" fmla="*/ 1239252 h 1239252"/>
            </a:gdLst>
            <a:ahLst/>
            <a:cxnLst>
              <a:cxn ang="0">
                <a:pos x="connsiteX0" y="connsiteY0"/>
              </a:cxn>
              <a:cxn ang="0">
                <a:pos x="connsiteX1" y="connsiteY1"/>
              </a:cxn>
              <a:cxn ang="0">
                <a:pos x="connsiteX2" y="connsiteY2"/>
              </a:cxn>
            </a:cxnLst>
            <a:rect l="l" t="t" r="r" b="b"/>
            <a:pathLst>
              <a:path w="7387390" h="1239252">
                <a:moveTo>
                  <a:pt x="0" y="0"/>
                </a:moveTo>
                <a:lnTo>
                  <a:pt x="7387390" y="0"/>
                </a:lnTo>
                <a:lnTo>
                  <a:pt x="7387390" y="1239252"/>
                </a:lnTo>
              </a:path>
            </a:pathLst>
          </a:custGeom>
          <a:noFill/>
          <a:ln w="44450" cap="flat" cmpd="sng" algn="ctr">
            <a:solidFill>
              <a:srgbClr val="0000FF"/>
            </a:solidFill>
            <a:prstDash val="solid"/>
          </a:ln>
          <a:effectLst/>
        </p:spPr>
        <p:txBody>
          <a:bodyPr anchor="ct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1" lang="ja-JP" altLang="en-US" sz="900" b="0" i="0" u="none" strike="noStrike" kern="0" cap="none" spc="0" normalizeH="0" baseline="0" noProof="0" dirty="0">
              <a:ln>
                <a:noFill/>
              </a:ln>
              <a:solidFill>
                <a:sysClr val="window" lastClr="FFFFFF"/>
              </a:solidFill>
              <a:effectLst/>
              <a:uLnTx/>
              <a:uFillTx/>
              <a:latin typeface="HGP創英角ｺﾞｼｯｸUB" pitchFamily="50" charset="-128"/>
              <a:ea typeface="HGP創英角ｺﾞｼｯｸUB" pitchFamily="50" charset="-128"/>
              <a:cs typeface="+mn-cs"/>
            </a:endParaRPr>
          </a:p>
        </p:txBody>
      </p:sp>
      <p:sp>
        <p:nvSpPr>
          <p:cNvPr id="309" name="正方形/長方形 308"/>
          <p:cNvSpPr/>
          <p:nvPr/>
        </p:nvSpPr>
        <p:spPr bwMode="auto">
          <a:xfrm>
            <a:off x="388013" y="2069730"/>
            <a:ext cx="537854" cy="245783"/>
          </a:xfrm>
          <a:prstGeom prst="rect">
            <a:avLst/>
          </a:prstGeom>
          <a:pattFill prst="dotGrid">
            <a:fgClr>
              <a:srgbClr val="4F81BD"/>
            </a:fgClr>
            <a:bgClr>
              <a:sysClr val="window" lastClr="FFFFFF"/>
            </a:bgClr>
          </a:pattFill>
          <a:ln w="25400" cap="flat" cmpd="sng" algn="ctr">
            <a:solidFill>
              <a:sysClr val="windowText" lastClr="000000"/>
            </a:solidFill>
            <a:prstDash val="solid"/>
          </a:ln>
          <a:effectLst/>
        </p:spPr>
        <p:txBody>
          <a:bodyPr anchor="ct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1" lang="ja-JP" altLang="en-US" sz="900" b="0" i="0" u="none" strike="noStrike" kern="0" cap="none" spc="0" normalizeH="0" baseline="0" noProof="0" dirty="0">
              <a:ln>
                <a:noFill/>
              </a:ln>
              <a:solidFill>
                <a:sysClr val="window" lastClr="FFFFFF"/>
              </a:solidFill>
              <a:effectLst/>
              <a:uLnTx/>
              <a:uFillTx/>
              <a:latin typeface="HGP創英角ｺﾞｼｯｸUB" pitchFamily="50" charset="-128"/>
              <a:ea typeface="HGP創英角ｺﾞｼｯｸUB" pitchFamily="50" charset="-128"/>
              <a:cs typeface="+mn-cs"/>
            </a:endParaRPr>
          </a:p>
        </p:txBody>
      </p:sp>
      <p:sp>
        <p:nvSpPr>
          <p:cNvPr id="310" name="フリーフォーム 309"/>
          <p:cNvSpPr/>
          <p:nvPr/>
        </p:nvSpPr>
        <p:spPr bwMode="auto">
          <a:xfrm flipV="1">
            <a:off x="245721" y="4553234"/>
            <a:ext cx="5063841" cy="428804"/>
          </a:xfrm>
          <a:custGeom>
            <a:avLst/>
            <a:gdLst>
              <a:gd name="connsiteX0" fmla="*/ 0 w 7387390"/>
              <a:gd name="connsiteY0" fmla="*/ 0 h 1239252"/>
              <a:gd name="connsiteX1" fmla="*/ 7387390 w 7387390"/>
              <a:gd name="connsiteY1" fmla="*/ 0 h 1239252"/>
              <a:gd name="connsiteX2" fmla="*/ 7387390 w 7387390"/>
              <a:gd name="connsiteY2" fmla="*/ 1239252 h 1239252"/>
            </a:gdLst>
            <a:ahLst/>
            <a:cxnLst>
              <a:cxn ang="0">
                <a:pos x="connsiteX0" y="connsiteY0"/>
              </a:cxn>
              <a:cxn ang="0">
                <a:pos x="connsiteX1" y="connsiteY1"/>
              </a:cxn>
              <a:cxn ang="0">
                <a:pos x="connsiteX2" y="connsiteY2"/>
              </a:cxn>
            </a:cxnLst>
            <a:rect l="l" t="t" r="r" b="b"/>
            <a:pathLst>
              <a:path w="7387390" h="1239252">
                <a:moveTo>
                  <a:pt x="0" y="0"/>
                </a:moveTo>
                <a:lnTo>
                  <a:pt x="7387390" y="0"/>
                </a:lnTo>
                <a:lnTo>
                  <a:pt x="7387390" y="1239252"/>
                </a:lnTo>
              </a:path>
            </a:pathLst>
          </a:custGeom>
          <a:noFill/>
          <a:ln w="44450" cap="flat" cmpd="sng" algn="ctr">
            <a:solidFill>
              <a:srgbClr val="FF0000"/>
            </a:solidFill>
            <a:prstDash val="solid"/>
          </a:ln>
          <a:effectLst/>
        </p:spPr>
        <p:txBody>
          <a:bodyPr anchor="ct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1" lang="ja-JP" altLang="en-US" sz="900" b="0" i="0" u="none" strike="noStrike" kern="0" cap="none" spc="0" normalizeH="0" baseline="0" noProof="0" dirty="0">
              <a:ln>
                <a:noFill/>
              </a:ln>
              <a:solidFill>
                <a:srgbClr val="FFC000"/>
              </a:solidFill>
              <a:effectLst/>
              <a:uLnTx/>
              <a:uFillTx/>
              <a:latin typeface="HGP創英角ｺﾞｼｯｸUB" pitchFamily="50" charset="-128"/>
              <a:ea typeface="HGP創英角ｺﾞｼｯｸUB" pitchFamily="50" charset="-128"/>
              <a:cs typeface="+mn-cs"/>
            </a:endParaRPr>
          </a:p>
        </p:txBody>
      </p:sp>
      <p:sp>
        <p:nvSpPr>
          <p:cNvPr id="311" name="正方形/長方形 310"/>
          <p:cNvSpPr/>
          <p:nvPr/>
        </p:nvSpPr>
        <p:spPr bwMode="auto">
          <a:xfrm>
            <a:off x="1915894" y="4855639"/>
            <a:ext cx="537854" cy="244378"/>
          </a:xfrm>
          <a:prstGeom prst="rect">
            <a:avLst/>
          </a:prstGeom>
          <a:pattFill prst="dotDmnd">
            <a:fgClr>
              <a:sysClr val="windowText" lastClr="000000"/>
            </a:fgClr>
            <a:bgClr>
              <a:sysClr val="window" lastClr="FFFFFF"/>
            </a:bgClr>
          </a:pattFill>
          <a:ln w="25400" cap="flat" cmpd="sng" algn="ctr">
            <a:solidFill>
              <a:sysClr val="windowText" lastClr="000000"/>
            </a:solidFill>
            <a:prstDash val="solid"/>
          </a:ln>
          <a:effectLst/>
        </p:spPr>
        <p:txBody>
          <a:bodyPr anchor="ct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1" lang="ja-JP" altLang="en-US" sz="900" b="0" i="0" u="none" strike="noStrike" kern="0" cap="none" spc="0" normalizeH="0" baseline="0" noProof="0" dirty="0">
              <a:ln>
                <a:noFill/>
              </a:ln>
              <a:solidFill>
                <a:sysClr val="window" lastClr="FFFFFF"/>
              </a:solidFill>
              <a:effectLst/>
              <a:uLnTx/>
              <a:uFillTx/>
              <a:latin typeface="HGP創英角ｺﾞｼｯｸUB" pitchFamily="50" charset="-128"/>
              <a:ea typeface="HGP創英角ｺﾞｼｯｸUB" pitchFamily="50" charset="-128"/>
              <a:cs typeface="+mn-cs"/>
            </a:endParaRPr>
          </a:p>
        </p:txBody>
      </p:sp>
      <p:sp>
        <p:nvSpPr>
          <p:cNvPr id="312" name="正方形/長方形 311"/>
          <p:cNvSpPr/>
          <p:nvPr/>
        </p:nvSpPr>
        <p:spPr bwMode="auto">
          <a:xfrm>
            <a:off x="380633" y="4855639"/>
            <a:ext cx="537854" cy="244378"/>
          </a:xfrm>
          <a:prstGeom prst="rect">
            <a:avLst/>
          </a:prstGeom>
          <a:pattFill prst="dotDmnd">
            <a:fgClr>
              <a:sysClr val="windowText" lastClr="000000"/>
            </a:fgClr>
            <a:bgClr>
              <a:sysClr val="window" lastClr="FFFFFF"/>
            </a:bgClr>
          </a:pattFill>
          <a:ln w="25400" cap="flat" cmpd="sng" algn="ctr">
            <a:solidFill>
              <a:sysClr val="windowText" lastClr="000000"/>
            </a:solidFill>
            <a:prstDash val="solid"/>
          </a:ln>
          <a:effectLst/>
        </p:spPr>
        <p:txBody>
          <a:bodyPr anchor="ct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1" lang="ja-JP" altLang="en-US" sz="900" b="0" i="0" u="none" strike="noStrike" kern="0" cap="none" spc="0" normalizeH="0" baseline="0" noProof="0" dirty="0">
              <a:ln>
                <a:noFill/>
              </a:ln>
              <a:solidFill>
                <a:sysClr val="window" lastClr="FFFFFF"/>
              </a:solidFill>
              <a:effectLst/>
              <a:uLnTx/>
              <a:uFillTx/>
              <a:latin typeface="HGP創英角ｺﾞｼｯｸUB" pitchFamily="50" charset="-128"/>
              <a:ea typeface="HGP創英角ｺﾞｼｯｸUB" pitchFamily="50" charset="-128"/>
              <a:cs typeface="+mn-cs"/>
            </a:endParaRPr>
          </a:p>
        </p:txBody>
      </p:sp>
      <p:sp>
        <p:nvSpPr>
          <p:cNvPr id="313" name="正方形/長方形 312"/>
          <p:cNvSpPr/>
          <p:nvPr/>
        </p:nvSpPr>
        <p:spPr bwMode="auto">
          <a:xfrm>
            <a:off x="3551672" y="3198360"/>
            <a:ext cx="3300355" cy="1107326"/>
          </a:xfrm>
          <a:prstGeom prst="rect">
            <a:avLst/>
          </a:prstGeom>
          <a:solidFill>
            <a:srgbClr val="FFFFFF">
              <a:lumMod val="85000"/>
            </a:srgbClr>
          </a:solidFill>
          <a:ln w="25400" cap="flat" cmpd="sng" algn="ctr">
            <a:solidFill>
              <a:srgbClr val="FFFFFF">
                <a:lumMod val="5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ja-JP" altLang="en-US" sz="700" b="0" i="0" u="none" strike="noStrike" kern="0" cap="none" spc="0" normalizeH="0" baseline="0" noProof="0" dirty="0">
              <a:ln>
                <a:noFill/>
              </a:ln>
              <a:solidFill>
                <a:srgbClr val="FFFFFF"/>
              </a:solidFill>
              <a:effectLst/>
              <a:uLnTx/>
              <a:uFillTx/>
              <a:latin typeface="Times New Roman"/>
              <a:ea typeface="ＭＳ Ｐゴシック"/>
              <a:cs typeface="+mn-cs"/>
            </a:endParaRPr>
          </a:p>
        </p:txBody>
      </p:sp>
      <p:sp>
        <p:nvSpPr>
          <p:cNvPr id="314" name="円/楕円 234"/>
          <p:cNvSpPr/>
          <p:nvPr/>
        </p:nvSpPr>
        <p:spPr bwMode="auto">
          <a:xfrm>
            <a:off x="4543251" y="3493642"/>
            <a:ext cx="616168" cy="587070"/>
          </a:xfrm>
          <a:prstGeom prst="ellipse">
            <a:avLst/>
          </a:prstGeom>
          <a:solidFill>
            <a:sysClr val="window" lastClr="FFFFFF"/>
          </a:solidFill>
          <a:ln w="25400" cap="flat" cmpd="sng" algn="ctr">
            <a:solidFill>
              <a:sysClr val="windowText" lastClr="000000"/>
            </a:solidFill>
            <a:prstDash val="solid"/>
          </a:ln>
          <a:effectLst/>
        </p:spPr>
        <p:txBody>
          <a:bodyPr anchor="ct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1" lang="ja-JP" altLang="en-US" sz="900" b="0" i="0" u="none" strike="noStrike" kern="0" cap="none" spc="0" normalizeH="0" baseline="0" noProof="0" dirty="0">
              <a:ln>
                <a:noFill/>
              </a:ln>
              <a:solidFill>
                <a:sysClr val="window" lastClr="FFFFFF"/>
              </a:solidFill>
              <a:effectLst/>
              <a:uLnTx/>
              <a:uFillTx/>
              <a:latin typeface="HGP創英角ｺﾞｼｯｸUB" pitchFamily="50" charset="-128"/>
              <a:ea typeface="HGP創英角ｺﾞｼｯｸUB" pitchFamily="50" charset="-128"/>
              <a:cs typeface="+mn-cs"/>
            </a:endParaRPr>
          </a:p>
        </p:txBody>
      </p:sp>
      <p:sp>
        <p:nvSpPr>
          <p:cNvPr id="315" name="円/楕円 235"/>
          <p:cNvSpPr/>
          <p:nvPr/>
        </p:nvSpPr>
        <p:spPr bwMode="auto">
          <a:xfrm>
            <a:off x="5264342" y="3493642"/>
            <a:ext cx="617645" cy="587070"/>
          </a:xfrm>
          <a:prstGeom prst="ellipse">
            <a:avLst/>
          </a:prstGeom>
          <a:solidFill>
            <a:sysClr val="window" lastClr="FFFFFF"/>
          </a:solidFill>
          <a:ln w="25400" cap="flat" cmpd="sng" algn="ctr">
            <a:solidFill>
              <a:sysClr val="windowText" lastClr="000000"/>
            </a:solidFill>
            <a:prstDash val="solid"/>
          </a:ln>
          <a:effectLst/>
        </p:spPr>
        <p:txBody>
          <a:bodyPr anchor="ct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1" lang="ja-JP" altLang="en-US" sz="900" b="0" i="0" u="none" strike="noStrike" kern="0" cap="none" spc="0" normalizeH="0" baseline="0" noProof="0" dirty="0">
              <a:ln>
                <a:noFill/>
              </a:ln>
              <a:solidFill>
                <a:sysClr val="window" lastClr="FFFFFF"/>
              </a:solidFill>
              <a:effectLst/>
              <a:uLnTx/>
              <a:uFillTx/>
              <a:latin typeface="HGP創英角ｺﾞｼｯｸUB" pitchFamily="50" charset="-128"/>
              <a:ea typeface="HGP創英角ｺﾞｼｯｸUB" pitchFamily="50" charset="-128"/>
              <a:cs typeface="+mn-cs"/>
            </a:endParaRPr>
          </a:p>
        </p:txBody>
      </p:sp>
      <p:sp>
        <p:nvSpPr>
          <p:cNvPr id="316" name="円/楕円 236"/>
          <p:cNvSpPr/>
          <p:nvPr/>
        </p:nvSpPr>
        <p:spPr bwMode="auto">
          <a:xfrm>
            <a:off x="5986887" y="3493642"/>
            <a:ext cx="616167" cy="587070"/>
          </a:xfrm>
          <a:prstGeom prst="ellipse">
            <a:avLst/>
          </a:prstGeom>
          <a:solidFill>
            <a:sysClr val="window" lastClr="FFFFFF"/>
          </a:solidFill>
          <a:ln w="25400" cap="flat" cmpd="sng" algn="ctr">
            <a:solidFill>
              <a:sysClr val="windowText" lastClr="000000"/>
            </a:solidFill>
            <a:prstDash val="solid"/>
          </a:ln>
          <a:effectLst/>
        </p:spPr>
        <p:txBody>
          <a:bodyPr anchor="ct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1" lang="ja-JP" altLang="en-US" sz="900" b="0" i="0" u="none" strike="noStrike" kern="0" cap="none" spc="0" normalizeH="0" baseline="0" noProof="0" dirty="0">
              <a:ln>
                <a:noFill/>
              </a:ln>
              <a:solidFill>
                <a:sysClr val="window" lastClr="FFFFFF"/>
              </a:solidFill>
              <a:effectLst/>
              <a:uLnTx/>
              <a:uFillTx/>
              <a:latin typeface="HGP創英角ｺﾞｼｯｸUB" pitchFamily="50" charset="-128"/>
              <a:ea typeface="HGP創英角ｺﾞｼｯｸUB" pitchFamily="50" charset="-128"/>
              <a:cs typeface="+mn-cs"/>
            </a:endParaRPr>
          </a:p>
        </p:txBody>
      </p:sp>
      <p:sp>
        <p:nvSpPr>
          <p:cNvPr id="317" name="フリーフォーム 316"/>
          <p:cNvSpPr/>
          <p:nvPr/>
        </p:nvSpPr>
        <p:spPr bwMode="auto">
          <a:xfrm>
            <a:off x="6413919" y="1556007"/>
            <a:ext cx="801175" cy="1310899"/>
          </a:xfrm>
          <a:custGeom>
            <a:avLst/>
            <a:gdLst>
              <a:gd name="connsiteX0" fmla="*/ 0 w 613611"/>
              <a:gd name="connsiteY0" fmla="*/ 1022684 h 1022684"/>
              <a:gd name="connsiteX1" fmla="*/ 613611 w 613611"/>
              <a:gd name="connsiteY1" fmla="*/ 1022684 h 1022684"/>
              <a:gd name="connsiteX2" fmla="*/ 613611 w 613611"/>
              <a:gd name="connsiteY2" fmla="*/ 0 h 1022684"/>
            </a:gdLst>
            <a:ahLst/>
            <a:cxnLst>
              <a:cxn ang="0">
                <a:pos x="connsiteX0" y="connsiteY0"/>
              </a:cxn>
              <a:cxn ang="0">
                <a:pos x="connsiteX1" y="connsiteY1"/>
              </a:cxn>
              <a:cxn ang="0">
                <a:pos x="connsiteX2" y="connsiteY2"/>
              </a:cxn>
            </a:cxnLst>
            <a:rect l="l" t="t" r="r" b="b"/>
            <a:pathLst>
              <a:path w="613611" h="1022684">
                <a:moveTo>
                  <a:pt x="0" y="1022684"/>
                </a:moveTo>
                <a:lnTo>
                  <a:pt x="613611" y="1022684"/>
                </a:lnTo>
                <a:lnTo>
                  <a:pt x="613611" y="0"/>
                </a:lnTo>
              </a:path>
            </a:pathLst>
          </a:custGeom>
          <a:noFill/>
          <a:ln w="38100" cap="flat" cmpd="sng" algn="ctr">
            <a:solidFill>
              <a:srgbClr val="FFFF00"/>
            </a:solidFill>
            <a:prstDash val="solid"/>
          </a:ln>
          <a:effectLst/>
        </p:spPr>
        <p:txBody>
          <a:bodyPr anchor="ct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1" lang="ja-JP" altLang="en-US" sz="900" b="0" i="0" u="none" strike="noStrike" kern="0" cap="none" spc="0" normalizeH="0" baseline="0" noProof="0" dirty="0">
              <a:ln>
                <a:noFill/>
              </a:ln>
              <a:solidFill>
                <a:sysClr val="window" lastClr="FFFFFF"/>
              </a:solidFill>
              <a:effectLst/>
              <a:uLnTx/>
              <a:uFillTx/>
              <a:latin typeface="HGP創英角ｺﾞｼｯｸUB" pitchFamily="50" charset="-128"/>
              <a:ea typeface="HGP創英角ｺﾞｼｯｸUB" pitchFamily="50" charset="-128"/>
              <a:cs typeface="+mn-cs"/>
            </a:endParaRPr>
          </a:p>
        </p:txBody>
      </p:sp>
      <p:sp>
        <p:nvSpPr>
          <p:cNvPr id="318" name="テキスト ボックス 29"/>
          <p:cNvSpPr txBox="1">
            <a:spLocks noChangeArrowheads="1"/>
          </p:cNvSpPr>
          <p:nvPr/>
        </p:nvSpPr>
        <p:spPr bwMode="auto">
          <a:xfrm>
            <a:off x="328261" y="1859404"/>
            <a:ext cx="590226"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ＭＳ Ｐゴシック" pitchFamily="50" charset="-128"/>
              </a:defRPr>
            </a:lvl1pPr>
            <a:lvl2pPr marL="742950" indent="-285750" eaLnBrk="0" hangingPunct="0">
              <a:defRPr kumimoji="1" sz="2400">
                <a:solidFill>
                  <a:schemeClr val="tx1"/>
                </a:solidFill>
                <a:latin typeface="Times New Roman" pitchFamily="18" charset="0"/>
                <a:ea typeface="ＭＳ Ｐゴシック" pitchFamily="50" charset="-128"/>
              </a:defRPr>
            </a:lvl2pPr>
            <a:lvl3pPr marL="1143000" indent="-228600" eaLnBrk="0" hangingPunct="0">
              <a:defRPr kumimoji="1" sz="2400">
                <a:solidFill>
                  <a:schemeClr val="tx1"/>
                </a:solidFill>
                <a:latin typeface="Times New Roman" pitchFamily="18" charset="0"/>
                <a:ea typeface="ＭＳ Ｐゴシック" pitchFamily="50" charset="-128"/>
              </a:defRPr>
            </a:lvl3pPr>
            <a:lvl4pPr marL="1600200" indent="-228600" eaLnBrk="0" hangingPunct="0">
              <a:defRPr kumimoji="1" sz="2400">
                <a:solidFill>
                  <a:schemeClr val="tx1"/>
                </a:solidFill>
                <a:latin typeface="Times New Roman" pitchFamily="18" charset="0"/>
                <a:ea typeface="ＭＳ Ｐゴシック" pitchFamily="50" charset="-128"/>
              </a:defRPr>
            </a:lvl4pPr>
            <a:lvl5pPr marL="2057400" indent="-228600" eaLnBrk="0" hangingPunct="0">
              <a:defRPr kumimoji="1" sz="2400">
                <a:solidFill>
                  <a:schemeClr val="tx1"/>
                </a:solidFill>
                <a:latin typeface="Times New Roman" pitchFamily="18" charset="0"/>
                <a:ea typeface="ＭＳ Ｐゴシック" pitchFamily="50"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900" b="1" i="0" u="none" strike="noStrike" kern="1200" cap="none" spc="0" normalizeH="0" baseline="0" noProof="0" dirty="0">
                <a:ln>
                  <a:noFill/>
                </a:ln>
                <a:solidFill>
                  <a:srgbClr val="000000"/>
                </a:solidFill>
                <a:effectLst/>
                <a:uLnTx/>
                <a:uFillTx/>
                <a:latin typeface="HGP創英角ｺﾞｼｯｸUB" pitchFamily="50" charset="-128"/>
                <a:ea typeface="HGP創英角ｺﾞｼｯｸUB" pitchFamily="50" charset="-128"/>
                <a:cs typeface="+mn-cs"/>
              </a:rPr>
              <a:t>Air filter</a:t>
            </a:r>
            <a:endParaRPr kumimoji="1" lang="ja-JP" altLang="en-US" sz="900" b="1" i="0" u="none" strike="noStrike" kern="1200" cap="none" spc="0" normalizeH="0" baseline="0" noProof="0" dirty="0">
              <a:ln>
                <a:noFill/>
              </a:ln>
              <a:solidFill>
                <a:srgbClr val="000000"/>
              </a:solidFill>
              <a:effectLst/>
              <a:uLnTx/>
              <a:uFillTx/>
              <a:latin typeface="HGP創英角ｺﾞｼｯｸUB" pitchFamily="50" charset="-128"/>
              <a:ea typeface="HGP創英角ｺﾞｼｯｸUB" pitchFamily="50" charset="-128"/>
              <a:cs typeface="+mn-cs"/>
            </a:endParaRPr>
          </a:p>
        </p:txBody>
      </p:sp>
      <p:sp>
        <p:nvSpPr>
          <p:cNvPr id="319" name="線吹き出し 1 (枠付き) 39"/>
          <p:cNvSpPr>
            <a:spLocks/>
          </p:cNvSpPr>
          <p:nvPr/>
        </p:nvSpPr>
        <p:spPr bwMode="auto">
          <a:xfrm>
            <a:off x="2085415" y="5528199"/>
            <a:ext cx="910827" cy="507831"/>
          </a:xfrm>
          <a:prstGeom prst="borderCallout1">
            <a:avLst>
              <a:gd name="adj1" fmla="val 527"/>
              <a:gd name="adj2" fmla="val 48858"/>
              <a:gd name="adj3" fmla="val -77575"/>
              <a:gd name="adj4" fmla="val 58692"/>
            </a:avLst>
          </a:prstGeom>
          <a:solidFill>
            <a:srgbClr val="FFFF00"/>
          </a:solidFill>
          <a:ln w="25400" algn="ctr">
            <a:solidFill>
              <a:srgbClr val="000000"/>
            </a:solidFill>
            <a:miter lim="800000"/>
            <a:headEnd type="none" w="med" len="med"/>
            <a:tailEnd type="none" w="med" len="med"/>
          </a:ln>
        </p:spPr>
        <p:txBody>
          <a:bodyPr wrap="none" anchor="ctr">
            <a:sp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n-US" altLang="ja-JP" sz="900" b="0" i="0" u="none" strike="noStrike" kern="0" cap="none" spc="0" normalizeH="0" baseline="0" noProof="0" dirty="0">
                <a:ln>
                  <a:noFill/>
                </a:ln>
                <a:solidFill>
                  <a:srgbClr val="000000"/>
                </a:solidFill>
                <a:effectLst/>
                <a:uLnTx/>
                <a:uFillTx/>
                <a:latin typeface="HGP創英角ｺﾞｼｯｸUB" pitchFamily="50" charset="-128"/>
                <a:ea typeface="HGP創英角ｺﾞｼｯｸUB" pitchFamily="50" charset="-128"/>
                <a:cs typeface="+mn-cs"/>
              </a:rPr>
              <a:t>Primary</a:t>
            </a:r>
          </a:p>
          <a:p>
            <a:pPr marL="0" marR="0" lvl="0" indent="0" algn="ctr" defTabSz="914400" rtl="0" eaLnBrk="0" fontAlgn="auto" latinLnBrk="0" hangingPunct="0">
              <a:lnSpc>
                <a:spcPct val="100000"/>
              </a:lnSpc>
              <a:spcBef>
                <a:spcPts val="0"/>
              </a:spcBef>
              <a:spcAft>
                <a:spcPts val="0"/>
              </a:spcAft>
              <a:buClrTx/>
              <a:buSzTx/>
              <a:buFontTx/>
              <a:buNone/>
              <a:tabLst/>
              <a:defRPr/>
            </a:pPr>
            <a:r>
              <a:rPr kumimoji="0" lang="en-US" altLang="ja-JP" sz="900" b="0" i="0" u="none" strike="noStrike" kern="0" cap="none" spc="0" normalizeH="0" baseline="0" noProof="0" dirty="0">
                <a:ln>
                  <a:noFill/>
                </a:ln>
                <a:solidFill>
                  <a:srgbClr val="000000"/>
                </a:solidFill>
                <a:effectLst/>
                <a:uLnTx/>
                <a:uFillTx/>
                <a:latin typeface="HGP創英角ｺﾞｼｯｸUB" pitchFamily="50" charset="-128"/>
                <a:ea typeface="HGP創英角ｺﾞｼｯｸUB" pitchFamily="50" charset="-128"/>
                <a:cs typeface="+mn-cs"/>
              </a:rPr>
              <a:t>lambda sensor</a:t>
            </a:r>
          </a:p>
          <a:p>
            <a:pPr marL="0" marR="0" lvl="0" indent="0" algn="ctr" defTabSz="914400" rtl="0" eaLnBrk="0" fontAlgn="auto" latinLnBrk="0" hangingPunct="0">
              <a:lnSpc>
                <a:spcPct val="100000"/>
              </a:lnSpc>
              <a:spcBef>
                <a:spcPts val="0"/>
              </a:spcBef>
              <a:spcAft>
                <a:spcPts val="0"/>
              </a:spcAft>
              <a:buClrTx/>
              <a:buSzTx/>
              <a:buFontTx/>
              <a:buNone/>
              <a:tabLst/>
              <a:defRPr/>
            </a:pPr>
            <a:r>
              <a:rPr kumimoji="0" lang="en-US" altLang="ja-JP" sz="900" b="0" i="0" u="none" strike="noStrike" kern="0" cap="none" spc="0" normalizeH="0" baseline="0" noProof="0" dirty="0">
                <a:ln>
                  <a:noFill/>
                </a:ln>
                <a:solidFill>
                  <a:srgbClr val="000000"/>
                </a:solidFill>
                <a:effectLst/>
                <a:uLnTx/>
                <a:uFillTx/>
                <a:latin typeface="HGP創英角ｺﾞｼｯｸUB" pitchFamily="50" charset="-128"/>
                <a:ea typeface="HGP創英角ｺﾞｼｯｸUB" pitchFamily="50" charset="-128"/>
                <a:cs typeface="+mn-cs"/>
              </a:rPr>
              <a:t>(</a:t>
            </a:r>
            <a:r>
              <a:rPr kumimoji="0" lang="en-US" altLang="ja-JP" sz="900" b="0" i="0" u="none" strike="noStrike" kern="0" cap="none" spc="0" normalizeH="0" baseline="0" noProof="0" dirty="0">
                <a:ln>
                  <a:noFill/>
                </a:ln>
                <a:solidFill>
                  <a:srgbClr val="FF0000"/>
                </a:solidFill>
                <a:effectLst/>
                <a:uLnTx/>
                <a:uFillTx/>
                <a:latin typeface="HGP創英角ｺﾞｼｯｸUB" pitchFamily="50" charset="-128"/>
                <a:ea typeface="HGP創英角ｺﾞｼｯｸUB" pitchFamily="50" charset="-128"/>
                <a:cs typeface="+mn-cs"/>
              </a:rPr>
              <a:t>LSU5.2</a:t>
            </a:r>
            <a:r>
              <a:rPr kumimoji="0" lang="en-US" altLang="ja-JP" sz="900" b="0" i="0" u="none" strike="noStrike" kern="0" cap="none" spc="0" normalizeH="0" baseline="0" noProof="0" dirty="0">
                <a:ln>
                  <a:noFill/>
                </a:ln>
                <a:solidFill>
                  <a:srgbClr val="000000"/>
                </a:solidFill>
                <a:effectLst/>
                <a:uLnTx/>
                <a:uFillTx/>
                <a:latin typeface="HGP創英角ｺﾞｼｯｸUB" pitchFamily="50" charset="-128"/>
                <a:ea typeface="HGP創英角ｺﾞｼｯｸUB" pitchFamily="50" charset="-128"/>
                <a:cs typeface="+mn-cs"/>
              </a:rPr>
              <a:t>)</a:t>
            </a:r>
          </a:p>
        </p:txBody>
      </p:sp>
      <p:sp>
        <p:nvSpPr>
          <p:cNvPr id="320" name="正方形/長方形 319"/>
          <p:cNvSpPr/>
          <p:nvPr/>
        </p:nvSpPr>
        <p:spPr bwMode="auto">
          <a:xfrm>
            <a:off x="3213061" y="3271878"/>
            <a:ext cx="90134" cy="990154"/>
          </a:xfrm>
          <a:prstGeom prst="rect">
            <a:avLst/>
          </a:prstGeom>
          <a:solidFill>
            <a:sysClr val="window" lastClr="FFFFFF"/>
          </a:solidFill>
          <a:ln w="25400" cap="flat" cmpd="sng" algn="ctr">
            <a:solidFill>
              <a:sysClr val="windowText" lastClr="000000"/>
            </a:solidFill>
            <a:prstDash val="solid"/>
          </a:ln>
          <a:effectLst/>
        </p:spPr>
        <p:txBody>
          <a:bodyPr anchor="ct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1" lang="ja-JP" altLang="en-US" sz="900" b="0" i="0" u="none" strike="noStrike" kern="0" cap="none" spc="0" normalizeH="0" baseline="0" noProof="0" dirty="0">
              <a:ln>
                <a:noFill/>
              </a:ln>
              <a:solidFill>
                <a:sysClr val="window" lastClr="FFFFFF"/>
              </a:solidFill>
              <a:effectLst/>
              <a:uLnTx/>
              <a:uFillTx/>
              <a:latin typeface="HGP創英角ｺﾞｼｯｸUB" pitchFamily="50" charset="-128"/>
              <a:ea typeface="HGP創英角ｺﾞｼｯｸUB" pitchFamily="50" charset="-128"/>
              <a:cs typeface="+mn-cs"/>
            </a:endParaRPr>
          </a:p>
        </p:txBody>
      </p:sp>
      <p:sp>
        <p:nvSpPr>
          <p:cNvPr id="321" name="テキスト ボックス 320"/>
          <p:cNvSpPr txBox="1">
            <a:spLocks noChangeArrowheads="1"/>
          </p:cNvSpPr>
          <p:nvPr/>
        </p:nvSpPr>
        <p:spPr bwMode="auto">
          <a:xfrm>
            <a:off x="3014312" y="4266888"/>
            <a:ext cx="47481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ＭＳ Ｐゴシック" pitchFamily="50" charset="-128"/>
              </a:defRPr>
            </a:lvl1pPr>
            <a:lvl2pPr marL="742950" indent="-285750" eaLnBrk="0" hangingPunct="0">
              <a:defRPr kumimoji="1" sz="2400">
                <a:solidFill>
                  <a:schemeClr val="tx1"/>
                </a:solidFill>
                <a:latin typeface="Times New Roman" pitchFamily="18" charset="0"/>
                <a:ea typeface="ＭＳ Ｐゴシック" pitchFamily="50" charset="-128"/>
              </a:defRPr>
            </a:lvl2pPr>
            <a:lvl3pPr marL="1143000" indent="-228600" eaLnBrk="0" hangingPunct="0">
              <a:defRPr kumimoji="1" sz="2400">
                <a:solidFill>
                  <a:schemeClr val="tx1"/>
                </a:solidFill>
                <a:latin typeface="Times New Roman" pitchFamily="18" charset="0"/>
                <a:ea typeface="ＭＳ Ｐゴシック" pitchFamily="50" charset="-128"/>
              </a:defRPr>
            </a:lvl3pPr>
            <a:lvl4pPr marL="1600200" indent="-228600" eaLnBrk="0" hangingPunct="0">
              <a:defRPr kumimoji="1" sz="2400">
                <a:solidFill>
                  <a:schemeClr val="tx1"/>
                </a:solidFill>
                <a:latin typeface="Times New Roman" pitchFamily="18" charset="0"/>
                <a:ea typeface="ＭＳ Ｐゴシック" pitchFamily="50" charset="-128"/>
              </a:defRPr>
            </a:lvl4pPr>
            <a:lvl5pPr marL="2057400" indent="-228600" eaLnBrk="0" hangingPunct="0">
              <a:defRPr kumimoji="1" sz="2400">
                <a:solidFill>
                  <a:schemeClr val="tx1"/>
                </a:solidFill>
                <a:latin typeface="Times New Roman" pitchFamily="18" charset="0"/>
                <a:ea typeface="ＭＳ Ｐゴシック" pitchFamily="50"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900" b="1" i="0" u="none" strike="noStrike" kern="1200" cap="none" spc="0" normalizeH="0" baseline="0" noProof="0" dirty="0">
                <a:ln>
                  <a:noFill/>
                </a:ln>
                <a:solidFill>
                  <a:srgbClr val="000000"/>
                </a:solidFill>
                <a:effectLst/>
                <a:uLnTx/>
                <a:uFillTx/>
                <a:latin typeface="HGP創英角ｺﾞｼｯｸUB" pitchFamily="50" charset="-128"/>
                <a:ea typeface="HGP創英角ｺﾞｼｯｸUB" pitchFamily="50" charset="-128"/>
                <a:cs typeface="+mn-cs"/>
              </a:rPr>
              <a:t>Fly</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900" b="1" i="0" u="none" strike="noStrike" kern="1200" cap="none" spc="0" normalizeH="0" baseline="0" noProof="0" dirty="0">
                <a:ln>
                  <a:noFill/>
                </a:ln>
                <a:solidFill>
                  <a:srgbClr val="000000"/>
                </a:solidFill>
                <a:effectLst/>
                <a:uLnTx/>
                <a:uFillTx/>
                <a:latin typeface="HGP創英角ｺﾞｼｯｸUB" pitchFamily="50" charset="-128"/>
                <a:ea typeface="HGP創英角ｺﾞｼｯｸUB" pitchFamily="50" charset="-128"/>
                <a:cs typeface="+mn-cs"/>
              </a:rPr>
              <a:t>wheel</a:t>
            </a:r>
            <a:endParaRPr kumimoji="1" lang="ja-JP" altLang="en-US" sz="900" b="1" i="0" u="none" strike="noStrike" kern="1200" cap="none" spc="0" normalizeH="0" baseline="0" noProof="0" dirty="0">
              <a:ln>
                <a:noFill/>
              </a:ln>
              <a:solidFill>
                <a:srgbClr val="000000"/>
              </a:solidFill>
              <a:effectLst/>
              <a:uLnTx/>
              <a:uFillTx/>
              <a:latin typeface="HGP創英角ｺﾞｼｯｸUB" pitchFamily="50" charset="-128"/>
              <a:ea typeface="HGP創英角ｺﾞｼｯｸUB" pitchFamily="50" charset="-128"/>
              <a:cs typeface="+mn-cs"/>
            </a:endParaRPr>
          </a:p>
        </p:txBody>
      </p:sp>
      <p:sp>
        <p:nvSpPr>
          <p:cNvPr id="322" name="テキスト ボックス 71"/>
          <p:cNvSpPr txBox="1">
            <a:spLocks noChangeArrowheads="1"/>
          </p:cNvSpPr>
          <p:nvPr/>
        </p:nvSpPr>
        <p:spPr bwMode="auto">
          <a:xfrm>
            <a:off x="1718456" y="4521959"/>
            <a:ext cx="93968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ＭＳ Ｐゴシック" pitchFamily="50" charset="-128"/>
              </a:defRPr>
            </a:lvl1pPr>
            <a:lvl2pPr marL="742950" indent="-285750" eaLnBrk="0" hangingPunct="0">
              <a:defRPr kumimoji="1" sz="2400">
                <a:solidFill>
                  <a:schemeClr val="tx1"/>
                </a:solidFill>
                <a:latin typeface="Times New Roman" pitchFamily="18" charset="0"/>
                <a:ea typeface="ＭＳ Ｐゴシック" pitchFamily="50" charset="-128"/>
              </a:defRPr>
            </a:lvl2pPr>
            <a:lvl3pPr marL="1143000" indent="-228600" eaLnBrk="0" hangingPunct="0">
              <a:defRPr kumimoji="1" sz="2400">
                <a:solidFill>
                  <a:schemeClr val="tx1"/>
                </a:solidFill>
                <a:latin typeface="Times New Roman" pitchFamily="18" charset="0"/>
                <a:ea typeface="ＭＳ Ｐゴシック" pitchFamily="50" charset="-128"/>
              </a:defRPr>
            </a:lvl3pPr>
            <a:lvl4pPr marL="1600200" indent="-228600" eaLnBrk="0" hangingPunct="0">
              <a:defRPr kumimoji="1" sz="2400">
                <a:solidFill>
                  <a:schemeClr val="tx1"/>
                </a:solidFill>
                <a:latin typeface="Times New Roman" pitchFamily="18" charset="0"/>
                <a:ea typeface="ＭＳ Ｐゴシック" pitchFamily="50" charset="-128"/>
              </a:defRPr>
            </a:lvl4pPr>
            <a:lvl5pPr marL="2057400" indent="-228600" eaLnBrk="0" hangingPunct="0">
              <a:defRPr kumimoji="1" sz="2400">
                <a:solidFill>
                  <a:schemeClr val="tx1"/>
                </a:solidFill>
                <a:latin typeface="Times New Roman" pitchFamily="18" charset="0"/>
                <a:ea typeface="ＭＳ Ｐゴシック" pitchFamily="50"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900" b="0" i="0" u="none" strike="noStrike" kern="1200" cap="none" spc="0" normalizeH="0" baseline="0" noProof="0" dirty="0">
                <a:ln>
                  <a:noFill/>
                </a:ln>
                <a:solidFill>
                  <a:srgbClr val="000000"/>
                </a:solidFill>
                <a:effectLst/>
                <a:uLnTx/>
                <a:uFillTx/>
                <a:latin typeface="HGP創英角ｺﾞｼｯｸUB" pitchFamily="50" charset="-128"/>
                <a:ea typeface="HGP創英角ｺﾞｼｯｸUB" pitchFamily="50" charset="-128"/>
                <a:cs typeface="+mn-cs"/>
              </a:rPr>
              <a:t>Closed-couple</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900" b="0" i="0" u="none" strike="noStrike" kern="1200" cap="none" spc="0" normalizeH="0" baseline="0" noProof="0" dirty="0">
                <a:ln>
                  <a:noFill/>
                </a:ln>
                <a:solidFill>
                  <a:srgbClr val="000000"/>
                </a:solidFill>
                <a:effectLst/>
                <a:uLnTx/>
                <a:uFillTx/>
                <a:latin typeface="HGP創英角ｺﾞｼｯｸUB" pitchFamily="50" charset="-128"/>
                <a:ea typeface="HGP創英角ｺﾞｼｯｸUB" pitchFamily="50" charset="-128"/>
                <a:cs typeface="+mn-cs"/>
              </a:rPr>
              <a:t>catalyst</a:t>
            </a:r>
            <a:endParaRPr kumimoji="1" lang="ja-JP" altLang="en-US" sz="900" b="0" i="0" u="none" strike="noStrike" kern="1200" cap="none" spc="0" normalizeH="0" baseline="0" noProof="0" dirty="0">
              <a:ln>
                <a:noFill/>
              </a:ln>
              <a:solidFill>
                <a:srgbClr val="000000"/>
              </a:solidFill>
              <a:effectLst/>
              <a:uLnTx/>
              <a:uFillTx/>
              <a:latin typeface="HGP創英角ｺﾞｼｯｸUB" pitchFamily="50" charset="-128"/>
              <a:ea typeface="HGP創英角ｺﾞｼｯｸUB" pitchFamily="50" charset="-128"/>
              <a:cs typeface="+mn-cs"/>
            </a:endParaRPr>
          </a:p>
        </p:txBody>
      </p:sp>
      <p:sp>
        <p:nvSpPr>
          <p:cNvPr id="323" name="テキスト ボックス 72"/>
          <p:cNvSpPr txBox="1">
            <a:spLocks noChangeArrowheads="1"/>
          </p:cNvSpPr>
          <p:nvPr/>
        </p:nvSpPr>
        <p:spPr bwMode="auto">
          <a:xfrm>
            <a:off x="368991" y="4525604"/>
            <a:ext cx="57579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ＭＳ Ｐゴシック" pitchFamily="50" charset="-128"/>
              </a:defRPr>
            </a:lvl1pPr>
            <a:lvl2pPr marL="742950" indent="-285750" eaLnBrk="0" hangingPunct="0">
              <a:defRPr kumimoji="1" sz="2400">
                <a:solidFill>
                  <a:schemeClr val="tx1"/>
                </a:solidFill>
                <a:latin typeface="Times New Roman" pitchFamily="18" charset="0"/>
                <a:ea typeface="ＭＳ Ｐゴシック" pitchFamily="50" charset="-128"/>
              </a:defRPr>
            </a:lvl2pPr>
            <a:lvl3pPr marL="1143000" indent="-228600" eaLnBrk="0" hangingPunct="0">
              <a:defRPr kumimoji="1" sz="2400">
                <a:solidFill>
                  <a:schemeClr val="tx1"/>
                </a:solidFill>
                <a:latin typeface="Times New Roman" pitchFamily="18" charset="0"/>
                <a:ea typeface="ＭＳ Ｐゴシック" pitchFamily="50" charset="-128"/>
              </a:defRPr>
            </a:lvl3pPr>
            <a:lvl4pPr marL="1600200" indent="-228600" eaLnBrk="0" hangingPunct="0">
              <a:defRPr kumimoji="1" sz="2400">
                <a:solidFill>
                  <a:schemeClr val="tx1"/>
                </a:solidFill>
                <a:latin typeface="Times New Roman" pitchFamily="18" charset="0"/>
                <a:ea typeface="ＭＳ Ｐゴシック" pitchFamily="50" charset="-128"/>
              </a:defRPr>
            </a:lvl4pPr>
            <a:lvl5pPr marL="2057400" indent="-228600" eaLnBrk="0" hangingPunct="0">
              <a:defRPr kumimoji="1" sz="2400">
                <a:solidFill>
                  <a:schemeClr val="tx1"/>
                </a:solidFill>
                <a:latin typeface="Times New Roman" pitchFamily="18" charset="0"/>
                <a:ea typeface="ＭＳ Ｐゴシック" pitchFamily="50"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900" b="0" i="0" u="none" strike="noStrike" kern="1200" cap="none" spc="0" normalizeH="0" baseline="0" noProof="0" dirty="0">
                <a:ln>
                  <a:noFill/>
                </a:ln>
                <a:solidFill>
                  <a:srgbClr val="000000"/>
                </a:solidFill>
                <a:effectLst/>
                <a:uLnTx/>
                <a:uFillTx/>
                <a:latin typeface="HGP創英角ｺﾞｼｯｸUB" pitchFamily="50" charset="-128"/>
                <a:ea typeface="HGP創英角ｺﾞｼｯｸUB" pitchFamily="50" charset="-128"/>
                <a:cs typeface="+mn-cs"/>
              </a:rPr>
              <a:t>2nd</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900" b="0" i="0" u="none" strike="noStrike" kern="1200" cap="none" spc="0" normalizeH="0" baseline="0" noProof="0" dirty="0">
                <a:ln>
                  <a:noFill/>
                </a:ln>
                <a:solidFill>
                  <a:srgbClr val="000000"/>
                </a:solidFill>
                <a:effectLst/>
                <a:uLnTx/>
                <a:uFillTx/>
                <a:latin typeface="HGP創英角ｺﾞｼｯｸUB" pitchFamily="50" charset="-128"/>
                <a:ea typeface="HGP創英角ｺﾞｼｯｸUB" pitchFamily="50" charset="-128"/>
                <a:cs typeface="+mn-cs"/>
              </a:rPr>
              <a:t>catalyst</a:t>
            </a:r>
            <a:endParaRPr kumimoji="1" lang="ja-JP" altLang="en-US" sz="900" b="0" i="0" u="none" strike="noStrike" kern="1200" cap="none" spc="0" normalizeH="0" baseline="0" noProof="0" dirty="0">
              <a:ln>
                <a:noFill/>
              </a:ln>
              <a:solidFill>
                <a:srgbClr val="000000"/>
              </a:solidFill>
              <a:effectLst/>
              <a:uLnTx/>
              <a:uFillTx/>
              <a:latin typeface="HGP創英角ｺﾞｼｯｸUB" pitchFamily="50" charset="-128"/>
              <a:ea typeface="HGP創英角ｺﾞｼｯｸUB" pitchFamily="50" charset="-128"/>
              <a:cs typeface="+mn-cs"/>
            </a:endParaRPr>
          </a:p>
        </p:txBody>
      </p:sp>
      <p:sp>
        <p:nvSpPr>
          <p:cNvPr id="324" name="フリーフォーム 323"/>
          <p:cNvSpPr/>
          <p:nvPr/>
        </p:nvSpPr>
        <p:spPr bwMode="auto">
          <a:xfrm>
            <a:off x="5456420" y="2935750"/>
            <a:ext cx="120200" cy="560195"/>
          </a:xfrm>
          <a:custGeom>
            <a:avLst/>
            <a:gdLst>
              <a:gd name="connsiteX0" fmla="*/ 0 w 123567"/>
              <a:gd name="connsiteY0" fmla="*/ 0 h 617837"/>
              <a:gd name="connsiteX1" fmla="*/ 0 w 123567"/>
              <a:gd name="connsiteY1" fmla="*/ 432486 h 617837"/>
              <a:gd name="connsiteX2" fmla="*/ 123567 w 123567"/>
              <a:gd name="connsiteY2" fmla="*/ 617837 h 617837"/>
            </a:gdLst>
            <a:ahLst/>
            <a:cxnLst>
              <a:cxn ang="0">
                <a:pos x="connsiteX0" y="connsiteY0"/>
              </a:cxn>
              <a:cxn ang="0">
                <a:pos x="connsiteX1" y="connsiteY1"/>
              </a:cxn>
              <a:cxn ang="0">
                <a:pos x="connsiteX2" y="connsiteY2"/>
              </a:cxn>
            </a:cxnLst>
            <a:rect l="l" t="t" r="r" b="b"/>
            <a:pathLst>
              <a:path w="123567" h="617837">
                <a:moveTo>
                  <a:pt x="0" y="0"/>
                </a:moveTo>
                <a:lnTo>
                  <a:pt x="0" y="432486"/>
                </a:lnTo>
                <a:lnTo>
                  <a:pt x="123567" y="617837"/>
                </a:lnTo>
              </a:path>
            </a:pathLst>
          </a:custGeom>
          <a:noFill/>
          <a:ln w="44450" cap="flat" cmpd="sng" algn="ctr">
            <a:solidFill>
              <a:srgbClr val="FFFF00"/>
            </a:solidFill>
            <a:prstDash val="solid"/>
          </a:ln>
          <a:effectLst/>
        </p:spPr>
        <p:txBody>
          <a:bodyPr anchor="ct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1" lang="ja-JP" altLang="en-US" sz="900" b="0" i="0" u="none" strike="noStrike" kern="0" cap="none" spc="0" normalizeH="0" baseline="0" noProof="0" dirty="0">
              <a:ln>
                <a:noFill/>
              </a:ln>
              <a:solidFill>
                <a:sysClr val="window" lastClr="FFFFFF"/>
              </a:solidFill>
              <a:effectLst/>
              <a:uLnTx/>
              <a:uFillTx/>
              <a:latin typeface="HGP創英角ｺﾞｼｯｸUB" pitchFamily="50" charset="-128"/>
              <a:ea typeface="HGP創英角ｺﾞｼｯｸUB" pitchFamily="50" charset="-128"/>
              <a:cs typeface="+mn-cs"/>
            </a:endParaRPr>
          </a:p>
        </p:txBody>
      </p:sp>
      <p:sp>
        <p:nvSpPr>
          <p:cNvPr id="325" name="フリーフォーム 324"/>
          <p:cNvSpPr/>
          <p:nvPr/>
        </p:nvSpPr>
        <p:spPr bwMode="auto">
          <a:xfrm>
            <a:off x="4724297" y="3361010"/>
            <a:ext cx="1458456" cy="47752"/>
          </a:xfrm>
          <a:custGeom>
            <a:avLst/>
            <a:gdLst>
              <a:gd name="connsiteX0" fmla="*/ 0 w 4849977"/>
              <a:gd name="connsiteY0" fmla="*/ 0 h 0"/>
              <a:gd name="connsiteX1" fmla="*/ 4849977 w 4849977"/>
              <a:gd name="connsiteY1" fmla="*/ 0 h 0"/>
            </a:gdLst>
            <a:ahLst/>
            <a:cxnLst>
              <a:cxn ang="0">
                <a:pos x="connsiteX0" y="connsiteY0"/>
              </a:cxn>
              <a:cxn ang="0">
                <a:pos x="connsiteX1" y="connsiteY1"/>
              </a:cxn>
            </a:cxnLst>
            <a:rect l="l" t="t" r="r" b="b"/>
            <a:pathLst>
              <a:path w="4849977">
                <a:moveTo>
                  <a:pt x="0" y="0"/>
                </a:moveTo>
                <a:lnTo>
                  <a:pt x="4849977" y="0"/>
                </a:lnTo>
              </a:path>
            </a:pathLst>
          </a:custGeom>
          <a:noFill/>
          <a:ln w="12700" cap="flat" cmpd="sng" algn="ctr">
            <a:solidFill>
              <a:sysClr val="windowText" lastClr="000000"/>
            </a:solidFill>
            <a:prstDash val="solid"/>
          </a:ln>
          <a:effectLst/>
        </p:spPr>
        <p:txBody>
          <a:bodyPr anchor="ct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1" lang="ja-JP" altLang="en-US" sz="900" b="0" i="0" u="none" strike="noStrike" kern="0" cap="none" spc="0" normalizeH="0" baseline="0" noProof="0" dirty="0">
              <a:ln>
                <a:noFill/>
              </a:ln>
              <a:solidFill>
                <a:sysClr val="window" lastClr="FFFFFF"/>
              </a:solidFill>
              <a:effectLst/>
              <a:uLnTx/>
              <a:uFillTx/>
              <a:latin typeface="HGP創英角ｺﾞｼｯｸUB" pitchFamily="50" charset="-128"/>
              <a:ea typeface="HGP創英角ｺﾞｼｯｸUB" pitchFamily="50" charset="-128"/>
              <a:cs typeface="+mn-cs"/>
            </a:endParaRPr>
          </a:p>
        </p:txBody>
      </p:sp>
      <p:sp>
        <p:nvSpPr>
          <p:cNvPr id="326" name="線吹き出し 1 (枠付き) 32"/>
          <p:cNvSpPr>
            <a:spLocks/>
          </p:cNvSpPr>
          <p:nvPr/>
        </p:nvSpPr>
        <p:spPr bwMode="auto">
          <a:xfrm>
            <a:off x="4927445" y="1646060"/>
            <a:ext cx="810278" cy="230832"/>
          </a:xfrm>
          <a:prstGeom prst="borderCallout1">
            <a:avLst>
              <a:gd name="adj1" fmla="val 107634"/>
              <a:gd name="adj2" fmla="val 29922"/>
              <a:gd name="adj3" fmla="val 205472"/>
              <a:gd name="adj4" fmla="val -22985"/>
            </a:avLst>
          </a:prstGeom>
          <a:solidFill>
            <a:srgbClr val="FFFFFF"/>
          </a:solidFill>
          <a:ln w="25400" algn="ctr">
            <a:solidFill>
              <a:srgbClr val="000000"/>
            </a:solidFill>
            <a:miter lim="800000"/>
            <a:headEnd type="none" w="med" len="med"/>
            <a:tailEnd type="none" w="med" len="med"/>
          </a:ln>
        </p:spPr>
        <p:txBody>
          <a:bodyPr wrap="square" anchor="ctr">
            <a:sp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n-US" altLang="ja-JP" sz="900" b="0" i="0" u="none" strike="noStrike" kern="0" cap="none" spc="0" normalizeH="0" baseline="0" noProof="0" dirty="0">
                <a:ln>
                  <a:noFill/>
                </a:ln>
                <a:solidFill>
                  <a:srgbClr val="000000"/>
                </a:solidFill>
                <a:effectLst/>
                <a:uLnTx/>
                <a:uFillTx/>
                <a:latin typeface="HGP創英角ｺﾞｼｯｸUB" pitchFamily="50" charset="-128"/>
                <a:ea typeface="HGP創英角ｺﾞｼｯｸUB" pitchFamily="50" charset="-128"/>
                <a:cs typeface="+mn-cs"/>
              </a:rPr>
              <a:t>TA sensor</a:t>
            </a:r>
          </a:p>
        </p:txBody>
      </p:sp>
      <p:sp>
        <p:nvSpPr>
          <p:cNvPr id="327" name="線吹き出し 1 (枠付き) 35"/>
          <p:cNvSpPr>
            <a:spLocks/>
          </p:cNvSpPr>
          <p:nvPr/>
        </p:nvSpPr>
        <p:spPr bwMode="auto">
          <a:xfrm flipH="1">
            <a:off x="2007929" y="2667574"/>
            <a:ext cx="950901" cy="369332"/>
          </a:xfrm>
          <a:prstGeom prst="borderCallout1">
            <a:avLst>
              <a:gd name="adj1" fmla="val 96937"/>
              <a:gd name="adj2" fmla="val 1318"/>
              <a:gd name="adj3" fmla="val 146805"/>
              <a:gd name="adj4" fmla="val -51224"/>
            </a:avLst>
          </a:prstGeom>
          <a:solidFill>
            <a:srgbClr val="FFFFFF"/>
          </a:solidFill>
          <a:ln w="25400" algn="ctr">
            <a:solidFill>
              <a:srgbClr val="000000"/>
            </a:solidFill>
            <a:miter lim="800000"/>
            <a:headEnd type="none" w="med" len="med"/>
            <a:tailEnd type="none" w="med" len="med"/>
          </a:ln>
        </p:spPr>
        <p:txBody>
          <a:bodyPr wrap="none" anchor="ctr">
            <a:sp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n-US" altLang="ja-JP" sz="900" b="0" i="0" u="none" strike="noStrike" kern="0" cap="none" spc="0" normalizeH="0" baseline="0" noProof="0" dirty="0">
                <a:ln>
                  <a:noFill/>
                </a:ln>
                <a:solidFill>
                  <a:srgbClr val="000000"/>
                </a:solidFill>
                <a:effectLst/>
                <a:uLnTx/>
                <a:uFillTx/>
                <a:latin typeface="HGP創英角ｺﾞｼｯｸUB" pitchFamily="50" charset="-128"/>
                <a:ea typeface="HGP創英角ｺﾞｼｯｸUB" pitchFamily="50" charset="-128"/>
                <a:cs typeface="+mn-cs"/>
              </a:rPr>
              <a:t>In-cam shaft</a:t>
            </a:r>
          </a:p>
          <a:p>
            <a:pPr marL="0" marR="0" lvl="0" indent="0" algn="ctr" defTabSz="914400" rtl="0" eaLnBrk="0" fontAlgn="auto" latinLnBrk="0" hangingPunct="0">
              <a:lnSpc>
                <a:spcPct val="100000"/>
              </a:lnSpc>
              <a:spcBef>
                <a:spcPts val="0"/>
              </a:spcBef>
              <a:spcAft>
                <a:spcPts val="0"/>
              </a:spcAft>
              <a:buClrTx/>
              <a:buSzTx/>
              <a:buFontTx/>
              <a:buNone/>
              <a:tabLst/>
              <a:defRPr/>
            </a:pPr>
            <a:r>
              <a:rPr kumimoji="0" lang="en-US" altLang="ja-JP" sz="900" b="0" i="0" u="none" strike="noStrike" kern="0" cap="none" spc="0" normalizeH="0" baseline="0" noProof="0" dirty="0">
                <a:ln>
                  <a:noFill/>
                </a:ln>
                <a:solidFill>
                  <a:srgbClr val="000000"/>
                </a:solidFill>
                <a:effectLst/>
                <a:uLnTx/>
                <a:uFillTx/>
                <a:latin typeface="HGP創英角ｺﾞｼｯｸUB" pitchFamily="50" charset="-128"/>
                <a:ea typeface="HGP創英角ｺﾞｼｯｸUB" pitchFamily="50" charset="-128"/>
                <a:cs typeface="+mn-cs"/>
              </a:rPr>
              <a:t>position sensor</a:t>
            </a:r>
          </a:p>
        </p:txBody>
      </p:sp>
      <p:sp>
        <p:nvSpPr>
          <p:cNvPr id="328" name="線吹き出し 1 (枠付き) 34"/>
          <p:cNvSpPr>
            <a:spLocks/>
          </p:cNvSpPr>
          <p:nvPr/>
        </p:nvSpPr>
        <p:spPr bwMode="auto">
          <a:xfrm>
            <a:off x="3489869" y="1518597"/>
            <a:ext cx="1300067" cy="369332"/>
          </a:xfrm>
          <a:prstGeom prst="borderCallout1">
            <a:avLst>
              <a:gd name="adj1" fmla="val 101156"/>
              <a:gd name="adj2" fmla="val 44683"/>
              <a:gd name="adj3" fmla="val 175926"/>
              <a:gd name="adj4" fmla="val 48502"/>
            </a:avLst>
          </a:prstGeom>
          <a:noFill/>
          <a:ln w="25400" algn="ctr">
            <a:solidFill>
              <a:srgbClr val="000000"/>
            </a:solidFill>
            <a:miter lim="800000"/>
            <a:headEnd type="none" w="med" len="med"/>
            <a:tailEnd type="none" w="med" len="med"/>
          </a:ln>
        </p:spPr>
        <p:txBody>
          <a:bodyPr wrap="square" anchor="ctr">
            <a:sp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n-US" altLang="ja-JP" sz="900" b="0" i="0" u="none" strike="noStrike" kern="0" cap="none" spc="0" normalizeH="0" baseline="0" noProof="0" dirty="0">
                <a:ln>
                  <a:noFill/>
                </a:ln>
                <a:solidFill>
                  <a:srgbClr val="000000"/>
                </a:solidFill>
                <a:effectLst/>
                <a:uLnTx/>
                <a:uFillTx/>
                <a:latin typeface="HGP創英角ｺﾞｼｯｸUB" pitchFamily="50" charset="-128"/>
                <a:ea typeface="HGP創英角ｺﾞｼｯｸUB" pitchFamily="50" charset="-128"/>
                <a:cs typeface="+mn-cs"/>
              </a:rPr>
              <a:t>Intake air pressure</a:t>
            </a:r>
            <a:r>
              <a:rPr kumimoji="0" lang="ja-JP" altLang="en-US" sz="900" b="0" i="0" u="none" strike="noStrike" kern="0" cap="none" spc="0" normalizeH="0" baseline="0" noProof="0" dirty="0">
                <a:ln>
                  <a:noFill/>
                </a:ln>
                <a:solidFill>
                  <a:srgbClr val="000000"/>
                </a:solidFill>
                <a:effectLst/>
                <a:uLnTx/>
                <a:uFillTx/>
                <a:latin typeface="HGP創英角ｺﾞｼｯｸUB" pitchFamily="50" charset="-128"/>
                <a:ea typeface="HGP創英角ｺﾞｼｯｸUB" pitchFamily="50" charset="-128"/>
                <a:cs typeface="+mn-cs"/>
              </a:rPr>
              <a:t>　　　</a:t>
            </a:r>
            <a:r>
              <a:rPr kumimoji="0" lang="en-US" altLang="ja-JP" sz="900" b="0" i="0" u="none" strike="noStrike" kern="0" cap="none" spc="0" normalizeH="0" baseline="0" noProof="0" dirty="0">
                <a:ln>
                  <a:noFill/>
                </a:ln>
                <a:solidFill>
                  <a:srgbClr val="000000"/>
                </a:solidFill>
                <a:effectLst/>
                <a:uLnTx/>
                <a:uFillTx/>
                <a:latin typeface="HGP創英角ｺﾞｼｯｸUB" pitchFamily="50" charset="-128"/>
                <a:ea typeface="HGP創英角ｺﾞｼｯｸUB" pitchFamily="50" charset="-128"/>
                <a:cs typeface="+mn-cs"/>
              </a:rPr>
              <a:t>sensor</a:t>
            </a:r>
            <a:r>
              <a:rPr kumimoji="0" lang="ja-JP" altLang="en-US" sz="900" b="0" i="0" u="none" strike="noStrike" kern="0" cap="none" spc="0" normalizeH="0" baseline="0" noProof="0" dirty="0">
                <a:ln>
                  <a:noFill/>
                </a:ln>
                <a:solidFill>
                  <a:srgbClr val="000000"/>
                </a:solidFill>
                <a:effectLst/>
                <a:uLnTx/>
                <a:uFillTx/>
                <a:latin typeface="HGP創英角ｺﾞｼｯｸUB" pitchFamily="50" charset="-128"/>
                <a:ea typeface="HGP創英角ｺﾞｼｯｸUB" pitchFamily="50" charset="-128"/>
                <a:cs typeface="+mn-cs"/>
              </a:rPr>
              <a:t>　　　　</a:t>
            </a:r>
            <a:endParaRPr kumimoji="0" lang="en-US" altLang="ja-JP" sz="900" b="0" i="0" u="none" strike="noStrike" kern="0" cap="none" spc="0" normalizeH="0" baseline="0" noProof="0" dirty="0">
              <a:ln>
                <a:noFill/>
              </a:ln>
              <a:solidFill>
                <a:srgbClr val="000000"/>
              </a:solidFill>
              <a:effectLst/>
              <a:uLnTx/>
              <a:uFillTx/>
              <a:latin typeface="HGP創英角ｺﾞｼｯｸUB" pitchFamily="50" charset="-128"/>
              <a:ea typeface="HGP創英角ｺﾞｼｯｸUB" pitchFamily="50" charset="-128"/>
              <a:cs typeface="+mn-cs"/>
            </a:endParaRPr>
          </a:p>
        </p:txBody>
      </p:sp>
      <p:sp>
        <p:nvSpPr>
          <p:cNvPr id="329" name="線吹き出し 1 (枠付き) 55"/>
          <p:cNvSpPr>
            <a:spLocks/>
          </p:cNvSpPr>
          <p:nvPr/>
        </p:nvSpPr>
        <p:spPr bwMode="auto">
          <a:xfrm>
            <a:off x="7958790" y="2040550"/>
            <a:ext cx="912429" cy="438582"/>
          </a:xfrm>
          <a:prstGeom prst="borderCallout1">
            <a:avLst>
              <a:gd name="adj1" fmla="val 51669"/>
              <a:gd name="adj2" fmla="val -1363"/>
              <a:gd name="adj3" fmla="val 41268"/>
              <a:gd name="adj4" fmla="val -65070"/>
            </a:avLst>
          </a:prstGeom>
          <a:solidFill>
            <a:srgbClr val="FFFFFF"/>
          </a:solidFill>
          <a:ln w="25400" algn="ctr">
            <a:solidFill>
              <a:srgbClr val="000000"/>
            </a:solidFill>
            <a:miter lim="800000"/>
            <a:headEnd type="none" w="med" len="med"/>
            <a:tailEnd type="none" w="med" len="med"/>
          </a:ln>
        </p:spPr>
        <p:txBody>
          <a:bodyPr wrap="none" anchor="ctr">
            <a:spAutoFit/>
          </a:bodyPr>
          <a:lstStyle/>
          <a:p>
            <a:pPr marL="0" marR="0" lvl="0" indent="0" algn="ctr" defTabSz="914400" rtl="0" eaLnBrk="0" fontAlgn="auto" latinLnBrk="0" hangingPunct="0">
              <a:lnSpc>
                <a:spcPct val="100000"/>
              </a:lnSpc>
              <a:spcBef>
                <a:spcPct val="50000"/>
              </a:spcBef>
              <a:spcAft>
                <a:spcPts val="0"/>
              </a:spcAft>
              <a:buClrTx/>
              <a:buSzTx/>
              <a:buFontTx/>
              <a:buNone/>
              <a:tabLst/>
              <a:defRPr/>
            </a:pPr>
            <a:r>
              <a:rPr kumimoji="0" lang="en-US" altLang="ja-JP" sz="900" b="0" i="0" u="none" strike="noStrike" kern="0" cap="none" spc="0" normalizeH="0" baseline="0" noProof="0" dirty="0">
                <a:ln>
                  <a:noFill/>
                </a:ln>
                <a:solidFill>
                  <a:srgbClr val="000000"/>
                </a:solidFill>
                <a:effectLst/>
                <a:uLnTx/>
                <a:uFillTx/>
                <a:latin typeface="HGP創英角ｺﾞｼｯｸUB" pitchFamily="50" charset="-128"/>
                <a:ea typeface="HGP創英角ｺﾞｼｯｸUB" pitchFamily="50" charset="-128"/>
                <a:cs typeface="+mn-cs"/>
              </a:rPr>
              <a:t>High-pressure</a:t>
            </a:r>
          </a:p>
          <a:p>
            <a:pPr marL="0" marR="0" lvl="0" indent="0" algn="ctr" defTabSz="914400" rtl="0" eaLnBrk="0" fontAlgn="auto" latinLnBrk="0" hangingPunct="0">
              <a:lnSpc>
                <a:spcPct val="100000"/>
              </a:lnSpc>
              <a:spcBef>
                <a:spcPct val="50000"/>
              </a:spcBef>
              <a:spcAft>
                <a:spcPts val="0"/>
              </a:spcAft>
              <a:buClrTx/>
              <a:buSzTx/>
              <a:buFontTx/>
              <a:buNone/>
              <a:tabLst/>
              <a:defRPr/>
            </a:pPr>
            <a:r>
              <a:rPr kumimoji="0" lang="en-US" altLang="ja-JP" sz="900" b="0" i="0" u="none" strike="noStrike" kern="0" cap="none" spc="0" normalizeH="0" baseline="0" noProof="0" dirty="0">
                <a:ln>
                  <a:noFill/>
                </a:ln>
                <a:solidFill>
                  <a:srgbClr val="000000"/>
                </a:solidFill>
                <a:effectLst/>
                <a:uLnTx/>
                <a:uFillTx/>
                <a:latin typeface="HGP創英角ｺﾞｼｯｸUB" pitchFamily="50" charset="-128"/>
                <a:ea typeface="HGP創英角ｺﾞｼｯｸUB" pitchFamily="50" charset="-128"/>
                <a:cs typeface="+mn-cs"/>
              </a:rPr>
              <a:t>fuel pump</a:t>
            </a:r>
          </a:p>
        </p:txBody>
      </p:sp>
      <p:sp>
        <p:nvSpPr>
          <p:cNvPr id="330" name="テキスト ボックス 329"/>
          <p:cNvSpPr txBox="1"/>
          <p:nvPr/>
        </p:nvSpPr>
        <p:spPr>
          <a:xfrm>
            <a:off x="4802445" y="5166352"/>
            <a:ext cx="1256702" cy="1477328"/>
          </a:xfrm>
          <a:prstGeom prst="rect">
            <a:avLst/>
          </a:prstGeom>
          <a:solidFill>
            <a:srgbClr val="FFFF00"/>
          </a:solidFill>
          <a:ln w="25400">
            <a:solidFill>
              <a:srgbClr val="000000"/>
            </a:solidFill>
          </a:ln>
        </p:spPr>
        <p:txBody>
          <a:bodyPr wrap="square" rtlCol="0">
            <a:spAutoFit/>
          </a:bodyPr>
          <a:lstStyle/>
          <a:p>
            <a:pPr marL="0" marR="0" lvl="0" indent="0" algn="ctr" defTabSz="914400" rtl="0" eaLnBrk="0" fontAlgn="auto" latinLnBrk="0" hangingPunct="0">
              <a:lnSpc>
                <a:spcPct val="100000"/>
              </a:lnSpc>
              <a:spcBef>
                <a:spcPct val="50000"/>
              </a:spcBef>
              <a:spcAft>
                <a:spcPts val="0"/>
              </a:spcAft>
              <a:buClrTx/>
              <a:buSzTx/>
              <a:buFontTx/>
              <a:buNone/>
              <a:tabLst/>
              <a:defRPr/>
            </a:pPr>
            <a:r>
              <a:rPr kumimoji="0" lang="en-US" altLang="ja-JP" sz="900" b="0" i="0" u="none" strike="noStrike" kern="0" cap="none" spc="0" normalizeH="0" baseline="0" noProof="0" dirty="0">
                <a:ln>
                  <a:noFill/>
                </a:ln>
                <a:solidFill>
                  <a:srgbClr val="000000"/>
                </a:solidFill>
                <a:effectLst/>
                <a:uLnTx/>
                <a:uFillTx/>
                <a:latin typeface="HG創英角ｺﾞｼｯｸUB" pitchFamily="49" charset="-128"/>
                <a:ea typeface="HG創英角ｺﾞｼｯｸUB" pitchFamily="49" charset="-128"/>
                <a:cs typeface="+mn-cs"/>
              </a:rPr>
              <a:t>ECU</a:t>
            </a:r>
          </a:p>
          <a:p>
            <a:pPr marL="0" marR="0" lvl="0" indent="0" algn="ctr" defTabSz="914400" rtl="0" eaLnBrk="0" fontAlgn="auto" latinLnBrk="0" hangingPunct="0">
              <a:lnSpc>
                <a:spcPct val="100000"/>
              </a:lnSpc>
              <a:spcBef>
                <a:spcPct val="50000"/>
              </a:spcBef>
              <a:spcAft>
                <a:spcPts val="0"/>
              </a:spcAft>
              <a:buClrTx/>
              <a:buSzTx/>
              <a:buFontTx/>
              <a:buNone/>
              <a:tabLst/>
              <a:defRPr/>
            </a:pPr>
            <a:r>
              <a:rPr kumimoji="0" lang="en-US" altLang="ja-JP" sz="900" b="0" i="0" u="none" strike="noStrike" kern="0" cap="none" spc="0" normalizeH="0" baseline="0" noProof="0" dirty="0">
                <a:ln>
                  <a:noFill/>
                </a:ln>
                <a:solidFill>
                  <a:srgbClr val="FF0000"/>
                </a:solidFill>
                <a:effectLst/>
                <a:uLnTx/>
                <a:uFillTx/>
                <a:latin typeface="HG創英角ｺﾞｼｯｸUB" pitchFamily="49" charset="-128"/>
                <a:ea typeface="HG創英角ｺﾞｼｯｸUB" pitchFamily="49" charset="-128"/>
                <a:cs typeface="+mn-cs"/>
              </a:rPr>
              <a:t>MG1</a:t>
            </a:r>
          </a:p>
          <a:p>
            <a:pPr marL="0" marR="0" lvl="0" indent="0" algn="ctr" defTabSz="914400" rtl="0" eaLnBrk="0" fontAlgn="auto" latinLnBrk="0" hangingPunct="0">
              <a:lnSpc>
                <a:spcPct val="100000"/>
              </a:lnSpc>
              <a:spcBef>
                <a:spcPct val="50000"/>
              </a:spcBef>
              <a:spcAft>
                <a:spcPts val="0"/>
              </a:spcAft>
              <a:buClrTx/>
              <a:buSzTx/>
              <a:buFontTx/>
              <a:buNone/>
              <a:tabLst/>
              <a:defRPr/>
            </a:pPr>
            <a:endParaRPr kumimoji="0" lang="en-US" altLang="ja-JP" sz="900" b="0" i="0" u="none" strike="noStrike" kern="0" cap="none" spc="0" normalizeH="0" baseline="0" noProof="0" dirty="0">
              <a:ln>
                <a:noFill/>
              </a:ln>
              <a:solidFill>
                <a:srgbClr val="000000"/>
              </a:solidFill>
              <a:effectLst/>
              <a:uLnTx/>
              <a:uFillTx/>
              <a:latin typeface="HG創英角ｺﾞｼｯｸUB" pitchFamily="49" charset="-128"/>
              <a:ea typeface="HG創英角ｺﾞｼｯｸUB" pitchFamily="49" charset="-128"/>
              <a:cs typeface="+mn-cs"/>
            </a:endParaRPr>
          </a:p>
          <a:p>
            <a:pPr marL="0" marR="0" lvl="0" indent="0" algn="ctr" defTabSz="914400" rtl="0" eaLnBrk="0" fontAlgn="auto" latinLnBrk="0" hangingPunct="0">
              <a:lnSpc>
                <a:spcPct val="100000"/>
              </a:lnSpc>
              <a:spcBef>
                <a:spcPct val="50000"/>
              </a:spcBef>
              <a:spcAft>
                <a:spcPts val="0"/>
              </a:spcAft>
              <a:buClrTx/>
              <a:buSzTx/>
              <a:buFontTx/>
              <a:buNone/>
              <a:tabLst/>
              <a:defRPr/>
            </a:pPr>
            <a:endParaRPr kumimoji="0" lang="en-US" altLang="ja-JP" sz="900" b="0" i="0" u="none" strike="noStrike" kern="0" cap="none" spc="0" normalizeH="0" baseline="0" noProof="0" dirty="0">
              <a:ln>
                <a:noFill/>
              </a:ln>
              <a:solidFill>
                <a:srgbClr val="000000"/>
              </a:solidFill>
              <a:effectLst/>
              <a:uLnTx/>
              <a:uFillTx/>
              <a:latin typeface="HG創英角ｺﾞｼｯｸUB" pitchFamily="49" charset="-128"/>
              <a:ea typeface="HG創英角ｺﾞｼｯｸUB" pitchFamily="49" charset="-128"/>
              <a:cs typeface="+mn-cs"/>
            </a:endParaRPr>
          </a:p>
          <a:p>
            <a:pPr marL="0" marR="0" lvl="0" indent="0" algn="ctr" defTabSz="914400" rtl="0" eaLnBrk="0" fontAlgn="auto" latinLnBrk="0" hangingPunct="0">
              <a:lnSpc>
                <a:spcPct val="100000"/>
              </a:lnSpc>
              <a:spcBef>
                <a:spcPct val="50000"/>
              </a:spcBef>
              <a:spcAft>
                <a:spcPts val="0"/>
              </a:spcAft>
              <a:buClrTx/>
              <a:buSzTx/>
              <a:buFontTx/>
              <a:buNone/>
              <a:tabLst/>
              <a:defRPr/>
            </a:pPr>
            <a:endParaRPr kumimoji="0" lang="en-US" altLang="ja-JP" sz="900" b="0" i="0" u="none" strike="noStrike" kern="0" cap="none" spc="0" normalizeH="0" baseline="0" noProof="0" dirty="0">
              <a:ln>
                <a:noFill/>
              </a:ln>
              <a:solidFill>
                <a:srgbClr val="000000"/>
              </a:solidFill>
              <a:effectLst/>
              <a:uLnTx/>
              <a:uFillTx/>
              <a:latin typeface="HG創英角ｺﾞｼｯｸUB" pitchFamily="49" charset="-128"/>
              <a:ea typeface="HG創英角ｺﾞｼｯｸUB" pitchFamily="49" charset="-128"/>
              <a:cs typeface="+mn-cs"/>
            </a:endParaRPr>
          </a:p>
          <a:p>
            <a:pPr marL="0" marR="0" lvl="0" indent="0" algn="ctr" defTabSz="914400" rtl="0" eaLnBrk="0" fontAlgn="auto" latinLnBrk="0" hangingPunct="0">
              <a:lnSpc>
                <a:spcPct val="100000"/>
              </a:lnSpc>
              <a:spcBef>
                <a:spcPct val="50000"/>
              </a:spcBef>
              <a:spcAft>
                <a:spcPts val="0"/>
              </a:spcAft>
              <a:buClrTx/>
              <a:buSzTx/>
              <a:buFontTx/>
              <a:buNone/>
              <a:tabLst/>
              <a:defRPr/>
            </a:pPr>
            <a:endParaRPr kumimoji="0" lang="en-US" altLang="ja-JP" sz="900" b="0" i="0" u="none" strike="noStrike" kern="0" cap="none" spc="0" normalizeH="0" baseline="0" noProof="0" dirty="0">
              <a:ln>
                <a:noFill/>
              </a:ln>
              <a:solidFill>
                <a:srgbClr val="000000"/>
              </a:solidFill>
              <a:effectLst/>
              <a:uLnTx/>
              <a:uFillTx/>
              <a:latin typeface="HG創英角ｺﾞｼｯｸUB" pitchFamily="49" charset="-128"/>
              <a:ea typeface="HG創英角ｺﾞｼｯｸUB" pitchFamily="49" charset="-128"/>
              <a:cs typeface="+mn-cs"/>
            </a:endParaRPr>
          </a:p>
          <a:p>
            <a:pPr marL="0" marR="0" lvl="0" indent="0" algn="ctr" defTabSz="914400" rtl="0" eaLnBrk="0" fontAlgn="auto" latinLnBrk="0" hangingPunct="0">
              <a:lnSpc>
                <a:spcPct val="100000"/>
              </a:lnSpc>
              <a:spcBef>
                <a:spcPct val="50000"/>
              </a:spcBef>
              <a:spcAft>
                <a:spcPts val="0"/>
              </a:spcAft>
              <a:buClrTx/>
              <a:buSzTx/>
              <a:buFontTx/>
              <a:buNone/>
              <a:tabLst/>
              <a:defRPr/>
            </a:pPr>
            <a:endParaRPr kumimoji="0" lang="ja-JP" altLang="en-US" sz="900" b="0" i="0" u="none" strike="noStrike" kern="0" cap="none" spc="0" normalizeH="0" baseline="0" noProof="0" dirty="0">
              <a:ln>
                <a:noFill/>
              </a:ln>
              <a:solidFill>
                <a:srgbClr val="000000"/>
              </a:solidFill>
              <a:effectLst/>
              <a:uLnTx/>
              <a:uFillTx/>
              <a:latin typeface="HG創英角ｺﾞｼｯｸUB" pitchFamily="49" charset="-128"/>
              <a:ea typeface="HG創英角ｺﾞｼｯｸUB" pitchFamily="49" charset="-128"/>
              <a:cs typeface="+mn-cs"/>
            </a:endParaRPr>
          </a:p>
        </p:txBody>
      </p:sp>
      <p:sp>
        <p:nvSpPr>
          <p:cNvPr id="331" name="線吹き出し 1 (枠付き) 57"/>
          <p:cNvSpPr>
            <a:spLocks/>
          </p:cNvSpPr>
          <p:nvPr/>
        </p:nvSpPr>
        <p:spPr bwMode="auto">
          <a:xfrm flipH="1">
            <a:off x="8011689" y="2519545"/>
            <a:ext cx="865943" cy="230832"/>
          </a:xfrm>
          <a:prstGeom prst="borderCallout1">
            <a:avLst>
              <a:gd name="adj1" fmla="val 47405"/>
              <a:gd name="adj2" fmla="val 100079"/>
              <a:gd name="adj3" fmla="val 355662"/>
              <a:gd name="adj4" fmla="val 297196"/>
            </a:avLst>
          </a:prstGeom>
          <a:solidFill>
            <a:srgbClr val="FFFFFF"/>
          </a:solidFill>
          <a:ln w="25400" algn="ctr">
            <a:solidFill>
              <a:srgbClr val="000000"/>
            </a:solidFill>
            <a:miter lim="800000"/>
            <a:headEnd type="none" w="med" len="med"/>
            <a:tailEnd type="none" w="med" len="med"/>
          </a:ln>
        </p:spPr>
        <p:txBody>
          <a:bodyPr wrap="none" anchor="ctr">
            <a:sp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n-US" altLang="ja-JP" sz="900" b="0" i="0" u="none" strike="noStrike" kern="0" cap="none" spc="0" normalizeH="0" baseline="0" noProof="0" dirty="0">
                <a:ln>
                  <a:noFill/>
                </a:ln>
                <a:solidFill>
                  <a:srgbClr val="000000"/>
                </a:solidFill>
                <a:effectLst/>
                <a:uLnTx/>
                <a:uFillTx/>
                <a:latin typeface="HGP創英角ｺﾞｼｯｸUB" pitchFamily="50" charset="-128"/>
                <a:ea typeface="HGP創英角ｺﾞｼｯｸUB" pitchFamily="50" charset="-128"/>
                <a:cs typeface="+mn-cs"/>
              </a:rPr>
              <a:t>Fuel injectors</a:t>
            </a:r>
          </a:p>
        </p:txBody>
      </p:sp>
      <p:sp>
        <p:nvSpPr>
          <p:cNvPr id="332" name="正方形/長方形 331"/>
          <p:cNvSpPr/>
          <p:nvPr/>
        </p:nvSpPr>
        <p:spPr bwMode="auto">
          <a:xfrm>
            <a:off x="3867688" y="2814966"/>
            <a:ext cx="2553495" cy="143143"/>
          </a:xfrm>
          <a:prstGeom prst="rect">
            <a:avLst/>
          </a:prstGeom>
          <a:solidFill>
            <a:srgbClr val="FFFF00"/>
          </a:solidFill>
          <a:ln w="19050" cap="flat" cmpd="sng" algn="ctr">
            <a:solidFill>
              <a:sysClr val="windowText" lastClr="000000"/>
            </a:solidFill>
            <a:prstDash val="solid"/>
          </a:ln>
          <a:effectLst/>
        </p:spPr>
        <p:txBody>
          <a:bodyPr anchor="ct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1" lang="ja-JP" altLang="en-US" sz="900" b="0" i="0" u="none" strike="noStrike" kern="0" cap="none" spc="0" normalizeH="0" baseline="0" noProof="0" dirty="0">
              <a:ln>
                <a:noFill/>
              </a:ln>
              <a:solidFill>
                <a:sysClr val="window" lastClr="FFFFFF"/>
              </a:solidFill>
              <a:effectLst/>
              <a:uLnTx/>
              <a:uFillTx/>
              <a:latin typeface="HGP創英角ｺﾞｼｯｸUB" pitchFamily="50" charset="-128"/>
              <a:ea typeface="HGP創英角ｺﾞｼｯｸUB" pitchFamily="50" charset="-128"/>
              <a:cs typeface="+mn-cs"/>
            </a:endParaRPr>
          </a:p>
        </p:txBody>
      </p:sp>
      <p:sp>
        <p:nvSpPr>
          <p:cNvPr id="333" name="線吹き出し 1 (枠付き) 44"/>
          <p:cNvSpPr>
            <a:spLocks/>
          </p:cNvSpPr>
          <p:nvPr/>
        </p:nvSpPr>
        <p:spPr bwMode="auto">
          <a:xfrm flipH="1">
            <a:off x="8333891" y="3374684"/>
            <a:ext cx="543740" cy="369332"/>
          </a:xfrm>
          <a:prstGeom prst="borderCallout1">
            <a:avLst>
              <a:gd name="adj1" fmla="val 49778"/>
              <a:gd name="adj2" fmla="val 103584"/>
              <a:gd name="adj3" fmla="val 51742"/>
              <a:gd name="adj4" fmla="val 347266"/>
            </a:avLst>
          </a:prstGeom>
          <a:solidFill>
            <a:srgbClr val="FFFFFF"/>
          </a:solidFill>
          <a:ln w="25400" algn="ctr">
            <a:solidFill>
              <a:srgbClr val="000000"/>
            </a:solidFill>
            <a:miter lim="800000"/>
            <a:headEnd type="none" w="med" len="med"/>
            <a:tailEnd type="none" w="med" len="med"/>
          </a:ln>
        </p:spPr>
        <p:txBody>
          <a:bodyPr wrap="none" anchor="ctr">
            <a:sp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n-US" altLang="ja-JP" sz="900" b="0" i="0" u="none" strike="noStrike" kern="0" cap="none" spc="0" normalizeH="0" baseline="0" noProof="0" dirty="0">
                <a:ln>
                  <a:noFill/>
                </a:ln>
                <a:solidFill>
                  <a:srgbClr val="000000"/>
                </a:solidFill>
                <a:effectLst/>
                <a:uLnTx/>
                <a:uFillTx/>
                <a:latin typeface="HGP創英角ｺﾞｼｯｸUB" pitchFamily="50" charset="-128"/>
                <a:ea typeface="HGP創英角ｺﾞｼｯｸUB" pitchFamily="50" charset="-128"/>
                <a:cs typeface="+mn-cs"/>
              </a:rPr>
              <a:t>In-cam</a:t>
            </a:r>
          </a:p>
          <a:p>
            <a:pPr marL="0" marR="0" lvl="0" indent="0" algn="ctr" defTabSz="914400" rtl="0" eaLnBrk="0" fontAlgn="auto" latinLnBrk="0" hangingPunct="0">
              <a:lnSpc>
                <a:spcPct val="100000"/>
              </a:lnSpc>
              <a:spcBef>
                <a:spcPts val="0"/>
              </a:spcBef>
              <a:spcAft>
                <a:spcPts val="0"/>
              </a:spcAft>
              <a:buClrTx/>
              <a:buSzTx/>
              <a:buFontTx/>
              <a:buNone/>
              <a:tabLst/>
              <a:defRPr/>
            </a:pPr>
            <a:r>
              <a:rPr kumimoji="0" lang="en-US" altLang="ja-JP" sz="900" b="0" i="0" u="none" strike="noStrike" kern="0" cap="none" spc="0" normalizeH="0" baseline="0" noProof="0" dirty="0">
                <a:ln>
                  <a:noFill/>
                </a:ln>
                <a:solidFill>
                  <a:srgbClr val="000000"/>
                </a:solidFill>
                <a:effectLst/>
                <a:uLnTx/>
                <a:uFillTx/>
                <a:latin typeface="HGP創英角ｺﾞｼｯｸUB" pitchFamily="50" charset="-128"/>
                <a:ea typeface="HGP創英角ｺﾞｼｯｸUB" pitchFamily="50" charset="-128"/>
                <a:cs typeface="+mn-cs"/>
              </a:rPr>
              <a:t>OCV</a:t>
            </a:r>
          </a:p>
        </p:txBody>
      </p:sp>
      <p:grpSp>
        <p:nvGrpSpPr>
          <p:cNvPr id="334" name="グループ化 333"/>
          <p:cNvGrpSpPr/>
          <p:nvPr/>
        </p:nvGrpSpPr>
        <p:grpSpPr>
          <a:xfrm>
            <a:off x="1661378" y="1335108"/>
            <a:ext cx="1545590" cy="1075844"/>
            <a:chOff x="4329102" y="1003534"/>
            <a:chExt cx="1660524" cy="1216043"/>
          </a:xfrm>
        </p:grpSpPr>
        <p:sp>
          <p:nvSpPr>
            <p:cNvPr id="335" name="線吹き出し 1 (枠付き) 33"/>
            <p:cNvSpPr>
              <a:spLocks/>
            </p:cNvSpPr>
            <p:nvPr/>
          </p:nvSpPr>
          <p:spPr bwMode="auto">
            <a:xfrm>
              <a:off x="4353998" y="1300829"/>
              <a:ext cx="942391" cy="417462"/>
            </a:xfrm>
            <a:prstGeom prst="borderCallout1">
              <a:avLst>
                <a:gd name="adj1" fmla="val 98972"/>
                <a:gd name="adj2" fmla="val 49560"/>
                <a:gd name="adj3" fmla="val 136603"/>
                <a:gd name="adj4" fmla="val 75726"/>
              </a:avLst>
            </a:prstGeom>
            <a:solidFill>
              <a:srgbClr val="FFFFFF"/>
            </a:solidFill>
            <a:ln w="25400" algn="ctr">
              <a:solidFill>
                <a:srgbClr val="000000"/>
              </a:solidFill>
              <a:miter lim="800000"/>
              <a:headEnd/>
              <a:tailEnd type="oval" w="lg" len="lg"/>
            </a:ln>
          </p:spPr>
          <p:txBody>
            <a:bodyPr wrap="none" anchor="ctr">
              <a:sp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n-US" altLang="ja-JP" sz="900" b="0" i="0" u="none" strike="noStrike" kern="0" cap="none" spc="0" normalizeH="0" baseline="0" noProof="0" dirty="0">
                  <a:ln>
                    <a:noFill/>
                  </a:ln>
                  <a:solidFill>
                    <a:srgbClr val="000000"/>
                  </a:solidFill>
                  <a:effectLst/>
                  <a:uLnTx/>
                  <a:uFillTx/>
                  <a:latin typeface="HGP創英角ｺﾞｼｯｸUB" pitchFamily="50" charset="-128"/>
                  <a:ea typeface="HGP創英角ｺﾞｼｯｸUB" pitchFamily="50" charset="-128"/>
                  <a:cs typeface="+mn-cs"/>
                </a:rPr>
                <a:t>Throttle angle</a:t>
              </a:r>
            </a:p>
            <a:p>
              <a:pPr marL="0" marR="0" lvl="0" indent="0" algn="ctr" defTabSz="914400" rtl="0" eaLnBrk="0" fontAlgn="auto" latinLnBrk="0" hangingPunct="0">
                <a:lnSpc>
                  <a:spcPct val="100000"/>
                </a:lnSpc>
                <a:spcBef>
                  <a:spcPts val="0"/>
                </a:spcBef>
                <a:spcAft>
                  <a:spcPts val="0"/>
                </a:spcAft>
                <a:buClrTx/>
                <a:buSzTx/>
                <a:buFontTx/>
                <a:buNone/>
                <a:tabLst/>
                <a:defRPr/>
              </a:pPr>
              <a:r>
                <a:rPr kumimoji="0" lang="en-US" altLang="ja-JP" sz="900" b="0" i="0" u="none" strike="noStrike" kern="0" cap="none" spc="0" normalizeH="0" baseline="0" noProof="0" dirty="0">
                  <a:ln>
                    <a:noFill/>
                  </a:ln>
                  <a:solidFill>
                    <a:srgbClr val="000000"/>
                  </a:solidFill>
                  <a:effectLst/>
                  <a:uLnTx/>
                  <a:uFillTx/>
                  <a:latin typeface="HGP創英角ｺﾞｼｯｸUB" pitchFamily="50" charset="-128"/>
                  <a:ea typeface="HGP創英角ｺﾞｼｯｸUB" pitchFamily="50" charset="-128"/>
                  <a:cs typeface="+mn-cs"/>
                </a:rPr>
                <a:t>sensor</a:t>
              </a:r>
            </a:p>
          </p:txBody>
        </p:sp>
        <p:sp>
          <p:nvSpPr>
            <p:cNvPr id="336" name="線吹き出し 1 (枠付き) 48"/>
            <p:cNvSpPr>
              <a:spLocks/>
            </p:cNvSpPr>
            <p:nvPr/>
          </p:nvSpPr>
          <p:spPr bwMode="auto">
            <a:xfrm>
              <a:off x="5328775" y="1300829"/>
              <a:ext cx="641006" cy="417462"/>
            </a:xfrm>
            <a:prstGeom prst="borderCallout1">
              <a:avLst>
                <a:gd name="adj1" fmla="val 101035"/>
                <a:gd name="adj2" fmla="val 48283"/>
                <a:gd name="adj3" fmla="val 136060"/>
                <a:gd name="adj4" fmla="val 3418"/>
              </a:avLst>
            </a:prstGeom>
            <a:solidFill>
              <a:srgbClr val="FFFFFF"/>
            </a:solidFill>
            <a:ln w="25400" algn="ctr">
              <a:solidFill>
                <a:srgbClr val="000000"/>
              </a:solidFill>
              <a:miter lim="800000"/>
              <a:headEnd type="none" w="med" len="med"/>
              <a:tailEnd type="none" w="med" len="med"/>
            </a:ln>
          </p:spPr>
          <p:txBody>
            <a:bodyPr wrap="none" anchor="ctr">
              <a:sp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n-US" altLang="ja-JP" sz="900" b="0" i="0" u="none" strike="noStrike" kern="0" cap="none" spc="0" normalizeH="0" baseline="0" noProof="0" dirty="0">
                  <a:ln>
                    <a:noFill/>
                  </a:ln>
                  <a:solidFill>
                    <a:srgbClr val="000000"/>
                  </a:solidFill>
                  <a:effectLst/>
                  <a:uLnTx/>
                  <a:uFillTx/>
                  <a:latin typeface="HGP創英角ｺﾞｼｯｸUB" pitchFamily="50" charset="-128"/>
                  <a:ea typeface="HGP創英角ｺﾞｼｯｸUB" pitchFamily="50" charset="-128"/>
                  <a:cs typeface="+mn-cs"/>
                </a:rPr>
                <a:t>Throttle</a:t>
              </a:r>
            </a:p>
            <a:p>
              <a:pPr marL="0" marR="0" lvl="0" indent="0" algn="ctr" defTabSz="914400" rtl="0" eaLnBrk="0" fontAlgn="auto" latinLnBrk="0" hangingPunct="0">
                <a:lnSpc>
                  <a:spcPct val="100000"/>
                </a:lnSpc>
                <a:spcBef>
                  <a:spcPts val="0"/>
                </a:spcBef>
                <a:spcAft>
                  <a:spcPts val="0"/>
                </a:spcAft>
                <a:buClrTx/>
                <a:buSzTx/>
                <a:buFontTx/>
                <a:buNone/>
                <a:tabLst/>
                <a:defRPr/>
              </a:pPr>
              <a:r>
                <a:rPr kumimoji="0" lang="en-US" altLang="ja-JP" sz="900" b="0" i="0" u="none" strike="noStrike" kern="0" cap="none" spc="0" normalizeH="0" baseline="0" noProof="0" dirty="0">
                  <a:ln>
                    <a:noFill/>
                  </a:ln>
                  <a:solidFill>
                    <a:srgbClr val="000000"/>
                  </a:solidFill>
                  <a:effectLst/>
                  <a:uLnTx/>
                  <a:uFillTx/>
                  <a:latin typeface="HGP創英角ｺﾞｼｯｸUB" pitchFamily="50" charset="-128"/>
                  <a:ea typeface="HGP創英角ｺﾞｼｯｸUB" pitchFamily="50" charset="-128"/>
                  <a:cs typeface="+mn-cs"/>
                </a:rPr>
                <a:t>actuator</a:t>
              </a:r>
            </a:p>
          </p:txBody>
        </p:sp>
        <p:sp>
          <p:nvSpPr>
            <p:cNvPr id="337" name="角丸四角形 336"/>
            <p:cNvSpPr/>
            <p:nvPr/>
          </p:nvSpPr>
          <p:spPr>
            <a:xfrm>
              <a:off x="4329102" y="1233511"/>
              <a:ext cx="1660524" cy="986066"/>
            </a:xfrm>
            <a:prstGeom prst="roundRect">
              <a:avLst>
                <a:gd name="adj" fmla="val 10031"/>
              </a:avLst>
            </a:prstGeom>
            <a:noFill/>
            <a:ln w="9525" cap="flat" cmpd="sng" algn="ctr">
              <a:solidFill>
                <a:srgbClr val="000000"/>
              </a:solidFill>
              <a:prstDash val="solid"/>
            </a:ln>
            <a:effectLst/>
          </p:spPr>
          <p:txBody>
            <a:bodyPr rtlCol="0" anchor="ctr"/>
            <a:lstStyle/>
            <a:p>
              <a:pPr marL="0" marR="0" lvl="0" indent="0" algn="ctr" defTabSz="914400" rtl="0" eaLnBrk="0" fontAlgn="auto" latinLnBrk="0" hangingPunct="0">
                <a:lnSpc>
                  <a:spcPct val="100000"/>
                </a:lnSpc>
                <a:spcBef>
                  <a:spcPct val="50000"/>
                </a:spcBef>
                <a:spcAft>
                  <a:spcPts val="0"/>
                </a:spcAft>
                <a:buClrTx/>
                <a:buSzTx/>
                <a:buFontTx/>
                <a:buNone/>
                <a:tabLst/>
                <a:defRPr/>
              </a:pPr>
              <a:endParaRPr kumimoji="0" lang="ja-JP" altLang="en-US" sz="900" b="0" i="0" u="none" strike="noStrike" kern="0" cap="none" spc="0" normalizeH="0" baseline="0" noProof="0" dirty="0">
                <a:ln>
                  <a:noFill/>
                </a:ln>
                <a:solidFill>
                  <a:srgbClr val="FFFFFF"/>
                </a:solidFill>
                <a:effectLst/>
                <a:uLnTx/>
                <a:uFillTx/>
                <a:latin typeface="Times New Roman"/>
                <a:ea typeface="ＭＳ Ｐゴシック"/>
                <a:cs typeface="+mn-cs"/>
              </a:endParaRPr>
            </a:p>
          </p:txBody>
        </p:sp>
        <p:sp>
          <p:nvSpPr>
            <p:cNvPr id="338" name="テキスト ボックス 53"/>
            <p:cNvSpPr txBox="1">
              <a:spLocks noChangeArrowheads="1"/>
            </p:cNvSpPr>
            <p:nvPr/>
          </p:nvSpPr>
          <p:spPr bwMode="auto">
            <a:xfrm>
              <a:off x="4862134" y="1003534"/>
              <a:ext cx="451563" cy="260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ＭＳ Ｐゴシック" pitchFamily="50" charset="-128"/>
                </a:defRPr>
              </a:lvl1pPr>
              <a:lvl2pPr marL="742950" indent="-285750" eaLnBrk="0" hangingPunct="0">
                <a:defRPr kumimoji="1" sz="2400">
                  <a:solidFill>
                    <a:schemeClr val="tx1"/>
                  </a:solidFill>
                  <a:latin typeface="Times New Roman" pitchFamily="18" charset="0"/>
                  <a:ea typeface="ＭＳ Ｐゴシック" pitchFamily="50" charset="-128"/>
                </a:defRPr>
              </a:lvl2pPr>
              <a:lvl3pPr marL="1143000" indent="-228600" eaLnBrk="0" hangingPunct="0">
                <a:defRPr kumimoji="1" sz="2400">
                  <a:solidFill>
                    <a:schemeClr val="tx1"/>
                  </a:solidFill>
                  <a:latin typeface="Times New Roman" pitchFamily="18" charset="0"/>
                  <a:ea typeface="ＭＳ Ｐゴシック" pitchFamily="50" charset="-128"/>
                </a:defRPr>
              </a:lvl3pPr>
              <a:lvl4pPr marL="1600200" indent="-228600" eaLnBrk="0" hangingPunct="0">
                <a:defRPr kumimoji="1" sz="2400">
                  <a:solidFill>
                    <a:schemeClr val="tx1"/>
                  </a:solidFill>
                  <a:latin typeface="Times New Roman" pitchFamily="18" charset="0"/>
                  <a:ea typeface="ＭＳ Ｐゴシック" pitchFamily="50" charset="-128"/>
                </a:defRPr>
              </a:lvl4pPr>
              <a:lvl5pPr marL="2057400" indent="-228600" eaLnBrk="0" hangingPunct="0">
                <a:defRPr kumimoji="1" sz="2400">
                  <a:solidFill>
                    <a:schemeClr val="tx1"/>
                  </a:solidFill>
                  <a:latin typeface="Times New Roman" pitchFamily="18" charset="0"/>
                  <a:ea typeface="ＭＳ Ｐゴシック" pitchFamily="50"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900" b="1" i="0" u="none" strike="noStrike" kern="0" cap="none" spc="0" normalizeH="0" baseline="0" noProof="0" dirty="0">
                  <a:ln>
                    <a:noFill/>
                  </a:ln>
                  <a:solidFill>
                    <a:srgbClr val="000000"/>
                  </a:solidFill>
                  <a:effectLst/>
                  <a:uLnTx/>
                  <a:uFillTx/>
                  <a:latin typeface="Arial Unicode MS" pitchFamily="50" charset="-128"/>
                  <a:ea typeface="Arial Unicode MS" pitchFamily="50" charset="-128"/>
                  <a:cs typeface="Arial Unicode MS" pitchFamily="50" charset="-128"/>
                </a:rPr>
                <a:t>DBW</a:t>
              </a:r>
              <a:endParaRPr kumimoji="1" lang="ja-JP" altLang="en-US" sz="900" b="1" i="0" u="none" strike="noStrike" kern="0" cap="none" spc="0" normalizeH="0" baseline="0" noProof="0" dirty="0">
                <a:ln>
                  <a:noFill/>
                </a:ln>
                <a:solidFill>
                  <a:srgbClr val="000000"/>
                </a:solidFill>
                <a:effectLst/>
                <a:uLnTx/>
                <a:uFillTx/>
                <a:latin typeface="Arial Unicode MS" pitchFamily="50" charset="-128"/>
                <a:ea typeface="Arial Unicode MS" pitchFamily="50" charset="-128"/>
                <a:cs typeface="Arial Unicode MS" pitchFamily="50" charset="-128"/>
              </a:endParaRPr>
            </a:p>
          </p:txBody>
        </p:sp>
      </p:grpSp>
      <p:grpSp>
        <p:nvGrpSpPr>
          <p:cNvPr id="339" name="グループ化 338"/>
          <p:cNvGrpSpPr/>
          <p:nvPr/>
        </p:nvGrpSpPr>
        <p:grpSpPr>
          <a:xfrm>
            <a:off x="4070039" y="4305686"/>
            <a:ext cx="2272956" cy="244378"/>
            <a:chOff x="-2573031" y="3959644"/>
            <a:chExt cx="2328737" cy="276225"/>
          </a:xfrm>
        </p:grpSpPr>
        <p:sp>
          <p:nvSpPr>
            <p:cNvPr id="340" name="フリーフォーム 339"/>
            <p:cNvSpPr/>
            <p:nvPr/>
          </p:nvSpPr>
          <p:spPr bwMode="auto">
            <a:xfrm>
              <a:off x="-2573031" y="3972344"/>
              <a:ext cx="2328737" cy="263525"/>
            </a:xfrm>
            <a:custGeom>
              <a:avLst/>
              <a:gdLst>
                <a:gd name="connsiteX0" fmla="*/ 0 w 2334127"/>
                <a:gd name="connsiteY0" fmla="*/ 0 h 264695"/>
                <a:gd name="connsiteX1" fmla="*/ 0 w 2334127"/>
                <a:gd name="connsiteY1" fmla="*/ 264695 h 264695"/>
                <a:gd name="connsiteX2" fmla="*/ 2334127 w 2334127"/>
                <a:gd name="connsiteY2" fmla="*/ 264695 h 264695"/>
                <a:gd name="connsiteX3" fmla="*/ 2334127 w 2334127"/>
                <a:gd name="connsiteY3" fmla="*/ 0 h 264695"/>
              </a:gdLst>
              <a:ahLst/>
              <a:cxnLst>
                <a:cxn ang="0">
                  <a:pos x="connsiteX0" y="connsiteY0"/>
                </a:cxn>
                <a:cxn ang="0">
                  <a:pos x="connsiteX1" y="connsiteY1"/>
                </a:cxn>
                <a:cxn ang="0">
                  <a:pos x="connsiteX2" y="connsiteY2"/>
                </a:cxn>
                <a:cxn ang="0">
                  <a:pos x="connsiteX3" y="connsiteY3"/>
                </a:cxn>
              </a:cxnLst>
              <a:rect l="l" t="t" r="r" b="b"/>
              <a:pathLst>
                <a:path w="2334127" h="264695">
                  <a:moveTo>
                    <a:pt x="0" y="0"/>
                  </a:moveTo>
                  <a:lnTo>
                    <a:pt x="0" y="264695"/>
                  </a:lnTo>
                  <a:lnTo>
                    <a:pt x="2334127" y="264695"/>
                  </a:lnTo>
                  <a:lnTo>
                    <a:pt x="2334127" y="0"/>
                  </a:lnTo>
                </a:path>
              </a:pathLst>
            </a:custGeom>
            <a:noFill/>
            <a:ln w="38100" cap="flat" cmpd="sng" algn="ctr">
              <a:solidFill>
                <a:srgbClr val="FF0000"/>
              </a:solidFill>
              <a:prstDash val="solid"/>
            </a:ln>
            <a:effectLst/>
          </p:spPr>
          <p:txBody>
            <a:bodyPr anchor="ct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1" lang="ja-JP" altLang="en-US" sz="900" b="0" i="0" u="none" strike="noStrike" kern="0" cap="none" spc="0" normalizeH="0" baseline="0" noProof="0" dirty="0">
                <a:ln>
                  <a:noFill/>
                </a:ln>
                <a:solidFill>
                  <a:srgbClr val="FF9900"/>
                </a:solidFill>
                <a:effectLst/>
                <a:uLnTx/>
                <a:uFillTx/>
                <a:latin typeface="HGP創英角ｺﾞｼｯｸUB" pitchFamily="50" charset="-128"/>
                <a:ea typeface="HGP創英角ｺﾞｼｯｸUB" pitchFamily="50" charset="-128"/>
                <a:cs typeface="+mn-cs"/>
              </a:endParaRPr>
            </a:p>
          </p:txBody>
        </p:sp>
        <p:sp>
          <p:nvSpPr>
            <p:cNvPr id="341" name="フリーフォーム 340"/>
            <p:cNvSpPr/>
            <p:nvPr/>
          </p:nvSpPr>
          <p:spPr bwMode="auto">
            <a:xfrm>
              <a:off x="-1739411" y="3959644"/>
              <a:ext cx="0" cy="276225"/>
            </a:xfrm>
            <a:custGeom>
              <a:avLst/>
              <a:gdLst>
                <a:gd name="connsiteX0" fmla="*/ 0 w 0"/>
                <a:gd name="connsiteY0" fmla="*/ 276726 h 276726"/>
                <a:gd name="connsiteX1" fmla="*/ 0 w 0"/>
                <a:gd name="connsiteY1" fmla="*/ 0 h 276726"/>
              </a:gdLst>
              <a:ahLst/>
              <a:cxnLst>
                <a:cxn ang="0">
                  <a:pos x="connsiteX0" y="connsiteY0"/>
                </a:cxn>
                <a:cxn ang="0">
                  <a:pos x="connsiteX1" y="connsiteY1"/>
                </a:cxn>
              </a:cxnLst>
              <a:rect l="l" t="t" r="r" b="b"/>
              <a:pathLst>
                <a:path h="276726">
                  <a:moveTo>
                    <a:pt x="0" y="276726"/>
                  </a:moveTo>
                  <a:lnTo>
                    <a:pt x="0" y="0"/>
                  </a:lnTo>
                </a:path>
              </a:pathLst>
            </a:custGeom>
            <a:noFill/>
            <a:ln w="38100" cap="flat" cmpd="sng" algn="ctr">
              <a:solidFill>
                <a:srgbClr val="FF0000"/>
              </a:solidFill>
              <a:prstDash val="solid"/>
            </a:ln>
            <a:effectLst/>
          </p:spPr>
          <p:txBody>
            <a:bodyPr anchor="ct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1" lang="ja-JP" altLang="en-US" sz="900" b="0" i="0" u="none" strike="noStrike" kern="0" cap="none" spc="0" normalizeH="0" baseline="0" noProof="0" dirty="0">
                <a:ln>
                  <a:noFill/>
                </a:ln>
                <a:solidFill>
                  <a:srgbClr val="FF9900"/>
                </a:solidFill>
                <a:effectLst/>
                <a:uLnTx/>
                <a:uFillTx/>
                <a:latin typeface="HGP創英角ｺﾞｼｯｸUB" pitchFamily="50" charset="-128"/>
                <a:ea typeface="HGP創英角ｺﾞｼｯｸUB" pitchFamily="50" charset="-128"/>
                <a:cs typeface="+mn-cs"/>
              </a:endParaRPr>
            </a:p>
          </p:txBody>
        </p:sp>
      </p:grpSp>
      <p:sp>
        <p:nvSpPr>
          <p:cNvPr id="342" name="線吹き出し 1 (枠付き) 40"/>
          <p:cNvSpPr>
            <a:spLocks/>
          </p:cNvSpPr>
          <p:nvPr/>
        </p:nvSpPr>
        <p:spPr bwMode="auto">
          <a:xfrm>
            <a:off x="301290" y="5499079"/>
            <a:ext cx="982618" cy="507831"/>
          </a:xfrm>
          <a:prstGeom prst="borderCallout1">
            <a:avLst>
              <a:gd name="adj1" fmla="val 917"/>
              <a:gd name="adj2" fmla="val 60130"/>
              <a:gd name="adj3" fmla="val -66342"/>
              <a:gd name="adj4" fmla="val 80556"/>
            </a:avLst>
          </a:prstGeom>
          <a:solidFill>
            <a:srgbClr val="FFFF00"/>
          </a:solidFill>
          <a:ln w="25400" algn="ctr">
            <a:solidFill>
              <a:srgbClr val="000000"/>
            </a:solidFill>
            <a:miter lim="800000"/>
            <a:headEnd type="none" w="med" len="med"/>
            <a:tailEnd type="none" w="med" len="med"/>
          </a:ln>
        </p:spPr>
        <p:txBody>
          <a:bodyPr wrap="square" anchor="ctr">
            <a:sp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n-US" altLang="ja-JP" sz="900" b="0" i="0" u="none" strike="noStrike" kern="0" cap="none" spc="0" normalizeH="0" baseline="0" noProof="0" dirty="0">
                <a:ln>
                  <a:noFill/>
                </a:ln>
                <a:solidFill>
                  <a:srgbClr val="000000"/>
                </a:solidFill>
                <a:effectLst/>
                <a:uLnTx/>
                <a:uFillTx/>
                <a:latin typeface="HGP創英角ｺﾞｼｯｸUB" pitchFamily="50" charset="-128"/>
                <a:ea typeface="HGP創英角ｺﾞｼｯｸUB" pitchFamily="50" charset="-128"/>
                <a:cs typeface="+mn-cs"/>
              </a:rPr>
              <a:t>Secondary</a:t>
            </a:r>
          </a:p>
          <a:p>
            <a:pPr marL="0" marR="0" lvl="0" indent="0" algn="ctr" defTabSz="914400" rtl="0" eaLnBrk="0" fontAlgn="auto" latinLnBrk="0" hangingPunct="0">
              <a:lnSpc>
                <a:spcPct val="100000"/>
              </a:lnSpc>
              <a:spcBef>
                <a:spcPts val="0"/>
              </a:spcBef>
              <a:spcAft>
                <a:spcPts val="0"/>
              </a:spcAft>
              <a:buClrTx/>
              <a:buSzTx/>
              <a:buFontTx/>
              <a:buNone/>
              <a:tabLst/>
              <a:defRPr/>
            </a:pPr>
            <a:r>
              <a:rPr kumimoji="0" lang="en-US" altLang="ja-JP" sz="900" b="0" i="0" u="none" strike="noStrike" kern="0" cap="none" spc="0" normalizeH="0" baseline="0" noProof="0" dirty="0">
                <a:ln>
                  <a:noFill/>
                </a:ln>
                <a:solidFill>
                  <a:srgbClr val="000000"/>
                </a:solidFill>
                <a:effectLst/>
                <a:uLnTx/>
                <a:uFillTx/>
                <a:latin typeface="HGP創英角ｺﾞｼｯｸUB" pitchFamily="50" charset="-128"/>
                <a:ea typeface="HGP創英角ｺﾞｼｯｸUB" pitchFamily="50" charset="-128"/>
                <a:cs typeface="+mn-cs"/>
              </a:rPr>
              <a:t>oxygen sensor</a:t>
            </a:r>
          </a:p>
          <a:p>
            <a:pPr marL="0" marR="0" lvl="0" indent="0" algn="ctr" defTabSz="914400" rtl="0" eaLnBrk="0" fontAlgn="auto" latinLnBrk="0" hangingPunct="0">
              <a:lnSpc>
                <a:spcPct val="100000"/>
              </a:lnSpc>
              <a:spcBef>
                <a:spcPts val="0"/>
              </a:spcBef>
              <a:spcAft>
                <a:spcPts val="0"/>
              </a:spcAft>
              <a:buClrTx/>
              <a:buSzTx/>
              <a:buFontTx/>
              <a:buNone/>
              <a:tabLst/>
              <a:defRPr/>
            </a:pPr>
            <a:r>
              <a:rPr kumimoji="0" lang="en-US" altLang="ja-JP" sz="900" b="0" i="0" u="none" strike="noStrike" kern="0" cap="none" spc="0" normalizeH="0" baseline="0" noProof="0" dirty="0">
                <a:ln>
                  <a:noFill/>
                </a:ln>
                <a:solidFill>
                  <a:srgbClr val="000000"/>
                </a:solidFill>
                <a:effectLst/>
                <a:uLnTx/>
                <a:uFillTx/>
                <a:latin typeface="HGP創英角ｺﾞｼｯｸUB" pitchFamily="50" charset="-128"/>
                <a:ea typeface="HGP創英角ｺﾞｼｯｸUB" pitchFamily="50" charset="-128"/>
                <a:cs typeface="+mn-cs"/>
              </a:rPr>
              <a:t>(</a:t>
            </a:r>
            <a:r>
              <a:rPr kumimoji="0" lang="en-US" altLang="ja-JP" sz="900" b="0" i="0" u="none" strike="noStrike" kern="0" cap="none" spc="0" normalizeH="0" baseline="0" noProof="0" dirty="0">
                <a:ln>
                  <a:noFill/>
                </a:ln>
                <a:solidFill>
                  <a:srgbClr val="FF0000"/>
                </a:solidFill>
                <a:effectLst/>
                <a:uLnTx/>
                <a:uFillTx/>
                <a:latin typeface="HGP創英角ｺﾞｼｯｸUB" pitchFamily="50" charset="-128"/>
                <a:ea typeface="HGP創英角ｺﾞｼｯｸUB" pitchFamily="50" charset="-128"/>
                <a:cs typeface="+mn-cs"/>
              </a:rPr>
              <a:t>LSF6</a:t>
            </a:r>
            <a:r>
              <a:rPr kumimoji="0" lang="en-US" altLang="ja-JP" sz="900" b="0" i="0" u="none" strike="noStrike" kern="0" cap="none" spc="0" normalizeH="0" baseline="0" noProof="0" dirty="0">
                <a:ln>
                  <a:noFill/>
                </a:ln>
                <a:solidFill>
                  <a:srgbClr val="000000"/>
                </a:solidFill>
                <a:effectLst/>
                <a:uLnTx/>
                <a:uFillTx/>
                <a:latin typeface="HGP創英角ｺﾞｼｯｸUB" pitchFamily="50" charset="-128"/>
                <a:ea typeface="HGP創英角ｺﾞｼｯｸUB" pitchFamily="50" charset="-128"/>
                <a:cs typeface="+mn-cs"/>
              </a:rPr>
              <a:t>)</a:t>
            </a:r>
          </a:p>
        </p:txBody>
      </p:sp>
      <p:sp>
        <p:nvSpPr>
          <p:cNvPr id="343" name="線吹き出し 1 (枠付き) 67"/>
          <p:cNvSpPr>
            <a:spLocks/>
          </p:cNvSpPr>
          <p:nvPr/>
        </p:nvSpPr>
        <p:spPr bwMode="auto">
          <a:xfrm flipH="1">
            <a:off x="7833755" y="2820333"/>
            <a:ext cx="1043876" cy="230832"/>
          </a:xfrm>
          <a:prstGeom prst="borderCallout1">
            <a:avLst>
              <a:gd name="adj1" fmla="val 53037"/>
              <a:gd name="adj2" fmla="val 100065"/>
              <a:gd name="adj3" fmla="val 188712"/>
              <a:gd name="adj4" fmla="val 178079"/>
            </a:avLst>
          </a:prstGeom>
          <a:solidFill>
            <a:srgbClr val="FFFFFF"/>
          </a:solidFill>
          <a:ln w="25400" algn="ctr">
            <a:solidFill>
              <a:srgbClr val="000000"/>
            </a:solidFill>
            <a:miter lim="800000"/>
            <a:headEnd type="none" w="med" len="med"/>
            <a:tailEnd type="none" w="med" len="med"/>
          </a:ln>
        </p:spPr>
        <p:txBody>
          <a:bodyPr wrap="none" anchor="ctr">
            <a:sp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n-US" altLang="ja-JP" sz="900" b="0" i="0" u="none" strike="noStrike" kern="0" cap="none" spc="0" normalizeH="0" baseline="0" noProof="0" dirty="0">
                <a:ln>
                  <a:noFill/>
                </a:ln>
                <a:solidFill>
                  <a:srgbClr val="000000"/>
                </a:solidFill>
                <a:effectLst/>
                <a:uLnTx/>
                <a:uFillTx/>
                <a:latin typeface="HGP創英角ｺﾞｼｯｸUB" pitchFamily="50" charset="-128"/>
                <a:ea typeface="HGP創英角ｺﾞｼｯｸUB" pitchFamily="50" charset="-128"/>
                <a:cs typeface="+mn-cs"/>
              </a:rPr>
              <a:t>Oil press. Sensor</a:t>
            </a:r>
          </a:p>
        </p:txBody>
      </p:sp>
      <p:sp>
        <p:nvSpPr>
          <p:cNvPr id="344" name="線吹き出し 1 (枠付き) 34"/>
          <p:cNvSpPr>
            <a:spLocks/>
          </p:cNvSpPr>
          <p:nvPr/>
        </p:nvSpPr>
        <p:spPr bwMode="auto">
          <a:xfrm>
            <a:off x="4024733" y="1011091"/>
            <a:ext cx="960519" cy="369332"/>
          </a:xfrm>
          <a:prstGeom prst="borderCallout1">
            <a:avLst>
              <a:gd name="adj1" fmla="val 50885"/>
              <a:gd name="adj2" fmla="val 99940"/>
              <a:gd name="adj3" fmla="val -5641"/>
              <a:gd name="adj4" fmla="val 119677"/>
            </a:avLst>
          </a:prstGeom>
          <a:solidFill>
            <a:srgbClr val="FFFFFF"/>
          </a:solidFill>
          <a:ln w="25400" algn="ctr">
            <a:solidFill>
              <a:srgbClr val="000000"/>
            </a:solidFill>
            <a:miter lim="800000"/>
            <a:headEnd type="none" w="med" len="med"/>
            <a:tailEnd type="none" w="med" len="med"/>
          </a:ln>
        </p:spPr>
        <p:txBody>
          <a:bodyPr wrap="none" anchor="ctr">
            <a:sp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n-US" altLang="ja-JP" sz="900" b="0" i="0" u="none" strike="noStrike" kern="0" cap="none" spc="0" normalizeH="0" baseline="0" noProof="0" dirty="0">
                <a:ln>
                  <a:noFill/>
                </a:ln>
                <a:solidFill>
                  <a:srgbClr val="000000"/>
                </a:solidFill>
                <a:effectLst/>
                <a:uLnTx/>
                <a:uFillTx/>
                <a:latin typeface="HGP創英角ｺﾞｼｯｸUB" pitchFamily="50" charset="-128"/>
                <a:ea typeface="HGP創英角ｺﾞｼｯｸUB" pitchFamily="50" charset="-128"/>
                <a:cs typeface="+mn-cs"/>
              </a:rPr>
              <a:t>Canister Purge </a:t>
            </a:r>
          </a:p>
          <a:p>
            <a:pPr marL="0" marR="0" lvl="0" indent="0" algn="ctr" defTabSz="914400" rtl="0" eaLnBrk="0" fontAlgn="auto" latinLnBrk="0" hangingPunct="0">
              <a:lnSpc>
                <a:spcPct val="100000"/>
              </a:lnSpc>
              <a:spcBef>
                <a:spcPts val="0"/>
              </a:spcBef>
              <a:spcAft>
                <a:spcPts val="0"/>
              </a:spcAft>
              <a:buClrTx/>
              <a:buSzTx/>
              <a:buFontTx/>
              <a:buNone/>
              <a:tabLst/>
              <a:defRPr/>
            </a:pPr>
            <a:r>
              <a:rPr kumimoji="0" lang="en-US" altLang="ja-JP" sz="900" b="0" i="0" u="none" strike="noStrike" kern="0" cap="none" spc="0" normalizeH="0" baseline="0" noProof="0" dirty="0">
                <a:ln>
                  <a:noFill/>
                </a:ln>
                <a:solidFill>
                  <a:srgbClr val="000000"/>
                </a:solidFill>
                <a:effectLst/>
                <a:uLnTx/>
                <a:uFillTx/>
                <a:latin typeface="HGP創英角ｺﾞｼｯｸUB" pitchFamily="50" charset="-128"/>
                <a:ea typeface="HGP創英角ｺﾞｼｯｸUB" pitchFamily="50" charset="-128"/>
                <a:cs typeface="+mn-cs"/>
              </a:rPr>
              <a:t>Control Valve</a:t>
            </a:r>
            <a:endParaRPr kumimoji="0" lang="ja-JP" altLang="en-US" sz="900" b="0" i="0" u="none" strike="noStrike" kern="0" cap="none" spc="0" normalizeH="0" baseline="0" noProof="0" dirty="0">
              <a:ln>
                <a:noFill/>
              </a:ln>
              <a:solidFill>
                <a:srgbClr val="000000"/>
              </a:solidFill>
              <a:effectLst/>
              <a:uLnTx/>
              <a:uFillTx/>
              <a:latin typeface="HGP創英角ｺﾞｼｯｸUB" pitchFamily="50" charset="-128"/>
              <a:ea typeface="HGP創英角ｺﾞｼｯｸUB" pitchFamily="50" charset="-128"/>
              <a:cs typeface="+mn-cs"/>
            </a:endParaRPr>
          </a:p>
        </p:txBody>
      </p:sp>
      <p:sp>
        <p:nvSpPr>
          <p:cNvPr id="345" name="線吹き出し 1 (枠付き) 43"/>
          <p:cNvSpPr>
            <a:spLocks/>
          </p:cNvSpPr>
          <p:nvPr/>
        </p:nvSpPr>
        <p:spPr bwMode="auto">
          <a:xfrm flipH="1">
            <a:off x="2144183" y="3236685"/>
            <a:ext cx="814647" cy="507831"/>
          </a:xfrm>
          <a:prstGeom prst="borderCallout1">
            <a:avLst>
              <a:gd name="adj1" fmla="val 48955"/>
              <a:gd name="adj2" fmla="val -1905"/>
              <a:gd name="adj3" fmla="val 62406"/>
              <a:gd name="adj4" fmla="val -51903"/>
            </a:avLst>
          </a:prstGeom>
          <a:solidFill>
            <a:srgbClr val="FFFFFF"/>
          </a:solidFill>
          <a:ln w="25400" algn="ctr">
            <a:solidFill>
              <a:srgbClr val="000000"/>
            </a:solidFill>
            <a:miter lim="800000"/>
            <a:headEnd type="none" w="med" len="med"/>
            <a:tailEnd type="none" w="med" len="med"/>
          </a:ln>
        </p:spPr>
        <p:txBody>
          <a:bodyPr wrap="none" anchor="ctr">
            <a:sp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n-US" altLang="ja-JP" sz="900" b="0" i="0" u="none" strike="noStrike" kern="0" cap="none" spc="0" normalizeH="0" baseline="0" noProof="0" dirty="0">
                <a:ln>
                  <a:noFill/>
                </a:ln>
                <a:solidFill>
                  <a:srgbClr val="000000"/>
                </a:solidFill>
                <a:effectLst/>
                <a:uLnTx/>
                <a:uFillTx/>
                <a:latin typeface="HGP創英角ｺﾞｼｯｸUB" pitchFamily="50" charset="-128"/>
                <a:ea typeface="HGP創英角ｺﾞｼｯｸUB" pitchFamily="50" charset="-128"/>
                <a:cs typeface="+mn-cs"/>
              </a:rPr>
              <a:t>Coolant</a:t>
            </a:r>
          </a:p>
          <a:p>
            <a:pPr marL="0" marR="0" lvl="0" indent="0" algn="ctr" defTabSz="914400" rtl="0" eaLnBrk="0" fontAlgn="auto" latinLnBrk="0" hangingPunct="0">
              <a:lnSpc>
                <a:spcPct val="100000"/>
              </a:lnSpc>
              <a:spcBef>
                <a:spcPts val="0"/>
              </a:spcBef>
              <a:spcAft>
                <a:spcPts val="0"/>
              </a:spcAft>
              <a:buClrTx/>
              <a:buSzTx/>
              <a:buFontTx/>
              <a:buNone/>
              <a:tabLst/>
              <a:defRPr/>
            </a:pPr>
            <a:r>
              <a:rPr kumimoji="0" lang="en-US" altLang="ja-JP" sz="900" b="0" i="0" u="none" strike="noStrike" kern="0" cap="none" spc="0" normalizeH="0" baseline="0" noProof="0" dirty="0">
                <a:ln>
                  <a:noFill/>
                </a:ln>
                <a:solidFill>
                  <a:srgbClr val="000000"/>
                </a:solidFill>
                <a:effectLst/>
                <a:uLnTx/>
                <a:uFillTx/>
                <a:latin typeface="HGP創英角ｺﾞｼｯｸUB" pitchFamily="50" charset="-128"/>
                <a:ea typeface="HGP創英角ｺﾞｼｯｸUB" pitchFamily="50" charset="-128"/>
                <a:cs typeface="+mn-cs"/>
              </a:rPr>
              <a:t>Temperature</a:t>
            </a:r>
          </a:p>
          <a:p>
            <a:pPr marL="0" marR="0" lvl="0" indent="0" algn="ctr" defTabSz="914400" rtl="0" eaLnBrk="0" fontAlgn="auto" latinLnBrk="0" hangingPunct="0">
              <a:lnSpc>
                <a:spcPct val="100000"/>
              </a:lnSpc>
              <a:spcBef>
                <a:spcPts val="0"/>
              </a:spcBef>
              <a:spcAft>
                <a:spcPts val="0"/>
              </a:spcAft>
              <a:buClrTx/>
              <a:buSzTx/>
              <a:buFontTx/>
              <a:buNone/>
              <a:tabLst/>
              <a:defRPr/>
            </a:pPr>
            <a:r>
              <a:rPr kumimoji="0" lang="en-US" altLang="ja-JP" sz="900" b="0" i="0" u="none" strike="noStrike" kern="0" cap="none" spc="0" normalizeH="0" baseline="0" noProof="0" dirty="0">
                <a:ln>
                  <a:noFill/>
                </a:ln>
                <a:solidFill>
                  <a:srgbClr val="000000"/>
                </a:solidFill>
                <a:effectLst/>
                <a:uLnTx/>
                <a:uFillTx/>
                <a:latin typeface="HGP創英角ｺﾞｼｯｸUB" pitchFamily="50" charset="-128"/>
                <a:ea typeface="HGP創英角ｺﾞｼｯｸUB" pitchFamily="50" charset="-128"/>
                <a:cs typeface="+mn-cs"/>
              </a:rPr>
              <a:t> sensor</a:t>
            </a:r>
          </a:p>
        </p:txBody>
      </p:sp>
      <p:pic>
        <p:nvPicPr>
          <p:cNvPr id="346" name="Picture 2"/>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rot="10800000">
            <a:off x="3691475" y="4051185"/>
            <a:ext cx="176213" cy="29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47" name="Picture 3"/>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3390005" y="3466769"/>
            <a:ext cx="231775" cy="165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48" name="Picture 4"/>
          <p:cNvPicPr>
            <a:picLocks noChangeAspect="1" noChangeArrowheads="1"/>
          </p:cNvPicPr>
          <p:nvPr/>
        </p:nvPicPr>
        <p:blipFill>
          <a:blip r:embed="rId5" cstate="email">
            <a:extLst>
              <a:ext uri="{28A0092B-C50C-407E-A947-70E740481C1C}">
                <a14:useLocalDpi xmlns:a14="http://schemas.microsoft.com/office/drawing/2010/main" val="0"/>
              </a:ext>
            </a:extLst>
          </a:blip>
          <a:srcRect/>
          <a:stretch>
            <a:fillRect/>
          </a:stretch>
        </p:blipFill>
        <p:spPr bwMode="auto">
          <a:xfrm rot="5400000">
            <a:off x="6800836" y="3188985"/>
            <a:ext cx="165100" cy="225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49" name="Picture 5"/>
          <p:cNvPicPr>
            <a:picLocks noChangeAspect="1" noChangeArrowheads="1"/>
          </p:cNvPicPr>
          <p:nvPr/>
        </p:nvPicPr>
        <p:blipFill>
          <a:blip r:embed="rId6" cstate="email">
            <a:extLst>
              <a:ext uri="{28A0092B-C50C-407E-A947-70E740481C1C}">
                <a14:useLocalDpi xmlns:a14="http://schemas.microsoft.com/office/drawing/2010/main" val="0"/>
              </a:ext>
            </a:extLst>
          </a:blip>
          <a:srcRect/>
          <a:stretch>
            <a:fillRect/>
          </a:stretch>
        </p:blipFill>
        <p:spPr bwMode="auto">
          <a:xfrm>
            <a:off x="5077787" y="3073557"/>
            <a:ext cx="231775" cy="115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50" name="Picture 7"/>
          <p:cNvPicPr>
            <a:picLocks noChangeAspect="1" noChangeArrowheads="1"/>
          </p:cNvPicPr>
          <p:nvPr/>
        </p:nvPicPr>
        <p:blipFill>
          <a:blip r:embed="rId7" cstate="email">
            <a:extLst>
              <a:ext uri="{28A0092B-C50C-407E-A947-70E740481C1C}">
                <a14:useLocalDpi xmlns:a14="http://schemas.microsoft.com/office/drawing/2010/main" val="0"/>
              </a:ext>
            </a:extLst>
          </a:blip>
          <a:srcRect/>
          <a:stretch>
            <a:fillRect/>
          </a:stretch>
        </p:blipFill>
        <p:spPr bwMode="auto">
          <a:xfrm>
            <a:off x="3463029" y="3173903"/>
            <a:ext cx="171450" cy="255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51" name="Picture 9"/>
          <p:cNvPicPr>
            <a:picLocks noChangeAspect="1" noChangeArrowheads="1"/>
          </p:cNvPicPr>
          <p:nvPr/>
        </p:nvPicPr>
        <p:blipFill>
          <a:blip r:embed="rId8" cstate="email">
            <a:extLst>
              <a:ext uri="{28A0092B-C50C-407E-A947-70E740481C1C}">
                <a14:useLocalDpi xmlns:a14="http://schemas.microsoft.com/office/drawing/2010/main" val="0"/>
              </a:ext>
            </a:extLst>
          </a:blip>
          <a:srcRect/>
          <a:stretch>
            <a:fillRect/>
          </a:stretch>
        </p:blipFill>
        <p:spPr bwMode="auto">
          <a:xfrm>
            <a:off x="5401470" y="3303852"/>
            <a:ext cx="292357" cy="292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52" name="Picture 10"/>
          <p:cNvPicPr>
            <a:picLocks noChangeAspect="1" noChangeArrowheads="1"/>
          </p:cNvPicPr>
          <p:nvPr/>
        </p:nvPicPr>
        <p:blipFill>
          <a:blip r:embed="rId9" cstate="email">
            <a:extLst>
              <a:ext uri="{28A0092B-C50C-407E-A947-70E740481C1C}">
                <a14:useLocalDpi xmlns:a14="http://schemas.microsoft.com/office/drawing/2010/main" val="0"/>
              </a:ext>
            </a:extLst>
          </a:blip>
          <a:srcRect/>
          <a:stretch>
            <a:fillRect/>
          </a:stretch>
        </p:blipFill>
        <p:spPr bwMode="auto">
          <a:xfrm rot="10800000" flipH="1">
            <a:off x="6357531" y="2806612"/>
            <a:ext cx="225425" cy="158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53" name="Picture 11"/>
          <p:cNvPicPr>
            <a:picLocks noChangeAspect="1" noChangeArrowheads="1"/>
          </p:cNvPicPr>
          <p:nvPr/>
        </p:nvPicPr>
        <p:blipFill>
          <a:blip r:embed="rId10" cstate="email">
            <a:extLst>
              <a:ext uri="{28A0092B-C50C-407E-A947-70E740481C1C}">
                <a14:useLocalDpi xmlns:a14="http://schemas.microsoft.com/office/drawing/2010/main" val="0"/>
              </a:ext>
            </a:extLst>
          </a:blip>
          <a:srcRect/>
          <a:stretch>
            <a:fillRect/>
          </a:stretch>
        </p:blipFill>
        <p:spPr bwMode="auto">
          <a:xfrm rot="5400000">
            <a:off x="6748449" y="3435412"/>
            <a:ext cx="195263" cy="201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54" name="Picture 12"/>
          <p:cNvPicPr>
            <a:picLocks noChangeAspect="1" noChangeArrowheads="1"/>
          </p:cNvPicPr>
          <p:nvPr/>
        </p:nvPicPr>
        <p:blipFill>
          <a:blip r:embed="rId11" cstate="email">
            <a:extLst>
              <a:ext uri="{28A0092B-C50C-407E-A947-70E740481C1C}">
                <a14:useLocalDpi xmlns:a14="http://schemas.microsoft.com/office/drawing/2010/main" val="0"/>
              </a:ext>
            </a:extLst>
          </a:blip>
          <a:srcRect/>
          <a:stretch>
            <a:fillRect/>
          </a:stretch>
        </p:blipFill>
        <p:spPr bwMode="auto">
          <a:xfrm>
            <a:off x="2269728" y="1995292"/>
            <a:ext cx="390525" cy="407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55" name="Picture 13"/>
          <p:cNvPicPr>
            <a:picLocks noChangeAspect="1" noChangeArrowheads="1"/>
          </p:cNvPicPr>
          <p:nvPr/>
        </p:nvPicPr>
        <p:blipFill>
          <a:blip r:embed="rId12" cstate="email">
            <a:extLst>
              <a:ext uri="{28A0092B-C50C-407E-A947-70E740481C1C}">
                <a14:useLocalDpi xmlns:a14="http://schemas.microsoft.com/office/drawing/2010/main" val="0"/>
              </a:ext>
            </a:extLst>
          </a:blip>
          <a:srcRect/>
          <a:stretch>
            <a:fillRect/>
          </a:stretch>
        </p:blipFill>
        <p:spPr bwMode="auto">
          <a:xfrm>
            <a:off x="4547892" y="2081735"/>
            <a:ext cx="171450" cy="212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56" name="Picture 14"/>
          <p:cNvPicPr>
            <a:picLocks noChangeAspect="1" noChangeArrowheads="1"/>
          </p:cNvPicPr>
          <p:nvPr/>
        </p:nvPicPr>
        <p:blipFill>
          <a:blip r:embed="rId13" cstate="email">
            <a:extLst>
              <a:ext uri="{28A0092B-C50C-407E-A947-70E740481C1C}">
                <a14:useLocalDpi xmlns:a14="http://schemas.microsoft.com/office/drawing/2010/main" val="0"/>
              </a:ext>
            </a:extLst>
          </a:blip>
          <a:srcRect/>
          <a:stretch>
            <a:fillRect/>
          </a:stretch>
        </p:blipFill>
        <p:spPr bwMode="auto">
          <a:xfrm>
            <a:off x="2548201" y="4965964"/>
            <a:ext cx="133350" cy="334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57" name="Picture 14"/>
          <p:cNvPicPr>
            <a:picLocks noChangeAspect="1" noChangeArrowheads="1"/>
          </p:cNvPicPr>
          <p:nvPr/>
        </p:nvPicPr>
        <p:blipFill>
          <a:blip r:embed="rId13" cstate="email">
            <a:extLst>
              <a:ext uri="{28A0092B-C50C-407E-A947-70E740481C1C}">
                <a14:useLocalDpi xmlns:a14="http://schemas.microsoft.com/office/drawing/2010/main" val="0"/>
              </a:ext>
            </a:extLst>
          </a:blip>
          <a:srcRect/>
          <a:stretch>
            <a:fillRect/>
          </a:stretch>
        </p:blipFill>
        <p:spPr bwMode="auto">
          <a:xfrm>
            <a:off x="1023474" y="4965964"/>
            <a:ext cx="133350" cy="334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58" name="Picture 15"/>
          <p:cNvPicPr>
            <a:picLocks noChangeAspect="1" noChangeArrowheads="1"/>
          </p:cNvPicPr>
          <p:nvPr/>
        </p:nvPicPr>
        <p:blipFill>
          <a:blip r:embed="rId14" cstate="email">
            <a:extLst>
              <a:ext uri="{28A0092B-C50C-407E-A947-70E740481C1C}">
                <a14:useLocalDpi xmlns:a14="http://schemas.microsoft.com/office/drawing/2010/main" val="0"/>
              </a:ext>
            </a:extLst>
          </a:blip>
          <a:srcRect/>
          <a:stretch>
            <a:fillRect/>
          </a:stretch>
        </p:blipFill>
        <p:spPr bwMode="auto">
          <a:xfrm>
            <a:off x="4014831" y="2086243"/>
            <a:ext cx="171450" cy="182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59" name="Picture 16"/>
          <p:cNvPicPr>
            <a:picLocks noChangeAspect="1" noChangeArrowheads="1"/>
          </p:cNvPicPr>
          <p:nvPr/>
        </p:nvPicPr>
        <p:blipFill>
          <a:blip r:embed="rId15" cstate="email">
            <a:extLst>
              <a:ext uri="{28A0092B-C50C-407E-A947-70E740481C1C}">
                <a14:useLocalDpi xmlns:a14="http://schemas.microsoft.com/office/drawing/2010/main" val="0"/>
              </a:ext>
            </a:extLst>
          </a:blip>
          <a:srcRect/>
          <a:stretch>
            <a:fillRect/>
          </a:stretch>
        </p:blipFill>
        <p:spPr bwMode="auto">
          <a:xfrm>
            <a:off x="7087300" y="2084733"/>
            <a:ext cx="255587" cy="285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60" name="Picture 21"/>
          <p:cNvPicPr>
            <a:picLocks noChangeAspect="1" noChangeArrowheads="1"/>
          </p:cNvPicPr>
          <p:nvPr/>
        </p:nvPicPr>
        <p:blipFill>
          <a:blip r:embed="rId16" cstate="email">
            <a:extLst>
              <a:ext uri="{28A0092B-C50C-407E-A947-70E740481C1C}">
                <a14:useLocalDpi xmlns:a14="http://schemas.microsoft.com/office/drawing/2010/main" val="0"/>
              </a:ext>
            </a:extLst>
          </a:blip>
          <a:srcRect/>
          <a:stretch>
            <a:fillRect/>
          </a:stretch>
        </p:blipFill>
        <p:spPr bwMode="auto">
          <a:xfrm>
            <a:off x="7432300" y="5270934"/>
            <a:ext cx="560387" cy="53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61" name="Picture 22"/>
          <p:cNvPicPr>
            <a:picLocks noChangeAspect="1" noChangeArrowheads="1"/>
          </p:cNvPicPr>
          <p:nvPr/>
        </p:nvPicPr>
        <p:blipFill>
          <a:blip r:embed="rId17" cstate="email">
            <a:extLst>
              <a:ext uri="{28A0092B-C50C-407E-A947-70E740481C1C}">
                <a14:useLocalDpi xmlns:a14="http://schemas.microsoft.com/office/drawing/2010/main" val="0"/>
              </a:ext>
            </a:extLst>
          </a:blip>
          <a:srcRect/>
          <a:stretch>
            <a:fillRect/>
          </a:stretch>
        </p:blipFill>
        <p:spPr bwMode="auto">
          <a:xfrm>
            <a:off x="8172295" y="5296811"/>
            <a:ext cx="7556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362" name="Group 786"/>
          <p:cNvGrpSpPr/>
          <p:nvPr/>
        </p:nvGrpSpPr>
        <p:grpSpPr>
          <a:xfrm>
            <a:off x="6380059" y="6010328"/>
            <a:ext cx="1052240" cy="633353"/>
            <a:chOff x="45720" y="3775710"/>
            <a:chExt cx="1084217" cy="652600"/>
          </a:xfrm>
        </p:grpSpPr>
        <p:sp>
          <p:nvSpPr>
            <p:cNvPr id="363" name="Rectangle 736"/>
            <p:cNvSpPr/>
            <p:nvPr/>
          </p:nvSpPr>
          <p:spPr>
            <a:xfrm>
              <a:off x="45720" y="3820887"/>
              <a:ext cx="1084217" cy="607423"/>
            </a:xfrm>
            <a:prstGeom prst="rect">
              <a:avLst/>
            </a:prstGeom>
            <a:solidFill>
              <a:srgbClr val="FFFFFF">
                <a:lumMod val="50000"/>
              </a:srgbClr>
            </a:solidFill>
            <a:ln w="12700" cap="flat" cmpd="sng" algn="ctr">
              <a:solidFill>
                <a:srgbClr val="000000"/>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Times New Roman"/>
                <a:ea typeface="ＭＳ Ｐゴシック"/>
                <a:cs typeface="+mn-cs"/>
              </a:endParaRPr>
            </a:p>
          </p:txBody>
        </p:sp>
        <p:sp>
          <p:nvSpPr>
            <p:cNvPr id="364" name="Oval 737"/>
            <p:cNvSpPr/>
            <p:nvPr/>
          </p:nvSpPr>
          <p:spPr>
            <a:xfrm>
              <a:off x="81643" y="3889466"/>
              <a:ext cx="476794" cy="476794"/>
            </a:xfrm>
            <a:prstGeom prst="ellipse">
              <a:avLst/>
            </a:prstGeom>
            <a:solidFill>
              <a:srgbClr val="000000">
                <a:lumMod val="75000"/>
                <a:lumOff val="25000"/>
              </a:srgbClr>
            </a:solidFill>
            <a:ln w="9525" cap="flat" cmpd="sng" algn="ctr">
              <a:solidFill>
                <a:srgbClr val="000000"/>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dirty="0">
                <a:ln>
                  <a:noFill/>
                </a:ln>
                <a:solidFill>
                  <a:srgbClr val="000000"/>
                </a:solidFill>
                <a:effectLst/>
                <a:uLnTx/>
                <a:uFillTx/>
                <a:latin typeface="Arial Narrow" pitchFamily="34" charset="0"/>
                <a:ea typeface="ＭＳ Ｐゴシック"/>
                <a:cs typeface="+mn-cs"/>
              </a:endParaRPr>
            </a:p>
          </p:txBody>
        </p:sp>
        <p:sp>
          <p:nvSpPr>
            <p:cNvPr id="365" name="Oval 738"/>
            <p:cNvSpPr/>
            <p:nvPr/>
          </p:nvSpPr>
          <p:spPr>
            <a:xfrm>
              <a:off x="607422" y="3886200"/>
              <a:ext cx="476794" cy="476794"/>
            </a:xfrm>
            <a:prstGeom prst="ellipse">
              <a:avLst/>
            </a:prstGeom>
            <a:solidFill>
              <a:srgbClr val="000000">
                <a:lumMod val="75000"/>
                <a:lumOff val="25000"/>
              </a:srgbClr>
            </a:solidFill>
            <a:ln w="9525" cap="flat" cmpd="sng" algn="ctr">
              <a:solidFill>
                <a:srgbClr val="000000"/>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Times New Roman"/>
                <a:ea typeface="ＭＳ Ｐゴシック"/>
                <a:cs typeface="+mn-cs"/>
              </a:endParaRPr>
            </a:p>
          </p:txBody>
        </p:sp>
        <p:sp>
          <p:nvSpPr>
            <p:cNvPr id="366" name="Oval 741"/>
            <p:cNvSpPr/>
            <p:nvPr/>
          </p:nvSpPr>
          <p:spPr>
            <a:xfrm>
              <a:off x="58783" y="3830684"/>
              <a:ext cx="91439" cy="91439"/>
            </a:xfrm>
            <a:prstGeom prst="ellipse">
              <a:avLst/>
            </a:prstGeom>
            <a:solidFill>
              <a:srgbClr val="00CC99">
                <a:lumMod val="60000"/>
                <a:lumOff val="40000"/>
              </a:srgbClr>
            </a:solidFill>
            <a:ln w="9525" cap="flat" cmpd="sng" algn="ctr">
              <a:solidFill>
                <a:srgbClr val="000000"/>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Times New Roman"/>
                <a:ea typeface="ＭＳ Ｐゴシック"/>
                <a:cs typeface="+mn-cs"/>
              </a:endParaRPr>
            </a:p>
          </p:txBody>
        </p:sp>
        <p:sp>
          <p:nvSpPr>
            <p:cNvPr id="367" name="Oval 742"/>
            <p:cNvSpPr/>
            <p:nvPr/>
          </p:nvSpPr>
          <p:spPr>
            <a:xfrm>
              <a:off x="52251" y="4320541"/>
              <a:ext cx="91439" cy="91439"/>
            </a:xfrm>
            <a:prstGeom prst="ellipse">
              <a:avLst/>
            </a:prstGeom>
            <a:solidFill>
              <a:srgbClr val="00CC99">
                <a:lumMod val="60000"/>
                <a:lumOff val="40000"/>
              </a:srgbClr>
            </a:solidFill>
            <a:ln w="9525" cap="flat" cmpd="sng" algn="ctr">
              <a:solidFill>
                <a:srgbClr val="000000"/>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Times New Roman"/>
                <a:ea typeface="ＭＳ Ｐゴシック"/>
                <a:cs typeface="+mn-cs"/>
              </a:endParaRPr>
            </a:p>
          </p:txBody>
        </p:sp>
        <p:sp>
          <p:nvSpPr>
            <p:cNvPr id="368" name="Rectangle 744"/>
            <p:cNvSpPr/>
            <p:nvPr/>
          </p:nvSpPr>
          <p:spPr>
            <a:xfrm>
              <a:off x="920932" y="3775710"/>
              <a:ext cx="94705" cy="45719"/>
            </a:xfrm>
            <a:prstGeom prst="rect">
              <a:avLst/>
            </a:prstGeom>
            <a:solidFill>
              <a:srgbClr val="000000">
                <a:lumMod val="75000"/>
                <a:lumOff val="25000"/>
              </a:srgbClr>
            </a:solidFill>
            <a:ln w="9525" cap="flat" cmpd="sng" algn="ctr">
              <a:solidFill>
                <a:srgbClr val="000000"/>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Times New Roman"/>
                <a:ea typeface="ＭＳ Ｐゴシック"/>
                <a:cs typeface="+mn-cs"/>
              </a:endParaRPr>
            </a:p>
          </p:txBody>
        </p:sp>
        <p:sp>
          <p:nvSpPr>
            <p:cNvPr id="369" name="TextBox 745"/>
            <p:cNvSpPr txBox="1"/>
            <p:nvPr/>
          </p:nvSpPr>
          <p:spPr>
            <a:xfrm>
              <a:off x="65313" y="3964576"/>
              <a:ext cx="489858" cy="34884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000000"/>
                  </a:solidFill>
                  <a:effectLst/>
                  <a:uLnTx/>
                  <a:uFillTx/>
                  <a:latin typeface="Times New Roman" pitchFamily="18" charset="0"/>
                  <a:ea typeface="ＭＳ Ｐゴシック" charset="-128"/>
                  <a:cs typeface="+mn-cs"/>
                </a:rPr>
                <a:t>RAD FAN</a:t>
              </a:r>
            </a:p>
          </p:txBody>
        </p:sp>
        <p:sp>
          <p:nvSpPr>
            <p:cNvPr id="370" name="TextBox 746"/>
            <p:cNvSpPr txBox="1"/>
            <p:nvPr/>
          </p:nvSpPr>
          <p:spPr>
            <a:xfrm>
              <a:off x="606333" y="3963488"/>
              <a:ext cx="489858" cy="34884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000000"/>
                  </a:solidFill>
                  <a:effectLst/>
                  <a:uLnTx/>
                  <a:uFillTx/>
                  <a:latin typeface="Times New Roman" pitchFamily="18" charset="0"/>
                  <a:ea typeface="ＭＳ Ｐゴシック" charset="-128"/>
                  <a:cs typeface="+mn-cs"/>
                </a:rPr>
                <a:t>RAD FAN</a:t>
              </a:r>
            </a:p>
          </p:txBody>
        </p:sp>
      </p:grpSp>
      <p:grpSp>
        <p:nvGrpSpPr>
          <p:cNvPr id="371" name="Group 360"/>
          <p:cNvGrpSpPr/>
          <p:nvPr/>
        </p:nvGrpSpPr>
        <p:grpSpPr>
          <a:xfrm rot="10800000">
            <a:off x="7360473" y="6468753"/>
            <a:ext cx="217611" cy="149048"/>
            <a:chOff x="4833937" y="5972175"/>
            <a:chExt cx="347663" cy="238125"/>
          </a:xfrm>
        </p:grpSpPr>
        <p:sp>
          <p:nvSpPr>
            <p:cNvPr id="372" name="Rounded Rectangle 792"/>
            <p:cNvSpPr/>
            <p:nvPr/>
          </p:nvSpPr>
          <p:spPr>
            <a:xfrm>
              <a:off x="4957762" y="5972175"/>
              <a:ext cx="95251" cy="238125"/>
            </a:xfrm>
            <a:prstGeom prst="roundRect">
              <a:avLst/>
            </a:prstGeom>
            <a:solidFill>
              <a:srgbClr val="92D050"/>
            </a:solidFill>
            <a:ln w="12700" cap="flat" cmpd="sng" algn="ctr">
              <a:solidFill>
                <a:srgbClr val="000000"/>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0" cap="none" spc="0" normalizeH="0" baseline="0" noProof="0" dirty="0">
                <a:ln>
                  <a:noFill/>
                </a:ln>
                <a:solidFill>
                  <a:srgbClr val="FFFFFF"/>
                </a:solidFill>
                <a:effectLst/>
                <a:uLnTx/>
                <a:uFillTx/>
                <a:latin typeface="Times New Roman"/>
                <a:ea typeface="ＭＳ Ｐゴシック"/>
                <a:cs typeface="+mn-cs"/>
              </a:endParaRPr>
            </a:p>
          </p:txBody>
        </p:sp>
        <p:sp>
          <p:nvSpPr>
            <p:cNvPr id="373" name="Rectangle 794"/>
            <p:cNvSpPr/>
            <p:nvPr/>
          </p:nvSpPr>
          <p:spPr>
            <a:xfrm>
              <a:off x="4833937" y="6019801"/>
              <a:ext cx="123825" cy="142877"/>
            </a:xfrm>
            <a:prstGeom prst="rect">
              <a:avLst/>
            </a:prstGeom>
            <a:solidFill>
              <a:srgbClr val="92D050"/>
            </a:solidFill>
            <a:ln w="12700" cap="flat" cmpd="sng" algn="ctr">
              <a:solidFill>
                <a:srgbClr val="000000"/>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0" cap="none" spc="0" normalizeH="0" baseline="0" noProof="0" dirty="0">
                <a:ln>
                  <a:noFill/>
                </a:ln>
                <a:solidFill>
                  <a:srgbClr val="FFFFFF"/>
                </a:solidFill>
                <a:effectLst/>
                <a:uLnTx/>
                <a:uFillTx/>
                <a:latin typeface="Times New Roman"/>
                <a:ea typeface="ＭＳ Ｐゴシック"/>
                <a:cs typeface="+mn-cs"/>
              </a:endParaRPr>
            </a:p>
          </p:txBody>
        </p:sp>
        <p:sp>
          <p:nvSpPr>
            <p:cNvPr id="374" name="Rectangle 795"/>
            <p:cNvSpPr/>
            <p:nvPr/>
          </p:nvSpPr>
          <p:spPr>
            <a:xfrm>
              <a:off x="5053013" y="6042027"/>
              <a:ext cx="128587" cy="95250"/>
            </a:xfrm>
            <a:prstGeom prst="rect">
              <a:avLst/>
            </a:prstGeom>
            <a:solidFill>
              <a:srgbClr val="92D050"/>
            </a:solidFill>
            <a:ln w="12700" cap="flat" cmpd="sng" algn="ctr">
              <a:solidFill>
                <a:srgbClr val="000000"/>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0" cap="none" spc="0" normalizeH="0" baseline="0" noProof="0" dirty="0">
                <a:ln>
                  <a:noFill/>
                </a:ln>
                <a:solidFill>
                  <a:srgbClr val="FFFFFF"/>
                </a:solidFill>
                <a:effectLst/>
                <a:uLnTx/>
                <a:uFillTx/>
                <a:latin typeface="Times New Roman"/>
                <a:ea typeface="ＭＳ Ｐゴシック"/>
                <a:cs typeface="+mn-cs"/>
              </a:endParaRPr>
            </a:p>
          </p:txBody>
        </p:sp>
      </p:grpSp>
      <p:sp>
        <p:nvSpPr>
          <p:cNvPr id="375" name="線吹き出し 1 (枠付き) 38"/>
          <p:cNvSpPr>
            <a:spLocks/>
          </p:cNvSpPr>
          <p:nvPr/>
        </p:nvSpPr>
        <p:spPr bwMode="auto">
          <a:xfrm>
            <a:off x="7990195" y="6109972"/>
            <a:ext cx="853119" cy="646331"/>
          </a:xfrm>
          <a:prstGeom prst="borderCallout1">
            <a:avLst>
              <a:gd name="adj1" fmla="val 47893"/>
              <a:gd name="adj2" fmla="val -940"/>
              <a:gd name="adj3" fmla="val 73563"/>
              <a:gd name="adj4" fmla="val -52668"/>
            </a:avLst>
          </a:prstGeom>
          <a:solidFill>
            <a:srgbClr val="FFFFFF"/>
          </a:solidFill>
          <a:ln w="25400" algn="ctr">
            <a:solidFill>
              <a:srgbClr val="000000"/>
            </a:solidFill>
            <a:miter lim="800000"/>
            <a:headEnd type="none" w="med" len="med"/>
            <a:tailEnd type="none" w="med" len="med"/>
          </a:ln>
        </p:spPr>
        <p:txBody>
          <a:bodyPr wrap="none" anchor="ctr">
            <a:sp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n-US" altLang="ja-JP" sz="900" b="0" i="0" u="none" strike="noStrike" kern="0" cap="none" spc="0" normalizeH="0" baseline="0" noProof="0" dirty="0">
                <a:ln>
                  <a:noFill/>
                </a:ln>
                <a:solidFill>
                  <a:srgbClr val="000000"/>
                </a:solidFill>
                <a:effectLst/>
                <a:uLnTx/>
                <a:uFillTx/>
                <a:latin typeface="HGP創英角ｺﾞｼｯｸUB" pitchFamily="50" charset="-128"/>
                <a:ea typeface="HGP創英角ｺﾞｼｯｸUB" pitchFamily="50" charset="-128"/>
                <a:cs typeface="+mn-cs"/>
              </a:rPr>
              <a:t>Coolant</a:t>
            </a:r>
          </a:p>
          <a:p>
            <a:pPr marL="0" marR="0" lvl="0" indent="0" algn="ctr" defTabSz="914400" rtl="0" eaLnBrk="0" fontAlgn="auto" latinLnBrk="0" hangingPunct="0">
              <a:lnSpc>
                <a:spcPct val="100000"/>
              </a:lnSpc>
              <a:spcBef>
                <a:spcPts val="0"/>
              </a:spcBef>
              <a:spcAft>
                <a:spcPts val="0"/>
              </a:spcAft>
              <a:buClrTx/>
              <a:buSzTx/>
              <a:buFontTx/>
              <a:buNone/>
              <a:tabLst/>
              <a:defRPr/>
            </a:pPr>
            <a:r>
              <a:rPr kumimoji="0" lang="en-US" altLang="ja-JP" sz="900" b="0" i="0" u="none" strike="noStrike" kern="0" cap="none" spc="0" normalizeH="0" baseline="0" noProof="0" dirty="0">
                <a:ln>
                  <a:noFill/>
                </a:ln>
                <a:solidFill>
                  <a:srgbClr val="000000"/>
                </a:solidFill>
                <a:effectLst/>
                <a:uLnTx/>
                <a:uFillTx/>
                <a:latin typeface="HGP創英角ｺﾞｼｯｸUB" pitchFamily="50" charset="-128"/>
                <a:ea typeface="HGP創英角ｺﾞｼｯｸUB" pitchFamily="50" charset="-128"/>
                <a:cs typeface="+mn-cs"/>
              </a:rPr>
              <a:t>Temperature </a:t>
            </a:r>
          </a:p>
          <a:p>
            <a:pPr marL="0" marR="0" lvl="0" indent="0" algn="ctr" defTabSz="914400" rtl="0" eaLnBrk="0" fontAlgn="auto" latinLnBrk="0" hangingPunct="0">
              <a:lnSpc>
                <a:spcPct val="100000"/>
              </a:lnSpc>
              <a:spcBef>
                <a:spcPts val="0"/>
              </a:spcBef>
              <a:spcAft>
                <a:spcPts val="0"/>
              </a:spcAft>
              <a:buClrTx/>
              <a:buSzTx/>
              <a:buFontTx/>
              <a:buNone/>
              <a:tabLst/>
              <a:defRPr/>
            </a:pPr>
            <a:r>
              <a:rPr kumimoji="0" lang="en-US" altLang="ja-JP" sz="900" b="0" i="0" u="none" strike="noStrike" kern="0" cap="none" spc="0" normalizeH="0" baseline="0" noProof="0" dirty="0">
                <a:ln>
                  <a:noFill/>
                </a:ln>
                <a:solidFill>
                  <a:srgbClr val="000000"/>
                </a:solidFill>
                <a:effectLst/>
                <a:uLnTx/>
                <a:uFillTx/>
                <a:latin typeface="HGP創英角ｺﾞｼｯｸUB" pitchFamily="50" charset="-128"/>
                <a:ea typeface="HGP創英角ｺﾞｼｯｸUB" pitchFamily="50" charset="-128"/>
                <a:cs typeface="+mn-cs"/>
              </a:rPr>
              <a:t>Sensor</a:t>
            </a:r>
          </a:p>
          <a:p>
            <a:pPr marL="0" marR="0" lvl="0" indent="0" algn="ctr" defTabSz="914400" rtl="0" eaLnBrk="0" fontAlgn="auto" latinLnBrk="0" hangingPunct="0">
              <a:lnSpc>
                <a:spcPct val="100000"/>
              </a:lnSpc>
              <a:spcBef>
                <a:spcPts val="0"/>
              </a:spcBef>
              <a:spcAft>
                <a:spcPts val="0"/>
              </a:spcAft>
              <a:buClrTx/>
              <a:buSzTx/>
              <a:buFontTx/>
              <a:buNone/>
              <a:tabLst/>
              <a:defRPr/>
            </a:pPr>
            <a:r>
              <a:rPr kumimoji="0" lang="en-US" altLang="ja-JP" sz="900" b="0" i="0" u="none" strike="noStrike" kern="0" cap="none" spc="0" normalizeH="0" baseline="0" noProof="0" dirty="0">
                <a:ln>
                  <a:noFill/>
                </a:ln>
                <a:solidFill>
                  <a:srgbClr val="000000"/>
                </a:solidFill>
                <a:effectLst/>
                <a:uLnTx/>
                <a:uFillTx/>
                <a:latin typeface="HGP創英角ｺﾞｼｯｸUB" pitchFamily="50" charset="-128"/>
                <a:ea typeface="HGP創英角ｺﾞｼｯｸUB" pitchFamily="50" charset="-128"/>
                <a:cs typeface="+mn-cs"/>
              </a:rPr>
              <a:t>(RAD)</a:t>
            </a:r>
          </a:p>
        </p:txBody>
      </p:sp>
      <p:pic>
        <p:nvPicPr>
          <p:cNvPr id="376" name="Picture 26"/>
          <p:cNvPicPr>
            <a:picLocks noChangeAspect="1" noChangeArrowheads="1"/>
          </p:cNvPicPr>
          <p:nvPr/>
        </p:nvPicPr>
        <p:blipFill>
          <a:blip r:embed="rId18" cstate="email">
            <a:extLst>
              <a:ext uri="{28A0092B-C50C-407E-A947-70E740481C1C}">
                <a14:useLocalDpi xmlns:a14="http://schemas.microsoft.com/office/drawing/2010/main" val="0"/>
              </a:ext>
            </a:extLst>
          </a:blip>
          <a:srcRect/>
          <a:stretch>
            <a:fillRect/>
          </a:stretch>
        </p:blipFill>
        <p:spPr bwMode="auto">
          <a:xfrm>
            <a:off x="6401840" y="1119378"/>
            <a:ext cx="1023937" cy="444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79" name="テキスト ボックス 52"/>
          <p:cNvSpPr txBox="1">
            <a:spLocks noChangeArrowheads="1"/>
          </p:cNvSpPr>
          <p:nvPr/>
        </p:nvSpPr>
        <p:spPr bwMode="auto">
          <a:xfrm>
            <a:off x="7354088" y="1258092"/>
            <a:ext cx="675185"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ＭＳ Ｐゴシック" pitchFamily="50" charset="-128"/>
              </a:defRPr>
            </a:lvl1pPr>
            <a:lvl2pPr marL="742950" indent="-285750" eaLnBrk="0" hangingPunct="0">
              <a:defRPr kumimoji="1" sz="2400">
                <a:solidFill>
                  <a:schemeClr val="tx1"/>
                </a:solidFill>
                <a:latin typeface="Times New Roman" pitchFamily="18" charset="0"/>
                <a:ea typeface="ＭＳ Ｐゴシック" pitchFamily="50" charset="-128"/>
              </a:defRPr>
            </a:lvl2pPr>
            <a:lvl3pPr marL="1143000" indent="-228600" eaLnBrk="0" hangingPunct="0">
              <a:defRPr kumimoji="1" sz="2400">
                <a:solidFill>
                  <a:schemeClr val="tx1"/>
                </a:solidFill>
                <a:latin typeface="Times New Roman" pitchFamily="18" charset="0"/>
                <a:ea typeface="ＭＳ Ｐゴシック" pitchFamily="50" charset="-128"/>
              </a:defRPr>
            </a:lvl3pPr>
            <a:lvl4pPr marL="1600200" indent="-228600" eaLnBrk="0" hangingPunct="0">
              <a:defRPr kumimoji="1" sz="2400">
                <a:solidFill>
                  <a:schemeClr val="tx1"/>
                </a:solidFill>
                <a:latin typeface="Times New Roman" pitchFamily="18" charset="0"/>
                <a:ea typeface="ＭＳ Ｐゴシック" pitchFamily="50" charset="-128"/>
              </a:defRPr>
            </a:lvl4pPr>
            <a:lvl5pPr marL="2057400" indent="-228600" eaLnBrk="0" hangingPunct="0">
              <a:defRPr kumimoji="1" sz="2400">
                <a:solidFill>
                  <a:schemeClr val="tx1"/>
                </a:solidFill>
                <a:latin typeface="Times New Roman" pitchFamily="18" charset="0"/>
                <a:ea typeface="ＭＳ Ｐゴシック" pitchFamily="50"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900" b="1" i="0" u="none" strike="noStrike" kern="1200" cap="none" spc="0" normalizeH="0" baseline="0" noProof="0" dirty="0">
                <a:ln>
                  <a:noFill/>
                </a:ln>
                <a:solidFill>
                  <a:srgbClr val="000000"/>
                </a:solidFill>
                <a:effectLst/>
                <a:uLnTx/>
                <a:uFillTx/>
                <a:latin typeface="HGP創英角ｺﾞｼｯｸUB" pitchFamily="50" charset="-128"/>
                <a:ea typeface="HGP創英角ｺﾞｼｯｸUB" pitchFamily="50" charset="-128"/>
                <a:cs typeface="+mn-cs"/>
              </a:rPr>
              <a:t>Fuel Tank</a:t>
            </a:r>
            <a:endParaRPr kumimoji="1" lang="ja-JP" altLang="en-US" sz="900" b="1" i="0" u="none" strike="noStrike" kern="1200" cap="none" spc="0" normalizeH="0" baseline="0" noProof="0" dirty="0">
              <a:ln>
                <a:noFill/>
              </a:ln>
              <a:solidFill>
                <a:srgbClr val="000000"/>
              </a:solidFill>
              <a:effectLst/>
              <a:uLnTx/>
              <a:uFillTx/>
              <a:latin typeface="HGP創英角ｺﾞｼｯｸUB" pitchFamily="50" charset="-128"/>
              <a:ea typeface="HGP創英角ｺﾞｼｯｸUB" pitchFamily="50" charset="-128"/>
              <a:cs typeface="+mn-cs"/>
            </a:endParaRPr>
          </a:p>
        </p:txBody>
      </p:sp>
      <p:sp>
        <p:nvSpPr>
          <p:cNvPr id="380" name="テキスト ボックス 52"/>
          <p:cNvSpPr txBox="1">
            <a:spLocks noChangeArrowheads="1"/>
          </p:cNvSpPr>
          <p:nvPr/>
        </p:nvSpPr>
        <p:spPr bwMode="auto">
          <a:xfrm>
            <a:off x="7539331" y="5757718"/>
            <a:ext cx="405881"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ＭＳ Ｐゴシック" pitchFamily="50" charset="-128"/>
              </a:defRPr>
            </a:lvl1pPr>
            <a:lvl2pPr marL="742950" indent="-285750" eaLnBrk="0" hangingPunct="0">
              <a:defRPr kumimoji="1" sz="2400">
                <a:solidFill>
                  <a:schemeClr val="tx1"/>
                </a:solidFill>
                <a:latin typeface="Times New Roman" pitchFamily="18" charset="0"/>
                <a:ea typeface="ＭＳ Ｐゴシック" pitchFamily="50" charset="-128"/>
              </a:defRPr>
            </a:lvl2pPr>
            <a:lvl3pPr marL="1143000" indent="-228600" eaLnBrk="0" hangingPunct="0">
              <a:defRPr kumimoji="1" sz="2400">
                <a:solidFill>
                  <a:schemeClr val="tx1"/>
                </a:solidFill>
                <a:latin typeface="Times New Roman" pitchFamily="18" charset="0"/>
                <a:ea typeface="ＭＳ Ｐゴシック" pitchFamily="50" charset="-128"/>
              </a:defRPr>
            </a:lvl3pPr>
            <a:lvl4pPr marL="1600200" indent="-228600" eaLnBrk="0" hangingPunct="0">
              <a:defRPr kumimoji="1" sz="2400">
                <a:solidFill>
                  <a:schemeClr val="tx1"/>
                </a:solidFill>
                <a:latin typeface="Times New Roman" pitchFamily="18" charset="0"/>
                <a:ea typeface="ＭＳ Ｐゴシック" pitchFamily="50" charset="-128"/>
              </a:defRPr>
            </a:lvl4pPr>
            <a:lvl5pPr marL="2057400" indent="-228600" eaLnBrk="0" hangingPunct="0">
              <a:defRPr kumimoji="1" sz="2400">
                <a:solidFill>
                  <a:schemeClr val="tx1"/>
                </a:solidFill>
                <a:latin typeface="Times New Roman" pitchFamily="18" charset="0"/>
                <a:ea typeface="ＭＳ Ｐゴシック" pitchFamily="50"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900" b="1" i="0" u="none" strike="noStrike" kern="1200" cap="none" spc="0" normalizeH="0" baseline="0" noProof="0" dirty="0">
                <a:ln>
                  <a:noFill/>
                </a:ln>
                <a:solidFill>
                  <a:srgbClr val="000000"/>
                </a:solidFill>
                <a:effectLst/>
                <a:uLnTx/>
                <a:uFillTx/>
                <a:latin typeface="HGP創英角ｺﾞｼｯｸUB" pitchFamily="50" charset="-128"/>
                <a:ea typeface="HGP創英角ｺﾞｼｯｸUB" pitchFamily="50" charset="-128"/>
                <a:cs typeface="+mn-cs"/>
              </a:rPr>
              <a:t>ACG</a:t>
            </a:r>
            <a:endParaRPr kumimoji="1" lang="ja-JP" altLang="en-US" sz="900" b="1" i="0" u="none" strike="noStrike" kern="1200" cap="none" spc="0" normalizeH="0" baseline="0" noProof="0" dirty="0">
              <a:ln>
                <a:noFill/>
              </a:ln>
              <a:solidFill>
                <a:srgbClr val="000000"/>
              </a:solidFill>
              <a:effectLst/>
              <a:uLnTx/>
              <a:uFillTx/>
              <a:latin typeface="HGP創英角ｺﾞｼｯｸUB" pitchFamily="50" charset="-128"/>
              <a:ea typeface="HGP創英角ｺﾞｼｯｸUB" pitchFamily="50" charset="-128"/>
              <a:cs typeface="+mn-cs"/>
            </a:endParaRPr>
          </a:p>
        </p:txBody>
      </p:sp>
      <p:sp>
        <p:nvSpPr>
          <p:cNvPr id="381" name="テキスト ボックス 52"/>
          <p:cNvSpPr txBox="1">
            <a:spLocks noChangeArrowheads="1"/>
          </p:cNvSpPr>
          <p:nvPr/>
        </p:nvSpPr>
        <p:spPr bwMode="auto">
          <a:xfrm>
            <a:off x="8354955" y="5757718"/>
            <a:ext cx="530916"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ＭＳ Ｐゴシック" pitchFamily="50" charset="-128"/>
              </a:defRPr>
            </a:lvl1pPr>
            <a:lvl2pPr marL="742950" indent="-285750" eaLnBrk="0" hangingPunct="0">
              <a:defRPr kumimoji="1" sz="2400">
                <a:solidFill>
                  <a:schemeClr val="tx1"/>
                </a:solidFill>
                <a:latin typeface="Times New Roman" pitchFamily="18" charset="0"/>
                <a:ea typeface="ＭＳ Ｐゴシック" pitchFamily="50" charset="-128"/>
              </a:defRPr>
            </a:lvl2pPr>
            <a:lvl3pPr marL="1143000" indent="-228600" eaLnBrk="0" hangingPunct="0">
              <a:defRPr kumimoji="1" sz="2400">
                <a:solidFill>
                  <a:schemeClr val="tx1"/>
                </a:solidFill>
                <a:latin typeface="Times New Roman" pitchFamily="18" charset="0"/>
                <a:ea typeface="ＭＳ Ｐゴシック" pitchFamily="50" charset="-128"/>
              </a:defRPr>
            </a:lvl3pPr>
            <a:lvl4pPr marL="1600200" indent="-228600" eaLnBrk="0" hangingPunct="0">
              <a:defRPr kumimoji="1" sz="2400">
                <a:solidFill>
                  <a:schemeClr val="tx1"/>
                </a:solidFill>
                <a:latin typeface="Times New Roman" pitchFamily="18" charset="0"/>
                <a:ea typeface="ＭＳ Ｐゴシック" pitchFamily="50" charset="-128"/>
              </a:defRPr>
            </a:lvl4pPr>
            <a:lvl5pPr marL="2057400" indent="-228600" eaLnBrk="0" hangingPunct="0">
              <a:defRPr kumimoji="1" sz="2400">
                <a:solidFill>
                  <a:schemeClr val="tx1"/>
                </a:solidFill>
                <a:latin typeface="Times New Roman" pitchFamily="18" charset="0"/>
                <a:ea typeface="ＭＳ Ｐゴシック" pitchFamily="50"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900" b="1" i="0" u="none" strike="noStrike" kern="1200" cap="none" spc="0" normalizeH="0" baseline="0" noProof="0" dirty="0">
                <a:ln>
                  <a:noFill/>
                </a:ln>
                <a:solidFill>
                  <a:srgbClr val="000000"/>
                </a:solidFill>
                <a:effectLst/>
                <a:uLnTx/>
                <a:uFillTx/>
                <a:latin typeface="HGP創英角ｺﾞｼｯｸUB" pitchFamily="50" charset="-128"/>
                <a:ea typeface="HGP創英角ｺﾞｼｯｸUB" pitchFamily="50" charset="-128"/>
                <a:cs typeface="+mn-cs"/>
              </a:rPr>
              <a:t>Starter</a:t>
            </a:r>
            <a:endParaRPr kumimoji="1" lang="ja-JP" altLang="en-US" sz="900" b="1" i="0" u="none" strike="noStrike" kern="1200" cap="none" spc="0" normalizeH="0" baseline="0" noProof="0" dirty="0">
              <a:ln>
                <a:noFill/>
              </a:ln>
              <a:solidFill>
                <a:srgbClr val="000000"/>
              </a:solidFill>
              <a:effectLst/>
              <a:uLnTx/>
              <a:uFillTx/>
              <a:latin typeface="HGP創英角ｺﾞｼｯｸUB" pitchFamily="50" charset="-128"/>
              <a:ea typeface="HGP創英角ｺﾞｼｯｸUB" pitchFamily="50" charset="-128"/>
              <a:cs typeface="+mn-cs"/>
            </a:endParaRPr>
          </a:p>
        </p:txBody>
      </p:sp>
      <p:sp>
        <p:nvSpPr>
          <p:cNvPr id="431" name="フリーフォーム 430"/>
          <p:cNvSpPr/>
          <p:nvPr/>
        </p:nvSpPr>
        <p:spPr bwMode="auto">
          <a:xfrm>
            <a:off x="4730132" y="2935750"/>
            <a:ext cx="116610" cy="552899"/>
          </a:xfrm>
          <a:custGeom>
            <a:avLst/>
            <a:gdLst>
              <a:gd name="connsiteX0" fmla="*/ 0 w 123567"/>
              <a:gd name="connsiteY0" fmla="*/ 0 h 617837"/>
              <a:gd name="connsiteX1" fmla="*/ 0 w 123567"/>
              <a:gd name="connsiteY1" fmla="*/ 432486 h 617837"/>
              <a:gd name="connsiteX2" fmla="*/ 123567 w 123567"/>
              <a:gd name="connsiteY2" fmla="*/ 617837 h 617837"/>
            </a:gdLst>
            <a:ahLst/>
            <a:cxnLst>
              <a:cxn ang="0">
                <a:pos x="connsiteX0" y="connsiteY0"/>
              </a:cxn>
              <a:cxn ang="0">
                <a:pos x="connsiteX1" y="connsiteY1"/>
              </a:cxn>
              <a:cxn ang="0">
                <a:pos x="connsiteX2" y="connsiteY2"/>
              </a:cxn>
            </a:cxnLst>
            <a:rect l="l" t="t" r="r" b="b"/>
            <a:pathLst>
              <a:path w="123567" h="617837">
                <a:moveTo>
                  <a:pt x="0" y="0"/>
                </a:moveTo>
                <a:lnTo>
                  <a:pt x="0" y="432486"/>
                </a:lnTo>
                <a:lnTo>
                  <a:pt x="123567" y="617837"/>
                </a:lnTo>
              </a:path>
            </a:pathLst>
          </a:custGeom>
          <a:noFill/>
          <a:ln w="44450" cap="flat" cmpd="sng" algn="ctr">
            <a:solidFill>
              <a:srgbClr val="FFFF00"/>
            </a:solidFill>
            <a:prstDash val="solid"/>
          </a:ln>
          <a:effectLst/>
        </p:spPr>
        <p:txBody>
          <a:bodyPr anchor="ct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1" lang="ja-JP" altLang="en-US" sz="900" b="0" i="0" u="none" strike="noStrike" kern="0" cap="none" spc="0" normalizeH="0" baseline="0" noProof="0" dirty="0">
              <a:ln>
                <a:noFill/>
              </a:ln>
              <a:solidFill>
                <a:sysClr val="window" lastClr="FFFFFF"/>
              </a:solidFill>
              <a:effectLst/>
              <a:uLnTx/>
              <a:uFillTx/>
              <a:latin typeface="HGP創英角ｺﾞｼｯｸUB" pitchFamily="50" charset="-128"/>
              <a:ea typeface="HGP創英角ｺﾞｼｯｸUB" pitchFamily="50" charset="-128"/>
              <a:cs typeface="+mn-cs"/>
            </a:endParaRPr>
          </a:p>
        </p:txBody>
      </p:sp>
      <p:pic>
        <p:nvPicPr>
          <p:cNvPr id="432" name="Picture 9"/>
          <p:cNvPicPr>
            <a:picLocks noChangeAspect="1" noChangeArrowheads="1"/>
          </p:cNvPicPr>
          <p:nvPr/>
        </p:nvPicPr>
        <p:blipFill>
          <a:blip r:embed="rId8" cstate="email">
            <a:extLst>
              <a:ext uri="{28A0092B-C50C-407E-A947-70E740481C1C}">
                <a14:useLocalDpi xmlns:a14="http://schemas.microsoft.com/office/drawing/2010/main" val="0"/>
              </a:ext>
            </a:extLst>
          </a:blip>
          <a:srcRect/>
          <a:stretch>
            <a:fillRect/>
          </a:stretch>
        </p:blipFill>
        <p:spPr bwMode="auto">
          <a:xfrm>
            <a:off x="4684027" y="3301827"/>
            <a:ext cx="292357" cy="292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33" name="フリーフォーム 432"/>
          <p:cNvSpPr/>
          <p:nvPr/>
        </p:nvSpPr>
        <p:spPr bwMode="auto">
          <a:xfrm>
            <a:off x="6163419" y="2935749"/>
            <a:ext cx="167390" cy="574986"/>
          </a:xfrm>
          <a:custGeom>
            <a:avLst/>
            <a:gdLst>
              <a:gd name="connsiteX0" fmla="*/ 0 w 123567"/>
              <a:gd name="connsiteY0" fmla="*/ 0 h 617837"/>
              <a:gd name="connsiteX1" fmla="*/ 0 w 123567"/>
              <a:gd name="connsiteY1" fmla="*/ 432486 h 617837"/>
              <a:gd name="connsiteX2" fmla="*/ 123567 w 123567"/>
              <a:gd name="connsiteY2" fmla="*/ 617837 h 617837"/>
            </a:gdLst>
            <a:ahLst/>
            <a:cxnLst>
              <a:cxn ang="0">
                <a:pos x="connsiteX0" y="connsiteY0"/>
              </a:cxn>
              <a:cxn ang="0">
                <a:pos x="connsiteX1" y="connsiteY1"/>
              </a:cxn>
              <a:cxn ang="0">
                <a:pos x="connsiteX2" y="connsiteY2"/>
              </a:cxn>
            </a:cxnLst>
            <a:rect l="l" t="t" r="r" b="b"/>
            <a:pathLst>
              <a:path w="123567" h="617837">
                <a:moveTo>
                  <a:pt x="0" y="0"/>
                </a:moveTo>
                <a:lnTo>
                  <a:pt x="0" y="432486"/>
                </a:lnTo>
                <a:lnTo>
                  <a:pt x="123567" y="617837"/>
                </a:lnTo>
              </a:path>
            </a:pathLst>
          </a:custGeom>
          <a:noFill/>
          <a:ln w="44450" cap="flat" cmpd="sng" algn="ctr">
            <a:solidFill>
              <a:srgbClr val="FFFF00"/>
            </a:solidFill>
            <a:prstDash val="solid"/>
          </a:ln>
          <a:effectLst/>
        </p:spPr>
        <p:txBody>
          <a:bodyPr anchor="ct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1" lang="ja-JP" altLang="en-US" sz="900" b="0" i="0" u="none" strike="noStrike" kern="0" cap="none" spc="0" normalizeH="0" baseline="0" noProof="0" dirty="0">
              <a:ln>
                <a:noFill/>
              </a:ln>
              <a:solidFill>
                <a:sysClr val="window" lastClr="FFFFFF"/>
              </a:solidFill>
              <a:effectLst/>
              <a:uLnTx/>
              <a:uFillTx/>
              <a:latin typeface="HGP創英角ｺﾞｼｯｸUB" pitchFamily="50" charset="-128"/>
              <a:ea typeface="HGP創英角ｺﾞｼｯｸUB" pitchFamily="50" charset="-128"/>
              <a:cs typeface="+mn-cs"/>
            </a:endParaRPr>
          </a:p>
        </p:txBody>
      </p:sp>
      <p:pic>
        <p:nvPicPr>
          <p:cNvPr id="434" name="Picture 9"/>
          <p:cNvPicPr>
            <a:picLocks noChangeAspect="1" noChangeArrowheads="1"/>
          </p:cNvPicPr>
          <p:nvPr/>
        </p:nvPicPr>
        <p:blipFill>
          <a:blip r:embed="rId8" cstate="email">
            <a:extLst>
              <a:ext uri="{28A0092B-C50C-407E-A947-70E740481C1C}">
                <a14:useLocalDpi xmlns:a14="http://schemas.microsoft.com/office/drawing/2010/main" val="0"/>
              </a:ext>
            </a:extLst>
          </a:blip>
          <a:srcRect/>
          <a:stretch>
            <a:fillRect/>
          </a:stretch>
        </p:blipFill>
        <p:spPr bwMode="auto">
          <a:xfrm>
            <a:off x="6120299" y="3303852"/>
            <a:ext cx="292357" cy="292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53" name="線吹き出し 1 (枠付き) 42"/>
          <p:cNvSpPr>
            <a:spLocks/>
          </p:cNvSpPr>
          <p:nvPr/>
        </p:nvSpPr>
        <p:spPr bwMode="auto">
          <a:xfrm>
            <a:off x="4225403" y="2489128"/>
            <a:ext cx="888977" cy="230832"/>
          </a:xfrm>
          <a:prstGeom prst="borderCallout1">
            <a:avLst>
              <a:gd name="adj1" fmla="val 103901"/>
              <a:gd name="adj2" fmla="val 52409"/>
              <a:gd name="adj3" fmla="val 265338"/>
              <a:gd name="adj4" fmla="val 107736"/>
            </a:avLst>
          </a:prstGeom>
          <a:solidFill>
            <a:srgbClr val="FFFFFF"/>
          </a:solidFill>
          <a:ln w="25400" algn="ctr">
            <a:solidFill>
              <a:srgbClr val="000000"/>
            </a:solidFill>
            <a:miter lim="800000"/>
            <a:headEnd type="none" w="med" len="med"/>
            <a:tailEnd type="none" w="med" len="med"/>
          </a:ln>
        </p:spPr>
        <p:txBody>
          <a:bodyPr wrap="square" anchor="ctr">
            <a:sp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n-US" altLang="ja-JP" sz="900" b="0" i="0" u="none" strike="noStrike" kern="0" cap="none" spc="0" normalizeH="0" baseline="0" noProof="0" dirty="0">
                <a:ln>
                  <a:noFill/>
                </a:ln>
                <a:solidFill>
                  <a:srgbClr val="000000"/>
                </a:solidFill>
                <a:effectLst/>
                <a:uLnTx/>
                <a:uFillTx/>
                <a:latin typeface="HGP創英角ｺﾞｼｯｸUB" pitchFamily="50" charset="-128"/>
                <a:ea typeface="HGP創英角ｺﾞｼｯｸUB" pitchFamily="50" charset="-128"/>
                <a:cs typeface="+mn-cs"/>
              </a:rPr>
              <a:t>Knock sensor</a:t>
            </a:r>
          </a:p>
        </p:txBody>
      </p:sp>
      <p:pic>
        <p:nvPicPr>
          <p:cNvPr id="454" name="Picture 3"/>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7081000" y="1720719"/>
            <a:ext cx="231775" cy="165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55" name="線吹き出し 1 (枠付き) 55"/>
          <p:cNvSpPr>
            <a:spLocks/>
          </p:cNvSpPr>
          <p:nvPr/>
        </p:nvSpPr>
        <p:spPr bwMode="auto">
          <a:xfrm>
            <a:off x="7955585" y="1693942"/>
            <a:ext cx="922047" cy="230832"/>
          </a:xfrm>
          <a:prstGeom prst="borderCallout1">
            <a:avLst>
              <a:gd name="adj1" fmla="val 64486"/>
              <a:gd name="adj2" fmla="val -1628"/>
              <a:gd name="adj3" fmla="val 42659"/>
              <a:gd name="adj4" fmla="val -65794"/>
            </a:avLst>
          </a:prstGeom>
          <a:solidFill>
            <a:srgbClr val="FFFFFF"/>
          </a:solidFill>
          <a:ln w="25400" algn="ctr">
            <a:solidFill>
              <a:srgbClr val="000000"/>
            </a:solidFill>
            <a:miter lim="800000"/>
            <a:headEnd type="none" w="med" len="med"/>
            <a:tailEnd type="none" w="med" len="med"/>
          </a:ln>
        </p:spPr>
        <p:txBody>
          <a:bodyPr wrap="none" anchor="ctr">
            <a:spAutoFit/>
          </a:bodyPr>
          <a:lstStyle/>
          <a:p>
            <a:pPr marL="0" marR="0" lvl="0" indent="0" algn="ctr" defTabSz="914400" rtl="0" eaLnBrk="0" fontAlgn="auto" latinLnBrk="0" hangingPunct="0">
              <a:lnSpc>
                <a:spcPct val="100000"/>
              </a:lnSpc>
              <a:spcBef>
                <a:spcPct val="50000"/>
              </a:spcBef>
              <a:spcAft>
                <a:spcPts val="0"/>
              </a:spcAft>
              <a:buClrTx/>
              <a:buSzTx/>
              <a:buFontTx/>
              <a:buNone/>
              <a:tabLst/>
              <a:defRPr/>
            </a:pPr>
            <a:r>
              <a:rPr kumimoji="0" lang="en-US" altLang="ja-JP" sz="900" b="0" i="0" u="none" strike="noStrike" kern="0" cap="none" spc="0" normalizeH="0" baseline="0" noProof="0" dirty="0">
                <a:ln>
                  <a:noFill/>
                </a:ln>
                <a:solidFill>
                  <a:srgbClr val="000000"/>
                </a:solidFill>
                <a:effectLst/>
                <a:uLnTx/>
                <a:uFillTx/>
                <a:latin typeface="HGP創英角ｺﾞｼｯｸUB" pitchFamily="50" charset="-128"/>
                <a:ea typeface="HGP創英角ｺﾞｼｯｸUB" pitchFamily="50" charset="-128"/>
                <a:cs typeface="+mn-cs"/>
              </a:rPr>
              <a:t>Ethanol sensor</a:t>
            </a:r>
          </a:p>
        </p:txBody>
      </p:sp>
      <p:sp>
        <p:nvSpPr>
          <p:cNvPr id="456" name="線吹き出し 1 (枠付き) 56"/>
          <p:cNvSpPr>
            <a:spLocks/>
          </p:cNvSpPr>
          <p:nvPr/>
        </p:nvSpPr>
        <p:spPr bwMode="auto">
          <a:xfrm>
            <a:off x="5976021" y="1859886"/>
            <a:ext cx="660758" cy="507831"/>
          </a:xfrm>
          <a:prstGeom prst="borderCallout1">
            <a:avLst>
              <a:gd name="adj1" fmla="val 101333"/>
              <a:gd name="adj2" fmla="val 51970"/>
              <a:gd name="adj3" fmla="val 177952"/>
              <a:gd name="adj4" fmla="val 73100"/>
            </a:avLst>
          </a:prstGeom>
          <a:solidFill>
            <a:srgbClr val="FFFFFF"/>
          </a:solidFill>
          <a:ln w="25400" algn="ctr">
            <a:solidFill>
              <a:srgbClr val="000000"/>
            </a:solidFill>
            <a:miter lim="800000"/>
            <a:headEnd type="none" w="med" len="med"/>
            <a:tailEnd type="none" w="med" len="med"/>
          </a:ln>
        </p:spPr>
        <p:txBody>
          <a:bodyPr wrap="none" anchor="ctr">
            <a:sp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n-US" altLang="ja-JP" sz="900" b="0" i="0" u="none" strike="noStrike" kern="0" cap="none" spc="0" normalizeH="0" baseline="0" noProof="0" dirty="0">
                <a:ln>
                  <a:noFill/>
                </a:ln>
                <a:solidFill>
                  <a:srgbClr val="000000"/>
                </a:solidFill>
                <a:effectLst/>
                <a:uLnTx/>
                <a:uFillTx/>
                <a:latin typeface="HGP創英角ｺﾞｼｯｸUB" pitchFamily="50" charset="-128"/>
                <a:ea typeface="HGP創英角ｺﾞｼｯｸUB" pitchFamily="50" charset="-128"/>
                <a:cs typeface="+mn-cs"/>
              </a:rPr>
              <a:t>Fuel rail </a:t>
            </a:r>
          </a:p>
          <a:p>
            <a:pPr marL="0" marR="0" lvl="0" indent="0" algn="ctr" defTabSz="914400" rtl="0" eaLnBrk="0" fontAlgn="auto" latinLnBrk="0" hangingPunct="0">
              <a:lnSpc>
                <a:spcPct val="100000"/>
              </a:lnSpc>
              <a:spcBef>
                <a:spcPts val="0"/>
              </a:spcBef>
              <a:spcAft>
                <a:spcPts val="0"/>
              </a:spcAft>
              <a:buClrTx/>
              <a:buSzTx/>
              <a:buFontTx/>
              <a:buNone/>
              <a:tabLst/>
              <a:defRPr/>
            </a:pPr>
            <a:r>
              <a:rPr kumimoji="0" lang="en-US" altLang="ja-JP" sz="900" b="0" i="0" u="none" strike="noStrike" kern="0" cap="none" spc="0" normalizeH="0" baseline="0" noProof="0" dirty="0">
                <a:ln>
                  <a:noFill/>
                </a:ln>
                <a:solidFill>
                  <a:srgbClr val="000000"/>
                </a:solidFill>
                <a:effectLst/>
                <a:uLnTx/>
                <a:uFillTx/>
                <a:latin typeface="HGP創英角ｺﾞｼｯｸUB" pitchFamily="50" charset="-128"/>
                <a:ea typeface="HGP創英角ｺﾞｼｯｸUB" pitchFamily="50" charset="-128"/>
                <a:cs typeface="+mn-cs"/>
              </a:rPr>
              <a:t>Pressure </a:t>
            </a:r>
          </a:p>
          <a:p>
            <a:pPr marL="0" marR="0" lvl="0" indent="0" algn="ctr" defTabSz="914400" rtl="0" eaLnBrk="0" fontAlgn="auto" latinLnBrk="0" hangingPunct="0">
              <a:lnSpc>
                <a:spcPct val="100000"/>
              </a:lnSpc>
              <a:spcBef>
                <a:spcPts val="0"/>
              </a:spcBef>
              <a:spcAft>
                <a:spcPts val="0"/>
              </a:spcAft>
              <a:buClrTx/>
              <a:buSzTx/>
              <a:buFontTx/>
              <a:buNone/>
              <a:tabLst/>
              <a:defRPr/>
            </a:pPr>
            <a:r>
              <a:rPr kumimoji="0" lang="en-US" altLang="ja-JP" sz="900" b="0" i="0" u="none" strike="noStrike" kern="0" cap="none" spc="0" normalizeH="0" baseline="0" noProof="0" dirty="0">
                <a:ln>
                  <a:noFill/>
                </a:ln>
                <a:solidFill>
                  <a:srgbClr val="000000"/>
                </a:solidFill>
                <a:effectLst/>
                <a:uLnTx/>
                <a:uFillTx/>
                <a:latin typeface="HGP創英角ｺﾞｼｯｸUB" pitchFamily="50" charset="-128"/>
                <a:ea typeface="HGP創英角ｺﾞｼｯｸUB" pitchFamily="50" charset="-128"/>
                <a:cs typeface="+mn-cs"/>
              </a:rPr>
              <a:t>sensor</a:t>
            </a:r>
          </a:p>
        </p:txBody>
      </p:sp>
      <p:sp>
        <p:nvSpPr>
          <p:cNvPr id="457" name="線吹き出し 1 (枠付き) 67"/>
          <p:cNvSpPr>
            <a:spLocks/>
          </p:cNvSpPr>
          <p:nvPr/>
        </p:nvSpPr>
        <p:spPr bwMode="auto">
          <a:xfrm flipH="1">
            <a:off x="7522131" y="3084871"/>
            <a:ext cx="1348446" cy="230832"/>
          </a:xfrm>
          <a:prstGeom prst="borderCallout1">
            <a:avLst>
              <a:gd name="adj1" fmla="val 53037"/>
              <a:gd name="adj2" fmla="val 100065"/>
              <a:gd name="adj3" fmla="val 81282"/>
              <a:gd name="adj4" fmla="val 136235"/>
            </a:avLst>
          </a:prstGeom>
          <a:solidFill>
            <a:srgbClr val="FFFFFF"/>
          </a:solidFill>
          <a:ln w="25400" algn="ctr">
            <a:solidFill>
              <a:srgbClr val="000000"/>
            </a:solidFill>
            <a:miter lim="800000"/>
            <a:headEnd type="none" w="med" len="med"/>
            <a:tailEnd type="none" w="med" len="med"/>
          </a:ln>
        </p:spPr>
        <p:txBody>
          <a:bodyPr wrap="none" anchor="ctr">
            <a:sp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n-US" altLang="ja-JP" sz="900" b="0" i="0" u="none" strike="noStrike" kern="0" cap="none" spc="0" normalizeH="0" baseline="0" noProof="0" dirty="0">
                <a:ln>
                  <a:noFill/>
                </a:ln>
                <a:solidFill>
                  <a:srgbClr val="000000"/>
                </a:solidFill>
                <a:effectLst/>
                <a:uLnTx/>
                <a:uFillTx/>
                <a:latin typeface="HGP創英角ｺﾞｼｯｸUB" pitchFamily="50" charset="-128"/>
                <a:ea typeface="HGP創英角ｺﾞｼｯｸUB" pitchFamily="50" charset="-128"/>
                <a:cs typeface="+mn-cs"/>
              </a:rPr>
              <a:t>VTEC Oil press. Sensor</a:t>
            </a:r>
          </a:p>
        </p:txBody>
      </p:sp>
      <p:sp>
        <p:nvSpPr>
          <p:cNvPr id="458" name="円/楕円 234"/>
          <p:cNvSpPr/>
          <p:nvPr/>
        </p:nvSpPr>
        <p:spPr bwMode="auto">
          <a:xfrm>
            <a:off x="3792472" y="3488969"/>
            <a:ext cx="616168" cy="587070"/>
          </a:xfrm>
          <a:prstGeom prst="ellipse">
            <a:avLst/>
          </a:prstGeom>
          <a:solidFill>
            <a:sysClr val="window" lastClr="FFFFFF"/>
          </a:solidFill>
          <a:ln w="25400" cap="flat" cmpd="sng" algn="ctr">
            <a:solidFill>
              <a:sysClr val="windowText" lastClr="000000"/>
            </a:solidFill>
            <a:prstDash val="solid"/>
          </a:ln>
          <a:effectLst/>
        </p:spPr>
        <p:txBody>
          <a:bodyPr anchor="ct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1" lang="ja-JP" altLang="en-US" sz="900" b="0" i="0" u="none" strike="noStrike" kern="0" cap="none" spc="0" normalizeH="0" baseline="0" noProof="0" dirty="0">
              <a:ln>
                <a:noFill/>
              </a:ln>
              <a:solidFill>
                <a:sysClr val="window" lastClr="FFFFFF"/>
              </a:solidFill>
              <a:effectLst/>
              <a:uLnTx/>
              <a:uFillTx/>
              <a:latin typeface="HGP創英角ｺﾞｼｯｸUB" pitchFamily="50" charset="-128"/>
              <a:ea typeface="HGP創英角ｺﾞｼｯｸUB" pitchFamily="50" charset="-128"/>
              <a:cs typeface="+mn-cs"/>
            </a:endParaRPr>
          </a:p>
        </p:txBody>
      </p:sp>
      <p:sp>
        <p:nvSpPr>
          <p:cNvPr id="459" name="フリーフォーム 458"/>
          <p:cNvSpPr/>
          <p:nvPr/>
        </p:nvSpPr>
        <p:spPr bwMode="auto">
          <a:xfrm>
            <a:off x="3303196" y="3780006"/>
            <a:ext cx="2985863" cy="45719"/>
          </a:xfrm>
          <a:custGeom>
            <a:avLst/>
            <a:gdLst>
              <a:gd name="connsiteX0" fmla="*/ 0 w 4849977"/>
              <a:gd name="connsiteY0" fmla="*/ 0 h 0"/>
              <a:gd name="connsiteX1" fmla="*/ 4849977 w 4849977"/>
              <a:gd name="connsiteY1" fmla="*/ 0 h 0"/>
            </a:gdLst>
            <a:ahLst/>
            <a:cxnLst>
              <a:cxn ang="0">
                <a:pos x="connsiteX0" y="connsiteY0"/>
              </a:cxn>
              <a:cxn ang="0">
                <a:pos x="connsiteX1" y="connsiteY1"/>
              </a:cxn>
            </a:cxnLst>
            <a:rect l="l" t="t" r="r" b="b"/>
            <a:pathLst>
              <a:path w="4849977">
                <a:moveTo>
                  <a:pt x="0" y="0"/>
                </a:moveTo>
                <a:lnTo>
                  <a:pt x="4849977" y="0"/>
                </a:lnTo>
              </a:path>
            </a:pathLst>
          </a:custGeom>
          <a:noFill/>
          <a:ln w="12700" cap="flat" cmpd="sng" algn="ctr">
            <a:solidFill>
              <a:sysClr val="windowText" lastClr="000000"/>
            </a:solidFill>
            <a:prstDash val="solid"/>
          </a:ln>
          <a:effectLst/>
        </p:spPr>
        <p:txBody>
          <a:bodyPr anchor="ct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1" lang="ja-JP" altLang="en-US" sz="900" b="0" i="0" u="none" strike="noStrike" kern="0" cap="none" spc="0" normalizeH="0" baseline="0" noProof="0" dirty="0">
              <a:ln>
                <a:noFill/>
              </a:ln>
              <a:solidFill>
                <a:sysClr val="window" lastClr="FFFFFF"/>
              </a:solidFill>
              <a:effectLst/>
              <a:uLnTx/>
              <a:uFillTx/>
              <a:latin typeface="HGP創英角ｺﾞｼｯｸUB" pitchFamily="50" charset="-128"/>
              <a:ea typeface="HGP創英角ｺﾞｼｯｸUB" pitchFamily="50" charset="-128"/>
              <a:cs typeface="+mn-cs"/>
            </a:endParaRPr>
          </a:p>
        </p:txBody>
      </p:sp>
      <p:pic>
        <p:nvPicPr>
          <p:cNvPr id="460" name="Picture 8"/>
          <p:cNvPicPr>
            <a:picLocks noChangeAspect="1" noChangeArrowheads="1"/>
          </p:cNvPicPr>
          <p:nvPr/>
        </p:nvPicPr>
        <p:blipFill>
          <a:blip r:embed="rId19" cstate="email">
            <a:extLst>
              <a:ext uri="{28A0092B-C50C-407E-A947-70E740481C1C}">
                <a14:useLocalDpi xmlns:a14="http://schemas.microsoft.com/office/drawing/2010/main" val="0"/>
              </a:ext>
            </a:extLst>
          </a:blip>
          <a:srcRect/>
          <a:stretch>
            <a:fillRect/>
          </a:stretch>
        </p:blipFill>
        <p:spPr bwMode="auto">
          <a:xfrm rot="10800000">
            <a:off x="4684709" y="3614557"/>
            <a:ext cx="289452" cy="2840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61" name="Picture 8"/>
          <p:cNvPicPr>
            <a:picLocks noChangeAspect="1" noChangeArrowheads="1"/>
          </p:cNvPicPr>
          <p:nvPr/>
        </p:nvPicPr>
        <p:blipFill>
          <a:blip r:embed="rId19" cstate="email">
            <a:extLst>
              <a:ext uri="{28A0092B-C50C-407E-A947-70E740481C1C}">
                <a14:useLocalDpi xmlns:a14="http://schemas.microsoft.com/office/drawing/2010/main" val="0"/>
              </a:ext>
            </a:extLst>
          </a:blip>
          <a:srcRect/>
          <a:stretch>
            <a:fillRect/>
          </a:stretch>
        </p:blipFill>
        <p:spPr bwMode="auto">
          <a:xfrm rot="10800000">
            <a:off x="5389757" y="3614557"/>
            <a:ext cx="289452" cy="2840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62" name="Picture 8"/>
          <p:cNvPicPr>
            <a:picLocks noChangeAspect="1" noChangeArrowheads="1"/>
          </p:cNvPicPr>
          <p:nvPr/>
        </p:nvPicPr>
        <p:blipFill>
          <a:blip r:embed="rId19" cstate="email">
            <a:extLst>
              <a:ext uri="{28A0092B-C50C-407E-A947-70E740481C1C}">
                <a14:useLocalDpi xmlns:a14="http://schemas.microsoft.com/office/drawing/2010/main" val="0"/>
              </a:ext>
            </a:extLst>
          </a:blip>
          <a:srcRect/>
          <a:stretch>
            <a:fillRect/>
          </a:stretch>
        </p:blipFill>
        <p:spPr bwMode="auto">
          <a:xfrm rot="10800000">
            <a:off x="6115278" y="3614557"/>
            <a:ext cx="289452" cy="2840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63" name="フリーフォーム 462"/>
          <p:cNvSpPr/>
          <p:nvPr/>
        </p:nvSpPr>
        <p:spPr bwMode="auto">
          <a:xfrm>
            <a:off x="3973740" y="2931077"/>
            <a:ext cx="116610" cy="552899"/>
          </a:xfrm>
          <a:custGeom>
            <a:avLst/>
            <a:gdLst>
              <a:gd name="connsiteX0" fmla="*/ 0 w 123567"/>
              <a:gd name="connsiteY0" fmla="*/ 0 h 617837"/>
              <a:gd name="connsiteX1" fmla="*/ 0 w 123567"/>
              <a:gd name="connsiteY1" fmla="*/ 432486 h 617837"/>
              <a:gd name="connsiteX2" fmla="*/ 123567 w 123567"/>
              <a:gd name="connsiteY2" fmla="*/ 617837 h 617837"/>
            </a:gdLst>
            <a:ahLst/>
            <a:cxnLst>
              <a:cxn ang="0">
                <a:pos x="connsiteX0" y="connsiteY0"/>
              </a:cxn>
              <a:cxn ang="0">
                <a:pos x="connsiteX1" y="connsiteY1"/>
              </a:cxn>
              <a:cxn ang="0">
                <a:pos x="connsiteX2" y="connsiteY2"/>
              </a:cxn>
            </a:cxnLst>
            <a:rect l="l" t="t" r="r" b="b"/>
            <a:pathLst>
              <a:path w="123567" h="617837">
                <a:moveTo>
                  <a:pt x="0" y="0"/>
                </a:moveTo>
                <a:lnTo>
                  <a:pt x="0" y="432486"/>
                </a:lnTo>
                <a:lnTo>
                  <a:pt x="123567" y="617837"/>
                </a:lnTo>
              </a:path>
            </a:pathLst>
          </a:custGeom>
          <a:noFill/>
          <a:ln w="44450" cap="flat" cmpd="sng" algn="ctr">
            <a:solidFill>
              <a:srgbClr val="FFFF00"/>
            </a:solidFill>
            <a:prstDash val="solid"/>
          </a:ln>
          <a:effectLst/>
        </p:spPr>
        <p:txBody>
          <a:bodyPr anchor="ct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1" lang="ja-JP" altLang="en-US" sz="900" b="0" i="0" u="none" strike="noStrike" kern="0" cap="none" spc="0" normalizeH="0" baseline="0" noProof="0" dirty="0">
              <a:ln>
                <a:noFill/>
              </a:ln>
              <a:solidFill>
                <a:sysClr val="window" lastClr="FFFFFF"/>
              </a:solidFill>
              <a:effectLst/>
              <a:uLnTx/>
              <a:uFillTx/>
              <a:latin typeface="HGP創英角ｺﾞｼｯｸUB" pitchFamily="50" charset="-128"/>
              <a:ea typeface="HGP創英角ｺﾞｼｯｸUB" pitchFamily="50" charset="-128"/>
              <a:cs typeface="+mn-cs"/>
            </a:endParaRPr>
          </a:p>
        </p:txBody>
      </p:sp>
      <p:pic>
        <p:nvPicPr>
          <p:cNvPr id="464" name="Picture 9"/>
          <p:cNvPicPr>
            <a:picLocks noChangeAspect="1" noChangeArrowheads="1"/>
          </p:cNvPicPr>
          <p:nvPr/>
        </p:nvPicPr>
        <p:blipFill>
          <a:blip r:embed="rId8" cstate="email">
            <a:extLst>
              <a:ext uri="{28A0092B-C50C-407E-A947-70E740481C1C}">
                <a14:useLocalDpi xmlns:a14="http://schemas.microsoft.com/office/drawing/2010/main" val="0"/>
              </a:ext>
            </a:extLst>
          </a:blip>
          <a:srcRect/>
          <a:stretch>
            <a:fillRect/>
          </a:stretch>
        </p:blipFill>
        <p:spPr bwMode="auto">
          <a:xfrm>
            <a:off x="3927635" y="3297154"/>
            <a:ext cx="292357" cy="292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65" name="Picture 8"/>
          <p:cNvPicPr>
            <a:picLocks noChangeAspect="1" noChangeArrowheads="1"/>
          </p:cNvPicPr>
          <p:nvPr/>
        </p:nvPicPr>
        <p:blipFill>
          <a:blip r:embed="rId19" cstate="email">
            <a:extLst>
              <a:ext uri="{28A0092B-C50C-407E-A947-70E740481C1C}">
                <a14:useLocalDpi xmlns:a14="http://schemas.microsoft.com/office/drawing/2010/main" val="0"/>
              </a:ext>
            </a:extLst>
          </a:blip>
          <a:srcRect/>
          <a:stretch>
            <a:fillRect/>
          </a:stretch>
        </p:blipFill>
        <p:spPr bwMode="auto">
          <a:xfrm rot="10800000">
            <a:off x="3922709" y="3615490"/>
            <a:ext cx="289452" cy="2840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66" name="線吹き出し 1 (枠付き) 62"/>
          <p:cNvSpPr>
            <a:spLocks/>
          </p:cNvSpPr>
          <p:nvPr/>
        </p:nvSpPr>
        <p:spPr bwMode="auto">
          <a:xfrm flipH="1">
            <a:off x="3022990" y="2667574"/>
            <a:ext cx="813043" cy="230832"/>
          </a:xfrm>
          <a:prstGeom prst="borderCallout1">
            <a:avLst>
              <a:gd name="adj1" fmla="val 101472"/>
              <a:gd name="adj2" fmla="val 51869"/>
              <a:gd name="adj3" fmla="val 433932"/>
              <a:gd name="adj4" fmla="val -19898"/>
            </a:avLst>
          </a:prstGeom>
          <a:solidFill>
            <a:srgbClr val="FFFFFF"/>
          </a:solidFill>
          <a:ln w="25400" algn="ctr">
            <a:solidFill>
              <a:srgbClr val="000000"/>
            </a:solidFill>
            <a:miter lim="800000"/>
            <a:headEnd type="none" w="med" len="med"/>
            <a:tailEnd type="none" w="med" len="med"/>
          </a:ln>
        </p:spPr>
        <p:txBody>
          <a:bodyPr wrap="none" anchor="ctr">
            <a:sp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n-US" altLang="ja-JP" sz="900" b="0" i="0" u="none" strike="noStrike" kern="0" cap="none" spc="0" normalizeH="0" baseline="0" noProof="0" dirty="0">
                <a:ln>
                  <a:noFill/>
                </a:ln>
                <a:solidFill>
                  <a:srgbClr val="000000"/>
                </a:solidFill>
                <a:effectLst/>
                <a:uLnTx/>
                <a:uFillTx/>
                <a:latin typeface="HGP創英角ｺﾞｼｯｸUB" pitchFamily="50" charset="-128"/>
                <a:ea typeface="HGP創英角ｺﾞｼｯｸUB" pitchFamily="50" charset="-128"/>
                <a:cs typeface="+mn-cs"/>
              </a:rPr>
              <a:t>Ignition</a:t>
            </a:r>
            <a:r>
              <a:rPr kumimoji="0" lang="ja-JP" altLang="en-US" sz="900" b="0" i="0" u="none" strike="noStrike" kern="0" cap="none" spc="0" normalizeH="0" baseline="0" noProof="0" dirty="0">
                <a:ln>
                  <a:noFill/>
                </a:ln>
                <a:solidFill>
                  <a:srgbClr val="000000"/>
                </a:solidFill>
                <a:effectLst/>
                <a:uLnTx/>
                <a:uFillTx/>
                <a:latin typeface="HGP創英角ｺﾞｼｯｸUB" pitchFamily="50" charset="-128"/>
                <a:ea typeface="HGP創英角ｺﾞｼｯｸUB" pitchFamily="50" charset="-128"/>
                <a:cs typeface="+mn-cs"/>
              </a:rPr>
              <a:t> </a:t>
            </a:r>
            <a:r>
              <a:rPr kumimoji="0" lang="en-US" altLang="ja-JP" sz="900" b="0" i="0" u="none" strike="noStrike" kern="0" cap="none" spc="0" normalizeH="0" baseline="0" noProof="0" dirty="0">
                <a:ln>
                  <a:noFill/>
                </a:ln>
                <a:solidFill>
                  <a:srgbClr val="000000"/>
                </a:solidFill>
                <a:effectLst/>
                <a:uLnTx/>
                <a:uFillTx/>
                <a:latin typeface="HGP創英角ｺﾞｼｯｸUB" pitchFamily="50" charset="-128"/>
                <a:ea typeface="HGP創英角ｺﾞｼｯｸUB" pitchFamily="50" charset="-128"/>
                <a:cs typeface="+mn-cs"/>
              </a:rPr>
              <a:t>coils</a:t>
            </a:r>
          </a:p>
        </p:txBody>
      </p:sp>
      <p:pic>
        <p:nvPicPr>
          <p:cNvPr id="467" name="Picture 16"/>
          <p:cNvPicPr>
            <a:picLocks noChangeAspect="1" noChangeArrowheads="1"/>
          </p:cNvPicPr>
          <p:nvPr/>
        </p:nvPicPr>
        <p:blipFill>
          <a:blip r:embed="rId15" cstate="email">
            <a:extLst>
              <a:ext uri="{28A0092B-C50C-407E-A947-70E740481C1C}">
                <a14:useLocalDpi xmlns:a14="http://schemas.microsoft.com/office/drawing/2010/main" val="0"/>
              </a:ext>
            </a:extLst>
          </a:blip>
          <a:srcRect/>
          <a:stretch>
            <a:fillRect/>
          </a:stretch>
        </p:blipFill>
        <p:spPr bwMode="auto">
          <a:xfrm>
            <a:off x="1378538" y="3436349"/>
            <a:ext cx="255587" cy="285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68" name="線吹き出し 1 (枠付き) 37"/>
          <p:cNvSpPr>
            <a:spLocks/>
          </p:cNvSpPr>
          <p:nvPr/>
        </p:nvSpPr>
        <p:spPr bwMode="auto">
          <a:xfrm>
            <a:off x="3354832" y="5528198"/>
            <a:ext cx="1089023" cy="369332"/>
          </a:xfrm>
          <a:prstGeom prst="borderCallout1">
            <a:avLst>
              <a:gd name="adj1" fmla="val -2040"/>
              <a:gd name="adj2" fmla="val 32344"/>
              <a:gd name="adj3" fmla="val -302932"/>
              <a:gd name="adj4" fmla="val 40640"/>
            </a:avLst>
          </a:prstGeom>
          <a:solidFill>
            <a:srgbClr val="FFFFFF"/>
          </a:solidFill>
          <a:ln w="25400" algn="ctr">
            <a:solidFill>
              <a:srgbClr val="000000"/>
            </a:solidFill>
            <a:miter lim="800000"/>
            <a:headEnd/>
            <a:tailEnd type="none" w="lg" len="lg"/>
          </a:ln>
        </p:spPr>
        <p:txBody>
          <a:bodyPr wrap="square" anchor="ctr">
            <a:sp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n-US" altLang="ja-JP" sz="900" b="0" i="0" u="none" strike="noStrike" kern="0" cap="none" spc="0" normalizeH="0" baseline="0" noProof="0" dirty="0">
                <a:ln>
                  <a:noFill/>
                </a:ln>
                <a:solidFill>
                  <a:srgbClr val="000000"/>
                </a:solidFill>
                <a:effectLst/>
                <a:uLnTx/>
                <a:uFillTx/>
                <a:latin typeface="HGP創英角ｺﾞｼｯｸUB" pitchFamily="50" charset="-128"/>
                <a:ea typeface="HGP創英角ｺﾞｼｯｸUB" pitchFamily="50" charset="-128"/>
                <a:cs typeface="+mn-cs"/>
              </a:rPr>
              <a:t>Crankshaft</a:t>
            </a:r>
          </a:p>
          <a:p>
            <a:pPr marL="0" marR="0" lvl="0" indent="0" algn="ctr" defTabSz="914400" rtl="0" eaLnBrk="0" fontAlgn="auto" latinLnBrk="0" hangingPunct="0">
              <a:lnSpc>
                <a:spcPct val="100000"/>
              </a:lnSpc>
              <a:spcBef>
                <a:spcPts val="0"/>
              </a:spcBef>
              <a:spcAft>
                <a:spcPts val="0"/>
              </a:spcAft>
              <a:buClrTx/>
              <a:buSzTx/>
              <a:buFontTx/>
              <a:buNone/>
              <a:tabLst/>
              <a:defRPr/>
            </a:pPr>
            <a:r>
              <a:rPr kumimoji="0" lang="en-US" altLang="ja-JP" sz="900" b="0" i="0" u="none" strike="noStrike" kern="0" cap="none" spc="0" normalizeH="0" baseline="0" noProof="0" dirty="0">
                <a:ln>
                  <a:noFill/>
                </a:ln>
                <a:solidFill>
                  <a:srgbClr val="000000"/>
                </a:solidFill>
                <a:effectLst/>
                <a:uLnTx/>
                <a:uFillTx/>
                <a:latin typeface="HGP創英角ｺﾞｼｯｸUB" pitchFamily="50" charset="-128"/>
                <a:ea typeface="HGP創英角ｺﾞｼｯｸUB" pitchFamily="50" charset="-128"/>
                <a:cs typeface="+mn-cs"/>
              </a:rPr>
              <a:t>Speed sensor</a:t>
            </a:r>
          </a:p>
        </p:txBody>
      </p:sp>
      <p:sp>
        <p:nvSpPr>
          <p:cNvPr id="469" name="フリーフォーム 468"/>
          <p:cNvSpPr/>
          <p:nvPr/>
        </p:nvSpPr>
        <p:spPr bwMode="auto">
          <a:xfrm>
            <a:off x="5598216" y="4315681"/>
            <a:ext cx="0" cy="244378"/>
          </a:xfrm>
          <a:custGeom>
            <a:avLst/>
            <a:gdLst>
              <a:gd name="connsiteX0" fmla="*/ 0 w 0"/>
              <a:gd name="connsiteY0" fmla="*/ 276726 h 276726"/>
              <a:gd name="connsiteX1" fmla="*/ 0 w 0"/>
              <a:gd name="connsiteY1" fmla="*/ 0 h 276726"/>
            </a:gdLst>
            <a:ahLst/>
            <a:cxnLst>
              <a:cxn ang="0">
                <a:pos x="connsiteX0" y="connsiteY0"/>
              </a:cxn>
              <a:cxn ang="0">
                <a:pos x="connsiteX1" y="connsiteY1"/>
              </a:cxn>
            </a:cxnLst>
            <a:rect l="l" t="t" r="r" b="b"/>
            <a:pathLst>
              <a:path h="276726">
                <a:moveTo>
                  <a:pt x="0" y="276726"/>
                </a:moveTo>
                <a:lnTo>
                  <a:pt x="0" y="0"/>
                </a:lnTo>
              </a:path>
            </a:pathLst>
          </a:custGeom>
          <a:noFill/>
          <a:ln w="38100" cap="flat" cmpd="sng" algn="ctr">
            <a:solidFill>
              <a:srgbClr val="FF0000"/>
            </a:solidFill>
            <a:prstDash val="solid"/>
          </a:ln>
          <a:effectLst/>
        </p:spPr>
        <p:txBody>
          <a:bodyPr anchor="ct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1" lang="ja-JP" altLang="en-US" sz="900" b="0" i="0" u="none" strike="noStrike" kern="0" cap="none" spc="0" normalizeH="0" baseline="0" noProof="0" dirty="0">
              <a:ln>
                <a:noFill/>
              </a:ln>
              <a:solidFill>
                <a:srgbClr val="FF9900"/>
              </a:solidFill>
              <a:effectLst/>
              <a:uLnTx/>
              <a:uFillTx/>
              <a:latin typeface="HGP創英角ｺﾞｼｯｸUB" pitchFamily="50" charset="-128"/>
              <a:ea typeface="HGP創英角ｺﾞｼｯｸUB" pitchFamily="50" charset="-128"/>
              <a:cs typeface="+mn-cs"/>
            </a:endParaRPr>
          </a:p>
        </p:txBody>
      </p:sp>
      <p:sp>
        <p:nvSpPr>
          <p:cNvPr id="470" name="フリーフォーム 469"/>
          <p:cNvSpPr/>
          <p:nvPr/>
        </p:nvSpPr>
        <p:spPr bwMode="auto">
          <a:xfrm>
            <a:off x="1513402" y="3722099"/>
            <a:ext cx="45719" cy="1243865"/>
          </a:xfrm>
          <a:custGeom>
            <a:avLst/>
            <a:gdLst>
              <a:gd name="connsiteX0" fmla="*/ 0 w 0"/>
              <a:gd name="connsiteY0" fmla="*/ 276726 h 276726"/>
              <a:gd name="connsiteX1" fmla="*/ 0 w 0"/>
              <a:gd name="connsiteY1" fmla="*/ 0 h 276726"/>
            </a:gdLst>
            <a:ahLst/>
            <a:cxnLst>
              <a:cxn ang="0">
                <a:pos x="connsiteX0" y="connsiteY0"/>
              </a:cxn>
              <a:cxn ang="0">
                <a:pos x="connsiteX1" y="connsiteY1"/>
              </a:cxn>
            </a:cxnLst>
            <a:rect l="l" t="t" r="r" b="b"/>
            <a:pathLst>
              <a:path h="276726">
                <a:moveTo>
                  <a:pt x="0" y="276726"/>
                </a:moveTo>
                <a:lnTo>
                  <a:pt x="0" y="0"/>
                </a:lnTo>
              </a:path>
            </a:pathLst>
          </a:custGeom>
          <a:noFill/>
          <a:ln w="38100" cap="flat" cmpd="sng" algn="ctr">
            <a:solidFill>
              <a:srgbClr val="FF0000"/>
            </a:solidFill>
            <a:prstDash val="solid"/>
          </a:ln>
          <a:effectLst/>
        </p:spPr>
        <p:txBody>
          <a:bodyPr anchor="ct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1" lang="ja-JP" altLang="en-US" sz="900" b="0" i="0" u="none" strike="noStrike" kern="0" cap="none" spc="0" normalizeH="0" baseline="0" noProof="0" dirty="0">
              <a:ln>
                <a:noFill/>
              </a:ln>
              <a:solidFill>
                <a:srgbClr val="FF9900"/>
              </a:solidFill>
              <a:effectLst/>
              <a:uLnTx/>
              <a:uFillTx/>
              <a:latin typeface="HGP創英角ｺﾞｼｯｸUB" pitchFamily="50" charset="-128"/>
              <a:ea typeface="HGP創英角ｺﾞｼｯｸUB" pitchFamily="50" charset="-128"/>
              <a:cs typeface="+mn-cs"/>
            </a:endParaRPr>
          </a:p>
        </p:txBody>
      </p:sp>
      <p:sp>
        <p:nvSpPr>
          <p:cNvPr id="471" name="フリーフォーム 470"/>
          <p:cNvSpPr/>
          <p:nvPr/>
        </p:nvSpPr>
        <p:spPr bwMode="auto">
          <a:xfrm>
            <a:off x="1502746" y="2214519"/>
            <a:ext cx="1806315" cy="1214203"/>
          </a:xfrm>
          <a:custGeom>
            <a:avLst/>
            <a:gdLst>
              <a:gd name="connsiteX0" fmla="*/ 0 w 1806315"/>
              <a:gd name="connsiteY0" fmla="*/ 1214203 h 1214203"/>
              <a:gd name="connsiteX1" fmla="*/ 0 w 1806315"/>
              <a:gd name="connsiteY1" fmla="*/ 277318 h 1214203"/>
              <a:gd name="connsiteX2" fmla="*/ 1806315 w 1806315"/>
              <a:gd name="connsiteY2" fmla="*/ 277318 h 1214203"/>
              <a:gd name="connsiteX3" fmla="*/ 1806315 w 1806315"/>
              <a:gd name="connsiteY3" fmla="*/ 0 h 1214203"/>
            </a:gdLst>
            <a:ahLst/>
            <a:cxnLst>
              <a:cxn ang="0">
                <a:pos x="connsiteX0" y="connsiteY0"/>
              </a:cxn>
              <a:cxn ang="0">
                <a:pos x="connsiteX1" y="connsiteY1"/>
              </a:cxn>
              <a:cxn ang="0">
                <a:pos x="connsiteX2" y="connsiteY2"/>
              </a:cxn>
              <a:cxn ang="0">
                <a:pos x="connsiteX3" y="connsiteY3"/>
              </a:cxn>
            </a:cxnLst>
            <a:rect l="l" t="t" r="r" b="b"/>
            <a:pathLst>
              <a:path w="1806315" h="1214203">
                <a:moveTo>
                  <a:pt x="0" y="1214203"/>
                </a:moveTo>
                <a:lnTo>
                  <a:pt x="0" y="277318"/>
                </a:lnTo>
                <a:lnTo>
                  <a:pt x="1806315" y="277318"/>
                </a:lnTo>
                <a:lnTo>
                  <a:pt x="1806315" y="0"/>
                </a:lnTo>
              </a:path>
            </a:pathLst>
          </a:custGeom>
          <a:noFill/>
          <a:ln w="44450" cap="flat" cmpd="sng" algn="ctr">
            <a:solidFill>
              <a:srgbClr val="0000FF"/>
            </a:solidFill>
            <a:prstDash val="solid"/>
          </a:ln>
          <a:effectLst/>
        </p:spPr>
        <p:txBody>
          <a:bodyPr anchor="ct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1" lang="ja-JP" altLang="en-US" sz="900" b="0" i="0" u="none" strike="noStrike" kern="0" cap="none" spc="0" normalizeH="0" baseline="0" noProof="0">
              <a:ln>
                <a:noFill/>
              </a:ln>
              <a:solidFill>
                <a:sysClr val="window" lastClr="FFFFFF"/>
              </a:solidFill>
              <a:effectLst/>
              <a:uLnTx/>
              <a:uFillTx/>
              <a:latin typeface="HGP創英角ｺﾞｼｯｸUB" pitchFamily="50" charset="-128"/>
              <a:ea typeface="HGP創英角ｺﾞｼｯｸUB" pitchFamily="50" charset="-128"/>
              <a:cs typeface="+mn-cs"/>
            </a:endParaRPr>
          </a:p>
        </p:txBody>
      </p:sp>
      <p:sp>
        <p:nvSpPr>
          <p:cNvPr id="472" name="線吹き出し 1 (枠付き) 36"/>
          <p:cNvSpPr>
            <a:spLocks/>
          </p:cNvSpPr>
          <p:nvPr/>
        </p:nvSpPr>
        <p:spPr bwMode="auto">
          <a:xfrm flipH="1">
            <a:off x="321405" y="3443934"/>
            <a:ext cx="688009" cy="230832"/>
          </a:xfrm>
          <a:prstGeom prst="borderCallout1">
            <a:avLst>
              <a:gd name="adj1" fmla="val 48398"/>
              <a:gd name="adj2" fmla="val 1164"/>
              <a:gd name="adj3" fmla="val 67369"/>
              <a:gd name="adj4" fmla="val -49658"/>
            </a:avLst>
          </a:prstGeom>
          <a:solidFill>
            <a:srgbClr val="FFFFFF"/>
          </a:solidFill>
          <a:ln w="25400" algn="ctr">
            <a:solidFill>
              <a:srgbClr val="000000"/>
            </a:solidFill>
            <a:miter lim="800000"/>
            <a:headEnd type="none" w="med" len="med"/>
            <a:tailEnd type="none" w="med" len="med"/>
          </a:ln>
        </p:spPr>
        <p:txBody>
          <a:bodyPr wrap="none" anchor="ctr">
            <a:sp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n-US" altLang="ja-JP" sz="900" b="0" i="0" u="none" strike="noStrike" kern="0" cap="none" spc="0" normalizeH="0" baseline="0" noProof="0" dirty="0">
                <a:ln>
                  <a:noFill/>
                </a:ln>
                <a:solidFill>
                  <a:srgbClr val="000000"/>
                </a:solidFill>
                <a:effectLst/>
                <a:uLnTx/>
                <a:uFillTx/>
                <a:latin typeface="HGP創英角ｺﾞｼｯｸUB" pitchFamily="50" charset="-128"/>
                <a:ea typeface="HGP創英角ｺﾞｼｯｸUB" pitchFamily="50" charset="-128"/>
                <a:cs typeface="+mn-cs"/>
              </a:rPr>
              <a:t>EGR</a:t>
            </a:r>
            <a:r>
              <a:rPr kumimoji="0" lang="ja-JP" altLang="en-US" sz="900" b="0" i="0" u="none" strike="noStrike" kern="0" cap="none" spc="0" normalizeH="0" baseline="0" noProof="0" dirty="0">
                <a:ln>
                  <a:noFill/>
                </a:ln>
                <a:solidFill>
                  <a:srgbClr val="000000"/>
                </a:solidFill>
                <a:effectLst/>
                <a:uLnTx/>
                <a:uFillTx/>
                <a:latin typeface="HGP創英角ｺﾞｼｯｸUB" pitchFamily="50" charset="-128"/>
                <a:ea typeface="HGP創英角ｺﾞｼｯｸUB" pitchFamily="50" charset="-128"/>
                <a:cs typeface="+mn-cs"/>
              </a:rPr>
              <a:t> </a:t>
            </a:r>
            <a:r>
              <a:rPr kumimoji="0" lang="en-US" altLang="ja-JP" sz="900" b="0" i="0" u="none" strike="noStrike" kern="0" cap="none" spc="0" normalizeH="0" baseline="0" noProof="0" dirty="0">
                <a:ln>
                  <a:noFill/>
                </a:ln>
                <a:solidFill>
                  <a:srgbClr val="000000"/>
                </a:solidFill>
                <a:effectLst/>
                <a:uLnTx/>
                <a:uFillTx/>
                <a:latin typeface="HGP創英角ｺﾞｼｯｸUB" pitchFamily="50" charset="-128"/>
                <a:ea typeface="HGP創英角ｺﾞｼｯｸUB" pitchFamily="50" charset="-128"/>
                <a:cs typeface="+mn-cs"/>
              </a:rPr>
              <a:t>valve</a:t>
            </a:r>
          </a:p>
        </p:txBody>
      </p:sp>
      <p:sp>
        <p:nvSpPr>
          <p:cNvPr id="473" name="フリーフォーム 472"/>
          <p:cNvSpPr/>
          <p:nvPr/>
        </p:nvSpPr>
        <p:spPr bwMode="auto">
          <a:xfrm rot="16200000">
            <a:off x="4072825" y="92103"/>
            <a:ext cx="1351615" cy="2893210"/>
          </a:xfrm>
          <a:custGeom>
            <a:avLst/>
            <a:gdLst>
              <a:gd name="connsiteX0" fmla="*/ 0 w 7387390"/>
              <a:gd name="connsiteY0" fmla="*/ 0 h 1239252"/>
              <a:gd name="connsiteX1" fmla="*/ 7387390 w 7387390"/>
              <a:gd name="connsiteY1" fmla="*/ 0 h 1239252"/>
              <a:gd name="connsiteX2" fmla="*/ 7387390 w 7387390"/>
              <a:gd name="connsiteY2" fmla="*/ 1239252 h 1239252"/>
            </a:gdLst>
            <a:ahLst/>
            <a:cxnLst>
              <a:cxn ang="0">
                <a:pos x="connsiteX0" y="connsiteY0"/>
              </a:cxn>
              <a:cxn ang="0">
                <a:pos x="connsiteX1" y="connsiteY1"/>
              </a:cxn>
              <a:cxn ang="0">
                <a:pos x="connsiteX2" y="connsiteY2"/>
              </a:cxn>
            </a:cxnLst>
            <a:rect l="l" t="t" r="r" b="b"/>
            <a:pathLst>
              <a:path w="7387390" h="1239252">
                <a:moveTo>
                  <a:pt x="0" y="0"/>
                </a:moveTo>
                <a:lnTo>
                  <a:pt x="7387390" y="0"/>
                </a:lnTo>
                <a:lnTo>
                  <a:pt x="7387390" y="1239252"/>
                </a:lnTo>
              </a:path>
            </a:pathLst>
          </a:custGeom>
          <a:noFill/>
          <a:ln w="44450" cap="flat" cmpd="sng" algn="ctr">
            <a:solidFill>
              <a:srgbClr val="0000FF"/>
            </a:solidFill>
            <a:prstDash val="solid"/>
          </a:ln>
          <a:effectLst/>
        </p:spPr>
        <p:txBody>
          <a:bodyPr anchor="ct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1" lang="ja-JP" altLang="en-US" sz="900" b="0" i="0" u="none" strike="noStrike" kern="0" cap="none" spc="0" normalizeH="0" baseline="0" noProof="0" dirty="0">
              <a:ln>
                <a:noFill/>
              </a:ln>
              <a:solidFill>
                <a:sysClr val="window" lastClr="FFFFFF"/>
              </a:solidFill>
              <a:effectLst/>
              <a:uLnTx/>
              <a:uFillTx/>
              <a:latin typeface="HGP創英角ｺﾞｼｯｸUB" pitchFamily="50" charset="-128"/>
              <a:ea typeface="HGP創英角ｺﾞｼｯｸUB" pitchFamily="50" charset="-128"/>
              <a:cs typeface="+mn-cs"/>
            </a:endParaRPr>
          </a:p>
        </p:txBody>
      </p:sp>
      <p:pic>
        <p:nvPicPr>
          <p:cNvPr id="474" name="Picture 28"/>
          <p:cNvPicPr>
            <a:picLocks noChangeAspect="1" noChangeArrowheads="1"/>
          </p:cNvPicPr>
          <p:nvPr/>
        </p:nvPicPr>
        <p:blipFill rotWithShape="1">
          <a:blip r:embed="rId20" cstate="print">
            <a:extLst>
              <a:ext uri="{28A0092B-C50C-407E-A947-70E740481C1C}">
                <a14:useLocalDpi xmlns:a14="http://schemas.microsoft.com/office/drawing/2010/main" val="0"/>
              </a:ext>
            </a:extLst>
          </a:blip>
          <a:srcRect t="-1" b="19330"/>
          <a:stretch/>
        </p:blipFill>
        <p:spPr bwMode="auto">
          <a:xfrm>
            <a:off x="5022894" y="782047"/>
            <a:ext cx="349375" cy="205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476" name="グループ化 10"/>
          <p:cNvGrpSpPr>
            <a:grpSpLocks/>
          </p:cNvGrpSpPr>
          <p:nvPr/>
        </p:nvGrpSpPr>
        <p:grpSpPr bwMode="auto">
          <a:xfrm>
            <a:off x="1168564" y="2092580"/>
            <a:ext cx="343853" cy="230614"/>
            <a:chOff x="1625003" y="2144181"/>
            <a:chExt cx="343814" cy="230588"/>
          </a:xfrm>
        </p:grpSpPr>
        <p:sp>
          <p:nvSpPr>
            <p:cNvPr id="477" name="正方形/長方形 476"/>
            <p:cNvSpPr/>
            <p:nvPr/>
          </p:nvSpPr>
          <p:spPr>
            <a:xfrm>
              <a:off x="1747279" y="2150960"/>
              <a:ext cx="100002" cy="46032"/>
            </a:xfrm>
            <a:prstGeom prst="rect">
              <a:avLst/>
            </a:prstGeom>
            <a:solidFill>
              <a:sysClr val="windowText" lastClr="000000"/>
            </a:solidFill>
            <a:ln w="12700" cap="flat" cmpd="sng" algn="ctr">
              <a:solidFill>
                <a:sysClr val="windowText" lastClr="000000"/>
              </a:solidFill>
              <a:prstDash val="solid"/>
            </a:ln>
            <a:effectLst/>
          </p:spPr>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ja-JP" altLang="en-US" sz="2400" b="0" i="0" u="none" strike="noStrike" kern="0" cap="none" spc="0" normalizeH="0" baseline="0" noProof="0" dirty="0">
                <a:ln>
                  <a:noFill/>
                </a:ln>
                <a:solidFill>
                  <a:sysClr val="window" lastClr="FFFFFF"/>
                </a:solidFill>
                <a:effectLst/>
                <a:uLnTx/>
                <a:uFillTx/>
                <a:latin typeface="HGP創英角ｺﾞｼｯｸUB" pitchFamily="50" charset="-128"/>
                <a:ea typeface="HGP創英角ｺﾞｼｯｸUB" pitchFamily="50" charset="-128"/>
                <a:cs typeface="+mn-cs"/>
              </a:endParaRPr>
            </a:p>
          </p:txBody>
        </p:sp>
        <p:sp>
          <p:nvSpPr>
            <p:cNvPr id="478" name="正方形/長方形 477"/>
            <p:cNvSpPr/>
            <p:nvPr/>
          </p:nvSpPr>
          <p:spPr>
            <a:xfrm>
              <a:off x="1625056" y="2187468"/>
              <a:ext cx="344448" cy="144447"/>
            </a:xfrm>
            <a:prstGeom prst="rect">
              <a:avLst/>
            </a:prstGeom>
            <a:solidFill>
              <a:sysClr val="window" lastClr="FFFFFF">
                <a:lumMod val="65000"/>
              </a:sysClr>
            </a:solidFill>
            <a:ln w="12700" cap="flat" cmpd="sng" algn="ctr">
              <a:solidFill>
                <a:sysClr val="windowText" lastClr="000000"/>
              </a:solidFill>
              <a:prstDash val="solid"/>
            </a:ln>
            <a:effectLst/>
          </p:spPr>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ja-JP" altLang="en-US" sz="2400" b="0" i="0" u="none" strike="noStrike" kern="0" cap="none" spc="0" normalizeH="0" baseline="0" noProof="0" dirty="0">
                <a:ln>
                  <a:noFill/>
                </a:ln>
                <a:solidFill>
                  <a:sysClr val="window" lastClr="FFFFFF"/>
                </a:solidFill>
                <a:effectLst/>
                <a:uLnTx/>
                <a:uFillTx/>
                <a:latin typeface="HGP創英角ｺﾞｼｯｸUB" pitchFamily="50" charset="-128"/>
                <a:ea typeface="HGP創英角ｺﾞｼｯｸUB" pitchFamily="50" charset="-128"/>
                <a:cs typeface="+mn-cs"/>
              </a:endParaRPr>
            </a:p>
          </p:txBody>
        </p:sp>
        <p:sp>
          <p:nvSpPr>
            <p:cNvPr id="479" name="正方形/長方形 478"/>
            <p:cNvSpPr/>
            <p:nvPr/>
          </p:nvSpPr>
          <p:spPr>
            <a:xfrm>
              <a:off x="1877439" y="2144611"/>
              <a:ext cx="46033" cy="230161"/>
            </a:xfrm>
            <a:prstGeom prst="rect">
              <a:avLst/>
            </a:prstGeom>
            <a:solidFill>
              <a:sysClr val="window" lastClr="FFFFFF">
                <a:lumMod val="65000"/>
              </a:sysClr>
            </a:solidFill>
            <a:ln w="12700" cap="flat" cmpd="sng" algn="ctr">
              <a:solidFill>
                <a:sysClr val="windowText" lastClr="000000"/>
              </a:solidFill>
              <a:prstDash val="solid"/>
            </a:ln>
            <a:effectLst/>
          </p:spPr>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ja-JP" altLang="en-US" sz="2400" b="0" i="0" u="none" strike="noStrike" kern="0" cap="none" spc="0" normalizeH="0" baseline="0" noProof="0" dirty="0">
                <a:ln>
                  <a:noFill/>
                </a:ln>
                <a:solidFill>
                  <a:sysClr val="window" lastClr="FFFFFF"/>
                </a:solidFill>
                <a:effectLst/>
                <a:uLnTx/>
                <a:uFillTx/>
                <a:latin typeface="HGP創英角ｺﾞｼｯｸUB" pitchFamily="50" charset="-128"/>
                <a:ea typeface="HGP創英角ｺﾞｼｯｸUB" pitchFamily="50" charset="-128"/>
                <a:cs typeface="+mn-cs"/>
              </a:endParaRPr>
            </a:p>
          </p:txBody>
        </p:sp>
        <p:sp>
          <p:nvSpPr>
            <p:cNvPr id="480" name="正方形/長方形 479"/>
            <p:cNvSpPr/>
            <p:nvPr/>
          </p:nvSpPr>
          <p:spPr>
            <a:xfrm>
              <a:off x="1672676" y="2144611"/>
              <a:ext cx="44445" cy="230161"/>
            </a:xfrm>
            <a:prstGeom prst="rect">
              <a:avLst/>
            </a:prstGeom>
            <a:solidFill>
              <a:sysClr val="window" lastClr="FFFFFF">
                <a:lumMod val="65000"/>
              </a:sysClr>
            </a:solidFill>
            <a:ln w="12700" cap="flat" cmpd="sng" algn="ctr">
              <a:solidFill>
                <a:sysClr val="windowText" lastClr="000000"/>
              </a:solidFill>
              <a:prstDash val="solid"/>
            </a:ln>
            <a:effectLst/>
          </p:spPr>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ja-JP" altLang="en-US" sz="2400" b="0" i="0" u="none" strike="noStrike" kern="0" cap="none" spc="0" normalizeH="0" baseline="0" noProof="0" dirty="0">
                <a:ln>
                  <a:noFill/>
                </a:ln>
                <a:solidFill>
                  <a:sysClr val="window" lastClr="FFFFFF"/>
                </a:solidFill>
                <a:effectLst/>
                <a:uLnTx/>
                <a:uFillTx/>
                <a:latin typeface="HGP創英角ｺﾞｼｯｸUB" pitchFamily="50" charset="-128"/>
                <a:ea typeface="HGP創英角ｺﾞｼｯｸUB" pitchFamily="50" charset="-128"/>
                <a:cs typeface="+mn-cs"/>
              </a:endParaRPr>
            </a:p>
          </p:txBody>
        </p:sp>
      </p:grpSp>
      <p:sp>
        <p:nvSpPr>
          <p:cNvPr id="481" name="線吹き出し 1 (枠付き) 31"/>
          <p:cNvSpPr>
            <a:spLocks/>
          </p:cNvSpPr>
          <p:nvPr/>
        </p:nvSpPr>
        <p:spPr bwMode="auto">
          <a:xfrm>
            <a:off x="450156" y="1011768"/>
            <a:ext cx="1303562" cy="369332"/>
          </a:xfrm>
          <a:prstGeom prst="borderCallout1">
            <a:avLst>
              <a:gd name="adj1" fmla="val 105162"/>
              <a:gd name="adj2" fmla="val 49560"/>
              <a:gd name="adj3" fmla="val 290393"/>
              <a:gd name="adj4" fmla="val 68418"/>
            </a:avLst>
          </a:prstGeom>
          <a:solidFill>
            <a:srgbClr val="FFFFFF"/>
          </a:solidFill>
          <a:ln w="25400" algn="ctr">
            <a:solidFill>
              <a:srgbClr val="000000"/>
            </a:solidFill>
            <a:miter lim="800000"/>
            <a:headEnd type="none" w="med" len="med"/>
            <a:tailEnd type="none" w="med" len="med"/>
          </a:ln>
        </p:spPr>
        <p:txBody>
          <a:bodyPr wrap="square" anchor="ctr">
            <a:sp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n-US" altLang="ja-JP" sz="900" b="0" i="0" u="none" strike="noStrike" kern="0" cap="none" spc="0" normalizeH="0" baseline="0" noProof="0" dirty="0">
                <a:ln>
                  <a:noFill/>
                </a:ln>
                <a:solidFill>
                  <a:srgbClr val="000000"/>
                </a:solidFill>
                <a:effectLst/>
                <a:uLnTx/>
                <a:uFillTx/>
                <a:latin typeface="HGP創英角ｺﾞｼｯｸUB" pitchFamily="50" charset="-128"/>
                <a:ea typeface="HGP創英角ｺﾞｼｯｸUB" pitchFamily="50" charset="-128"/>
                <a:cs typeface="+mn-cs"/>
              </a:rPr>
              <a:t>Air mass flow sensor</a:t>
            </a:r>
          </a:p>
          <a:p>
            <a:pPr marL="0" marR="0" lvl="0" indent="0" algn="ctr" defTabSz="914400" rtl="0" eaLnBrk="0" fontAlgn="auto" latinLnBrk="0" hangingPunct="0">
              <a:lnSpc>
                <a:spcPct val="100000"/>
              </a:lnSpc>
              <a:spcBef>
                <a:spcPts val="0"/>
              </a:spcBef>
              <a:spcAft>
                <a:spcPts val="0"/>
              </a:spcAft>
              <a:buClrTx/>
              <a:buSzTx/>
              <a:buFontTx/>
              <a:buNone/>
              <a:tabLst/>
              <a:defRPr/>
            </a:pPr>
            <a:r>
              <a:rPr kumimoji="0" lang="en-US" altLang="ja-JP" sz="900" b="0" i="0" u="none" strike="noStrike" kern="0" cap="none" spc="0" normalizeH="0" baseline="0" noProof="0" dirty="0">
                <a:ln>
                  <a:noFill/>
                </a:ln>
                <a:solidFill>
                  <a:srgbClr val="000000"/>
                </a:solidFill>
                <a:effectLst/>
                <a:uLnTx/>
                <a:uFillTx/>
                <a:latin typeface="HGP創英角ｺﾞｼｯｸUB" pitchFamily="50" charset="-128"/>
                <a:ea typeface="HGP創英角ｺﾞｼｯｸUB" pitchFamily="50" charset="-128"/>
                <a:cs typeface="+mn-cs"/>
              </a:rPr>
              <a:t>&amp; Temperature sensor</a:t>
            </a:r>
          </a:p>
        </p:txBody>
      </p:sp>
      <p:pic>
        <p:nvPicPr>
          <p:cNvPr id="482" name="Picture 13"/>
          <p:cNvPicPr>
            <a:picLocks noChangeAspect="1" noChangeArrowheads="1"/>
          </p:cNvPicPr>
          <p:nvPr/>
        </p:nvPicPr>
        <p:blipFill>
          <a:blip r:embed="rId21" cstate="email">
            <a:extLst>
              <a:ext uri="{28A0092B-C50C-407E-A947-70E740481C1C}">
                <a14:useLocalDpi xmlns:a14="http://schemas.microsoft.com/office/drawing/2010/main"/>
              </a:ext>
            </a:extLst>
          </a:blip>
          <a:srcRect/>
          <a:stretch>
            <a:fillRect/>
          </a:stretch>
        </p:blipFill>
        <p:spPr bwMode="auto">
          <a:xfrm>
            <a:off x="4975136" y="5752638"/>
            <a:ext cx="952825" cy="708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84" name="Picture 7"/>
          <p:cNvPicPr>
            <a:picLocks noChangeAspect="1" noChangeArrowheads="1"/>
          </p:cNvPicPr>
          <p:nvPr/>
        </p:nvPicPr>
        <p:blipFill>
          <a:blip r:embed="rId7" cstate="email">
            <a:extLst>
              <a:ext uri="{28A0092B-C50C-407E-A947-70E740481C1C}">
                <a14:useLocalDpi xmlns:a14="http://schemas.microsoft.com/office/drawing/2010/main" val="0"/>
              </a:ext>
            </a:extLst>
          </a:blip>
          <a:srcRect/>
          <a:stretch>
            <a:fillRect/>
          </a:stretch>
        </p:blipFill>
        <p:spPr bwMode="auto">
          <a:xfrm>
            <a:off x="3463029" y="3912787"/>
            <a:ext cx="171450" cy="255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0" name="テキスト ボックス 139">
            <a:extLst>
              <a:ext uri="{FF2B5EF4-FFF2-40B4-BE49-F238E27FC236}">
                <a16:creationId xmlns:a16="http://schemas.microsoft.com/office/drawing/2014/main" id="{0EF43258-6338-461D-96A3-99FA8E25A00A}"/>
              </a:ext>
            </a:extLst>
          </p:cNvPr>
          <p:cNvSpPr txBox="1"/>
          <p:nvPr/>
        </p:nvSpPr>
        <p:spPr>
          <a:xfrm>
            <a:off x="42061" y="539371"/>
            <a:ext cx="4338816" cy="338554"/>
          </a:xfrm>
          <a:prstGeom prst="rect">
            <a:avLst/>
          </a:prstGeom>
          <a:noFill/>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ja-JP" sz="1600" b="1" i="0" u="sng"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Engine</a:t>
            </a:r>
            <a:r>
              <a:rPr kumimoji="1" lang="ja-JP" altLang="en-US" sz="1600" b="1" i="0" u="sng"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600" b="1" i="0" u="sng"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management</a:t>
            </a:r>
            <a:r>
              <a:rPr kumimoji="1" lang="ja-JP" altLang="en-US" sz="1600" b="1" i="0" u="sng"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600" b="1" i="0" u="sng"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system structure</a:t>
            </a:r>
            <a:endParaRPr kumimoji="1" lang="ja-JP" altLang="en-US" sz="1600" b="1" i="0" u="sng"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p:txBody>
      </p:sp>
      <p:cxnSp>
        <p:nvCxnSpPr>
          <p:cNvPr id="138" name="直線コネクタ 137">
            <a:extLst>
              <a:ext uri="{FF2B5EF4-FFF2-40B4-BE49-F238E27FC236}">
                <a16:creationId xmlns:a16="http://schemas.microsoft.com/office/drawing/2014/main" id="{76217A64-F4AC-42D1-8F93-043643D6B1E1}"/>
              </a:ext>
            </a:extLst>
          </p:cNvPr>
          <p:cNvCxnSpPr/>
          <p:nvPr/>
        </p:nvCxnSpPr>
        <p:spPr bwMode="auto">
          <a:xfrm flipV="1">
            <a:off x="6503056" y="1059441"/>
            <a:ext cx="0" cy="126159"/>
          </a:xfrm>
          <a:prstGeom prst="line">
            <a:avLst/>
          </a:prstGeom>
          <a:solidFill>
            <a:srgbClr val="00CC99"/>
          </a:solidFill>
          <a:ln w="38100" cap="flat" cmpd="sng" algn="ctr">
            <a:solidFill>
              <a:srgbClr val="0000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9" name="テキスト ボックス 52">
            <a:extLst>
              <a:ext uri="{FF2B5EF4-FFF2-40B4-BE49-F238E27FC236}">
                <a16:creationId xmlns:a16="http://schemas.microsoft.com/office/drawing/2014/main" id="{95F2311F-0BE1-45D4-9C93-4C7919B87CD0}"/>
              </a:ext>
            </a:extLst>
          </p:cNvPr>
          <p:cNvSpPr txBox="1">
            <a:spLocks noChangeArrowheads="1"/>
          </p:cNvSpPr>
          <p:nvPr/>
        </p:nvSpPr>
        <p:spPr bwMode="auto">
          <a:xfrm>
            <a:off x="6055118" y="580435"/>
            <a:ext cx="603050"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ＭＳ Ｐゴシック" pitchFamily="50" charset="-128"/>
              </a:defRPr>
            </a:lvl1pPr>
            <a:lvl2pPr marL="742950" indent="-285750" eaLnBrk="0" hangingPunct="0">
              <a:defRPr kumimoji="1" sz="2400">
                <a:solidFill>
                  <a:schemeClr val="tx1"/>
                </a:solidFill>
                <a:latin typeface="Times New Roman" pitchFamily="18" charset="0"/>
                <a:ea typeface="ＭＳ Ｐゴシック" pitchFamily="50" charset="-128"/>
              </a:defRPr>
            </a:lvl2pPr>
            <a:lvl3pPr marL="1143000" indent="-228600" eaLnBrk="0" hangingPunct="0">
              <a:defRPr kumimoji="1" sz="2400">
                <a:solidFill>
                  <a:schemeClr val="tx1"/>
                </a:solidFill>
                <a:latin typeface="Times New Roman" pitchFamily="18" charset="0"/>
                <a:ea typeface="ＭＳ Ｐゴシック" pitchFamily="50" charset="-128"/>
              </a:defRPr>
            </a:lvl3pPr>
            <a:lvl4pPr marL="1600200" indent="-228600" eaLnBrk="0" hangingPunct="0">
              <a:defRPr kumimoji="1" sz="2400">
                <a:solidFill>
                  <a:schemeClr val="tx1"/>
                </a:solidFill>
                <a:latin typeface="Times New Roman" pitchFamily="18" charset="0"/>
                <a:ea typeface="ＭＳ Ｐゴシック" pitchFamily="50" charset="-128"/>
              </a:defRPr>
            </a:lvl4pPr>
            <a:lvl5pPr marL="2057400" indent="-228600" eaLnBrk="0" hangingPunct="0">
              <a:defRPr kumimoji="1" sz="2400">
                <a:solidFill>
                  <a:schemeClr val="tx1"/>
                </a:solidFill>
                <a:latin typeface="Times New Roman" pitchFamily="18" charset="0"/>
                <a:ea typeface="ＭＳ Ｐゴシック" pitchFamily="50"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900" b="1" i="0" u="none" strike="noStrike" kern="1200" cap="none" spc="0" normalizeH="0" baseline="0" noProof="0" dirty="0">
                <a:ln>
                  <a:noFill/>
                </a:ln>
                <a:solidFill>
                  <a:srgbClr val="000000"/>
                </a:solidFill>
                <a:effectLst/>
                <a:uLnTx/>
                <a:uFillTx/>
                <a:latin typeface="HGP創英角ｺﾞｼｯｸUB" pitchFamily="50" charset="-128"/>
                <a:ea typeface="HGP創英角ｺﾞｼｯｸUB" pitchFamily="50" charset="-128"/>
                <a:cs typeface="+mn-cs"/>
              </a:rPr>
              <a:t>Canister</a:t>
            </a:r>
            <a:endParaRPr kumimoji="1" lang="ja-JP" altLang="en-US" sz="900" b="1" i="0" u="none" strike="noStrike" kern="1200" cap="none" spc="0" normalizeH="0" baseline="0" noProof="0" dirty="0">
              <a:ln>
                <a:noFill/>
              </a:ln>
              <a:solidFill>
                <a:srgbClr val="000000"/>
              </a:solidFill>
              <a:effectLst/>
              <a:uLnTx/>
              <a:uFillTx/>
              <a:latin typeface="HGP創英角ｺﾞｼｯｸUB" pitchFamily="50" charset="-128"/>
              <a:ea typeface="HGP創英角ｺﾞｼｯｸUB" pitchFamily="50" charset="-128"/>
              <a:cs typeface="+mn-cs"/>
            </a:endParaRPr>
          </a:p>
        </p:txBody>
      </p:sp>
      <p:cxnSp>
        <p:nvCxnSpPr>
          <p:cNvPr id="141" name="直線コネクタ 140">
            <a:extLst>
              <a:ext uri="{FF2B5EF4-FFF2-40B4-BE49-F238E27FC236}">
                <a16:creationId xmlns:a16="http://schemas.microsoft.com/office/drawing/2014/main" id="{66035447-7ADF-439F-BFF9-DE4AA7EF33B7}"/>
              </a:ext>
            </a:extLst>
          </p:cNvPr>
          <p:cNvCxnSpPr/>
          <p:nvPr/>
        </p:nvCxnSpPr>
        <p:spPr bwMode="auto">
          <a:xfrm>
            <a:off x="6189186" y="816267"/>
            <a:ext cx="349874" cy="0"/>
          </a:xfrm>
          <a:prstGeom prst="line">
            <a:avLst/>
          </a:prstGeom>
          <a:solidFill>
            <a:srgbClr val="00CC99"/>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2" name="直線コネクタ 141">
            <a:extLst>
              <a:ext uri="{FF2B5EF4-FFF2-40B4-BE49-F238E27FC236}">
                <a16:creationId xmlns:a16="http://schemas.microsoft.com/office/drawing/2014/main" id="{69A963A2-CF83-4395-B4DF-289F4570FD16}"/>
              </a:ext>
            </a:extLst>
          </p:cNvPr>
          <p:cNvCxnSpPr/>
          <p:nvPr/>
        </p:nvCxnSpPr>
        <p:spPr bwMode="auto">
          <a:xfrm>
            <a:off x="6189186" y="1016981"/>
            <a:ext cx="349874" cy="0"/>
          </a:xfrm>
          <a:prstGeom prst="line">
            <a:avLst/>
          </a:prstGeom>
          <a:solidFill>
            <a:srgbClr val="00CC99"/>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3" name="直線コネクタ 142">
            <a:extLst>
              <a:ext uri="{FF2B5EF4-FFF2-40B4-BE49-F238E27FC236}">
                <a16:creationId xmlns:a16="http://schemas.microsoft.com/office/drawing/2014/main" id="{DD20BFC1-16B3-49E1-AD55-E7FBD67EB571}"/>
              </a:ext>
            </a:extLst>
          </p:cNvPr>
          <p:cNvCxnSpPr/>
          <p:nvPr/>
        </p:nvCxnSpPr>
        <p:spPr bwMode="auto">
          <a:xfrm>
            <a:off x="6483858" y="773050"/>
            <a:ext cx="42656" cy="42656"/>
          </a:xfrm>
          <a:prstGeom prst="line">
            <a:avLst/>
          </a:prstGeom>
          <a:solidFill>
            <a:srgbClr val="00CC99"/>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4" name="直線コネクタ 143">
            <a:extLst>
              <a:ext uri="{FF2B5EF4-FFF2-40B4-BE49-F238E27FC236}">
                <a16:creationId xmlns:a16="http://schemas.microsoft.com/office/drawing/2014/main" id="{94E9E7AD-E980-44A8-9BC8-752A4F1063B1}"/>
              </a:ext>
            </a:extLst>
          </p:cNvPr>
          <p:cNvCxnSpPr/>
          <p:nvPr/>
        </p:nvCxnSpPr>
        <p:spPr bwMode="auto">
          <a:xfrm>
            <a:off x="6440221" y="773050"/>
            <a:ext cx="42656" cy="42656"/>
          </a:xfrm>
          <a:prstGeom prst="line">
            <a:avLst/>
          </a:prstGeom>
          <a:solidFill>
            <a:srgbClr val="00CC99"/>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5" name="直線コネクタ 144">
            <a:extLst>
              <a:ext uri="{FF2B5EF4-FFF2-40B4-BE49-F238E27FC236}">
                <a16:creationId xmlns:a16="http://schemas.microsoft.com/office/drawing/2014/main" id="{A96AA293-C933-457D-8025-3A5E97611C01}"/>
              </a:ext>
            </a:extLst>
          </p:cNvPr>
          <p:cNvCxnSpPr/>
          <p:nvPr/>
        </p:nvCxnSpPr>
        <p:spPr bwMode="auto">
          <a:xfrm>
            <a:off x="6399269" y="773050"/>
            <a:ext cx="42656" cy="42656"/>
          </a:xfrm>
          <a:prstGeom prst="line">
            <a:avLst/>
          </a:prstGeom>
          <a:solidFill>
            <a:srgbClr val="00CC99"/>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6" name="直線コネクタ 145">
            <a:extLst>
              <a:ext uri="{FF2B5EF4-FFF2-40B4-BE49-F238E27FC236}">
                <a16:creationId xmlns:a16="http://schemas.microsoft.com/office/drawing/2014/main" id="{E4EF8C21-DE95-4585-94F0-89859F12873B}"/>
              </a:ext>
            </a:extLst>
          </p:cNvPr>
          <p:cNvCxnSpPr/>
          <p:nvPr/>
        </p:nvCxnSpPr>
        <p:spPr bwMode="auto">
          <a:xfrm>
            <a:off x="6357032" y="773050"/>
            <a:ext cx="42656" cy="42656"/>
          </a:xfrm>
          <a:prstGeom prst="line">
            <a:avLst/>
          </a:prstGeom>
          <a:solidFill>
            <a:srgbClr val="00CC99"/>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7" name="直線コネクタ 146">
            <a:extLst>
              <a:ext uri="{FF2B5EF4-FFF2-40B4-BE49-F238E27FC236}">
                <a16:creationId xmlns:a16="http://schemas.microsoft.com/office/drawing/2014/main" id="{96686D95-031A-4F9E-AB81-136518938F34}"/>
              </a:ext>
            </a:extLst>
          </p:cNvPr>
          <p:cNvCxnSpPr/>
          <p:nvPr/>
        </p:nvCxnSpPr>
        <p:spPr bwMode="auto">
          <a:xfrm>
            <a:off x="6315156" y="773050"/>
            <a:ext cx="42656" cy="42656"/>
          </a:xfrm>
          <a:prstGeom prst="line">
            <a:avLst/>
          </a:prstGeom>
          <a:solidFill>
            <a:srgbClr val="00CC99"/>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8" name="直線コネクタ 147">
            <a:extLst>
              <a:ext uri="{FF2B5EF4-FFF2-40B4-BE49-F238E27FC236}">
                <a16:creationId xmlns:a16="http://schemas.microsoft.com/office/drawing/2014/main" id="{BC2774E6-9C32-4D1C-AEFF-B9261777A708}"/>
              </a:ext>
            </a:extLst>
          </p:cNvPr>
          <p:cNvCxnSpPr/>
          <p:nvPr/>
        </p:nvCxnSpPr>
        <p:spPr bwMode="auto">
          <a:xfrm>
            <a:off x="6272500" y="773050"/>
            <a:ext cx="42656" cy="42656"/>
          </a:xfrm>
          <a:prstGeom prst="line">
            <a:avLst/>
          </a:prstGeom>
          <a:solidFill>
            <a:srgbClr val="00CC99"/>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9" name="直線コネクタ 148">
            <a:extLst>
              <a:ext uri="{FF2B5EF4-FFF2-40B4-BE49-F238E27FC236}">
                <a16:creationId xmlns:a16="http://schemas.microsoft.com/office/drawing/2014/main" id="{DF6533B4-9808-4402-A0A4-39C166D3D147}"/>
              </a:ext>
            </a:extLst>
          </p:cNvPr>
          <p:cNvCxnSpPr/>
          <p:nvPr/>
        </p:nvCxnSpPr>
        <p:spPr bwMode="auto">
          <a:xfrm>
            <a:off x="6233478" y="773050"/>
            <a:ext cx="42656" cy="42656"/>
          </a:xfrm>
          <a:prstGeom prst="line">
            <a:avLst/>
          </a:prstGeom>
          <a:solidFill>
            <a:srgbClr val="00CC99"/>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0" name="直線コネクタ 149">
            <a:extLst>
              <a:ext uri="{FF2B5EF4-FFF2-40B4-BE49-F238E27FC236}">
                <a16:creationId xmlns:a16="http://schemas.microsoft.com/office/drawing/2014/main" id="{2F85A11B-BA80-4BAE-BEC3-CF55AE0BDE92}"/>
              </a:ext>
            </a:extLst>
          </p:cNvPr>
          <p:cNvCxnSpPr/>
          <p:nvPr/>
        </p:nvCxnSpPr>
        <p:spPr bwMode="auto">
          <a:xfrm>
            <a:off x="6190822" y="773050"/>
            <a:ext cx="42656" cy="42656"/>
          </a:xfrm>
          <a:prstGeom prst="line">
            <a:avLst/>
          </a:prstGeom>
          <a:solidFill>
            <a:srgbClr val="00CC99"/>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1" name="直線コネクタ 150">
            <a:extLst>
              <a:ext uri="{FF2B5EF4-FFF2-40B4-BE49-F238E27FC236}">
                <a16:creationId xmlns:a16="http://schemas.microsoft.com/office/drawing/2014/main" id="{002B87AE-FD4E-49F8-8896-341271C6AAD1}"/>
              </a:ext>
            </a:extLst>
          </p:cNvPr>
          <p:cNvCxnSpPr/>
          <p:nvPr/>
        </p:nvCxnSpPr>
        <p:spPr bwMode="auto">
          <a:xfrm>
            <a:off x="6483858" y="1013955"/>
            <a:ext cx="42656" cy="42656"/>
          </a:xfrm>
          <a:prstGeom prst="line">
            <a:avLst/>
          </a:prstGeom>
          <a:solidFill>
            <a:srgbClr val="00CC99"/>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2" name="直線コネクタ 151">
            <a:extLst>
              <a:ext uri="{FF2B5EF4-FFF2-40B4-BE49-F238E27FC236}">
                <a16:creationId xmlns:a16="http://schemas.microsoft.com/office/drawing/2014/main" id="{41207D04-3BFE-460E-9AFC-671CD651B099}"/>
              </a:ext>
            </a:extLst>
          </p:cNvPr>
          <p:cNvCxnSpPr/>
          <p:nvPr/>
        </p:nvCxnSpPr>
        <p:spPr bwMode="auto">
          <a:xfrm>
            <a:off x="6440221" y="1013955"/>
            <a:ext cx="42656" cy="42656"/>
          </a:xfrm>
          <a:prstGeom prst="line">
            <a:avLst/>
          </a:prstGeom>
          <a:solidFill>
            <a:srgbClr val="00CC99"/>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 name="直線コネクタ 152">
            <a:extLst>
              <a:ext uri="{FF2B5EF4-FFF2-40B4-BE49-F238E27FC236}">
                <a16:creationId xmlns:a16="http://schemas.microsoft.com/office/drawing/2014/main" id="{BC510428-D75B-4C93-A05D-7414774C5BC9}"/>
              </a:ext>
            </a:extLst>
          </p:cNvPr>
          <p:cNvCxnSpPr/>
          <p:nvPr/>
        </p:nvCxnSpPr>
        <p:spPr bwMode="auto">
          <a:xfrm>
            <a:off x="6399269" y="1013955"/>
            <a:ext cx="42656" cy="42656"/>
          </a:xfrm>
          <a:prstGeom prst="line">
            <a:avLst/>
          </a:prstGeom>
          <a:solidFill>
            <a:srgbClr val="00CC99"/>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4" name="直線コネクタ 153">
            <a:extLst>
              <a:ext uri="{FF2B5EF4-FFF2-40B4-BE49-F238E27FC236}">
                <a16:creationId xmlns:a16="http://schemas.microsoft.com/office/drawing/2014/main" id="{FA0164EC-52A3-4FBC-864C-68D6F6E797BD}"/>
              </a:ext>
            </a:extLst>
          </p:cNvPr>
          <p:cNvCxnSpPr/>
          <p:nvPr/>
        </p:nvCxnSpPr>
        <p:spPr bwMode="auto">
          <a:xfrm>
            <a:off x="6357032" y="1013955"/>
            <a:ext cx="42656" cy="42656"/>
          </a:xfrm>
          <a:prstGeom prst="line">
            <a:avLst/>
          </a:prstGeom>
          <a:solidFill>
            <a:srgbClr val="00CC99"/>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5" name="直線コネクタ 154">
            <a:extLst>
              <a:ext uri="{FF2B5EF4-FFF2-40B4-BE49-F238E27FC236}">
                <a16:creationId xmlns:a16="http://schemas.microsoft.com/office/drawing/2014/main" id="{42E12A0A-2BD9-48AD-84BC-1922A27211E2}"/>
              </a:ext>
            </a:extLst>
          </p:cNvPr>
          <p:cNvCxnSpPr/>
          <p:nvPr/>
        </p:nvCxnSpPr>
        <p:spPr bwMode="auto">
          <a:xfrm>
            <a:off x="6315156" y="1013955"/>
            <a:ext cx="42656" cy="42656"/>
          </a:xfrm>
          <a:prstGeom prst="line">
            <a:avLst/>
          </a:prstGeom>
          <a:solidFill>
            <a:srgbClr val="00CC99"/>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6" name="直線コネクタ 155">
            <a:extLst>
              <a:ext uri="{FF2B5EF4-FFF2-40B4-BE49-F238E27FC236}">
                <a16:creationId xmlns:a16="http://schemas.microsoft.com/office/drawing/2014/main" id="{237EE555-D649-41EB-A474-A0710F3213A4}"/>
              </a:ext>
            </a:extLst>
          </p:cNvPr>
          <p:cNvCxnSpPr/>
          <p:nvPr/>
        </p:nvCxnSpPr>
        <p:spPr bwMode="auto">
          <a:xfrm>
            <a:off x="6272500" y="1013955"/>
            <a:ext cx="42656" cy="42656"/>
          </a:xfrm>
          <a:prstGeom prst="line">
            <a:avLst/>
          </a:prstGeom>
          <a:solidFill>
            <a:srgbClr val="00CC99"/>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7" name="直線コネクタ 156">
            <a:extLst>
              <a:ext uri="{FF2B5EF4-FFF2-40B4-BE49-F238E27FC236}">
                <a16:creationId xmlns:a16="http://schemas.microsoft.com/office/drawing/2014/main" id="{A4C9A082-1619-4936-BB91-515DA84ACAF0}"/>
              </a:ext>
            </a:extLst>
          </p:cNvPr>
          <p:cNvCxnSpPr/>
          <p:nvPr/>
        </p:nvCxnSpPr>
        <p:spPr bwMode="auto">
          <a:xfrm>
            <a:off x="6233478" y="1013955"/>
            <a:ext cx="42656" cy="42656"/>
          </a:xfrm>
          <a:prstGeom prst="line">
            <a:avLst/>
          </a:prstGeom>
          <a:solidFill>
            <a:srgbClr val="00CC99"/>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8" name="直線コネクタ 157">
            <a:extLst>
              <a:ext uri="{FF2B5EF4-FFF2-40B4-BE49-F238E27FC236}">
                <a16:creationId xmlns:a16="http://schemas.microsoft.com/office/drawing/2014/main" id="{DAF63053-6D79-4916-B615-28DD18CF0055}"/>
              </a:ext>
            </a:extLst>
          </p:cNvPr>
          <p:cNvCxnSpPr/>
          <p:nvPr/>
        </p:nvCxnSpPr>
        <p:spPr bwMode="auto">
          <a:xfrm>
            <a:off x="6190822" y="1013955"/>
            <a:ext cx="42656" cy="42656"/>
          </a:xfrm>
          <a:prstGeom prst="line">
            <a:avLst/>
          </a:prstGeom>
          <a:solidFill>
            <a:srgbClr val="00CC99"/>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161" name="Picture 3">
            <a:extLst>
              <a:ext uri="{FF2B5EF4-FFF2-40B4-BE49-F238E27FC236}">
                <a16:creationId xmlns:a16="http://schemas.microsoft.com/office/drawing/2014/main" id="{00B3EE82-E956-4F42-BD18-CF88EF44C9ED}"/>
              </a:ext>
            </a:extLst>
          </p:cNvPr>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6472299" y="783804"/>
            <a:ext cx="231775" cy="165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2" name="線吹き出し 1 (枠付き) 55">
            <a:extLst>
              <a:ext uri="{FF2B5EF4-FFF2-40B4-BE49-F238E27FC236}">
                <a16:creationId xmlns:a16="http://schemas.microsoft.com/office/drawing/2014/main" id="{7C34C370-9526-4056-A36D-C7B69695AC53}"/>
              </a:ext>
            </a:extLst>
          </p:cNvPr>
          <p:cNvSpPr>
            <a:spLocks/>
          </p:cNvSpPr>
          <p:nvPr/>
        </p:nvSpPr>
        <p:spPr bwMode="auto">
          <a:xfrm>
            <a:off x="6801009" y="620881"/>
            <a:ext cx="994183" cy="438582"/>
          </a:xfrm>
          <a:prstGeom prst="borderCallout1">
            <a:avLst>
              <a:gd name="adj1" fmla="val 49284"/>
              <a:gd name="adj2" fmla="val -1628"/>
              <a:gd name="adj3" fmla="val 57861"/>
              <a:gd name="adj4" fmla="val -12621"/>
            </a:avLst>
          </a:prstGeom>
          <a:solidFill>
            <a:srgbClr val="FFFFFF"/>
          </a:solidFill>
          <a:ln w="25400" algn="ctr">
            <a:solidFill>
              <a:srgbClr val="000000"/>
            </a:solidFill>
            <a:miter lim="800000"/>
            <a:headEnd type="none" w="med" len="med"/>
            <a:tailEnd type="none" w="med" len="med"/>
          </a:ln>
        </p:spPr>
        <p:txBody>
          <a:bodyPr wrap="none" anchor="ctr">
            <a:spAutoFit/>
          </a:bodyPr>
          <a:lstStyle/>
          <a:p>
            <a:pPr marL="0" marR="0" lvl="0" indent="0" algn="ctr" defTabSz="914400" rtl="0" eaLnBrk="0" fontAlgn="auto" latinLnBrk="0" hangingPunct="0">
              <a:lnSpc>
                <a:spcPct val="100000"/>
              </a:lnSpc>
              <a:spcBef>
                <a:spcPct val="50000"/>
              </a:spcBef>
              <a:spcAft>
                <a:spcPts val="0"/>
              </a:spcAft>
              <a:buClrTx/>
              <a:buSzTx/>
              <a:buFontTx/>
              <a:buNone/>
              <a:tabLst/>
              <a:defRPr/>
            </a:pPr>
            <a:r>
              <a:rPr kumimoji="0" lang="en-US" altLang="ja-JP" sz="900" b="0" i="0" u="none" strike="noStrike" kern="0" cap="none" spc="0" normalizeH="0" baseline="0" noProof="0" dirty="0">
                <a:ln>
                  <a:noFill/>
                </a:ln>
                <a:solidFill>
                  <a:srgbClr val="000000"/>
                </a:solidFill>
                <a:effectLst/>
                <a:uLnTx/>
                <a:uFillTx/>
                <a:latin typeface="HGP創英角ｺﾞｼｯｸUB" pitchFamily="50" charset="-128"/>
                <a:ea typeface="HGP創英角ｺﾞｼｯｸUB" pitchFamily="50" charset="-128"/>
                <a:cs typeface="+mn-cs"/>
              </a:rPr>
              <a:t>Fuel tank</a:t>
            </a:r>
          </a:p>
          <a:p>
            <a:pPr marL="0" marR="0" lvl="0" indent="0" algn="ctr" defTabSz="914400" rtl="0" eaLnBrk="0" fontAlgn="auto" latinLnBrk="0" hangingPunct="0">
              <a:lnSpc>
                <a:spcPct val="100000"/>
              </a:lnSpc>
              <a:spcBef>
                <a:spcPct val="50000"/>
              </a:spcBef>
              <a:spcAft>
                <a:spcPts val="0"/>
              </a:spcAft>
              <a:buClrTx/>
              <a:buSzTx/>
              <a:buFontTx/>
              <a:buNone/>
              <a:tabLst/>
              <a:defRPr/>
            </a:pPr>
            <a:r>
              <a:rPr kumimoji="0" lang="en-US" altLang="ja-JP" sz="900" b="0" i="0" u="none" strike="noStrike" kern="0" cap="none" spc="0" normalizeH="0" baseline="0" noProof="0" dirty="0">
                <a:ln>
                  <a:noFill/>
                </a:ln>
                <a:solidFill>
                  <a:srgbClr val="000000"/>
                </a:solidFill>
                <a:effectLst/>
                <a:uLnTx/>
                <a:uFillTx/>
                <a:latin typeface="HGP創英角ｺﾞｼｯｸUB" pitchFamily="50" charset="-128"/>
                <a:ea typeface="HGP創英角ｺﾞｼｯｸUB" pitchFamily="50" charset="-128"/>
                <a:cs typeface="+mn-cs"/>
              </a:rPr>
              <a:t>pressure sensor</a:t>
            </a:r>
          </a:p>
        </p:txBody>
      </p:sp>
      <p:sp>
        <p:nvSpPr>
          <p:cNvPr id="159" name="正方形/長方形 158">
            <a:extLst>
              <a:ext uri="{FF2B5EF4-FFF2-40B4-BE49-F238E27FC236}">
                <a16:creationId xmlns:a16="http://schemas.microsoft.com/office/drawing/2014/main" id="{3B5595C2-A439-4F6E-B787-D057149C7F7F}"/>
              </a:ext>
            </a:extLst>
          </p:cNvPr>
          <p:cNvSpPr/>
          <p:nvPr/>
        </p:nvSpPr>
        <p:spPr bwMode="auto">
          <a:xfrm>
            <a:off x="6195052" y="771408"/>
            <a:ext cx="345072" cy="288032"/>
          </a:xfrm>
          <a:prstGeom prst="rect">
            <a:avLst/>
          </a:prstGeom>
          <a:noFill/>
          <a:ln w="19050"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srgbClr val="000000"/>
              </a:solidFill>
              <a:effectLst/>
              <a:uLnTx/>
              <a:uFillTx/>
              <a:latin typeface="Times New Roman" pitchFamily="18" charset="0"/>
              <a:ea typeface="ＭＳ Ｐゴシック" pitchFamily="50" charset="-128"/>
              <a:cs typeface="+mn-cs"/>
            </a:endParaRPr>
          </a:p>
        </p:txBody>
      </p:sp>
      <p:sp>
        <p:nvSpPr>
          <p:cNvPr id="163" name="線吹き出し 1 (枠付き) 55">
            <a:extLst>
              <a:ext uri="{FF2B5EF4-FFF2-40B4-BE49-F238E27FC236}">
                <a16:creationId xmlns:a16="http://schemas.microsoft.com/office/drawing/2014/main" id="{BDD23C14-2CC5-4B24-AC23-DA3C6AD82B60}"/>
              </a:ext>
            </a:extLst>
          </p:cNvPr>
          <p:cNvSpPr>
            <a:spLocks/>
          </p:cNvSpPr>
          <p:nvPr/>
        </p:nvSpPr>
        <p:spPr bwMode="auto">
          <a:xfrm>
            <a:off x="5655202" y="1257564"/>
            <a:ext cx="450765" cy="230832"/>
          </a:xfrm>
          <a:prstGeom prst="borderCallout1">
            <a:avLst>
              <a:gd name="adj1" fmla="val -4359"/>
              <a:gd name="adj2" fmla="val 46973"/>
              <a:gd name="adj3" fmla="val -98941"/>
              <a:gd name="adj4" fmla="val 99372"/>
            </a:avLst>
          </a:prstGeom>
          <a:solidFill>
            <a:srgbClr val="FFFFFF"/>
          </a:solidFill>
          <a:ln w="25400" algn="ctr">
            <a:solidFill>
              <a:srgbClr val="000000"/>
            </a:solidFill>
            <a:miter lim="800000"/>
            <a:headEnd type="none" w="med" len="med"/>
            <a:tailEnd type="none" w="med" len="med"/>
          </a:ln>
        </p:spPr>
        <p:txBody>
          <a:bodyPr wrap="none" anchor="ctr">
            <a:spAutoFit/>
          </a:bodyPr>
          <a:lstStyle/>
          <a:p>
            <a:pPr marL="0" marR="0" lvl="0" indent="0" algn="ctr" defTabSz="914400" rtl="0" eaLnBrk="0" fontAlgn="auto" latinLnBrk="0" hangingPunct="0">
              <a:lnSpc>
                <a:spcPct val="100000"/>
              </a:lnSpc>
              <a:spcBef>
                <a:spcPct val="50000"/>
              </a:spcBef>
              <a:spcAft>
                <a:spcPts val="0"/>
              </a:spcAft>
              <a:buClrTx/>
              <a:buSzTx/>
              <a:buFontTx/>
              <a:buNone/>
              <a:tabLst/>
              <a:defRPr/>
            </a:pPr>
            <a:r>
              <a:rPr kumimoji="0" lang="en-US" altLang="ja-JP" sz="900" b="0" i="0" u="none" strike="noStrike" kern="0" cap="none" spc="0" normalizeH="0" baseline="0" noProof="0" dirty="0">
                <a:ln>
                  <a:noFill/>
                </a:ln>
                <a:solidFill>
                  <a:srgbClr val="000000"/>
                </a:solidFill>
                <a:effectLst/>
                <a:uLnTx/>
                <a:uFillTx/>
                <a:latin typeface="HGP創英角ｺﾞｼｯｸUB" pitchFamily="50" charset="-128"/>
                <a:ea typeface="HGP創英角ｺﾞｼｯｸUB" pitchFamily="50" charset="-128"/>
                <a:cs typeface="+mn-cs"/>
              </a:rPr>
              <a:t>VSSV</a:t>
            </a:r>
          </a:p>
        </p:txBody>
      </p:sp>
      <p:pic>
        <p:nvPicPr>
          <p:cNvPr id="164" name="Picture 3">
            <a:extLst>
              <a:ext uri="{FF2B5EF4-FFF2-40B4-BE49-F238E27FC236}">
                <a16:creationId xmlns:a16="http://schemas.microsoft.com/office/drawing/2014/main" id="{B33B02C7-38D4-4D42-8D85-82DC77103DBC}"/>
              </a:ext>
            </a:extLst>
          </p:cNvPr>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flipH="1">
            <a:off x="6034702" y="929723"/>
            <a:ext cx="231775" cy="165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 Box 2">
            <a:extLst>
              <a:ext uri="{FF2B5EF4-FFF2-40B4-BE49-F238E27FC236}">
                <a16:creationId xmlns:a16="http://schemas.microsoft.com/office/drawing/2014/main" id="{AF65F606-A4E5-CDA2-5D24-B9289FA9B151}"/>
              </a:ext>
            </a:extLst>
          </p:cNvPr>
          <p:cNvSpPr txBox="1">
            <a:spLocks noChangeArrowheads="1"/>
          </p:cNvSpPr>
          <p:nvPr/>
        </p:nvSpPr>
        <p:spPr bwMode="auto">
          <a:xfrm>
            <a:off x="276963" y="44451"/>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2000" dirty="0">
                <a:solidFill>
                  <a:srgbClr val="FFFFFF"/>
                </a:solidFill>
                <a:latin typeface="Meiryo UI" panose="020B0604030504040204" pitchFamily="50" charset="-128"/>
                <a:ea typeface="Meiryo UI" panose="020B0604030504040204" pitchFamily="50" charset="-128"/>
                <a:cs typeface="Arial" pitchFamily="34" charset="0"/>
              </a:rPr>
              <a:t>11. Engine Management System Overview</a:t>
            </a:r>
            <a:endParaRPr lang="en-US" altLang="ja-JP" sz="1100" dirty="0">
              <a:solidFill>
                <a:srgbClr val="FFFFFF"/>
              </a:solidFill>
              <a:latin typeface="HGPｺﾞｼｯｸE" pitchFamily="50" charset="-128"/>
              <a:ea typeface="HGPｺﾞｼｯｸE" pitchFamily="50" charset="-128"/>
              <a:cs typeface="Arial" pitchFamily="34" charset="0"/>
            </a:endParaRPr>
          </a:p>
        </p:txBody>
      </p:sp>
    </p:spTree>
    <p:extLst>
      <p:ext uri="{BB962C8B-B14F-4D97-AF65-F5344CB8AC3E}">
        <p14:creationId xmlns:p14="http://schemas.microsoft.com/office/powerpoint/2010/main" val="3118802638"/>
      </p:ext>
    </p:extLst>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789064F2-557C-4E04-BBA6-EEDB8E13F923}"/>
              </a:ext>
            </a:extLst>
          </p:cNvPr>
          <p:cNvPicPr>
            <a:picLocks noChangeAspect="1"/>
          </p:cNvPicPr>
          <p:nvPr/>
        </p:nvPicPr>
        <p:blipFill>
          <a:blip r:embed="rId3"/>
          <a:stretch>
            <a:fillRect/>
          </a:stretch>
        </p:blipFill>
        <p:spPr>
          <a:xfrm>
            <a:off x="561037" y="1882175"/>
            <a:ext cx="4587083" cy="4140000"/>
          </a:xfrm>
          <a:prstGeom prst="rect">
            <a:avLst/>
          </a:prstGeom>
        </p:spPr>
      </p:pic>
      <p:pic>
        <p:nvPicPr>
          <p:cNvPr id="165" name="図 164">
            <a:extLst>
              <a:ext uri="{FF2B5EF4-FFF2-40B4-BE49-F238E27FC236}">
                <a16:creationId xmlns:a16="http://schemas.microsoft.com/office/drawing/2014/main" id="{2AE7FCB9-95C0-4855-977F-AFA798AECC2E}"/>
              </a:ext>
            </a:extLst>
          </p:cNvPr>
          <p:cNvPicPr>
            <a:picLocks noChangeAspect="1"/>
          </p:cNvPicPr>
          <p:nvPr/>
        </p:nvPicPr>
        <p:blipFill>
          <a:blip r:embed="rId4"/>
          <a:stretch>
            <a:fillRect/>
          </a:stretch>
        </p:blipFill>
        <p:spPr>
          <a:xfrm rot="16200000">
            <a:off x="6373016" y="2768473"/>
            <a:ext cx="2004019" cy="2742340"/>
          </a:xfrm>
          <a:prstGeom prst="rect">
            <a:avLst/>
          </a:prstGeom>
        </p:spPr>
      </p:pic>
      <p:sp>
        <p:nvSpPr>
          <p:cNvPr id="2" name="テキスト ボックス 1">
            <a:extLst>
              <a:ext uri="{FF2B5EF4-FFF2-40B4-BE49-F238E27FC236}">
                <a16:creationId xmlns:a16="http://schemas.microsoft.com/office/drawing/2014/main" id="{65762BC9-B46B-45A0-9F84-C612E52F206B}"/>
              </a:ext>
            </a:extLst>
          </p:cNvPr>
          <p:cNvSpPr txBox="1"/>
          <p:nvPr/>
        </p:nvSpPr>
        <p:spPr>
          <a:xfrm>
            <a:off x="96718" y="712825"/>
            <a:ext cx="3610027" cy="369332"/>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800" b="0" i="0" u="sng"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EVAPO</a:t>
            </a:r>
            <a:r>
              <a:rPr kumimoji="1" lang="ja-JP" altLang="en-US" sz="1800" b="0" i="0" u="sng"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 </a:t>
            </a:r>
            <a:r>
              <a:rPr kumimoji="1" lang="en-US" altLang="ja-JP" sz="1800" b="0" i="0" u="sng"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SYSTEM (Charge Flow)</a:t>
            </a:r>
            <a:endParaRPr kumimoji="1" lang="ja-JP" altLang="en-US" sz="1800" b="0" i="0" u="sng"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p:txBody>
      </p:sp>
      <p:sp>
        <p:nvSpPr>
          <p:cNvPr id="6" name="テキスト ボックス 5">
            <a:extLst>
              <a:ext uri="{FF2B5EF4-FFF2-40B4-BE49-F238E27FC236}">
                <a16:creationId xmlns:a16="http://schemas.microsoft.com/office/drawing/2014/main" id="{EF93011F-DBE8-43D7-9DE6-1E2301E34D82}"/>
              </a:ext>
            </a:extLst>
          </p:cNvPr>
          <p:cNvSpPr txBox="1"/>
          <p:nvPr/>
        </p:nvSpPr>
        <p:spPr>
          <a:xfrm>
            <a:off x="509575" y="2557296"/>
            <a:ext cx="478016" cy="276999"/>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PCS</a:t>
            </a:r>
            <a:endParaRPr kumimoji="1" lang="ja-JP" altLang="en-US"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p:txBody>
      </p:sp>
      <p:sp>
        <p:nvSpPr>
          <p:cNvPr id="7" name="テキスト ボックス 6">
            <a:extLst>
              <a:ext uri="{FF2B5EF4-FFF2-40B4-BE49-F238E27FC236}">
                <a16:creationId xmlns:a16="http://schemas.microsoft.com/office/drawing/2014/main" id="{1376D628-B2A2-441F-827B-7D0348C221B3}"/>
              </a:ext>
            </a:extLst>
          </p:cNvPr>
          <p:cNvSpPr txBox="1"/>
          <p:nvPr/>
        </p:nvSpPr>
        <p:spPr>
          <a:xfrm>
            <a:off x="780858" y="1235414"/>
            <a:ext cx="1512658" cy="276999"/>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INTAKE MNIFOLD</a:t>
            </a:r>
            <a:endParaRPr kumimoji="1" lang="ja-JP" altLang="en-US"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p:txBody>
      </p:sp>
      <p:sp>
        <p:nvSpPr>
          <p:cNvPr id="8" name="テキスト ボックス 7">
            <a:extLst>
              <a:ext uri="{FF2B5EF4-FFF2-40B4-BE49-F238E27FC236}">
                <a16:creationId xmlns:a16="http://schemas.microsoft.com/office/drawing/2014/main" id="{F92DA5EB-1E6E-440E-9A28-627C32D75170}"/>
              </a:ext>
            </a:extLst>
          </p:cNvPr>
          <p:cNvSpPr txBox="1"/>
          <p:nvPr/>
        </p:nvSpPr>
        <p:spPr>
          <a:xfrm>
            <a:off x="3346066" y="1378261"/>
            <a:ext cx="396262" cy="276999"/>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TH</a:t>
            </a:r>
            <a:endParaRPr kumimoji="1" lang="ja-JP" altLang="en-US"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p:txBody>
      </p:sp>
      <p:sp>
        <p:nvSpPr>
          <p:cNvPr id="9" name="テキスト ボックス 8">
            <a:extLst>
              <a:ext uri="{FF2B5EF4-FFF2-40B4-BE49-F238E27FC236}">
                <a16:creationId xmlns:a16="http://schemas.microsoft.com/office/drawing/2014/main" id="{C62D0315-2E4A-485E-9A52-425B67F0CDBC}"/>
              </a:ext>
            </a:extLst>
          </p:cNvPr>
          <p:cNvSpPr txBox="1"/>
          <p:nvPr/>
        </p:nvSpPr>
        <p:spPr>
          <a:xfrm>
            <a:off x="4352403" y="1493896"/>
            <a:ext cx="1212191" cy="276999"/>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AIR CLEANER</a:t>
            </a:r>
            <a:endParaRPr kumimoji="1" lang="ja-JP" altLang="en-US"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p:txBody>
      </p:sp>
      <p:sp>
        <p:nvSpPr>
          <p:cNvPr id="10" name="テキスト ボックス 9">
            <a:extLst>
              <a:ext uri="{FF2B5EF4-FFF2-40B4-BE49-F238E27FC236}">
                <a16:creationId xmlns:a16="http://schemas.microsoft.com/office/drawing/2014/main" id="{AFE68A5B-6885-450D-A157-54EF85012B53}"/>
              </a:ext>
            </a:extLst>
          </p:cNvPr>
          <p:cNvSpPr txBox="1"/>
          <p:nvPr/>
        </p:nvSpPr>
        <p:spPr>
          <a:xfrm>
            <a:off x="3069418" y="4105142"/>
            <a:ext cx="964559" cy="276999"/>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CANITSER</a:t>
            </a:r>
            <a:endParaRPr kumimoji="1" lang="ja-JP" altLang="en-US"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p:txBody>
      </p:sp>
      <p:sp>
        <p:nvSpPr>
          <p:cNvPr id="11" name="テキスト ボックス 10">
            <a:extLst>
              <a:ext uri="{FF2B5EF4-FFF2-40B4-BE49-F238E27FC236}">
                <a16:creationId xmlns:a16="http://schemas.microsoft.com/office/drawing/2014/main" id="{8BA94AA5-7613-424F-9F52-B77CBF68F456}"/>
              </a:ext>
            </a:extLst>
          </p:cNvPr>
          <p:cNvSpPr txBox="1"/>
          <p:nvPr/>
        </p:nvSpPr>
        <p:spPr>
          <a:xfrm>
            <a:off x="1780843" y="6169036"/>
            <a:ext cx="1025345" cy="276999"/>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FUEL TANK</a:t>
            </a:r>
            <a:endParaRPr kumimoji="1" lang="ja-JP" altLang="en-US"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p:txBody>
      </p:sp>
      <p:sp>
        <p:nvSpPr>
          <p:cNvPr id="13" name="テキスト ボックス 12">
            <a:extLst>
              <a:ext uri="{FF2B5EF4-FFF2-40B4-BE49-F238E27FC236}">
                <a16:creationId xmlns:a16="http://schemas.microsoft.com/office/drawing/2014/main" id="{9A0A096A-D58B-47A1-9F83-D1BAB2052E8D}"/>
              </a:ext>
            </a:extLst>
          </p:cNvPr>
          <p:cNvSpPr txBox="1"/>
          <p:nvPr/>
        </p:nvSpPr>
        <p:spPr>
          <a:xfrm>
            <a:off x="1833337" y="2475893"/>
            <a:ext cx="520719" cy="369332"/>
          </a:xfrm>
          <a:prstGeom prst="rect">
            <a:avLst/>
          </a:prstGeom>
          <a:noFill/>
        </p:spPr>
        <p:txBody>
          <a:bodyPr wrap="none" lIns="0" tIns="0" rIns="0" bIns="0"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DUST </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FILTER</a:t>
            </a:r>
            <a:endParaRPr kumimoji="1" lang="ja-JP" altLang="en-US"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p:txBody>
      </p:sp>
      <p:sp>
        <p:nvSpPr>
          <p:cNvPr id="14" name="テキスト ボックス 13">
            <a:extLst>
              <a:ext uri="{FF2B5EF4-FFF2-40B4-BE49-F238E27FC236}">
                <a16:creationId xmlns:a16="http://schemas.microsoft.com/office/drawing/2014/main" id="{FDD11CC3-681F-4E28-B066-43C793588C74}"/>
              </a:ext>
            </a:extLst>
          </p:cNvPr>
          <p:cNvSpPr txBox="1"/>
          <p:nvPr/>
        </p:nvSpPr>
        <p:spPr>
          <a:xfrm>
            <a:off x="464098" y="3290500"/>
            <a:ext cx="686405" cy="276999"/>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DRAIN</a:t>
            </a:r>
            <a:endParaRPr kumimoji="1" lang="ja-JP" altLang="en-US"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p:txBody>
      </p:sp>
      <p:cxnSp>
        <p:nvCxnSpPr>
          <p:cNvPr id="5" name="直線矢印コネクタ 4">
            <a:extLst>
              <a:ext uri="{FF2B5EF4-FFF2-40B4-BE49-F238E27FC236}">
                <a16:creationId xmlns:a16="http://schemas.microsoft.com/office/drawing/2014/main" id="{6A3BDB47-7924-400A-B4FA-7B41FB915F96}"/>
              </a:ext>
            </a:extLst>
          </p:cNvPr>
          <p:cNvCxnSpPr>
            <a:stCxn id="7" idx="2"/>
          </p:cNvCxnSpPr>
          <p:nvPr/>
        </p:nvCxnSpPr>
        <p:spPr bwMode="auto">
          <a:xfrm>
            <a:off x="1537187" y="1512413"/>
            <a:ext cx="306140" cy="650804"/>
          </a:xfrm>
          <a:prstGeom prst="straightConnector1">
            <a:avLst/>
          </a:prstGeom>
          <a:solidFill>
            <a:schemeClr val="accent1"/>
          </a:solidFill>
          <a:ln w="9525" cap="flat" cmpd="sng" algn="ctr">
            <a:solidFill>
              <a:schemeClr val="tx1"/>
            </a:solidFill>
            <a:prstDash val="solid"/>
            <a:round/>
            <a:headEnd type="none" w="med" len="med"/>
            <a:tailEnd type="oval"/>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 name="直線矢印コネクタ 19">
            <a:extLst>
              <a:ext uri="{FF2B5EF4-FFF2-40B4-BE49-F238E27FC236}">
                <a16:creationId xmlns:a16="http://schemas.microsoft.com/office/drawing/2014/main" id="{9F4C6F89-5719-42A5-A00F-DC64128CE168}"/>
              </a:ext>
            </a:extLst>
          </p:cNvPr>
          <p:cNvCxnSpPr>
            <a:stCxn id="8" idx="2"/>
          </p:cNvCxnSpPr>
          <p:nvPr/>
        </p:nvCxnSpPr>
        <p:spPr bwMode="auto">
          <a:xfrm>
            <a:off x="3544197" y="1655260"/>
            <a:ext cx="215764" cy="507957"/>
          </a:xfrm>
          <a:prstGeom prst="straightConnector1">
            <a:avLst/>
          </a:prstGeom>
          <a:solidFill>
            <a:schemeClr val="accent1"/>
          </a:solidFill>
          <a:ln w="9525" cap="flat" cmpd="sng" algn="ctr">
            <a:solidFill>
              <a:schemeClr val="tx1"/>
            </a:solidFill>
            <a:prstDash val="solid"/>
            <a:round/>
            <a:headEnd type="none" w="med" len="med"/>
            <a:tailEnd type="oval"/>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 name="直線矢印コネクタ 22">
            <a:extLst>
              <a:ext uri="{FF2B5EF4-FFF2-40B4-BE49-F238E27FC236}">
                <a16:creationId xmlns:a16="http://schemas.microsoft.com/office/drawing/2014/main" id="{15DE3643-B55A-4465-97D3-95B7515113E1}"/>
              </a:ext>
            </a:extLst>
          </p:cNvPr>
          <p:cNvCxnSpPr>
            <a:stCxn id="9" idx="2"/>
          </p:cNvCxnSpPr>
          <p:nvPr/>
        </p:nvCxnSpPr>
        <p:spPr bwMode="auto">
          <a:xfrm flipH="1">
            <a:off x="4697935" y="1770895"/>
            <a:ext cx="260564" cy="604016"/>
          </a:xfrm>
          <a:prstGeom prst="straightConnector1">
            <a:avLst/>
          </a:prstGeom>
          <a:solidFill>
            <a:schemeClr val="accent1"/>
          </a:solidFill>
          <a:ln w="9525" cap="flat" cmpd="sng" algn="ctr">
            <a:solidFill>
              <a:schemeClr val="tx1"/>
            </a:solidFill>
            <a:prstDash val="solid"/>
            <a:round/>
            <a:headEnd type="none" w="med" len="med"/>
            <a:tailEnd type="oval"/>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 name="直線矢印コネクタ 26">
            <a:extLst>
              <a:ext uri="{FF2B5EF4-FFF2-40B4-BE49-F238E27FC236}">
                <a16:creationId xmlns:a16="http://schemas.microsoft.com/office/drawing/2014/main" id="{932B28A9-F5AC-49F9-AF72-BDF1ED3477D6}"/>
              </a:ext>
            </a:extLst>
          </p:cNvPr>
          <p:cNvCxnSpPr>
            <a:stCxn id="6" idx="3"/>
          </p:cNvCxnSpPr>
          <p:nvPr/>
        </p:nvCxnSpPr>
        <p:spPr bwMode="auto">
          <a:xfrm>
            <a:off x="987591" y="2695796"/>
            <a:ext cx="211282" cy="94540"/>
          </a:xfrm>
          <a:prstGeom prst="straightConnector1">
            <a:avLst/>
          </a:prstGeom>
          <a:solidFill>
            <a:schemeClr val="accent1"/>
          </a:solidFill>
          <a:ln w="9525" cap="flat" cmpd="sng" algn="ctr">
            <a:solidFill>
              <a:schemeClr val="tx1"/>
            </a:solidFill>
            <a:prstDash val="solid"/>
            <a:round/>
            <a:headEnd type="none" w="med" len="med"/>
            <a:tailEnd type="oval"/>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3" name="直線矢印コネクタ 32">
            <a:extLst>
              <a:ext uri="{FF2B5EF4-FFF2-40B4-BE49-F238E27FC236}">
                <a16:creationId xmlns:a16="http://schemas.microsoft.com/office/drawing/2014/main" id="{FEABCBE6-7084-459A-9285-8F0555F2B702}"/>
              </a:ext>
            </a:extLst>
          </p:cNvPr>
          <p:cNvCxnSpPr>
            <a:cxnSpLocks/>
            <a:stCxn id="91" idx="2"/>
          </p:cNvCxnSpPr>
          <p:nvPr/>
        </p:nvCxnSpPr>
        <p:spPr bwMode="auto">
          <a:xfrm flipH="1">
            <a:off x="3002973" y="2856719"/>
            <a:ext cx="501059" cy="281336"/>
          </a:xfrm>
          <a:prstGeom prst="straightConnector1">
            <a:avLst/>
          </a:prstGeom>
          <a:solidFill>
            <a:schemeClr val="accent1"/>
          </a:solidFill>
          <a:ln w="9525" cap="flat" cmpd="sng" algn="ctr">
            <a:solidFill>
              <a:schemeClr val="tx1"/>
            </a:solidFill>
            <a:prstDash val="solid"/>
            <a:round/>
            <a:headEnd type="none" w="med" len="med"/>
            <a:tailEnd type="oval"/>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4" name="直線矢印コネクタ 43">
            <a:extLst>
              <a:ext uri="{FF2B5EF4-FFF2-40B4-BE49-F238E27FC236}">
                <a16:creationId xmlns:a16="http://schemas.microsoft.com/office/drawing/2014/main" id="{11CE6F0B-90A2-43EF-9F51-D3E5D7FAB0C9}"/>
              </a:ext>
            </a:extLst>
          </p:cNvPr>
          <p:cNvCxnSpPr>
            <a:stCxn id="11" idx="0"/>
          </p:cNvCxnSpPr>
          <p:nvPr/>
        </p:nvCxnSpPr>
        <p:spPr bwMode="auto">
          <a:xfrm flipV="1">
            <a:off x="2293516" y="5819684"/>
            <a:ext cx="15774" cy="349352"/>
          </a:xfrm>
          <a:prstGeom prst="straightConnector1">
            <a:avLst/>
          </a:prstGeom>
          <a:solidFill>
            <a:schemeClr val="accent1"/>
          </a:solidFill>
          <a:ln w="9525" cap="flat" cmpd="sng" algn="ctr">
            <a:solidFill>
              <a:schemeClr val="tx1"/>
            </a:solidFill>
            <a:prstDash val="solid"/>
            <a:round/>
            <a:headEnd type="none" w="med" len="med"/>
            <a:tailEnd type="oval"/>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5" name="正方形/長方形 44">
            <a:extLst>
              <a:ext uri="{FF2B5EF4-FFF2-40B4-BE49-F238E27FC236}">
                <a16:creationId xmlns:a16="http://schemas.microsoft.com/office/drawing/2014/main" id="{C622BF72-9D43-4A33-8B91-AE514EC3D59E}"/>
              </a:ext>
            </a:extLst>
          </p:cNvPr>
          <p:cNvSpPr/>
          <p:nvPr/>
        </p:nvSpPr>
        <p:spPr bwMode="auto">
          <a:xfrm>
            <a:off x="2707618" y="2955154"/>
            <a:ext cx="1616813" cy="1031156"/>
          </a:xfrm>
          <a:prstGeom prst="rect">
            <a:avLst/>
          </a:prstGeom>
          <a:noFill/>
          <a:ln w="28575" cap="flat" cmpd="sng" algn="ctr">
            <a:solidFill>
              <a:srgbClr val="0000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ja-JP" altLang="en-US" sz="1200" b="0" i="0" u="none" strike="noStrike" kern="1200" cap="none" spc="0" normalizeH="0" baseline="0" noProof="0">
              <a:ln>
                <a:noFill/>
              </a:ln>
              <a:solidFill>
                <a:srgbClr val="000000"/>
              </a:solidFill>
              <a:effectLst/>
              <a:uLnTx/>
              <a:uFillTx/>
              <a:latin typeface="Times New Roman" pitchFamily="18" charset="0"/>
              <a:ea typeface="ＭＳ Ｐゴシック" pitchFamily="50" charset="-128"/>
              <a:cs typeface="+mn-cs"/>
            </a:endParaRPr>
          </a:p>
        </p:txBody>
      </p:sp>
      <p:sp>
        <p:nvSpPr>
          <p:cNvPr id="48" name="正方形/長方形 47">
            <a:extLst>
              <a:ext uri="{FF2B5EF4-FFF2-40B4-BE49-F238E27FC236}">
                <a16:creationId xmlns:a16="http://schemas.microsoft.com/office/drawing/2014/main" id="{87A391A6-ED03-43A3-AB32-CAE93A24E2C0}"/>
              </a:ext>
            </a:extLst>
          </p:cNvPr>
          <p:cNvSpPr/>
          <p:nvPr/>
        </p:nvSpPr>
        <p:spPr bwMode="auto">
          <a:xfrm>
            <a:off x="5380268" y="1958534"/>
            <a:ext cx="3598632" cy="4614544"/>
          </a:xfrm>
          <a:prstGeom prst="rect">
            <a:avLst/>
          </a:prstGeom>
          <a:noFill/>
          <a:ln w="28575" cap="flat" cmpd="sng" algn="ctr">
            <a:solidFill>
              <a:srgbClr val="0000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ja-JP" altLang="en-US" sz="1200" b="0" i="0" u="none" strike="noStrike" kern="1200" cap="none" spc="0" normalizeH="0" baseline="0" noProof="0">
              <a:ln>
                <a:noFill/>
              </a:ln>
              <a:solidFill>
                <a:srgbClr val="000000"/>
              </a:solidFill>
              <a:effectLst/>
              <a:uLnTx/>
              <a:uFillTx/>
              <a:latin typeface="Times New Roman" pitchFamily="18" charset="0"/>
              <a:ea typeface="ＭＳ Ｐゴシック" pitchFamily="50" charset="-128"/>
              <a:cs typeface="+mn-cs"/>
            </a:endParaRPr>
          </a:p>
        </p:txBody>
      </p:sp>
      <p:cxnSp>
        <p:nvCxnSpPr>
          <p:cNvPr id="47" name="直線コネクタ 46">
            <a:extLst>
              <a:ext uri="{FF2B5EF4-FFF2-40B4-BE49-F238E27FC236}">
                <a16:creationId xmlns:a16="http://schemas.microsoft.com/office/drawing/2014/main" id="{19E3A8DD-03D5-44B8-9494-DEE39BAE13BE}"/>
              </a:ext>
            </a:extLst>
          </p:cNvPr>
          <p:cNvCxnSpPr/>
          <p:nvPr/>
        </p:nvCxnSpPr>
        <p:spPr bwMode="auto">
          <a:xfrm flipH="1">
            <a:off x="4324432" y="1958534"/>
            <a:ext cx="1055836" cy="996620"/>
          </a:xfrm>
          <a:prstGeom prst="line">
            <a:avLst/>
          </a:prstGeom>
          <a:solidFill>
            <a:schemeClr val="accent1"/>
          </a:solidFill>
          <a:ln w="28575" cap="flat" cmpd="sng" algn="ctr">
            <a:solidFill>
              <a:srgbClr val="0000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3" name="直線コネクタ 52">
            <a:extLst>
              <a:ext uri="{FF2B5EF4-FFF2-40B4-BE49-F238E27FC236}">
                <a16:creationId xmlns:a16="http://schemas.microsoft.com/office/drawing/2014/main" id="{FECAD122-73C6-4DB3-B312-A55C26DD884A}"/>
              </a:ext>
            </a:extLst>
          </p:cNvPr>
          <p:cNvCxnSpPr/>
          <p:nvPr/>
        </p:nvCxnSpPr>
        <p:spPr bwMode="auto">
          <a:xfrm flipH="1" flipV="1">
            <a:off x="4324431" y="3986310"/>
            <a:ext cx="1064746" cy="2586769"/>
          </a:xfrm>
          <a:prstGeom prst="line">
            <a:avLst/>
          </a:prstGeom>
          <a:solidFill>
            <a:schemeClr val="accent1"/>
          </a:solidFill>
          <a:ln w="28575" cap="flat" cmpd="sng" algn="ctr">
            <a:solidFill>
              <a:srgbClr val="0000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8" name="テキスト ボックス 57">
            <a:extLst>
              <a:ext uri="{FF2B5EF4-FFF2-40B4-BE49-F238E27FC236}">
                <a16:creationId xmlns:a16="http://schemas.microsoft.com/office/drawing/2014/main" id="{2B8E01BA-7B55-4B39-A0C8-779E4DF06EF4}"/>
              </a:ext>
            </a:extLst>
          </p:cNvPr>
          <p:cNvSpPr txBox="1"/>
          <p:nvPr/>
        </p:nvSpPr>
        <p:spPr>
          <a:xfrm>
            <a:off x="8253227" y="2678155"/>
            <a:ext cx="590354" cy="276999"/>
          </a:xfrm>
          <a:prstGeom prst="rect">
            <a:avLst/>
          </a:prstGeom>
          <a:solidFill>
            <a:schemeClr val="bg1"/>
          </a:solid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VSSV</a:t>
            </a:r>
            <a:endParaRPr kumimoji="1" lang="ja-JP" altLang="en-US"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p:txBody>
      </p:sp>
      <p:cxnSp>
        <p:nvCxnSpPr>
          <p:cNvPr id="59" name="直線矢印コネクタ 58">
            <a:extLst>
              <a:ext uri="{FF2B5EF4-FFF2-40B4-BE49-F238E27FC236}">
                <a16:creationId xmlns:a16="http://schemas.microsoft.com/office/drawing/2014/main" id="{D1DED679-C0FD-4519-B66A-43DF7FCB0CA6}"/>
              </a:ext>
            </a:extLst>
          </p:cNvPr>
          <p:cNvCxnSpPr>
            <a:stCxn id="58" idx="2"/>
          </p:cNvCxnSpPr>
          <p:nvPr/>
        </p:nvCxnSpPr>
        <p:spPr bwMode="auto">
          <a:xfrm flipH="1">
            <a:off x="8014764" y="2955154"/>
            <a:ext cx="533640" cy="650920"/>
          </a:xfrm>
          <a:prstGeom prst="straightConnector1">
            <a:avLst/>
          </a:prstGeom>
          <a:solidFill>
            <a:schemeClr val="accent1"/>
          </a:solidFill>
          <a:ln w="9525" cap="flat" cmpd="sng" algn="ctr">
            <a:solidFill>
              <a:schemeClr val="tx1"/>
            </a:solidFill>
            <a:prstDash val="solid"/>
            <a:round/>
            <a:headEnd type="none" w="med" len="med"/>
            <a:tailEnd type="oval"/>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2" name="テキスト ボックス 61">
            <a:extLst>
              <a:ext uri="{FF2B5EF4-FFF2-40B4-BE49-F238E27FC236}">
                <a16:creationId xmlns:a16="http://schemas.microsoft.com/office/drawing/2014/main" id="{1568E294-327C-4066-B14A-9D763E15DA29}"/>
              </a:ext>
            </a:extLst>
          </p:cNvPr>
          <p:cNvSpPr txBox="1"/>
          <p:nvPr/>
        </p:nvSpPr>
        <p:spPr>
          <a:xfrm>
            <a:off x="6155491" y="2281637"/>
            <a:ext cx="1518108" cy="461665"/>
          </a:xfrm>
          <a:prstGeom prst="rect">
            <a:avLst/>
          </a:prstGeom>
          <a:solidFill>
            <a:schemeClr val="bg1"/>
          </a:solid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DRAIN PORT</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(to DUST FILTER)</a:t>
            </a:r>
            <a:endParaRPr kumimoji="1" lang="ja-JP" altLang="en-US"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p:txBody>
      </p:sp>
      <p:cxnSp>
        <p:nvCxnSpPr>
          <p:cNvPr id="63" name="直線矢印コネクタ 62">
            <a:extLst>
              <a:ext uri="{FF2B5EF4-FFF2-40B4-BE49-F238E27FC236}">
                <a16:creationId xmlns:a16="http://schemas.microsoft.com/office/drawing/2014/main" id="{0B602852-1D2D-46ED-B37B-4E8A9941FD26}"/>
              </a:ext>
            </a:extLst>
          </p:cNvPr>
          <p:cNvCxnSpPr>
            <a:stCxn id="62" idx="2"/>
          </p:cNvCxnSpPr>
          <p:nvPr/>
        </p:nvCxnSpPr>
        <p:spPr bwMode="auto">
          <a:xfrm>
            <a:off x="6914545" y="2743302"/>
            <a:ext cx="199890" cy="423415"/>
          </a:xfrm>
          <a:prstGeom prst="straightConnector1">
            <a:avLst/>
          </a:prstGeom>
          <a:solidFill>
            <a:schemeClr val="accent1"/>
          </a:solidFill>
          <a:ln w="9525" cap="flat" cmpd="sng" algn="ctr">
            <a:solidFill>
              <a:schemeClr val="tx1"/>
            </a:solidFill>
            <a:prstDash val="solid"/>
            <a:round/>
            <a:headEnd type="none" w="med" len="med"/>
            <a:tailEnd type="oval"/>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6" name="テキスト ボックス 65">
            <a:extLst>
              <a:ext uri="{FF2B5EF4-FFF2-40B4-BE49-F238E27FC236}">
                <a16:creationId xmlns:a16="http://schemas.microsoft.com/office/drawing/2014/main" id="{C07E8965-8E64-423C-B8CF-8F054C85B48B}"/>
              </a:ext>
            </a:extLst>
          </p:cNvPr>
          <p:cNvSpPr txBox="1"/>
          <p:nvPr/>
        </p:nvSpPr>
        <p:spPr>
          <a:xfrm>
            <a:off x="4668999" y="4444419"/>
            <a:ext cx="1255100" cy="461665"/>
          </a:xfrm>
          <a:prstGeom prst="rect">
            <a:avLst/>
          </a:prstGeom>
          <a:solidFill>
            <a:schemeClr val="bg1"/>
          </a:solid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PURGE PORT</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(to PCS)</a:t>
            </a:r>
            <a:endParaRPr kumimoji="1" lang="ja-JP" altLang="en-US"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p:txBody>
      </p:sp>
      <p:cxnSp>
        <p:nvCxnSpPr>
          <p:cNvPr id="67" name="直線矢印コネクタ 66">
            <a:extLst>
              <a:ext uri="{FF2B5EF4-FFF2-40B4-BE49-F238E27FC236}">
                <a16:creationId xmlns:a16="http://schemas.microsoft.com/office/drawing/2014/main" id="{848AC3D2-1D00-4EDA-9D5D-2312825978F7}"/>
              </a:ext>
            </a:extLst>
          </p:cNvPr>
          <p:cNvCxnSpPr>
            <a:cxnSpLocks/>
            <a:stCxn id="66" idx="3"/>
          </p:cNvCxnSpPr>
          <p:nvPr/>
        </p:nvCxnSpPr>
        <p:spPr bwMode="auto">
          <a:xfrm flipV="1">
            <a:off x="5924099" y="4588922"/>
            <a:ext cx="445008" cy="86870"/>
          </a:xfrm>
          <a:prstGeom prst="straightConnector1">
            <a:avLst/>
          </a:prstGeom>
          <a:solidFill>
            <a:schemeClr val="accent1"/>
          </a:solidFill>
          <a:ln w="9525" cap="flat" cmpd="sng" algn="ctr">
            <a:solidFill>
              <a:schemeClr val="tx1"/>
            </a:solidFill>
            <a:prstDash val="solid"/>
            <a:round/>
            <a:headEnd type="none" w="med" len="med"/>
            <a:tailEnd type="oval"/>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9" name="テキスト ボックス 68">
            <a:extLst>
              <a:ext uri="{FF2B5EF4-FFF2-40B4-BE49-F238E27FC236}">
                <a16:creationId xmlns:a16="http://schemas.microsoft.com/office/drawing/2014/main" id="{F73E985C-205A-4F3F-9871-05020D526737}"/>
              </a:ext>
            </a:extLst>
          </p:cNvPr>
          <p:cNvSpPr txBox="1"/>
          <p:nvPr/>
        </p:nvSpPr>
        <p:spPr>
          <a:xfrm>
            <a:off x="5821062" y="5634658"/>
            <a:ext cx="1410154" cy="461665"/>
          </a:xfrm>
          <a:prstGeom prst="rect">
            <a:avLst/>
          </a:prstGeom>
          <a:solidFill>
            <a:schemeClr val="bg1"/>
          </a:solid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CHARGE PORT</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(to FUEL TANK)</a:t>
            </a:r>
            <a:endParaRPr kumimoji="1" lang="ja-JP" altLang="en-US"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p:txBody>
      </p:sp>
      <p:cxnSp>
        <p:nvCxnSpPr>
          <p:cNvPr id="71" name="直線矢印コネクタ 70">
            <a:extLst>
              <a:ext uri="{FF2B5EF4-FFF2-40B4-BE49-F238E27FC236}">
                <a16:creationId xmlns:a16="http://schemas.microsoft.com/office/drawing/2014/main" id="{2E84206C-CB97-4B69-AABF-171B7D945882}"/>
              </a:ext>
            </a:extLst>
          </p:cNvPr>
          <p:cNvCxnSpPr>
            <a:cxnSpLocks/>
            <a:stCxn id="69" idx="0"/>
          </p:cNvCxnSpPr>
          <p:nvPr/>
        </p:nvCxnSpPr>
        <p:spPr bwMode="auto">
          <a:xfrm flipH="1" flipV="1">
            <a:off x="6332166" y="4892597"/>
            <a:ext cx="193973" cy="742061"/>
          </a:xfrm>
          <a:prstGeom prst="straightConnector1">
            <a:avLst/>
          </a:prstGeom>
          <a:solidFill>
            <a:schemeClr val="accent1"/>
          </a:solidFill>
          <a:ln w="9525" cap="flat" cmpd="sng" algn="ctr">
            <a:solidFill>
              <a:schemeClr val="tx1"/>
            </a:solidFill>
            <a:prstDash val="solid"/>
            <a:round/>
            <a:headEnd type="none" w="med" len="med"/>
            <a:tailEnd type="oval"/>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4" name="テキスト ボックス 73">
            <a:extLst>
              <a:ext uri="{FF2B5EF4-FFF2-40B4-BE49-F238E27FC236}">
                <a16:creationId xmlns:a16="http://schemas.microsoft.com/office/drawing/2014/main" id="{915E9C08-3104-434E-934D-2157B6BA8972}"/>
              </a:ext>
            </a:extLst>
          </p:cNvPr>
          <p:cNvSpPr txBox="1"/>
          <p:nvPr/>
        </p:nvSpPr>
        <p:spPr>
          <a:xfrm>
            <a:off x="7064474" y="5236630"/>
            <a:ext cx="1209304" cy="646331"/>
          </a:xfrm>
          <a:prstGeom prst="rect">
            <a:avLst/>
          </a:prstGeom>
          <a:solidFill>
            <a:schemeClr val="bg1"/>
          </a:solid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FUEL TANK PRESSURE SENSOR</a:t>
            </a:r>
            <a:endParaRPr kumimoji="1" lang="ja-JP" altLang="en-US"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p:txBody>
      </p:sp>
      <p:cxnSp>
        <p:nvCxnSpPr>
          <p:cNvPr id="75" name="直線矢印コネクタ 74">
            <a:extLst>
              <a:ext uri="{FF2B5EF4-FFF2-40B4-BE49-F238E27FC236}">
                <a16:creationId xmlns:a16="http://schemas.microsoft.com/office/drawing/2014/main" id="{92A3EFC7-A837-4939-BCD1-E16792C87839}"/>
              </a:ext>
            </a:extLst>
          </p:cNvPr>
          <p:cNvCxnSpPr>
            <a:cxnSpLocks/>
            <a:stCxn id="74" idx="0"/>
          </p:cNvCxnSpPr>
          <p:nvPr/>
        </p:nvCxnSpPr>
        <p:spPr bwMode="auto">
          <a:xfrm flipH="1" flipV="1">
            <a:off x="6559746" y="4865858"/>
            <a:ext cx="1109380" cy="370772"/>
          </a:xfrm>
          <a:prstGeom prst="straightConnector1">
            <a:avLst/>
          </a:prstGeom>
          <a:solidFill>
            <a:schemeClr val="accent1"/>
          </a:solidFill>
          <a:ln w="9525" cap="flat" cmpd="sng" algn="ctr">
            <a:solidFill>
              <a:schemeClr val="tx1"/>
            </a:solidFill>
            <a:prstDash val="solid"/>
            <a:round/>
            <a:headEnd type="none" w="med" len="med"/>
            <a:tailEnd type="oval"/>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6" name="テキスト ボックス 55">
            <a:extLst>
              <a:ext uri="{FF2B5EF4-FFF2-40B4-BE49-F238E27FC236}">
                <a16:creationId xmlns:a16="http://schemas.microsoft.com/office/drawing/2014/main" id="{84B15175-06C4-48AC-A352-DD92F9912433}"/>
              </a:ext>
            </a:extLst>
          </p:cNvPr>
          <p:cNvSpPr txBox="1"/>
          <p:nvPr/>
        </p:nvSpPr>
        <p:spPr>
          <a:xfrm>
            <a:off x="5536378" y="1748531"/>
            <a:ext cx="3181320" cy="369332"/>
          </a:xfrm>
          <a:prstGeom prst="rect">
            <a:avLst/>
          </a:prstGeom>
          <a:ln>
            <a:solidFill>
              <a:srgbClr val="0000FF"/>
            </a:solidFill>
          </a:ln>
        </p:spPr>
        <p:style>
          <a:lnRef idx="2">
            <a:schemeClr val="dk1"/>
          </a:lnRef>
          <a:fillRef idx="1">
            <a:schemeClr val="lt1"/>
          </a:fillRef>
          <a:effectRef idx="0">
            <a:schemeClr val="dk1"/>
          </a:effectRef>
          <a:fontRef idx="minor">
            <a:schemeClr val="dk1"/>
          </a:fontRef>
        </p:style>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8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Detail drawing of canister</a:t>
            </a:r>
            <a:endParaRPr kumimoji="1" lang="ja-JP" altLang="en-US" sz="18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p:txBody>
      </p:sp>
      <p:cxnSp>
        <p:nvCxnSpPr>
          <p:cNvPr id="26" name="直線矢印コネクタ 25">
            <a:extLst>
              <a:ext uri="{FF2B5EF4-FFF2-40B4-BE49-F238E27FC236}">
                <a16:creationId xmlns:a16="http://schemas.microsoft.com/office/drawing/2014/main" id="{2F50715B-FCF2-4113-B9E2-FC978D30BFF9}"/>
              </a:ext>
            </a:extLst>
          </p:cNvPr>
          <p:cNvCxnSpPr>
            <a:stCxn id="10" idx="0"/>
          </p:cNvCxnSpPr>
          <p:nvPr/>
        </p:nvCxnSpPr>
        <p:spPr bwMode="auto">
          <a:xfrm flipH="1" flipV="1">
            <a:off x="3516024" y="3763088"/>
            <a:ext cx="35674" cy="342054"/>
          </a:xfrm>
          <a:prstGeom prst="straightConnector1">
            <a:avLst/>
          </a:prstGeom>
          <a:solidFill>
            <a:schemeClr val="accent1"/>
          </a:solidFill>
          <a:ln w="9525" cap="flat" cmpd="sng" algn="ctr">
            <a:solidFill>
              <a:schemeClr val="tx1"/>
            </a:solidFill>
            <a:prstDash val="solid"/>
            <a:round/>
            <a:headEnd type="none" w="med" len="med"/>
            <a:tailEnd type="oval"/>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0" name="テキスト ボックス 69">
            <a:extLst>
              <a:ext uri="{FF2B5EF4-FFF2-40B4-BE49-F238E27FC236}">
                <a16:creationId xmlns:a16="http://schemas.microsoft.com/office/drawing/2014/main" id="{7DC63301-E277-4D1D-995D-F56026EA3E4D}"/>
              </a:ext>
            </a:extLst>
          </p:cNvPr>
          <p:cNvSpPr txBox="1"/>
          <p:nvPr/>
        </p:nvSpPr>
        <p:spPr>
          <a:xfrm>
            <a:off x="188507" y="2810062"/>
            <a:ext cx="457176" cy="276999"/>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AIR</a:t>
            </a:r>
            <a:endParaRPr kumimoji="1" lang="ja-JP" altLang="en-US"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p:txBody>
      </p:sp>
      <p:sp>
        <p:nvSpPr>
          <p:cNvPr id="55" name="矢印: 右 54">
            <a:extLst>
              <a:ext uri="{FF2B5EF4-FFF2-40B4-BE49-F238E27FC236}">
                <a16:creationId xmlns:a16="http://schemas.microsoft.com/office/drawing/2014/main" id="{A4A0F104-BE7B-4C80-9F2A-D5777C5D2043}"/>
              </a:ext>
            </a:extLst>
          </p:cNvPr>
          <p:cNvSpPr/>
          <p:nvPr/>
        </p:nvSpPr>
        <p:spPr bwMode="auto">
          <a:xfrm rot="5400000" flipH="1" flipV="1">
            <a:off x="2500368" y="4270336"/>
            <a:ext cx="457174" cy="182844"/>
          </a:xfrm>
          <a:prstGeom prst="rightArrow">
            <a:avLst/>
          </a:prstGeom>
          <a:solidFill>
            <a:srgbClr val="FFFF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ja-JP" altLang="en-US" sz="2400" b="0" i="0" u="none" strike="noStrike" kern="1200" cap="none" spc="0" normalizeH="0" baseline="0" noProof="0">
              <a:ln>
                <a:noFill/>
              </a:ln>
              <a:solidFill>
                <a:srgbClr val="000000"/>
              </a:solidFill>
              <a:effectLst/>
              <a:uLnTx/>
              <a:uFillTx/>
              <a:latin typeface="Times New Roman" pitchFamily="18" charset="0"/>
              <a:ea typeface="ＭＳ Ｐゴシック" pitchFamily="50" charset="-128"/>
              <a:cs typeface="+mn-cs"/>
            </a:endParaRPr>
          </a:p>
        </p:txBody>
      </p:sp>
      <p:sp>
        <p:nvSpPr>
          <p:cNvPr id="76" name="テキスト ボックス 75">
            <a:extLst>
              <a:ext uri="{FF2B5EF4-FFF2-40B4-BE49-F238E27FC236}">
                <a16:creationId xmlns:a16="http://schemas.microsoft.com/office/drawing/2014/main" id="{59931F7B-14CB-47AA-9B1B-5E5A0115A0CB}"/>
              </a:ext>
            </a:extLst>
          </p:cNvPr>
          <p:cNvSpPr txBox="1"/>
          <p:nvPr/>
        </p:nvSpPr>
        <p:spPr>
          <a:xfrm>
            <a:off x="1858133" y="4156962"/>
            <a:ext cx="819455" cy="461665"/>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CHARGE</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FLOW</a:t>
            </a:r>
            <a:endParaRPr kumimoji="1" lang="ja-JP" altLang="en-US"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p:txBody>
      </p:sp>
      <p:sp>
        <p:nvSpPr>
          <p:cNvPr id="77" name="矢印: 右 76">
            <a:extLst>
              <a:ext uri="{FF2B5EF4-FFF2-40B4-BE49-F238E27FC236}">
                <a16:creationId xmlns:a16="http://schemas.microsoft.com/office/drawing/2014/main" id="{B8718FBB-0078-420C-8E1B-802DA2BDA0BD}"/>
              </a:ext>
            </a:extLst>
          </p:cNvPr>
          <p:cNvSpPr/>
          <p:nvPr/>
        </p:nvSpPr>
        <p:spPr bwMode="auto">
          <a:xfrm flipH="1" flipV="1">
            <a:off x="6439438" y="3070120"/>
            <a:ext cx="457174" cy="182844"/>
          </a:xfrm>
          <a:prstGeom prst="rightArrow">
            <a:avLst/>
          </a:prstGeom>
          <a:solidFill>
            <a:srgbClr val="00FF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ja-JP" altLang="en-US" sz="2400" b="0" i="0" u="none" strike="noStrike" kern="1200" cap="none" spc="0" normalizeH="0" baseline="0" noProof="0">
              <a:ln>
                <a:noFill/>
              </a:ln>
              <a:solidFill>
                <a:srgbClr val="000000"/>
              </a:solidFill>
              <a:effectLst/>
              <a:uLnTx/>
              <a:uFillTx/>
              <a:latin typeface="Times New Roman" pitchFamily="18" charset="0"/>
              <a:ea typeface="ＭＳ Ｐゴシック" pitchFamily="50" charset="-128"/>
              <a:cs typeface="+mn-cs"/>
            </a:endParaRPr>
          </a:p>
        </p:txBody>
      </p:sp>
      <p:sp>
        <p:nvSpPr>
          <p:cNvPr id="78" name="テキスト ボックス 77">
            <a:extLst>
              <a:ext uri="{FF2B5EF4-FFF2-40B4-BE49-F238E27FC236}">
                <a16:creationId xmlns:a16="http://schemas.microsoft.com/office/drawing/2014/main" id="{A219C092-C44B-4042-9DC2-47F466F6E66A}"/>
              </a:ext>
            </a:extLst>
          </p:cNvPr>
          <p:cNvSpPr txBox="1"/>
          <p:nvPr/>
        </p:nvSpPr>
        <p:spPr>
          <a:xfrm>
            <a:off x="7132602" y="4556756"/>
            <a:ext cx="728083" cy="338554"/>
          </a:xfrm>
          <a:prstGeom prst="rect">
            <a:avLst/>
          </a:prstGeom>
          <a:solidFill>
            <a:schemeClr val="bg1"/>
          </a:solid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8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Activated </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8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Carbon A</a:t>
            </a:r>
            <a:endParaRPr kumimoji="1" lang="ja-JP" altLang="en-US" sz="8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p:txBody>
      </p:sp>
      <p:sp>
        <p:nvSpPr>
          <p:cNvPr id="79" name="テキスト ボックス 78">
            <a:extLst>
              <a:ext uri="{FF2B5EF4-FFF2-40B4-BE49-F238E27FC236}">
                <a16:creationId xmlns:a16="http://schemas.microsoft.com/office/drawing/2014/main" id="{C98216D7-B43D-483B-B737-E09662CDF0AD}"/>
              </a:ext>
            </a:extLst>
          </p:cNvPr>
          <p:cNvSpPr txBox="1"/>
          <p:nvPr/>
        </p:nvSpPr>
        <p:spPr>
          <a:xfrm>
            <a:off x="7553501" y="3911208"/>
            <a:ext cx="728083" cy="338554"/>
          </a:xfrm>
          <a:prstGeom prst="rect">
            <a:avLst/>
          </a:prstGeom>
          <a:solidFill>
            <a:schemeClr val="bg1"/>
          </a:solid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8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Activated </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8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Carbon B</a:t>
            </a:r>
            <a:endParaRPr kumimoji="1" lang="ja-JP" altLang="en-US" sz="8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p:txBody>
      </p:sp>
      <p:sp>
        <p:nvSpPr>
          <p:cNvPr id="80" name="テキスト ボックス 79">
            <a:extLst>
              <a:ext uri="{FF2B5EF4-FFF2-40B4-BE49-F238E27FC236}">
                <a16:creationId xmlns:a16="http://schemas.microsoft.com/office/drawing/2014/main" id="{8AC98FE2-B38B-4903-AFB2-DEE6E7868E19}"/>
              </a:ext>
            </a:extLst>
          </p:cNvPr>
          <p:cNvSpPr txBox="1"/>
          <p:nvPr/>
        </p:nvSpPr>
        <p:spPr>
          <a:xfrm>
            <a:off x="6607387" y="4034299"/>
            <a:ext cx="728083" cy="338554"/>
          </a:xfrm>
          <a:prstGeom prst="rect">
            <a:avLst/>
          </a:prstGeom>
          <a:solidFill>
            <a:schemeClr val="bg1"/>
          </a:solid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8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Activated </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8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Carbon C</a:t>
            </a:r>
            <a:endParaRPr kumimoji="1" lang="ja-JP" altLang="en-US" sz="8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p:txBody>
      </p:sp>
      <p:sp>
        <p:nvSpPr>
          <p:cNvPr id="81" name="テキスト ボックス 80">
            <a:extLst>
              <a:ext uri="{FF2B5EF4-FFF2-40B4-BE49-F238E27FC236}">
                <a16:creationId xmlns:a16="http://schemas.microsoft.com/office/drawing/2014/main" id="{A1C8E2A9-6D21-4B50-A7E1-7955D273D09D}"/>
              </a:ext>
            </a:extLst>
          </p:cNvPr>
          <p:cNvSpPr txBox="1"/>
          <p:nvPr/>
        </p:nvSpPr>
        <p:spPr>
          <a:xfrm>
            <a:off x="6808209" y="3438789"/>
            <a:ext cx="728083" cy="338554"/>
          </a:xfrm>
          <a:prstGeom prst="rect">
            <a:avLst/>
          </a:prstGeom>
          <a:solidFill>
            <a:schemeClr val="bg1"/>
          </a:solid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8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Activated </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8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Carbon D</a:t>
            </a:r>
            <a:endParaRPr kumimoji="1" lang="ja-JP" altLang="en-US" sz="8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p:txBody>
      </p:sp>
      <p:sp>
        <p:nvSpPr>
          <p:cNvPr id="73" name="矢印: U ターン 72">
            <a:extLst>
              <a:ext uri="{FF2B5EF4-FFF2-40B4-BE49-F238E27FC236}">
                <a16:creationId xmlns:a16="http://schemas.microsoft.com/office/drawing/2014/main" id="{04DF73D5-BAC6-481A-AAE6-5441B9A061B0}"/>
              </a:ext>
            </a:extLst>
          </p:cNvPr>
          <p:cNvSpPr/>
          <p:nvPr/>
        </p:nvSpPr>
        <p:spPr bwMode="auto">
          <a:xfrm rot="16200000" flipV="1">
            <a:off x="7757369" y="3273993"/>
            <a:ext cx="338556" cy="316414"/>
          </a:xfrm>
          <a:prstGeom prst="uturnArrow">
            <a:avLst/>
          </a:prstGeom>
          <a:solidFill>
            <a:srgbClr val="FFFF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ja-JP" altLang="en-US" sz="2400" b="0" i="0" u="none" strike="noStrike" kern="1200" cap="none" spc="0" normalizeH="0" baseline="0" noProof="0">
              <a:ln>
                <a:noFill/>
              </a:ln>
              <a:solidFill>
                <a:srgbClr val="000000"/>
              </a:solidFill>
              <a:effectLst/>
              <a:uLnTx/>
              <a:uFillTx/>
              <a:latin typeface="Times New Roman" pitchFamily="18" charset="0"/>
              <a:ea typeface="ＭＳ Ｐゴシック" pitchFamily="50" charset="-128"/>
              <a:cs typeface="+mn-cs"/>
            </a:endParaRPr>
          </a:p>
        </p:txBody>
      </p:sp>
      <p:sp>
        <p:nvSpPr>
          <p:cNvPr id="84" name="矢印: U ターン 83">
            <a:extLst>
              <a:ext uri="{FF2B5EF4-FFF2-40B4-BE49-F238E27FC236}">
                <a16:creationId xmlns:a16="http://schemas.microsoft.com/office/drawing/2014/main" id="{889D67E9-5383-427E-8DD4-94336D86FBCA}"/>
              </a:ext>
            </a:extLst>
          </p:cNvPr>
          <p:cNvSpPr/>
          <p:nvPr/>
        </p:nvSpPr>
        <p:spPr bwMode="auto">
          <a:xfrm rot="16200000" flipV="1">
            <a:off x="7970809" y="4242030"/>
            <a:ext cx="819144" cy="316414"/>
          </a:xfrm>
          <a:prstGeom prst="uturnArrow">
            <a:avLst/>
          </a:prstGeom>
          <a:solidFill>
            <a:srgbClr val="FFFF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ja-JP" altLang="en-US" sz="2400" b="0" i="0" u="none" strike="noStrike" kern="1200" cap="none" spc="0" normalizeH="0" baseline="0" noProof="0">
              <a:ln>
                <a:noFill/>
              </a:ln>
              <a:solidFill>
                <a:srgbClr val="000000"/>
              </a:solidFill>
              <a:effectLst/>
              <a:uLnTx/>
              <a:uFillTx/>
              <a:latin typeface="Times New Roman" pitchFamily="18" charset="0"/>
              <a:ea typeface="ＭＳ Ｐゴシック" pitchFamily="50" charset="-128"/>
              <a:cs typeface="+mn-cs"/>
            </a:endParaRPr>
          </a:p>
        </p:txBody>
      </p:sp>
      <p:sp>
        <p:nvSpPr>
          <p:cNvPr id="85" name="矢印: U ターン 84">
            <a:extLst>
              <a:ext uri="{FF2B5EF4-FFF2-40B4-BE49-F238E27FC236}">
                <a16:creationId xmlns:a16="http://schemas.microsoft.com/office/drawing/2014/main" id="{AE2BD6FE-71A7-434A-8A8E-40E0977BD175}"/>
              </a:ext>
            </a:extLst>
          </p:cNvPr>
          <p:cNvSpPr/>
          <p:nvPr/>
        </p:nvSpPr>
        <p:spPr bwMode="auto">
          <a:xfrm rot="5400000" flipH="1" flipV="1">
            <a:off x="5962220" y="3724910"/>
            <a:ext cx="614510" cy="316414"/>
          </a:xfrm>
          <a:prstGeom prst="uturnArrow">
            <a:avLst/>
          </a:prstGeom>
          <a:solidFill>
            <a:srgbClr val="FFFF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ja-JP" altLang="en-US" sz="2400" b="0" i="0" u="none" strike="noStrike" kern="1200" cap="none" spc="0" normalizeH="0" baseline="0" noProof="0">
              <a:ln>
                <a:noFill/>
              </a:ln>
              <a:solidFill>
                <a:srgbClr val="000000"/>
              </a:solidFill>
              <a:effectLst/>
              <a:uLnTx/>
              <a:uFillTx/>
              <a:latin typeface="Times New Roman" pitchFamily="18" charset="0"/>
              <a:ea typeface="ＭＳ Ｐゴシック" pitchFamily="50" charset="-128"/>
              <a:cs typeface="+mn-cs"/>
            </a:endParaRPr>
          </a:p>
        </p:txBody>
      </p:sp>
      <p:sp>
        <p:nvSpPr>
          <p:cNvPr id="86" name="テキスト ボックス 85">
            <a:extLst>
              <a:ext uri="{FF2B5EF4-FFF2-40B4-BE49-F238E27FC236}">
                <a16:creationId xmlns:a16="http://schemas.microsoft.com/office/drawing/2014/main" id="{1BC1CC40-08BB-4D4C-B0F8-92E839922EEF}"/>
              </a:ext>
            </a:extLst>
          </p:cNvPr>
          <p:cNvSpPr txBox="1"/>
          <p:nvPr/>
        </p:nvSpPr>
        <p:spPr>
          <a:xfrm>
            <a:off x="28175" y="1983614"/>
            <a:ext cx="913583" cy="276999"/>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To Engine</a:t>
            </a:r>
            <a:endParaRPr kumimoji="1" lang="ja-JP" altLang="en-US"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p:txBody>
      </p:sp>
      <p:sp>
        <p:nvSpPr>
          <p:cNvPr id="93" name="テキスト ボックス 92">
            <a:extLst>
              <a:ext uri="{FF2B5EF4-FFF2-40B4-BE49-F238E27FC236}">
                <a16:creationId xmlns:a16="http://schemas.microsoft.com/office/drawing/2014/main" id="{644EE7C5-28B5-489E-9C8A-295DCE4C4606}"/>
              </a:ext>
            </a:extLst>
          </p:cNvPr>
          <p:cNvSpPr txBox="1"/>
          <p:nvPr/>
        </p:nvSpPr>
        <p:spPr>
          <a:xfrm>
            <a:off x="6439436" y="2824277"/>
            <a:ext cx="457176" cy="276999"/>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AIR</a:t>
            </a:r>
            <a:endParaRPr kumimoji="1" lang="ja-JP" altLang="en-US"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p:txBody>
      </p:sp>
      <p:sp>
        <p:nvSpPr>
          <p:cNvPr id="94" name="矢印: 右 93">
            <a:extLst>
              <a:ext uri="{FF2B5EF4-FFF2-40B4-BE49-F238E27FC236}">
                <a16:creationId xmlns:a16="http://schemas.microsoft.com/office/drawing/2014/main" id="{C4D7997C-2C0A-4C0F-A72C-5FE2D2BC1808}"/>
              </a:ext>
            </a:extLst>
          </p:cNvPr>
          <p:cNvSpPr/>
          <p:nvPr/>
        </p:nvSpPr>
        <p:spPr bwMode="auto">
          <a:xfrm flipV="1">
            <a:off x="5732727" y="4758483"/>
            <a:ext cx="380904" cy="212203"/>
          </a:xfrm>
          <a:prstGeom prst="rightArrow">
            <a:avLst/>
          </a:prstGeom>
          <a:solidFill>
            <a:srgbClr val="FF99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ja-JP" altLang="en-US" sz="2400" b="0" i="0" u="none" strike="noStrike" kern="1200" cap="none" spc="0" normalizeH="0" baseline="0" noProof="0">
              <a:ln>
                <a:noFill/>
              </a:ln>
              <a:solidFill>
                <a:srgbClr val="000000"/>
              </a:solidFill>
              <a:effectLst/>
              <a:uLnTx/>
              <a:uFillTx/>
              <a:latin typeface="Times New Roman" pitchFamily="18" charset="0"/>
              <a:ea typeface="ＭＳ Ｐゴシック" pitchFamily="50" charset="-128"/>
              <a:cs typeface="+mn-cs"/>
            </a:endParaRPr>
          </a:p>
        </p:txBody>
      </p:sp>
      <p:sp>
        <p:nvSpPr>
          <p:cNvPr id="95" name="テキスト ボックス 94">
            <a:extLst>
              <a:ext uri="{FF2B5EF4-FFF2-40B4-BE49-F238E27FC236}">
                <a16:creationId xmlns:a16="http://schemas.microsoft.com/office/drawing/2014/main" id="{E387B49C-A12E-4E18-B595-85139CC8DDA5}"/>
              </a:ext>
            </a:extLst>
          </p:cNvPr>
          <p:cNvSpPr txBox="1"/>
          <p:nvPr/>
        </p:nvSpPr>
        <p:spPr>
          <a:xfrm>
            <a:off x="5535569" y="5032565"/>
            <a:ext cx="704424" cy="276999"/>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VAPOR</a:t>
            </a:r>
            <a:endParaRPr kumimoji="1" lang="ja-JP" altLang="en-US"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p:txBody>
      </p:sp>
      <p:sp>
        <p:nvSpPr>
          <p:cNvPr id="82" name="正方形/長方形 81">
            <a:extLst>
              <a:ext uri="{FF2B5EF4-FFF2-40B4-BE49-F238E27FC236}">
                <a16:creationId xmlns:a16="http://schemas.microsoft.com/office/drawing/2014/main" id="{FE9D48A0-4F9A-47F1-9E73-57368B3208C5}"/>
              </a:ext>
            </a:extLst>
          </p:cNvPr>
          <p:cNvSpPr/>
          <p:nvPr/>
        </p:nvSpPr>
        <p:spPr bwMode="auto">
          <a:xfrm>
            <a:off x="1662489" y="2820537"/>
            <a:ext cx="802723" cy="245503"/>
          </a:xfrm>
          <a:prstGeom prst="rect">
            <a:avLst/>
          </a:prstGeom>
          <a:solidFill>
            <a:schemeClr val="bg1"/>
          </a:solidFill>
          <a:ln w="19050">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ja-JP" altLang="en-US" sz="2400" b="0" i="0" u="none" strike="noStrike" kern="1200" cap="none" spc="0" normalizeH="0" baseline="0" noProof="0">
              <a:ln>
                <a:noFill/>
              </a:ln>
              <a:solidFill>
                <a:srgbClr val="000000"/>
              </a:solidFill>
              <a:effectLst/>
              <a:uLnTx/>
              <a:uFillTx/>
              <a:latin typeface="Times New Roman" pitchFamily="18" charset="0"/>
              <a:ea typeface="ＭＳ Ｐゴシック" pitchFamily="50" charset="-128"/>
              <a:cs typeface="+mn-cs"/>
            </a:endParaRPr>
          </a:p>
        </p:txBody>
      </p:sp>
      <p:grpSp>
        <p:nvGrpSpPr>
          <p:cNvPr id="60" name="グループ化 59">
            <a:extLst>
              <a:ext uri="{FF2B5EF4-FFF2-40B4-BE49-F238E27FC236}">
                <a16:creationId xmlns:a16="http://schemas.microsoft.com/office/drawing/2014/main" id="{4D93CA28-CAA0-4498-9F90-9057D71AFE91}"/>
              </a:ext>
            </a:extLst>
          </p:cNvPr>
          <p:cNvGrpSpPr/>
          <p:nvPr/>
        </p:nvGrpSpPr>
        <p:grpSpPr>
          <a:xfrm>
            <a:off x="1621271" y="2963235"/>
            <a:ext cx="866335" cy="375832"/>
            <a:chOff x="1654851" y="2960793"/>
            <a:chExt cx="866335" cy="375832"/>
          </a:xfrm>
        </p:grpSpPr>
        <p:sp>
          <p:nvSpPr>
            <p:cNvPr id="61" name="正方形/長方形 60">
              <a:extLst>
                <a:ext uri="{FF2B5EF4-FFF2-40B4-BE49-F238E27FC236}">
                  <a16:creationId xmlns:a16="http://schemas.microsoft.com/office/drawing/2014/main" id="{A6CDEF66-966C-47DB-9F88-05C9DAE75031}"/>
                </a:ext>
              </a:extLst>
            </p:cNvPr>
            <p:cNvSpPr/>
            <p:nvPr/>
          </p:nvSpPr>
          <p:spPr bwMode="auto">
            <a:xfrm>
              <a:off x="1654851" y="2972466"/>
              <a:ext cx="866335" cy="364159"/>
            </a:xfrm>
            <a:prstGeom prst="rect">
              <a:avLst/>
            </a:prstGeom>
            <a:ln w="19050">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ja-JP" altLang="en-US" sz="2400" b="0" i="0" u="none" strike="noStrike" kern="1200" cap="none" spc="0" normalizeH="0" baseline="0" noProof="0">
                <a:ln>
                  <a:noFill/>
                </a:ln>
                <a:solidFill>
                  <a:srgbClr val="000000"/>
                </a:solidFill>
                <a:effectLst/>
                <a:uLnTx/>
                <a:uFillTx/>
                <a:latin typeface="Times New Roman" pitchFamily="18" charset="0"/>
                <a:ea typeface="ＭＳ Ｐゴシック" pitchFamily="50" charset="-128"/>
                <a:cs typeface="+mn-cs"/>
              </a:endParaRPr>
            </a:p>
          </p:txBody>
        </p:sp>
        <p:cxnSp>
          <p:nvCxnSpPr>
            <p:cNvPr id="64" name="直線コネクタ 63">
              <a:extLst>
                <a:ext uri="{FF2B5EF4-FFF2-40B4-BE49-F238E27FC236}">
                  <a16:creationId xmlns:a16="http://schemas.microsoft.com/office/drawing/2014/main" id="{370B07D8-717B-455C-8527-B418420DB59D}"/>
                </a:ext>
              </a:extLst>
            </p:cNvPr>
            <p:cNvCxnSpPr/>
            <p:nvPr/>
          </p:nvCxnSpPr>
          <p:spPr bwMode="auto">
            <a:xfrm flipH="1" flipV="1">
              <a:off x="1817927" y="2967855"/>
              <a:ext cx="4696" cy="183720"/>
            </a:xfrm>
            <a:prstGeom prst="line">
              <a:avLst/>
            </a:prstGeom>
            <a:solidFill>
              <a:schemeClr val="accent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5" name="直線コネクタ 64">
              <a:extLst>
                <a:ext uri="{FF2B5EF4-FFF2-40B4-BE49-F238E27FC236}">
                  <a16:creationId xmlns:a16="http://schemas.microsoft.com/office/drawing/2014/main" id="{4A7A76B1-556B-43C1-9F51-44FC689D32F1}"/>
                </a:ext>
              </a:extLst>
            </p:cNvPr>
            <p:cNvCxnSpPr/>
            <p:nvPr/>
          </p:nvCxnSpPr>
          <p:spPr bwMode="auto">
            <a:xfrm flipV="1">
              <a:off x="1954513" y="3119782"/>
              <a:ext cx="0" cy="210493"/>
            </a:xfrm>
            <a:prstGeom prst="line">
              <a:avLst/>
            </a:prstGeom>
            <a:solidFill>
              <a:schemeClr val="accent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8" name="直線コネクタ 67">
              <a:extLst>
                <a:ext uri="{FF2B5EF4-FFF2-40B4-BE49-F238E27FC236}">
                  <a16:creationId xmlns:a16="http://schemas.microsoft.com/office/drawing/2014/main" id="{520B519A-31AF-483C-87ED-6BB9E0614304}"/>
                </a:ext>
              </a:extLst>
            </p:cNvPr>
            <p:cNvCxnSpPr/>
            <p:nvPr/>
          </p:nvCxnSpPr>
          <p:spPr bwMode="auto">
            <a:xfrm flipV="1">
              <a:off x="2136867" y="2960793"/>
              <a:ext cx="0" cy="210493"/>
            </a:xfrm>
            <a:prstGeom prst="line">
              <a:avLst/>
            </a:prstGeom>
            <a:solidFill>
              <a:schemeClr val="accent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2" name="直線コネクタ 71">
              <a:extLst>
                <a:ext uri="{FF2B5EF4-FFF2-40B4-BE49-F238E27FC236}">
                  <a16:creationId xmlns:a16="http://schemas.microsoft.com/office/drawing/2014/main" id="{78CE61E5-85A4-4E64-BCC3-11D431E37A2F}"/>
                </a:ext>
              </a:extLst>
            </p:cNvPr>
            <p:cNvCxnSpPr/>
            <p:nvPr/>
          </p:nvCxnSpPr>
          <p:spPr bwMode="auto">
            <a:xfrm flipV="1">
              <a:off x="2303133" y="3119782"/>
              <a:ext cx="0" cy="210493"/>
            </a:xfrm>
            <a:prstGeom prst="line">
              <a:avLst/>
            </a:prstGeom>
            <a:solidFill>
              <a:schemeClr val="accent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cxnSp>
        <p:nvCxnSpPr>
          <p:cNvPr id="30" name="直線矢印コネクタ 29">
            <a:extLst>
              <a:ext uri="{FF2B5EF4-FFF2-40B4-BE49-F238E27FC236}">
                <a16:creationId xmlns:a16="http://schemas.microsoft.com/office/drawing/2014/main" id="{E7063E4E-8B8E-4B19-95A0-FEE3EF5CC2E4}"/>
              </a:ext>
            </a:extLst>
          </p:cNvPr>
          <p:cNvCxnSpPr>
            <a:stCxn id="13" idx="2"/>
          </p:cNvCxnSpPr>
          <p:nvPr/>
        </p:nvCxnSpPr>
        <p:spPr bwMode="auto">
          <a:xfrm flipH="1">
            <a:off x="2027583" y="2845225"/>
            <a:ext cx="66114" cy="269036"/>
          </a:xfrm>
          <a:prstGeom prst="straightConnector1">
            <a:avLst/>
          </a:prstGeom>
          <a:solidFill>
            <a:schemeClr val="accent1"/>
          </a:solidFill>
          <a:ln w="9525" cap="flat" cmpd="sng" algn="ctr">
            <a:solidFill>
              <a:schemeClr val="tx1"/>
            </a:solidFill>
            <a:prstDash val="solid"/>
            <a:round/>
            <a:headEnd type="none" w="med" len="med"/>
            <a:tailEnd type="oval"/>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3" name="矢印: 右 82">
            <a:extLst>
              <a:ext uri="{FF2B5EF4-FFF2-40B4-BE49-F238E27FC236}">
                <a16:creationId xmlns:a16="http://schemas.microsoft.com/office/drawing/2014/main" id="{A51B0F8D-7D32-4878-8D21-1A4E66FB8341}"/>
              </a:ext>
            </a:extLst>
          </p:cNvPr>
          <p:cNvSpPr/>
          <p:nvPr/>
        </p:nvSpPr>
        <p:spPr bwMode="auto">
          <a:xfrm flipH="1" flipV="1">
            <a:off x="163328" y="3095847"/>
            <a:ext cx="457174" cy="182844"/>
          </a:xfrm>
          <a:prstGeom prst="rightArrow">
            <a:avLst/>
          </a:prstGeom>
          <a:solidFill>
            <a:srgbClr val="00FF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ja-JP" altLang="en-US" sz="2400" b="0" i="0" u="none" strike="noStrike" kern="1200" cap="none" spc="0" normalizeH="0" baseline="0" noProof="0">
              <a:ln>
                <a:noFill/>
              </a:ln>
              <a:solidFill>
                <a:srgbClr val="000000"/>
              </a:solidFill>
              <a:effectLst/>
              <a:uLnTx/>
              <a:uFillTx/>
              <a:latin typeface="Times New Roman" pitchFamily="18" charset="0"/>
              <a:ea typeface="ＭＳ Ｐゴシック" pitchFamily="50" charset="-128"/>
              <a:cs typeface="+mn-cs"/>
            </a:endParaRPr>
          </a:p>
        </p:txBody>
      </p:sp>
      <p:sp>
        <p:nvSpPr>
          <p:cNvPr id="87" name="テキスト ボックス 86">
            <a:extLst>
              <a:ext uri="{FF2B5EF4-FFF2-40B4-BE49-F238E27FC236}">
                <a16:creationId xmlns:a16="http://schemas.microsoft.com/office/drawing/2014/main" id="{3A4D205E-6AD1-4432-B166-2393966B727D}"/>
              </a:ext>
            </a:extLst>
          </p:cNvPr>
          <p:cNvSpPr txBox="1"/>
          <p:nvPr/>
        </p:nvSpPr>
        <p:spPr>
          <a:xfrm>
            <a:off x="2477385" y="4983364"/>
            <a:ext cx="704424" cy="276999"/>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VAPOR</a:t>
            </a:r>
            <a:endParaRPr kumimoji="1" lang="ja-JP" altLang="en-US"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p:txBody>
      </p:sp>
      <p:sp>
        <p:nvSpPr>
          <p:cNvPr id="91" name="テキスト ボックス 90">
            <a:extLst>
              <a:ext uri="{FF2B5EF4-FFF2-40B4-BE49-F238E27FC236}">
                <a16:creationId xmlns:a16="http://schemas.microsoft.com/office/drawing/2014/main" id="{1554BA6C-CF24-4C39-9D7F-C19C031ABD61}"/>
              </a:ext>
            </a:extLst>
          </p:cNvPr>
          <p:cNvSpPr txBox="1"/>
          <p:nvPr/>
        </p:nvSpPr>
        <p:spPr>
          <a:xfrm>
            <a:off x="2716498" y="2487387"/>
            <a:ext cx="1575068" cy="369332"/>
          </a:xfrm>
          <a:prstGeom prst="rect">
            <a:avLst/>
          </a:prstGeom>
          <a:noFill/>
        </p:spPr>
        <p:txBody>
          <a:bodyPr wrap="square" lIns="0" tIns="0" rIns="0" bIns="0"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VSSV(Normal open, close at</a:t>
            </a:r>
            <a:r>
              <a:rPr kumimoji="1" lang="ja-JP" altLang="en-US"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 </a:t>
            </a:r>
            <a:r>
              <a:rPr kumimoji="1" lang="en-US" altLang="ja-JP"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power</a:t>
            </a:r>
            <a:r>
              <a:rPr kumimoji="1" lang="ja-JP" altLang="en-US"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 </a:t>
            </a:r>
            <a:r>
              <a:rPr kumimoji="1" lang="en-US" altLang="ja-JP"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on)</a:t>
            </a:r>
            <a:endParaRPr kumimoji="1" lang="ja-JP" altLang="en-US"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p:txBody>
      </p:sp>
      <p:cxnSp>
        <p:nvCxnSpPr>
          <p:cNvPr id="97" name="直線矢印コネクタ 96">
            <a:extLst>
              <a:ext uri="{FF2B5EF4-FFF2-40B4-BE49-F238E27FC236}">
                <a16:creationId xmlns:a16="http://schemas.microsoft.com/office/drawing/2014/main" id="{421C56E9-EDE9-40F8-9D62-E4E30074B9BB}"/>
              </a:ext>
            </a:extLst>
          </p:cNvPr>
          <p:cNvCxnSpPr>
            <a:cxnSpLocks/>
            <a:stCxn id="98" idx="3"/>
          </p:cNvCxnSpPr>
          <p:nvPr/>
        </p:nvCxnSpPr>
        <p:spPr bwMode="auto">
          <a:xfrm flipV="1">
            <a:off x="1681053" y="3466531"/>
            <a:ext cx="1348750" cy="889648"/>
          </a:xfrm>
          <a:prstGeom prst="straightConnector1">
            <a:avLst/>
          </a:prstGeom>
          <a:solidFill>
            <a:schemeClr val="accent1"/>
          </a:solidFill>
          <a:ln w="9525" cap="flat" cmpd="sng" algn="ctr">
            <a:solidFill>
              <a:schemeClr val="tx1"/>
            </a:solidFill>
            <a:prstDash val="solid"/>
            <a:round/>
            <a:headEnd type="none" w="med" len="med"/>
            <a:tailEnd type="oval"/>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8" name="テキスト ボックス 97">
            <a:extLst>
              <a:ext uri="{FF2B5EF4-FFF2-40B4-BE49-F238E27FC236}">
                <a16:creationId xmlns:a16="http://schemas.microsoft.com/office/drawing/2014/main" id="{1D79B806-DCA5-4D5A-B404-191983B83C06}"/>
              </a:ext>
            </a:extLst>
          </p:cNvPr>
          <p:cNvSpPr txBox="1"/>
          <p:nvPr/>
        </p:nvSpPr>
        <p:spPr>
          <a:xfrm>
            <a:off x="787475" y="4033013"/>
            <a:ext cx="893578" cy="646331"/>
          </a:xfrm>
          <a:prstGeom prst="rect">
            <a:avLst/>
          </a:prstGeom>
          <a:solidFill>
            <a:schemeClr val="bg1"/>
          </a:solidFill>
        </p:spPr>
        <p:txBody>
          <a:bodyPr wrap="none" lIns="0" rIns="0"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FUEL TANK </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PRESSURE </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SENSOR</a:t>
            </a:r>
            <a:endParaRPr kumimoji="1" lang="ja-JP" altLang="en-US"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p:txBody>
      </p:sp>
      <p:sp>
        <p:nvSpPr>
          <p:cNvPr id="4" name="Text Box 2">
            <a:extLst>
              <a:ext uri="{FF2B5EF4-FFF2-40B4-BE49-F238E27FC236}">
                <a16:creationId xmlns:a16="http://schemas.microsoft.com/office/drawing/2014/main" id="{25BD7562-201E-0155-7581-EFDB0454FCE6}"/>
              </a:ext>
            </a:extLst>
          </p:cNvPr>
          <p:cNvSpPr txBox="1">
            <a:spLocks noChangeArrowheads="1"/>
          </p:cNvSpPr>
          <p:nvPr/>
        </p:nvSpPr>
        <p:spPr bwMode="auto">
          <a:xfrm>
            <a:off x="276963" y="44451"/>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2000" dirty="0">
                <a:solidFill>
                  <a:srgbClr val="FFFFFF"/>
                </a:solidFill>
                <a:latin typeface="Meiryo UI" panose="020B0604030504040204" pitchFamily="50" charset="-128"/>
                <a:ea typeface="Meiryo UI" panose="020B0604030504040204" pitchFamily="50" charset="-128"/>
                <a:cs typeface="Arial" pitchFamily="34" charset="0"/>
              </a:rPr>
              <a:t>11. Engine Management System Overview</a:t>
            </a:r>
            <a:endParaRPr lang="en-US" altLang="ja-JP" sz="1100" dirty="0">
              <a:solidFill>
                <a:srgbClr val="FFFFFF"/>
              </a:solidFill>
              <a:latin typeface="HGPｺﾞｼｯｸE" pitchFamily="50" charset="-128"/>
              <a:ea typeface="HGPｺﾞｼｯｸE" pitchFamily="50" charset="-128"/>
              <a:cs typeface="Arial" pitchFamily="34" charset="0"/>
            </a:endParaRPr>
          </a:p>
        </p:txBody>
      </p:sp>
    </p:spTree>
    <p:extLst>
      <p:ext uri="{BB962C8B-B14F-4D97-AF65-F5344CB8AC3E}">
        <p14:creationId xmlns:p14="http://schemas.microsoft.com/office/powerpoint/2010/main" val="2837878290"/>
      </p:ext>
    </p:extLst>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 name="図 51">
            <a:extLst>
              <a:ext uri="{FF2B5EF4-FFF2-40B4-BE49-F238E27FC236}">
                <a16:creationId xmlns:a16="http://schemas.microsoft.com/office/drawing/2014/main" id="{7B8CF48C-9CF5-4E10-9090-F65DBD1BF6EA}"/>
              </a:ext>
            </a:extLst>
          </p:cNvPr>
          <p:cNvPicPr>
            <a:picLocks noChangeAspect="1"/>
          </p:cNvPicPr>
          <p:nvPr/>
        </p:nvPicPr>
        <p:blipFill>
          <a:blip r:embed="rId3"/>
          <a:stretch>
            <a:fillRect/>
          </a:stretch>
        </p:blipFill>
        <p:spPr>
          <a:xfrm>
            <a:off x="45091" y="1889727"/>
            <a:ext cx="5088658" cy="4083274"/>
          </a:xfrm>
          <a:prstGeom prst="rect">
            <a:avLst/>
          </a:prstGeom>
        </p:spPr>
      </p:pic>
      <p:pic>
        <p:nvPicPr>
          <p:cNvPr id="165" name="図 164">
            <a:extLst>
              <a:ext uri="{FF2B5EF4-FFF2-40B4-BE49-F238E27FC236}">
                <a16:creationId xmlns:a16="http://schemas.microsoft.com/office/drawing/2014/main" id="{2AE7FCB9-95C0-4855-977F-AFA798AECC2E}"/>
              </a:ext>
            </a:extLst>
          </p:cNvPr>
          <p:cNvPicPr>
            <a:picLocks noChangeAspect="1"/>
          </p:cNvPicPr>
          <p:nvPr/>
        </p:nvPicPr>
        <p:blipFill>
          <a:blip r:embed="rId4"/>
          <a:stretch>
            <a:fillRect/>
          </a:stretch>
        </p:blipFill>
        <p:spPr>
          <a:xfrm rot="16200000">
            <a:off x="6373016" y="2768473"/>
            <a:ext cx="2004019" cy="2742340"/>
          </a:xfrm>
          <a:prstGeom prst="rect">
            <a:avLst/>
          </a:prstGeom>
        </p:spPr>
      </p:pic>
      <p:sp>
        <p:nvSpPr>
          <p:cNvPr id="2" name="テキスト ボックス 1">
            <a:extLst>
              <a:ext uri="{FF2B5EF4-FFF2-40B4-BE49-F238E27FC236}">
                <a16:creationId xmlns:a16="http://schemas.microsoft.com/office/drawing/2014/main" id="{65762BC9-B46B-45A0-9F84-C612E52F206B}"/>
              </a:ext>
            </a:extLst>
          </p:cNvPr>
          <p:cNvSpPr txBox="1"/>
          <p:nvPr/>
        </p:nvSpPr>
        <p:spPr>
          <a:xfrm>
            <a:off x="164042" y="712825"/>
            <a:ext cx="3475375" cy="369332"/>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800" b="0" i="0" u="sng"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EVAPO</a:t>
            </a:r>
            <a:r>
              <a:rPr kumimoji="1" lang="ja-JP" altLang="en-US" sz="1800" b="0" i="0" u="sng"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 </a:t>
            </a:r>
            <a:r>
              <a:rPr kumimoji="1" lang="en-US" altLang="ja-JP" sz="1800" b="0" i="0" u="sng"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SYSTEM (Purge Flow)</a:t>
            </a:r>
            <a:endParaRPr kumimoji="1" lang="ja-JP" altLang="en-US" sz="1800" b="0" i="0" u="sng"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p:txBody>
      </p:sp>
      <p:sp>
        <p:nvSpPr>
          <p:cNvPr id="6" name="テキスト ボックス 5">
            <a:extLst>
              <a:ext uri="{FF2B5EF4-FFF2-40B4-BE49-F238E27FC236}">
                <a16:creationId xmlns:a16="http://schemas.microsoft.com/office/drawing/2014/main" id="{EF93011F-DBE8-43D7-9DE6-1E2301E34D82}"/>
              </a:ext>
            </a:extLst>
          </p:cNvPr>
          <p:cNvSpPr txBox="1"/>
          <p:nvPr/>
        </p:nvSpPr>
        <p:spPr>
          <a:xfrm>
            <a:off x="509575" y="2557296"/>
            <a:ext cx="478016" cy="276999"/>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PCS</a:t>
            </a:r>
            <a:endParaRPr kumimoji="1" lang="ja-JP" altLang="en-US"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p:txBody>
      </p:sp>
      <p:sp>
        <p:nvSpPr>
          <p:cNvPr id="7" name="テキスト ボックス 6">
            <a:extLst>
              <a:ext uri="{FF2B5EF4-FFF2-40B4-BE49-F238E27FC236}">
                <a16:creationId xmlns:a16="http://schemas.microsoft.com/office/drawing/2014/main" id="{1376D628-B2A2-441F-827B-7D0348C221B3}"/>
              </a:ext>
            </a:extLst>
          </p:cNvPr>
          <p:cNvSpPr txBox="1"/>
          <p:nvPr/>
        </p:nvSpPr>
        <p:spPr>
          <a:xfrm>
            <a:off x="780858" y="1235414"/>
            <a:ext cx="1512658" cy="276999"/>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INTAKE MNIFOLD</a:t>
            </a:r>
            <a:endParaRPr kumimoji="1" lang="ja-JP" altLang="en-US"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p:txBody>
      </p:sp>
      <p:sp>
        <p:nvSpPr>
          <p:cNvPr id="8" name="テキスト ボックス 7">
            <a:extLst>
              <a:ext uri="{FF2B5EF4-FFF2-40B4-BE49-F238E27FC236}">
                <a16:creationId xmlns:a16="http://schemas.microsoft.com/office/drawing/2014/main" id="{F92DA5EB-1E6E-440E-9A28-627C32D75170}"/>
              </a:ext>
            </a:extLst>
          </p:cNvPr>
          <p:cNvSpPr txBox="1"/>
          <p:nvPr/>
        </p:nvSpPr>
        <p:spPr>
          <a:xfrm>
            <a:off x="3346066" y="1378261"/>
            <a:ext cx="396262" cy="276999"/>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TH</a:t>
            </a:r>
            <a:endParaRPr kumimoji="1" lang="ja-JP" altLang="en-US"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p:txBody>
      </p:sp>
      <p:sp>
        <p:nvSpPr>
          <p:cNvPr id="9" name="テキスト ボックス 8">
            <a:extLst>
              <a:ext uri="{FF2B5EF4-FFF2-40B4-BE49-F238E27FC236}">
                <a16:creationId xmlns:a16="http://schemas.microsoft.com/office/drawing/2014/main" id="{C62D0315-2E4A-485E-9A52-425B67F0CDBC}"/>
              </a:ext>
            </a:extLst>
          </p:cNvPr>
          <p:cNvSpPr txBox="1"/>
          <p:nvPr/>
        </p:nvSpPr>
        <p:spPr>
          <a:xfrm>
            <a:off x="4352403" y="1493896"/>
            <a:ext cx="1212191" cy="276999"/>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AIR CLEANER</a:t>
            </a:r>
            <a:endParaRPr kumimoji="1" lang="ja-JP" altLang="en-US"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p:txBody>
      </p:sp>
      <p:sp>
        <p:nvSpPr>
          <p:cNvPr id="10" name="テキスト ボックス 9">
            <a:extLst>
              <a:ext uri="{FF2B5EF4-FFF2-40B4-BE49-F238E27FC236}">
                <a16:creationId xmlns:a16="http://schemas.microsoft.com/office/drawing/2014/main" id="{AFE68A5B-6885-450D-A157-54EF85012B53}"/>
              </a:ext>
            </a:extLst>
          </p:cNvPr>
          <p:cNvSpPr txBox="1"/>
          <p:nvPr/>
        </p:nvSpPr>
        <p:spPr>
          <a:xfrm>
            <a:off x="3069418" y="4105142"/>
            <a:ext cx="964559" cy="276999"/>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CANITSER</a:t>
            </a:r>
            <a:endParaRPr kumimoji="1" lang="ja-JP" altLang="en-US"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p:txBody>
      </p:sp>
      <p:sp>
        <p:nvSpPr>
          <p:cNvPr id="11" name="テキスト ボックス 10">
            <a:extLst>
              <a:ext uri="{FF2B5EF4-FFF2-40B4-BE49-F238E27FC236}">
                <a16:creationId xmlns:a16="http://schemas.microsoft.com/office/drawing/2014/main" id="{8BA94AA5-7613-424F-9F52-B77CBF68F456}"/>
              </a:ext>
            </a:extLst>
          </p:cNvPr>
          <p:cNvSpPr txBox="1"/>
          <p:nvPr/>
        </p:nvSpPr>
        <p:spPr>
          <a:xfrm>
            <a:off x="2005440" y="6046540"/>
            <a:ext cx="1025345" cy="276999"/>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FUEL TANK</a:t>
            </a:r>
            <a:endParaRPr kumimoji="1" lang="ja-JP" altLang="en-US"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p:txBody>
      </p:sp>
      <p:sp>
        <p:nvSpPr>
          <p:cNvPr id="14" name="テキスト ボックス 13">
            <a:extLst>
              <a:ext uri="{FF2B5EF4-FFF2-40B4-BE49-F238E27FC236}">
                <a16:creationId xmlns:a16="http://schemas.microsoft.com/office/drawing/2014/main" id="{FDD11CC3-681F-4E28-B066-43C793588C74}"/>
              </a:ext>
            </a:extLst>
          </p:cNvPr>
          <p:cNvSpPr txBox="1"/>
          <p:nvPr/>
        </p:nvSpPr>
        <p:spPr>
          <a:xfrm>
            <a:off x="464098" y="3290500"/>
            <a:ext cx="686405" cy="276999"/>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DRAIN</a:t>
            </a:r>
            <a:endParaRPr kumimoji="1" lang="ja-JP" altLang="en-US"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p:txBody>
      </p:sp>
      <p:cxnSp>
        <p:nvCxnSpPr>
          <p:cNvPr id="5" name="直線矢印コネクタ 4">
            <a:extLst>
              <a:ext uri="{FF2B5EF4-FFF2-40B4-BE49-F238E27FC236}">
                <a16:creationId xmlns:a16="http://schemas.microsoft.com/office/drawing/2014/main" id="{6A3BDB47-7924-400A-B4FA-7B41FB915F96}"/>
              </a:ext>
            </a:extLst>
          </p:cNvPr>
          <p:cNvCxnSpPr>
            <a:stCxn id="7" idx="2"/>
          </p:cNvCxnSpPr>
          <p:nvPr/>
        </p:nvCxnSpPr>
        <p:spPr bwMode="auto">
          <a:xfrm>
            <a:off x="1537187" y="1512413"/>
            <a:ext cx="306140" cy="650804"/>
          </a:xfrm>
          <a:prstGeom prst="straightConnector1">
            <a:avLst/>
          </a:prstGeom>
          <a:solidFill>
            <a:schemeClr val="accent1"/>
          </a:solidFill>
          <a:ln w="9525" cap="flat" cmpd="sng" algn="ctr">
            <a:solidFill>
              <a:schemeClr val="tx1"/>
            </a:solidFill>
            <a:prstDash val="solid"/>
            <a:round/>
            <a:headEnd type="none" w="med" len="med"/>
            <a:tailEnd type="oval"/>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 name="直線矢印コネクタ 19">
            <a:extLst>
              <a:ext uri="{FF2B5EF4-FFF2-40B4-BE49-F238E27FC236}">
                <a16:creationId xmlns:a16="http://schemas.microsoft.com/office/drawing/2014/main" id="{9F4C6F89-5719-42A5-A00F-DC64128CE168}"/>
              </a:ext>
            </a:extLst>
          </p:cNvPr>
          <p:cNvCxnSpPr>
            <a:stCxn id="8" idx="2"/>
          </p:cNvCxnSpPr>
          <p:nvPr/>
        </p:nvCxnSpPr>
        <p:spPr bwMode="auto">
          <a:xfrm>
            <a:off x="3544197" y="1655260"/>
            <a:ext cx="215764" cy="507957"/>
          </a:xfrm>
          <a:prstGeom prst="straightConnector1">
            <a:avLst/>
          </a:prstGeom>
          <a:solidFill>
            <a:schemeClr val="accent1"/>
          </a:solidFill>
          <a:ln w="9525" cap="flat" cmpd="sng" algn="ctr">
            <a:solidFill>
              <a:schemeClr val="tx1"/>
            </a:solidFill>
            <a:prstDash val="solid"/>
            <a:round/>
            <a:headEnd type="none" w="med" len="med"/>
            <a:tailEnd type="oval"/>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 name="直線矢印コネクタ 22">
            <a:extLst>
              <a:ext uri="{FF2B5EF4-FFF2-40B4-BE49-F238E27FC236}">
                <a16:creationId xmlns:a16="http://schemas.microsoft.com/office/drawing/2014/main" id="{15DE3643-B55A-4465-97D3-95B7515113E1}"/>
              </a:ext>
            </a:extLst>
          </p:cNvPr>
          <p:cNvCxnSpPr>
            <a:stCxn id="9" idx="2"/>
          </p:cNvCxnSpPr>
          <p:nvPr/>
        </p:nvCxnSpPr>
        <p:spPr bwMode="auto">
          <a:xfrm flipH="1">
            <a:off x="4697935" y="1770895"/>
            <a:ext cx="260564" cy="604016"/>
          </a:xfrm>
          <a:prstGeom prst="straightConnector1">
            <a:avLst/>
          </a:prstGeom>
          <a:solidFill>
            <a:schemeClr val="accent1"/>
          </a:solidFill>
          <a:ln w="9525" cap="flat" cmpd="sng" algn="ctr">
            <a:solidFill>
              <a:schemeClr val="tx1"/>
            </a:solidFill>
            <a:prstDash val="solid"/>
            <a:round/>
            <a:headEnd type="none" w="med" len="med"/>
            <a:tailEnd type="oval"/>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 name="直線矢印コネクタ 26">
            <a:extLst>
              <a:ext uri="{FF2B5EF4-FFF2-40B4-BE49-F238E27FC236}">
                <a16:creationId xmlns:a16="http://schemas.microsoft.com/office/drawing/2014/main" id="{932B28A9-F5AC-49F9-AF72-BDF1ED3477D6}"/>
              </a:ext>
            </a:extLst>
          </p:cNvPr>
          <p:cNvCxnSpPr>
            <a:stCxn id="6" idx="3"/>
          </p:cNvCxnSpPr>
          <p:nvPr/>
        </p:nvCxnSpPr>
        <p:spPr bwMode="auto">
          <a:xfrm>
            <a:off x="987591" y="2695796"/>
            <a:ext cx="211282" cy="94540"/>
          </a:xfrm>
          <a:prstGeom prst="straightConnector1">
            <a:avLst/>
          </a:prstGeom>
          <a:solidFill>
            <a:schemeClr val="accent1"/>
          </a:solidFill>
          <a:ln w="9525" cap="flat" cmpd="sng" algn="ctr">
            <a:solidFill>
              <a:schemeClr val="tx1"/>
            </a:solidFill>
            <a:prstDash val="solid"/>
            <a:round/>
            <a:headEnd type="none" w="med" len="med"/>
            <a:tailEnd type="oval"/>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4" name="直線矢印コネクタ 43">
            <a:extLst>
              <a:ext uri="{FF2B5EF4-FFF2-40B4-BE49-F238E27FC236}">
                <a16:creationId xmlns:a16="http://schemas.microsoft.com/office/drawing/2014/main" id="{11CE6F0B-90A2-43EF-9F51-D3E5D7FAB0C9}"/>
              </a:ext>
            </a:extLst>
          </p:cNvPr>
          <p:cNvCxnSpPr>
            <a:stCxn id="11" idx="0"/>
          </p:cNvCxnSpPr>
          <p:nvPr/>
        </p:nvCxnSpPr>
        <p:spPr bwMode="auto">
          <a:xfrm flipV="1">
            <a:off x="2518113" y="5697188"/>
            <a:ext cx="15774" cy="349352"/>
          </a:xfrm>
          <a:prstGeom prst="straightConnector1">
            <a:avLst/>
          </a:prstGeom>
          <a:solidFill>
            <a:schemeClr val="accent1"/>
          </a:solidFill>
          <a:ln w="9525" cap="flat" cmpd="sng" algn="ctr">
            <a:solidFill>
              <a:schemeClr val="tx1"/>
            </a:solidFill>
            <a:prstDash val="solid"/>
            <a:round/>
            <a:headEnd type="none" w="med" len="med"/>
            <a:tailEnd type="oval"/>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5" name="正方形/長方形 44">
            <a:extLst>
              <a:ext uri="{FF2B5EF4-FFF2-40B4-BE49-F238E27FC236}">
                <a16:creationId xmlns:a16="http://schemas.microsoft.com/office/drawing/2014/main" id="{C622BF72-9D43-4A33-8B91-AE514EC3D59E}"/>
              </a:ext>
            </a:extLst>
          </p:cNvPr>
          <p:cNvSpPr/>
          <p:nvPr/>
        </p:nvSpPr>
        <p:spPr bwMode="auto">
          <a:xfrm>
            <a:off x="2707618" y="2955154"/>
            <a:ext cx="1616813" cy="1031156"/>
          </a:xfrm>
          <a:prstGeom prst="rect">
            <a:avLst/>
          </a:prstGeom>
          <a:noFill/>
          <a:ln w="28575" cap="flat" cmpd="sng" algn="ctr">
            <a:solidFill>
              <a:srgbClr val="0000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ja-JP" altLang="en-US" sz="1200" b="0" i="0" u="none" strike="noStrike" kern="1200" cap="none" spc="0" normalizeH="0" baseline="0" noProof="0">
              <a:ln>
                <a:noFill/>
              </a:ln>
              <a:solidFill>
                <a:srgbClr val="000000"/>
              </a:solidFill>
              <a:effectLst/>
              <a:uLnTx/>
              <a:uFillTx/>
              <a:latin typeface="Times New Roman" pitchFamily="18" charset="0"/>
              <a:ea typeface="ＭＳ Ｐゴシック" pitchFamily="50" charset="-128"/>
              <a:cs typeface="+mn-cs"/>
            </a:endParaRPr>
          </a:p>
        </p:txBody>
      </p:sp>
      <p:sp>
        <p:nvSpPr>
          <p:cNvPr id="48" name="正方形/長方形 47">
            <a:extLst>
              <a:ext uri="{FF2B5EF4-FFF2-40B4-BE49-F238E27FC236}">
                <a16:creationId xmlns:a16="http://schemas.microsoft.com/office/drawing/2014/main" id="{87A391A6-ED03-43A3-AB32-CAE93A24E2C0}"/>
              </a:ext>
            </a:extLst>
          </p:cNvPr>
          <p:cNvSpPr/>
          <p:nvPr/>
        </p:nvSpPr>
        <p:spPr bwMode="auto">
          <a:xfrm>
            <a:off x="5380268" y="1958534"/>
            <a:ext cx="3598632" cy="4614544"/>
          </a:xfrm>
          <a:prstGeom prst="rect">
            <a:avLst/>
          </a:prstGeom>
          <a:noFill/>
          <a:ln w="28575" cap="flat" cmpd="sng" algn="ctr">
            <a:solidFill>
              <a:srgbClr val="0000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ja-JP" altLang="en-US" sz="1200" b="0" i="0" u="none" strike="noStrike" kern="1200" cap="none" spc="0" normalizeH="0" baseline="0" noProof="0">
              <a:ln>
                <a:noFill/>
              </a:ln>
              <a:solidFill>
                <a:srgbClr val="000000"/>
              </a:solidFill>
              <a:effectLst/>
              <a:uLnTx/>
              <a:uFillTx/>
              <a:latin typeface="Times New Roman" pitchFamily="18" charset="0"/>
              <a:ea typeface="ＭＳ Ｐゴシック" pitchFamily="50" charset="-128"/>
              <a:cs typeface="+mn-cs"/>
            </a:endParaRPr>
          </a:p>
        </p:txBody>
      </p:sp>
      <p:cxnSp>
        <p:nvCxnSpPr>
          <p:cNvPr id="47" name="直線コネクタ 46">
            <a:extLst>
              <a:ext uri="{FF2B5EF4-FFF2-40B4-BE49-F238E27FC236}">
                <a16:creationId xmlns:a16="http://schemas.microsoft.com/office/drawing/2014/main" id="{19E3A8DD-03D5-44B8-9494-DEE39BAE13BE}"/>
              </a:ext>
            </a:extLst>
          </p:cNvPr>
          <p:cNvCxnSpPr/>
          <p:nvPr/>
        </p:nvCxnSpPr>
        <p:spPr bwMode="auto">
          <a:xfrm flipH="1">
            <a:off x="4352404" y="1965920"/>
            <a:ext cx="1027864" cy="989234"/>
          </a:xfrm>
          <a:prstGeom prst="line">
            <a:avLst/>
          </a:prstGeom>
          <a:solidFill>
            <a:schemeClr val="accent1"/>
          </a:solidFill>
          <a:ln w="28575" cap="flat" cmpd="sng" algn="ctr">
            <a:solidFill>
              <a:srgbClr val="0000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3" name="直線コネクタ 52">
            <a:extLst>
              <a:ext uri="{FF2B5EF4-FFF2-40B4-BE49-F238E27FC236}">
                <a16:creationId xmlns:a16="http://schemas.microsoft.com/office/drawing/2014/main" id="{FECAD122-73C6-4DB3-B312-A55C26DD884A}"/>
              </a:ext>
            </a:extLst>
          </p:cNvPr>
          <p:cNvCxnSpPr/>
          <p:nvPr/>
        </p:nvCxnSpPr>
        <p:spPr bwMode="auto">
          <a:xfrm flipH="1" flipV="1">
            <a:off x="4324431" y="3986311"/>
            <a:ext cx="1041150" cy="2586767"/>
          </a:xfrm>
          <a:prstGeom prst="line">
            <a:avLst/>
          </a:prstGeom>
          <a:solidFill>
            <a:schemeClr val="accent1"/>
          </a:solidFill>
          <a:ln w="28575" cap="flat" cmpd="sng" algn="ctr">
            <a:solidFill>
              <a:srgbClr val="0000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8" name="テキスト ボックス 57">
            <a:extLst>
              <a:ext uri="{FF2B5EF4-FFF2-40B4-BE49-F238E27FC236}">
                <a16:creationId xmlns:a16="http://schemas.microsoft.com/office/drawing/2014/main" id="{2B8E01BA-7B55-4B39-A0C8-779E4DF06EF4}"/>
              </a:ext>
            </a:extLst>
          </p:cNvPr>
          <p:cNvSpPr txBox="1"/>
          <p:nvPr/>
        </p:nvSpPr>
        <p:spPr>
          <a:xfrm>
            <a:off x="8253227" y="2678155"/>
            <a:ext cx="590354" cy="276999"/>
          </a:xfrm>
          <a:prstGeom prst="rect">
            <a:avLst/>
          </a:prstGeom>
          <a:solidFill>
            <a:schemeClr val="bg1"/>
          </a:solid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VSSV</a:t>
            </a:r>
            <a:endParaRPr kumimoji="1" lang="ja-JP" altLang="en-US"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p:txBody>
      </p:sp>
      <p:cxnSp>
        <p:nvCxnSpPr>
          <p:cNvPr id="59" name="直線矢印コネクタ 58">
            <a:extLst>
              <a:ext uri="{FF2B5EF4-FFF2-40B4-BE49-F238E27FC236}">
                <a16:creationId xmlns:a16="http://schemas.microsoft.com/office/drawing/2014/main" id="{D1DED679-C0FD-4519-B66A-43DF7FCB0CA6}"/>
              </a:ext>
            </a:extLst>
          </p:cNvPr>
          <p:cNvCxnSpPr>
            <a:stCxn id="58" idx="2"/>
          </p:cNvCxnSpPr>
          <p:nvPr/>
        </p:nvCxnSpPr>
        <p:spPr bwMode="auto">
          <a:xfrm flipH="1">
            <a:off x="8014764" y="2955154"/>
            <a:ext cx="533640" cy="650920"/>
          </a:xfrm>
          <a:prstGeom prst="straightConnector1">
            <a:avLst/>
          </a:prstGeom>
          <a:solidFill>
            <a:schemeClr val="accent1"/>
          </a:solidFill>
          <a:ln w="9525" cap="flat" cmpd="sng" algn="ctr">
            <a:solidFill>
              <a:schemeClr val="tx1"/>
            </a:solidFill>
            <a:prstDash val="solid"/>
            <a:round/>
            <a:headEnd type="none" w="med" len="med"/>
            <a:tailEnd type="oval"/>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2" name="テキスト ボックス 61">
            <a:extLst>
              <a:ext uri="{FF2B5EF4-FFF2-40B4-BE49-F238E27FC236}">
                <a16:creationId xmlns:a16="http://schemas.microsoft.com/office/drawing/2014/main" id="{1568E294-327C-4066-B14A-9D763E15DA29}"/>
              </a:ext>
            </a:extLst>
          </p:cNvPr>
          <p:cNvSpPr txBox="1"/>
          <p:nvPr/>
        </p:nvSpPr>
        <p:spPr>
          <a:xfrm>
            <a:off x="6155491" y="2281637"/>
            <a:ext cx="1518108" cy="461665"/>
          </a:xfrm>
          <a:prstGeom prst="rect">
            <a:avLst/>
          </a:prstGeom>
          <a:solidFill>
            <a:schemeClr val="bg1"/>
          </a:solid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DRAIN PORT</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(to DUST FILTER)</a:t>
            </a:r>
            <a:endParaRPr kumimoji="1" lang="ja-JP" altLang="en-US"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p:txBody>
      </p:sp>
      <p:cxnSp>
        <p:nvCxnSpPr>
          <p:cNvPr id="63" name="直線矢印コネクタ 62">
            <a:extLst>
              <a:ext uri="{FF2B5EF4-FFF2-40B4-BE49-F238E27FC236}">
                <a16:creationId xmlns:a16="http://schemas.microsoft.com/office/drawing/2014/main" id="{0B602852-1D2D-46ED-B37B-4E8A9941FD26}"/>
              </a:ext>
            </a:extLst>
          </p:cNvPr>
          <p:cNvCxnSpPr>
            <a:stCxn id="62" idx="2"/>
          </p:cNvCxnSpPr>
          <p:nvPr/>
        </p:nvCxnSpPr>
        <p:spPr bwMode="auto">
          <a:xfrm>
            <a:off x="6914545" y="2743302"/>
            <a:ext cx="199890" cy="423415"/>
          </a:xfrm>
          <a:prstGeom prst="straightConnector1">
            <a:avLst/>
          </a:prstGeom>
          <a:solidFill>
            <a:schemeClr val="accent1"/>
          </a:solidFill>
          <a:ln w="9525" cap="flat" cmpd="sng" algn="ctr">
            <a:solidFill>
              <a:schemeClr val="tx1"/>
            </a:solidFill>
            <a:prstDash val="solid"/>
            <a:round/>
            <a:headEnd type="none" w="med" len="med"/>
            <a:tailEnd type="oval"/>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6" name="テキスト ボックス 65">
            <a:extLst>
              <a:ext uri="{FF2B5EF4-FFF2-40B4-BE49-F238E27FC236}">
                <a16:creationId xmlns:a16="http://schemas.microsoft.com/office/drawing/2014/main" id="{C07E8965-8E64-423C-B8CF-8F054C85B48B}"/>
              </a:ext>
            </a:extLst>
          </p:cNvPr>
          <p:cNvSpPr txBox="1"/>
          <p:nvPr/>
        </p:nvSpPr>
        <p:spPr>
          <a:xfrm>
            <a:off x="4899220" y="5029652"/>
            <a:ext cx="1255100" cy="461665"/>
          </a:xfrm>
          <a:prstGeom prst="rect">
            <a:avLst/>
          </a:prstGeom>
          <a:solidFill>
            <a:schemeClr val="bg1"/>
          </a:solid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PURGE PORT</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(to PCS)</a:t>
            </a:r>
            <a:endParaRPr kumimoji="1" lang="ja-JP" altLang="en-US"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p:txBody>
      </p:sp>
      <p:cxnSp>
        <p:nvCxnSpPr>
          <p:cNvPr id="67" name="直線矢印コネクタ 66">
            <a:extLst>
              <a:ext uri="{FF2B5EF4-FFF2-40B4-BE49-F238E27FC236}">
                <a16:creationId xmlns:a16="http://schemas.microsoft.com/office/drawing/2014/main" id="{848AC3D2-1D00-4EDA-9D5D-2312825978F7}"/>
              </a:ext>
            </a:extLst>
          </p:cNvPr>
          <p:cNvCxnSpPr>
            <a:cxnSpLocks/>
            <a:stCxn id="66" idx="0"/>
          </p:cNvCxnSpPr>
          <p:nvPr/>
        </p:nvCxnSpPr>
        <p:spPr bwMode="auto">
          <a:xfrm flipV="1">
            <a:off x="5526770" y="4611438"/>
            <a:ext cx="851842" cy="418214"/>
          </a:xfrm>
          <a:prstGeom prst="straightConnector1">
            <a:avLst/>
          </a:prstGeom>
          <a:solidFill>
            <a:schemeClr val="accent1"/>
          </a:solidFill>
          <a:ln w="9525" cap="flat" cmpd="sng" algn="ctr">
            <a:solidFill>
              <a:schemeClr val="tx1"/>
            </a:solidFill>
            <a:prstDash val="solid"/>
            <a:round/>
            <a:headEnd type="none" w="med" len="med"/>
            <a:tailEnd type="oval"/>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9" name="テキスト ボックス 68">
            <a:extLst>
              <a:ext uri="{FF2B5EF4-FFF2-40B4-BE49-F238E27FC236}">
                <a16:creationId xmlns:a16="http://schemas.microsoft.com/office/drawing/2014/main" id="{F73E985C-205A-4F3F-9871-05020D526737}"/>
              </a:ext>
            </a:extLst>
          </p:cNvPr>
          <p:cNvSpPr txBox="1"/>
          <p:nvPr/>
        </p:nvSpPr>
        <p:spPr>
          <a:xfrm>
            <a:off x="5821062" y="5634658"/>
            <a:ext cx="1410154" cy="461665"/>
          </a:xfrm>
          <a:prstGeom prst="rect">
            <a:avLst/>
          </a:prstGeom>
          <a:solidFill>
            <a:schemeClr val="bg1"/>
          </a:solid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CHARGE PORT</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(to FUEL TANK)</a:t>
            </a:r>
            <a:endParaRPr kumimoji="1" lang="ja-JP" altLang="en-US"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p:txBody>
      </p:sp>
      <p:cxnSp>
        <p:nvCxnSpPr>
          <p:cNvPr id="71" name="直線矢印コネクタ 70">
            <a:extLst>
              <a:ext uri="{FF2B5EF4-FFF2-40B4-BE49-F238E27FC236}">
                <a16:creationId xmlns:a16="http://schemas.microsoft.com/office/drawing/2014/main" id="{2E84206C-CB97-4B69-AABF-171B7D945882}"/>
              </a:ext>
            </a:extLst>
          </p:cNvPr>
          <p:cNvCxnSpPr>
            <a:cxnSpLocks/>
            <a:stCxn id="69" idx="0"/>
          </p:cNvCxnSpPr>
          <p:nvPr/>
        </p:nvCxnSpPr>
        <p:spPr bwMode="auto">
          <a:xfrm flipH="1" flipV="1">
            <a:off x="6332167" y="4892598"/>
            <a:ext cx="193972" cy="742060"/>
          </a:xfrm>
          <a:prstGeom prst="straightConnector1">
            <a:avLst/>
          </a:prstGeom>
          <a:solidFill>
            <a:schemeClr val="accent1"/>
          </a:solidFill>
          <a:ln w="9525" cap="flat" cmpd="sng" algn="ctr">
            <a:solidFill>
              <a:schemeClr val="tx1"/>
            </a:solidFill>
            <a:prstDash val="solid"/>
            <a:round/>
            <a:headEnd type="none" w="med" len="med"/>
            <a:tailEnd type="oval"/>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4" name="テキスト ボックス 73">
            <a:extLst>
              <a:ext uri="{FF2B5EF4-FFF2-40B4-BE49-F238E27FC236}">
                <a16:creationId xmlns:a16="http://schemas.microsoft.com/office/drawing/2014/main" id="{915E9C08-3104-434E-934D-2157B6BA8972}"/>
              </a:ext>
            </a:extLst>
          </p:cNvPr>
          <p:cNvSpPr txBox="1"/>
          <p:nvPr/>
        </p:nvSpPr>
        <p:spPr>
          <a:xfrm>
            <a:off x="7064474" y="5236630"/>
            <a:ext cx="1209304" cy="646331"/>
          </a:xfrm>
          <a:prstGeom prst="rect">
            <a:avLst/>
          </a:prstGeom>
          <a:solidFill>
            <a:schemeClr val="bg1"/>
          </a:solid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FUEL TANK PRESSURE SENSOR</a:t>
            </a:r>
            <a:endParaRPr kumimoji="1" lang="ja-JP" altLang="en-US"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p:txBody>
      </p:sp>
      <p:cxnSp>
        <p:nvCxnSpPr>
          <p:cNvPr id="75" name="直線矢印コネクタ 74">
            <a:extLst>
              <a:ext uri="{FF2B5EF4-FFF2-40B4-BE49-F238E27FC236}">
                <a16:creationId xmlns:a16="http://schemas.microsoft.com/office/drawing/2014/main" id="{92A3EFC7-A837-4939-BCD1-E16792C87839}"/>
              </a:ext>
            </a:extLst>
          </p:cNvPr>
          <p:cNvCxnSpPr>
            <a:cxnSpLocks/>
            <a:stCxn id="74" idx="0"/>
          </p:cNvCxnSpPr>
          <p:nvPr/>
        </p:nvCxnSpPr>
        <p:spPr bwMode="auto">
          <a:xfrm flipH="1" flipV="1">
            <a:off x="6559746" y="4865858"/>
            <a:ext cx="1109380" cy="370772"/>
          </a:xfrm>
          <a:prstGeom prst="straightConnector1">
            <a:avLst/>
          </a:prstGeom>
          <a:solidFill>
            <a:schemeClr val="accent1"/>
          </a:solidFill>
          <a:ln w="9525" cap="flat" cmpd="sng" algn="ctr">
            <a:solidFill>
              <a:schemeClr val="tx1"/>
            </a:solidFill>
            <a:prstDash val="solid"/>
            <a:round/>
            <a:headEnd type="none" w="med" len="med"/>
            <a:tailEnd type="oval"/>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6" name="テキスト ボックス 55">
            <a:extLst>
              <a:ext uri="{FF2B5EF4-FFF2-40B4-BE49-F238E27FC236}">
                <a16:creationId xmlns:a16="http://schemas.microsoft.com/office/drawing/2014/main" id="{84B15175-06C4-48AC-A352-DD92F9912433}"/>
              </a:ext>
            </a:extLst>
          </p:cNvPr>
          <p:cNvSpPr txBox="1"/>
          <p:nvPr/>
        </p:nvSpPr>
        <p:spPr>
          <a:xfrm>
            <a:off x="5536378" y="1748531"/>
            <a:ext cx="3181320" cy="369332"/>
          </a:xfrm>
          <a:prstGeom prst="rect">
            <a:avLst/>
          </a:prstGeom>
          <a:ln>
            <a:solidFill>
              <a:srgbClr val="0000FF"/>
            </a:solidFill>
          </a:ln>
        </p:spPr>
        <p:style>
          <a:lnRef idx="2">
            <a:schemeClr val="dk1"/>
          </a:lnRef>
          <a:fillRef idx="1">
            <a:schemeClr val="lt1"/>
          </a:fillRef>
          <a:effectRef idx="0">
            <a:schemeClr val="dk1"/>
          </a:effectRef>
          <a:fontRef idx="minor">
            <a:schemeClr val="dk1"/>
          </a:fontRef>
        </p:style>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8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Detail drawing of canister</a:t>
            </a:r>
            <a:endParaRPr kumimoji="1" lang="ja-JP" altLang="en-US" sz="18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p:txBody>
      </p:sp>
      <p:cxnSp>
        <p:nvCxnSpPr>
          <p:cNvPr id="26" name="直線矢印コネクタ 25">
            <a:extLst>
              <a:ext uri="{FF2B5EF4-FFF2-40B4-BE49-F238E27FC236}">
                <a16:creationId xmlns:a16="http://schemas.microsoft.com/office/drawing/2014/main" id="{2F50715B-FCF2-4113-B9E2-FC978D30BFF9}"/>
              </a:ext>
            </a:extLst>
          </p:cNvPr>
          <p:cNvCxnSpPr>
            <a:stCxn id="10" idx="0"/>
          </p:cNvCxnSpPr>
          <p:nvPr/>
        </p:nvCxnSpPr>
        <p:spPr bwMode="auto">
          <a:xfrm flipH="1" flipV="1">
            <a:off x="3516024" y="3763088"/>
            <a:ext cx="35674" cy="342054"/>
          </a:xfrm>
          <a:prstGeom prst="straightConnector1">
            <a:avLst/>
          </a:prstGeom>
          <a:solidFill>
            <a:schemeClr val="accent1"/>
          </a:solidFill>
          <a:ln w="9525" cap="flat" cmpd="sng" algn="ctr">
            <a:solidFill>
              <a:schemeClr val="tx1"/>
            </a:solidFill>
            <a:prstDash val="solid"/>
            <a:round/>
            <a:headEnd type="none" w="med" len="med"/>
            <a:tailEnd type="oval"/>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0" name="テキスト ボックス 69">
            <a:extLst>
              <a:ext uri="{FF2B5EF4-FFF2-40B4-BE49-F238E27FC236}">
                <a16:creationId xmlns:a16="http://schemas.microsoft.com/office/drawing/2014/main" id="{7DC63301-E277-4D1D-995D-F56026EA3E4D}"/>
              </a:ext>
            </a:extLst>
          </p:cNvPr>
          <p:cNvSpPr txBox="1"/>
          <p:nvPr/>
        </p:nvSpPr>
        <p:spPr>
          <a:xfrm>
            <a:off x="10301" y="2721744"/>
            <a:ext cx="457176" cy="276999"/>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AIR</a:t>
            </a:r>
            <a:endParaRPr kumimoji="1" lang="ja-JP" altLang="en-US"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p:txBody>
      </p:sp>
      <p:sp>
        <p:nvSpPr>
          <p:cNvPr id="55" name="矢印: 右 54">
            <a:extLst>
              <a:ext uri="{FF2B5EF4-FFF2-40B4-BE49-F238E27FC236}">
                <a16:creationId xmlns:a16="http://schemas.microsoft.com/office/drawing/2014/main" id="{A4A0F104-BE7B-4C80-9F2A-D5777C5D2043}"/>
              </a:ext>
            </a:extLst>
          </p:cNvPr>
          <p:cNvSpPr/>
          <p:nvPr/>
        </p:nvSpPr>
        <p:spPr bwMode="auto">
          <a:xfrm flipH="1" flipV="1">
            <a:off x="1712830" y="3700376"/>
            <a:ext cx="457174" cy="182844"/>
          </a:xfrm>
          <a:prstGeom prst="rightArrow">
            <a:avLst/>
          </a:prstGeom>
          <a:solidFill>
            <a:srgbClr val="FFFF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ja-JP" altLang="en-US" sz="2400" b="0" i="0" u="none" strike="noStrike" kern="1200" cap="none" spc="0" normalizeH="0" baseline="0" noProof="0">
              <a:ln>
                <a:noFill/>
              </a:ln>
              <a:solidFill>
                <a:srgbClr val="000000"/>
              </a:solidFill>
              <a:effectLst/>
              <a:uLnTx/>
              <a:uFillTx/>
              <a:latin typeface="Times New Roman" pitchFamily="18" charset="0"/>
              <a:ea typeface="ＭＳ Ｐゴシック" pitchFamily="50" charset="-128"/>
              <a:cs typeface="+mn-cs"/>
            </a:endParaRPr>
          </a:p>
        </p:txBody>
      </p:sp>
      <p:sp>
        <p:nvSpPr>
          <p:cNvPr id="76" name="テキスト ボックス 75">
            <a:extLst>
              <a:ext uri="{FF2B5EF4-FFF2-40B4-BE49-F238E27FC236}">
                <a16:creationId xmlns:a16="http://schemas.microsoft.com/office/drawing/2014/main" id="{59931F7B-14CB-47AA-9B1B-5E5A0115A0CB}"/>
              </a:ext>
            </a:extLst>
          </p:cNvPr>
          <p:cNvSpPr txBox="1"/>
          <p:nvPr/>
        </p:nvSpPr>
        <p:spPr>
          <a:xfrm>
            <a:off x="1302001" y="3913373"/>
            <a:ext cx="1196418" cy="276999"/>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PURGE FLOW</a:t>
            </a:r>
            <a:endParaRPr kumimoji="1" lang="ja-JP" altLang="en-US"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p:txBody>
      </p:sp>
      <p:sp>
        <p:nvSpPr>
          <p:cNvPr id="77" name="矢印: 右 76">
            <a:extLst>
              <a:ext uri="{FF2B5EF4-FFF2-40B4-BE49-F238E27FC236}">
                <a16:creationId xmlns:a16="http://schemas.microsoft.com/office/drawing/2014/main" id="{B8718FBB-0078-420C-8E1B-802DA2BDA0BD}"/>
              </a:ext>
            </a:extLst>
          </p:cNvPr>
          <p:cNvSpPr/>
          <p:nvPr/>
        </p:nvSpPr>
        <p:spPr bwMode="auto">
          <a:xfrm flipV="1">
            <a:off x="6439438" y="3070120"/>
            <a:ext cx="457174" cy="182844"/>
          </a:xfrm>
          <a:prstGeom prst="rightArrow">
            <a:avLst/>
          </a:prstGeom>
          <a:solidFill>
            <a:srgbClr val="00FF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ja-JP" altLang="en-US" sz="2400" b="0" i="0" u="none" strike="noStrike" kern="1200" cap="none" spc="0" normalizeH="0" baseline="0" noProof="0">
              <a:ln>
                <a:noFill/>
              </a:ln>
              <a:solidFill>
                <a:srgbClr val="000000"/>
              </a:solidFill>
              <a:effectLst/>
              <a:uLnTx/>
              <a:uFillTx/>
              <a:latin typeface="Times New Roman" pitchFamily="18" charset="0"/>
              <a:ea typeface="ＭＳ Ｐゴシック" pitchFamily="50" charset="-128"/>
              <a:cs typeface="+mn-cs"/>
            </a:endParaRPr>
          </a:p>
        </p:txBody>
      </p:sp>
      <p:sp>
        <p:nvSpPr>
          <p:cNvPr id="78" name="テキスト ボックス 77">
            <a:extLst>
              <a:ext uri="{FF2B5EF4-FFF2-40B4-BE49-F238E27FC236}">
                <a16:creationId xmlns:a16="http://schemas.microsoft.com/office/drawing/2014/main" id="{A219C092-C44B-4042-9DC2-47F466F6E66A}"/>
              </a:ext>
            </a:extLst>
          </p:cNvPr>
          <p:cNvSpPr txBox="1"/>
          <p:nvPr/>
        </p:nvSpPr>
        <p:spPr>
          <a:xfrm>
            <a:off x="7132602" y="4556756"/>
            <a:ext cx="728083" cy="338554"/>
          </a:xfrm>
          <a:prstGeom prst="rect">
            <a:avLst/>
          </a:prstGeom>
          <a:solidFill>
            <a:schemeClr val="bg1"/>
          </a:solid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8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Activated </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8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Carbon A</a:t>
            </a:r>
            <a:endParaRPr kumimoji="1" lang="ja-JP" altLang="en-US" sz="8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p:txBody>
      </p:sp>
      <p:sp>
        <p:nvSpPr>
          <p:cNvPr id="79" name="テキスト ボックス 78">
            <a:extLst>
              <a:ext uri="{FF2B5EF4-FFF2-40B4-BE49-F238E27FC236}">
                <a16:creationId xmlns:a16="http://schemas.microsoft.com/office/drawing/2014/main" id="{C98216D7-B43D-483B-B737-E09662CDF0AD}"/>
              </a:ext>
            </a:extLst>
          </p:cNvPr>
          <p:cNvSpPr txBox="1"/>
          <p:nvPr/>
        </p:nvSpPr>
        <p:spPr>
          <a:xfrm>
            <a:off x="7553501" y="3911208"/>
            <a:ext cx="728083" cy="338554"/>
          </a:xfrm>
          <a:prstGeom prst="rect">
            <a:avLst/>
          </a:prstGeom>
          <a:solidFill>
            <a:schemeClr val="bg1"/>
          </a:solid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8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Activated </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8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Carbon B</a:t>
            </a:r>
            <a:endParaRPr kumimoji="1" lang="ja-JP" altLang="en-US" sz="8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p:txBody>
      </p:sp>
      <p:sp>
        <p:nvSpPr>
          <p:cNvPr id="80" name="テキスト ボックス 79">
            <a:extLst>
              <a:ext uri="{FF2B5EF4-FFF2-40B4-BE49-F238E27FC236}">
                <a16:creationId xmlns:a16="http://schemas.microsoft.com/office/drawing/2014/main" id="{8AC98FE2-B38B-4903-AFB2-DEE6E7868E19}"/>
              </a:ext>
            </a:extLst>
          </p:cNvPr>
          <p:cNvSpPr txBox="1"/>
          <p:nvPr/>
        </p:nvSpPr>
        <p:spPr>
          <a:xfrm>
            <a:off x="6607387" y="4034299"/>
            <a:ext cx="728083" cy="338554"/>
          </a:xfrm>
          <a:prstGeom prst="rect">
            <a:avLst/>
          </a:prstGeom>
          <a:solidFill>
            <a:schemeClr val="bg1"/>
          </a:solid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8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Activated </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8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Carbon C</a:t>
            </a:r>
            <a:endParaRPr kumimoji="1" lang="ja-JP" altLang="en-US" sz="8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p:txBody>
      </p:sp>
      <p:sp>
        <p:nvSpPr>
          <p:cNvPr id="81" name="テキスト ボックス 80">
            <a:extLst>
              <a:ext uri="{FF2B5EF4-FFF2-40B4-BE49-F238E27FC236}">
                <a16:creationId xmlns:a16="http://schemas.microsoft.com/office/drawing/2014/main" id="{A1C8E2A9-6D21-4B50-A7E1-7955D273D09D}"/>
              </a:ext>
            </a:extLst>
          </p:cNvPr>
          <p:cNvSpPr txBox="1"/>
          <p:nvPr/>
        </p:nvSpPr>
        <p:spPr>
          <a:xfrm>
            <a:off x="6808209" y="3438789"/>
            <a:ext cx="728083" cy="338554"/>
          </a:xfrm>
          <a:prstGeom prst="rect">
            <a:avLst/>
          </a:prstGeom>
          <a:solidFill>
            <a:schemeClr val="bg1"/>
          </a:solid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8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Activated </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8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Carbon D</a:t>
            </a:r>
            <a:endParaRPr kumimoji="1" lang="ja-JP" altLang="en-US" sz="8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p:txBody>
      </p:sp>
      <p:sp>
        <p:nvSpPr>
          <p:cNvPr id="73" name="矢印: U ターン 72">
            <a:extLst>
              <a:ext uri="{FF2B5EF4-FFF2-40B4-BE49-F238E27FC236}">
                <a16:creationId xmlns:a16="http://schemas.microsoft.com/office/drawing/2014/main" id="{04DF73D5-BAC6-481A-AAE6-5441B9A061B0}"/>
              </a:ext>
            </a:extLst>
          </p:cNvPr>
          <p:cNvSpPr/>
          <p:nvPr/>
        </p:nvSpPr>
        <p:spPr bwMode="auto">
          <a:xfrm rot="5400000">
            <a:off x="7740119" y="3341346"/>
            <a:ext cx="338556" cy="316414"/>
          </a:xfrm>
          <a:prstGeom prst="uturnArrow">
            <a:avLst/>
          </a:prstGeom>
          <a:solidFill>
            <a:srgbClr val="FFFF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ja-JP" altLang="en-US" sz="2400" b="0" i="0" u="none" strike="noStrike" kern="1200" cap="none" spc="0" normalizeH="0" baseline="0" noProof="0">
              <a:ln>
                <a:noFill/>
              </a:ln>
              <a:solidFill>
                <a:srgbClr val="000000"/>
              </a:solidFill>
              <a:effectLst/>
              <a:uLnTx/>
              <a:uFillTx/>
              <a:latin typeface="Times New Roman" pitchFamily="18" charset="0"/>
              <a:ea typeface="ＭＳ Ｐゴシック" pitchFamily="50" charset="-128"/>
              <a:cs typeface="+mn-cs"/>
            </a:endParaRPr>
          </a:p>
        </p:txBody>
      </p:sp>
      <p:sp>
        <p:nvSpPr>
          <p:cNvPr id="84" name="矢印: U ターン 83">
            <a:extLst>
              <a:ext uri="{FF2B5EF4-FFF2-40B4-BE49-F238E27FC236}">
                <a16:creationId xmlns:a16="http://schemas.microsoft.com/office/drawing/2014/main" id="{889D67E9-5383-427E-8DD4-94336D86FBCA}"/>
              </a:ext>
            </a:extLst>
          </p:cNvPr>
          <p:cNvSpPr/>
          <p:nvPr/>
        </p:nvSpPr>
        <p:spPr bwMode="auto">
          <a:xfrm rot="5400000">
            <a:off x="7946111" y="4324818"/>
            <a:ext cx="819144" cy="316414"/>
          </a:xfrm>
          <a:prstGeom prst="uturnArrow">
            <a:avLst/>
          </a:prstGeom>
          <a:solidFill>
            <a:srgbClr val="FFFF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ja-JP" altLang="en-US" sz="2400" b="0" i="0" u="none" strike="noStrike" kern="1200" cap="none" spc="0" normalizeH="0" baseline="0" noProof="0">
              <a:ln>
                <a:noFill/>
              </a:ln>
              <a:solidFill>
                <a:srgbClr val="000000"/>
              </a:solidFill>
              <a:effectLst/>
              <a:uLnTx/>
              <a:uFillTx/>
              <a:latin typeface="Times New Roman" pitchFamily="18" charset="0"/>
              <a:ea typeface="ＭＳ Ｐゴシック" pitchFamily="50" charset="-128"/>
              <a:cs typeface="+mn-cs"/>
            </a:endParaRPr>
          </a:p>
        </p:txBody>
      </p:sp>
      <p:sp>
        <p:nvSpPr>
          <p:cNvPr id="85" name="矢印: U ターン 84">
            <a:extLst>
              <a:ext uri="{FF2B5EF4-FFF2-40B4-BE49-F238E27FC236}">
                <a16:creationId xmlns:a16="http://schemas.microsoft.com/office/drawing/2014/main" id="{AE2BD6FE-71A7-434A-8A8E-40E0977BD175}"/>
              </a:ext>
            </a:extLst>
          </p:cNvPr>
          <p:cNvSpPr/>
          <p:nvPr/>
        </p:nvSpPr>
        <p:spPr bwMode="auto">
          <a:xfrm rot="16200000" flipH="1">
            <a:off x="5962220" y="3724910"/>
            <a:ext cx="614510" cy="316414"/>
          </a:xfrm>
          <a:prstGeom prst="uturnArrow">
            <a:avLst/>
          </a:prstGeom>
          <a:solidFill>
            <a:srgbClr val="FFFF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ja-JP" altLang="en-US" sz="2400" b="0" i="0" u="none" strike="noStrike" kern="1200" cap="none" spc="0" normalizeH="0" baseline="0" noProof="0">
              <a:ln>
                <a:noFill/>
              </a:ln>
              <a:solidFill>
                <a:srgbClr val="000000"/>
              </a:solidFill>
              <a:effectLst/>
              <a:uLnTx/>
              <a:uFillTx/>
              <a:latin typeface="Times New Roman" pitchFamily="18" charset="0"/>
              <a:ea typeface="ＭＳ Ｐゴシック" pitchFamily="50" charset="-128"/>
              <a:cs typeface="+mn-cs"/>
            </a:endParaRPr>
          </a:p>
        </p:txBody>
      </p:sp>
      <p:sp>
        <p:nvSpPr>
          <p:cNvPr id="86" name="テキスト ボックス 85">
            <a:extLst>
              <a:ext uri="{FF2B5EF4-FFF2-40B4-BE49-F238E27FC236}">
                <a16:creationId xmlns:a16="http://schemas.microsoft.com/office/drawing/2014/main" id="{1BC1CC40-08BB-4D4C-B0F8-92E839922EEF}"/>
              </a:ext>
            </a:extLst>
          </p:cNvPr>
          <p:cNvSpPr txBox="1"/>
          <p:nvPr/>
        </p:nvSpPr>
        <p:spPr>
          <a:xfrm>
            <a:off x="53225" y="2072903"/>
            <a:ext cx="913583" cy="276999"/>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To Engine</a:t>
            </a:r>
            <a:endParaRPr kumimoji="1" lang="ja-JP" altLang="en-US"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p:txBody>
      </p:sp>
      <p:sp>
        <p:nvSpPr>
          <p:cNvPr id="93" name="テキスト ボックス 92">
            <a:extLst>
              <a:ext uri="{FF2B5EF4-FFF2-40B4-BE49-F238E27FC236}">
                <a16:creationId xmlns:a16="http://schemas.microsoft.com/office/drawing/2014/main" id="{644EE7C5-28B5-489E-9C8A-295DCE4C4606}"/>
              </a:ext>
            </a:extLst>
          </p:cNvPr>
          <p:cNvSpPr txBox="1"/>
          <p:nvPr/>
        </p:nvSpPr>
        <p:spPr>
          <a:xfrm>
            <a:off x="6373411" y="2862669"/>
            <a:ext cx="457176" cy="276999"/>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AIR</a:t>
            </a:r>
            <a:endParaRPr kumimoji="1" lang="ja-JP" altLang="en-US"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p:txBody>
      </p:sp>
      <p:sp>
        <p:nvSpPr>
          <p:cNvPr id="94" name="矢印: 右 93">
            <a:extLst>
              <a:ext uri="{FF2B5EF4-FFF2-40B4-BE49-F238E27FC236}">
                <a16:creationId xmlns:a16="http://schemas.microsoft.com/office/drawing/2014/main" id="{C4D7997C-2C0A-4C0F-A72C-5FE2D2BC1808}"/>
              </a:ext>
            </a:extLst>
          </p:cNvPr>
          <p:cNvSpPr/>
          <p:nvPr/>
        </p:nvSpPr>
        <p:spPr bwMode="auto">
          <a:xfrm flipH="1" flipV="1">
            <a:off x="5534973" y="4534810"/>
            <a:ext cx="645786" cy="194509"/>
          </a:xfrm>
          <a:prstGeom prst="rightArrow">
            <a:avLst/>
          </a:prstGeom>
          <a:solidFill>
            <a:srgbClr val="FF99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ja-JP" altLang="en-US" sz="2400" b="0" i="0" u="none" strike="noStrike" kern="1200" cap="none" spc="0" normalizeH="0" baseline="0" noProof="0">
              <a:ln>
                <a:noFill/>
              </a:ln>
              <a:solidFill>
                <a:srgbClr val="000000"/>
              </a:solidFill>
              <a:effectLst/>
              <a:uLnTx/>
              <a:uFillTx/>
              <a:latin typeface="Times New Roman" pitchFamily="18" charset="0"/>
              <a:ea typeface="ＭＳ Ｐゴシック" pitchFamily="50" charset="-128"/>
              <a:cs typeface="+mn-cs"/>
            </a:endParaRPr>
          </a:p>
        </p:txBody>
      </p:sp>
      <p:sp>
        <p:nvSpPr>
          <p:cNvPr id="95" name="テキスト ボックス 94">
            <a:extLst>
              <a:ext uri="{FF2B5EF4-FFF2-40B4-BE49-F238E27FC236}">
                <a16:creationId xmlns:a16="http://schemas.microsoft.com/office/drawing/2014/main" id="{E387B49C-A12E-4E18-B595-85139CC8DDA5}"/>
              </a:ext>
            </a:extLst>
          </p:cNvPr>
          <p:cNvSpPr txBox="1"/>
          <p:nvPr/>
        </p:nvSpPr>
        <p:spPr>
          <a:xfrm>
            <a:off x="5476335" y="4285299"/>
            <a:ext cx="704424" cy="276999"/>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VAPOR</a:t>
            </a:r>
            <a:endParaRPr kumimoji="1" lang="ja-JP" altLang="en-US"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p:txBody>
      </p:sp>
      <p:sp>
        <p:nvSpPr>
          <p:cNvPr id="96" name="テキスト ボックス 95">
            <a:extLst>
              <a:ext uri="{FF2B5EF4-FFF2-40B4-BE49-F238E27FC236}">
                <a16:creationId xmlns:a16="http://schemas.microsoft.com/office/drawing/2014/main" id="{C1A84CCB-00B5-4E52-8D1D-95D65ED1BD92}"/>
              </a:ext>
            </a:extLst>
          </p:cNvPr>
          <p:cNvSpPr txBox="1"/>
          <p:nvPr/>
        </p:nvSpPr>
        <p:spPr>
          <a:xfrm>
            <a:off x="2216685" y="1706302"/>
            <a:ext cx="1075039" cy="276999"/>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INTAKE AIR</a:t>
            </a:r>
            <a:endParaRPr kumimoji="1" lang="ja-JP" altLang="en-US"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p:txBody>
      </p:sp>
      <p:sp>
        <p:nvSpPr>
          <p:cNvPr id="98" name="テキスト ボックス 97">
            <a:extLst>
              <a:ext uri="{FF2B5EF4-FFF2-40B4-BE49-F238E27FC236}">
                <a16:creationId xmlns:a16="http://schemas.microsoft.com/office/drawing/2014/main" id="{18336E6A-3D5A-429E-ABBD-3A8F2E55454F}"/>
              </a:ext>
            </a:extLst>
          </p:cNvPr>
          <p:cNvSpPr txBox="1"/>
          <p:nvPr/>
        </p:nvSpPr>
        <p:spPr>
          <a:xfrm>
            <a:off x="474208" y="1755780"/>
            <a:ext cx="1273490" cy="276999"/>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PURGE VAPOR</a:t>
            </a:r>
            <a:endParaRPr kumimoji="1" lang="ja-JP" altLang="en-US"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p:txBody>
      </p:sp>
      <p:sp>
        <p:nvSpPr>
          <p:cNvPr id="99" name="矢印: U ターン 98">
            <a:extLst>
              <a:ext uri="{FF2B5EF4-FFF2-40B4-BE49-F238E27FC236}">
                <a16:creationId xmlns:a16="http://schemas.microsoft.com/office/drawing/2014/main" id="{8026B4EB-0B22-4832-B1EC-437E0813C0E6}"/>
              </a:ext>
            </a:extLst>
          </p:cNvPr>
          <p:cNvSpPr/>
          <p:nvPr/>
        </p:nvSpPr>
        <p:spPr bwMode="auto">
          <a:xfrm rot="5400000">
            <a:off x="3746890" y="3281041"/>
            <a:ext cx="522255" cy="316414"/>
          </a:xfrm>
          <a:prstGeom prst="uturnArrow">
            <a:avLst/>
          </a:prstGeom>
          <a:solidFill>
            <a:srgbClr val="FFFF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ja-JP" altLang="en-US" sz="2400" b="0" i="0" u="none" strike="noStrike" kern="1200" cap="none" spc="0" normalizeH="0" baseline="0" noProof="0">
              <a:ln>
                <a:noFill/>
              </a:ln>
              <a:solidFill>
                <a:srgbClr val="000000"/>
              </a:solidFill>
              <a:effectLst/>
              <a:uLnTx/>
              <a:uFillTx/>
              <a:latin typeface="Times New Roman" pitchFamily="18" charset="0"/>
              <a:ea typeface="ＭＳ Ｐゴシック" pitchFamily="50" charset="-128"/>
              <a:cs typeface="+mn-cs"/>
            </a:endParaRPr>
          </a:p>
        </p:txBody>
      </p:sp>
      <p:sp>
        <p:nvSpPr>
          <p:cNvPr id="101" name="正方形/長方形 100">
            <a:extLst>
              <a:ext uri="{FF2B5EF4-FFF2-40B4-BE49-F238E27FC236}">
                <a16:creationId xmlns:a16="http://schemas.microsoft.com/office/drawing/2014/main" id="{AFA804D2-03EA-4443-ACFB-6BEB93CF1D25}"/>
              </a:ext>
            </a:extLst>
          </p:cNvPr>
          <p:cNvSpPr/>
          <p:nvPr/>
        </p:nvSpPr>
        <p:spPr bwMode="auto">
          <a:xfrm>
            <a:off x="1691066" y="2820537"/>
            <a:ext cx="802723" cy="245503"/>
          </a:xfrm>
          <a:prstGeom prst="rect">
            <a:avLst/>
          </a:prstGeom>
          <a:solidFill>
            <a:schemeClr val="bg1"/>
          </a:solidFill>
          <a:ln w="19050">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ja-JP" altLang="en-US" sz="2400" b="0" i="0" u="none" strike="noStrike" kern="1200" cap="none" spc="0" normalizeH="0" baseline="0" noProof="0">
              <a:ln>
                <a:noFill/>
              </a:ln>
              <a:solidFill>
                <a:srgbClr val="000000"/>
              </a:solidFill>
              <a:effectLst/>
              <a:uLnTx/>
              <a:uFillTx/>
              <a:latin typeface="Times New Roman" pitchFamily="18" charset="0"/>
              <a:ea typeface="ＭＳ Ｐゴシック" pitchFamily="50" charset="-128"/>
              <a:cs typeface="+mn-cs"/>
            </a:endParaRPr>
          </a:p>
        </p:txBody>
      </p:sp>
      <p:grpSp>
        <p:nvGrpSpPr>
          <p:cNvPr id="105" name="グループ化 104">
            <a:extLst>
              <a:ext uri="{FF2B5EF4-FFF2-40B4-BE49-F238E27FC236}">
                <a16:creationId xmlns:a16="http://schemas.microsoft.com/office/drawing/2014/main" id="{67F8539A-33A1-4DF3-9A73-205C5DC5559E}"/>
              </a:ext>
            </a:extLst>
          </p:cNvPr>
          <p:cNvGrpSpPr/>
          <p:nvPr/>
        </p:nvGrpSpPr>
        <p:grpSpPr>
          <a:xfrm>
            <a:off x="1654851" y="2960793"/>
            <a:ext cx="866335" cy="375832"/>
            <a:chOff x="1654851" y="2960793"/>
            <a:chExt cx="866335" cy="375832"/>
          </a:xfrm>
        </p:grpSpPr>
        <p:sp>
          <p:nvSpPr>
            <p:cNvPr id="92" name="正方形/長方形 91">
              <a:extLst>
                <a:ext uri="{FF2B5EF4-FFF2-40B4-BE49-F238E27FC236}">
                  <a16:creationId xmlns:a16="http://schemas.microsoft.com/office/drawing/2014/main" id="{766D9BB2-2BC2-4410-B6F6-126B6EAF09F1}"/>
                </a:ext>
              </a:extLst>
            </p:cNvPr>
            <p:cNvSpPr/>
            <p:nvPr/>
          </p:nvSpPr>
          <p:spPr bwMode="auto">
            <a:xfrm>
              <a:off x="1654851" y="2972466"/>
              <a:ext cx="866335" cy="364159"/>
            </a:xfrm>
            <a:prstGeom prst="rect">
              <a:avLst/>
            </a:prstGeom>
            <a:ln w="19050">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ja-JP" altLang="en-US" sz="2400" b="0" i="0" u="none" strike="noStrike" kern="1200" cap="none" spc="0" normalizeH="0" baseline="0" noProof="0">
                <a:ln>
                  <a:noFill/>
                </a:ln>
                <a:solidFill>
                  <a:srgbClr val="000000"/>
                </a:solidFill>
                <a:effectLst/>
                <a:uLnTx/>
                <a:uFillTx/>
                <a:latin typeface="Times New Roman" pitchFamily="18" charset="0"/>
                <a:ea typeface="ＭＳ Ｐゴシック" pitchFamily="50" charset="-128"/>
                <a:cs typeface="+mn-cs"/>
              </a:endParaRPr>
            </a:p>
          </p:txBody>
        </p:sp>
        <p:cxnSp>
          <p:nvCxnSpPr>
            <p:cNvPr id="103" name="直線コネクタ 102">
              <a:extLst>
                <a:ext uri="{FF2B5EF4-FFF2-40B4-BE49-F238E27FC236}">
                  <a16:creationId xmlns:a16="http://schemas.microsoft.com/office/drawing/2014/main" id="{0CE009BE-58F9-4B8A-AE59-2CFDF3BC1FB9}"/>
                </a:ext>
              </a:extLst>
            </p:cNvPr>
            <p:cNvCxnSpPr/>
            <p:nvPr/>
          </p:nvCxnSpPr>
          <p:spPr bwMode="auto">
            <a:xfrm flipV="1">
              <a:off x="1817927" y="2967854"/>
              <a:ext cx="0" cy="210493"/>
            </a:xfrm>
            <a:prstGeom prst="line">
              <a:avLst/>
            </a:prstGeom>
            <a:solidFill>
              <a:schemeClr val="accent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6" name="直線コネクタ 105">
              <a:extLst>
                <a:ext uri="{FF2B5EF4-FFF2-40B4-BE49-F238E27FC236}">
                  <a16:creationId xmlns:a16="http://schemas.microsoft.com/office/drawing/2014/main" id="{5288BD0F-B01D-4055-9347-523B88C42FA5}"/>
                </a:ext>
              </a:extLst>
            </p:cNvPr>
            <p:cNvCxnSpPr/>
            <p:nvPr/>
          </p:nvCxnSpPr>
          <p:spPr bwMode="auto">
            <a:xfrm flipV="1">
              <a:off x="1954513" y="3119782"/>
              <a:ext cx="0" cy="210493"/>
            </a:xfrm>
            <a:prstGeom prst="line">
              <a:avLst/>
            </a:prstGeom>
            <a:solidFill>
              <a:schemeClr val="accent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7" name="直線コネクタ 106">
              <a:extLst>
                <a:ext uri="{FF2B5EF4-FFF2-40B4-BE49-F238E27FC236}">
                  <a16:creationId xmlns:a16="http://schemas.microsoft.com/office/drawing/2014/main" id="{4128D2D4-BBD2-421C-BB16-47536F2B4A8E}"/>
                </a:ext>
              </a:extLst>
            </p:cNvPr>
            <p:cNvCxnSpPr/>
            <p:nvPr/>
          </p:nvCxnSpPr>
          <p:spPr bwMode="auto">
            <a:xfrm flipV="1">
              <a:off x="2136867" y="2960793"/>
              <a:ext cx="0" cy="210493"/>
            </a:xfrm>
            <a:prstGeom prst="line">
              <a:avLst/>
            </a:prstGeom>
            <a:solidFill>
              <a:schemeClr val="accent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8" name="直線コネクタ 107">
              <a:extLst>
                <a:ext uri="{FF2B5EF4-FFF2-40B4-BE49-F238E27FC236}">
                  <a16:creationId xmlns:a16="http://schemas.microsoft.com/office/drawing/2014/main" id="{B557AFD3-0B66-4F27-837F-FEF734752F34}"/>
                </a:ext>
              </a:extLst>
            </p:cNvPr>
            <p:cNvCxnSpPr/>
            <p:nvPr/>
          </p:nvCxnSpPr>
          <p:spPr bwMode="auto">
            <a:xfrm flipV="1">
              <a:off x="2303133" y="3119782"/>
              <a:ext cx="0" cy="210493"/>
            </a:xfrm>
            <a:prstGeom prst="line">
              <a:avLst/>
            </a:prstGeom>
            <a:solidFill>
              <a:schemeClr val="accent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cxnSp>
        <p:nvCxnSpPr>
          <p:cNvPr id="68" name="直線矢印コネクタ 67">
            <a:extLst>
              <a:ext uri="{FF2B5EF4-FFF2-40B4-BE49-F238E27FC236}">
                <a16:creationId xmlns:a16="http://schemas.microsoft.com/office/drawing/2014/main" id="{7E4D3479-5BD8-448A-BA66-CB5EE817550C}"/>
              </a:ext>
            </a:extLst>
          </p:cNvPr>
          <p:cNvCxnSpPr>
            <a:cxnSpLocks/>
            <a:stCxn id="87" idx="2"/>
          </p:cNvCxnSpPr>
          <p:nvPr/>
        </p:nvCxnSpPr>
        <p:spPr bwMode="auto">
          <a:xfrm flipH="1">
            <a:off x="3002973" y="2856719"/>
            <a:ext cx="501059" cy="281336"/>
          </a:xfrm>
          <a:prstGeom prst="straightConnector1">
            <a:avLst/>
          </a:prstGeom>
          <a:solidFill>
            <a:schemeClr val="accent1"/>
          </a:solidFill>
          <a:ln w="9525" cap="flat" cmpd="sng" algn="ctr">
            <a:solidFill>
              <a:schemeClr val="tx1"/>
            </a:solidFill>
            <a:prstDash val="solid"/>
            <a:round/>
            <a:headEnd type="none" w="med" len="med"/>
            <a:tailEnd type="oval"/>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2" name="直線矢印コネクタ 81">
            <a:extLst>
              <a:ext uri="{FF2B5EF4-FFF2-40B4-BE49-F238E27FC236}">
                <a16:creationId xmlns:a16="http://schemas.microsoft.com/office/drawing/2014/main" id="{0F8DBBF4-7DCA-4A8C-A5B0-BD0A4BAA6E0C}"/>
              </a:ext>
            </a:extLst>
          </p:cNvPr>
          <p:cNvCxnSpPr>
            <a:cxnSpLocks/>
            <a:stCxn id="83" idx="3"/>
          </p:cNvCxnSpPr>
          <p:nvPr/>
        </p:nvCxnSpPr>
        <p:spPr bwMode="auto">
          <a:xfrm flipV="1">
            <a:off x="2023920" y="3452884"/>
            <a:ext cx="1019531" cy="1172640"/>
          </a:xfrm>
          <a:prstGeom prst="straightConnector1">
            <a:avLst/>
          </a:prstGeom>
          <a:solidFill>
            <a:schemeClr val="accent1"/>
          </a:solidFill>
          <a:ln w="9525" cap="flat" cmpd="sng" algn="ctr">
            <a:solidFill>
              <a:schemeClr val="tx1"/>
            </a:solidFill>
            <a:prstDash val="solid"/>
            <a:round/>
            <a:headEnd type="none" w="med" len="med"/>
            <a:tailEnd type="oval"/>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3" name="テキスト ボックス 82">
            <a:extLst>
              <a:ext uri="{FF2B5EF4-FFF2-40B4-BE49-F238E27FC236}">
                <a16:creationId xmlns:a16="http://schemas.microsoft.com/office/drawing/2014/main" id="{F432B99F-0B76-4D02-9C43-A4F1A4FC2D1B}"/>
              </a:ext>
            </a:extLst>
          </p:cNvPr>
          <p:cNvSpPr txBox="1"/>
          <p:nvPr/>
        </p:nvSpPr>
        <p:spPr>
          <a:xfrm>
            <a:off x="1130342" y="4302358"/>
            <a:ext cx="893578" cy="646331"/>
          </a:xfrm>
          <a:prstGeom prst="rect">
            <a:avLst/>
          </a:prstGeom>
          <a:solidFill>
            <a:schemeClr val="bg1"/>
          </a:solidFill>
        </p:spPr>
        <p:txBody>
          <a:bodyPr wrap="none" lIns="0" rIns="0"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FUEL TANK </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PRESSURE </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SENSOR</a:t>
            </a:r>
            <a:endParaRPr kumimoji="1" lang="ja-JP" altLang="en-US"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p:txBody>
      </p:sp>
      <p:sp>
        <p:nvSpPr>
          <p:cNvPr id="87" name="テキスト ボックス 86">
            <a:extLst>
              <a:ext uri="{FF2B5EF4-FFF2-40B4-BE49-F238E27FC236}">
                <a16:creationId xmlns:a16="http://schemas.microsoft.com/office/drawing/2014/main" id="{9BD45A40-EE5E-4711-B345-BB94F2E7F24B}"/>
              </a:ext>
            </a:extLst>
          </p:cNvPr>
          <p:cNvSpPr txBox="1"/>
          <p:nvPr/>
        </p:nvSpPr>
        <p:spPr>
          <a:xfrm>
            <a:off x="2716498" y="2487387"/>
            <a:ext cx="1575068" cy="369332"/>
          </a:xfrm>
          <a:prstGeom prst="rect">
            <a:avLst/>
          </a:prstGeom>
          <a:noFill/>
        </p:spPr>
        <p:txBody>
          <a:bodyPr wrap="square" lIns="0" tIns="0" rIns="0" bIns="0"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VSSV(Normal open, close at</a:t>
            </a:r>
            <a:r>
              <a:rPr kumimoji="1" lang="ja-JP" altLang="en-US"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 </a:t>
            </a:r>
            <a:r>
              <a:rPr kumimoji="1" lang="en-US" altLang="ja-JP"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power</a:t>
            </a:r>
            <a:r>
              <a:rPr kumimoji="1" lang="ja-JP" altLang="en-US"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 </a:t>
            </a:r>
            <a:r>
              <a:rPr kumimoji="1" lang="en-US" altLang="ja-JP"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on)</a:t>
            </a:r>
            <a:endParaRPr kumimoji="1" lang="ja-JP" altLang="en-US"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p:txBody>
      </p:sp>
      <p:sp>
        <p:nvSpPr>
          <p:cNvPr id="88" name="テキスト ボックス 87">
            <a:extLst>
              <a:ext uri="{FF2B5EF4-FFF2-40B4-BE49-F238E27FC236}">
                <a16:creationId xmlns:a16="http://schemas.microsoft.com/office/drawing/2014/main" id="{ED89E853-34B6-41CE-8E33-EFD3A51E1623}"/>
              </a:ext>
            </a:extLst>
          </p:cNvPr>
          <p:cNvSpPr txBox="1"/>
          <p:nvPr/>
        </p:nvSpPr>
        <p:spPr>
          <a:xfrm>
            <a:off x="1833337" y="2475893"/>
            <a:ext cx="520719" cy="369332"/>
          </a:xfrm>
          <a:prstGeom prst="rect">
            <a:avLst/>
          </a:prstGeom>
          <a:noFill/>
        </p:spPr>
        <p:txBody>
          <a:bodyPr wrap="none" lIns="0" tIns="0" rIns="0" bIns="0"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DUST </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FILTER</a:t>
            </a:r>
            <a:endParaRPr kumimoji="1" lang="ja-JP" altLang="en-US"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p:txBody>
      </p:sp>
      <p:cxnSp>
        <p:nvCxnSpPr>
          <p:cNvPr id="89" name="直線矢印コネクタ 88">
            <a:extLst>
              <a:ext uri="{FF2B5EF4-FFF2-40B4-BE49-F238E27FC236}">
                <a16:creationId xmlns:a16="http://schemas.microsoft.com/office/drawing/2014/main" id="{1EBD10C2-BA52-4500-A19E-416CDF4A35C6}"/>
              </a:ext>
            </a:extLst>
          </p:cNvPr>
          <p:cNvCxnSpPr>
            <a:stCxn id="88" idx="2"/>
          </p:cNvCxnSpPr>
          <p:nvPr/>
        </p:nvCxnSpPr>
        <p:spPr bwMode="auto">
          <a:xfrm flipH="1">
            <a:off x="2027583" y="2845225"/>
            <a:ext cx="66114" cy="269036"/>
          </a:xfrm>
          <a:prstGeom prst="straightConnector1">
            <a:avLst/>
          </a:prstGeom>
          <a:solidFill>
            <a:schemeClr val="accent1"/>
          </a:solidFill>
          <a:ln w="9525" cap="flat" cmpd="sng" algn="ctr">
            <a:solidFill>
              <a:schemeClr val="tx1"/>
            </a:solidFill>
            <a:prstDash val="solid"/>
            <a:round/>
            <a:headEnd type="none" w="med" len="med"/>
            <a:tailEnd type="oval"/>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 name="Text Box 2">
            <a:extLst>
              <a:ext uri="{FF2B5EF4-FFF2-40B4-BE49-F238E27FC236}">
                <a16:creationId xmlns:a16="http://schemas.microsoft.com/office/drawing/2014/main" id="{DDB77688-2405-4B73-0E7C-FA31A0570F61}"/>
              </a:ext>
            </a:extLst>
          </p:cNvPr>
          <p:cNvSpPr txBox="1">
            <a:spLocks noChangeArrowheads="1"/>
          </p:cNvSpPr>
          <p:nvPr/>
        </p:nvSpPr>
        <p:spPr bwMode="auto">
          <a:xfrm>
            <a:off x="276963" y="44451"/>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2000" dirty="0">
                <a:solidFill>
                  <a:srgbClr val="FFFFFF"/>
                </a:solidFill>
                <a:latin typeface="Meiryo UI" panose="020B0604030504040204" pitchFamily="50" charset="-128"/>
                <a:ea typeface="Meiryo UI" panose="020B0604030504040204" pitchFamily="50" charset="-128"/>
                <a:cs typeface="Arial" pitchFamily="34" charset="0"/>
              </a:rPr>
              <a:t>11. Engine Management System Overview</a:t>
            </a:r>
            <a:endParaRPr lang="en-US" altLang="ja-JP" sz="1100" dirty="0">
              <a:solidFill>
                <a:srgbClr val="FFFFFF"/>
              </a:solidFill>
              <a:latin typeface="HGPｺﾞｼｯｸE" pitchFamily="50" charset="-128"/>
              <a:ea typeface="HGPｺﾞｼｯｸE" pitchFamily="50" charset="-128"/>
              <a:cs typeface="Arial" pitchFamily="34" charset="0"/>
            </a:endParaRPr>
          </a:p>
        </p:txBody>
      </p:sp>
    </p:spTree>
    <p:extLst>
      <p:ext uri="{BB962C8B-B14F-4D97-AF65-F5344CB8AC3E}">
        <p14:creationId xmlns:p14="http://schemas.microsoft.com/office/powerpoint/2010/main" val="1615843312"/>
      </p:ext>
    </p:extLst>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5" name="図 164"/>
          <p:cNvPicPr>
            <a:picLocks noChangeAspect="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p:blipFill>
        <p:spPr>
          <a:xfrm>
            <a:off x="340883" y="1334654"/>
            <a:ext cx="6207889" cy="4610253"/>
          </a:xfrm>
          <a:prstGeom prst="rect">
            <a:avLst/>
          </a:prstGeom>
        </p:spPr>
      </p:pic>
      <p:sp>
        <p:nvSpPr>
          <p:cNvPr id="166" name="テキスト ボックス 165"/>
          <p:cNvSpPr txBox="1"/>
          <p:nvPr/>
        </p:nvSpPr>
        <p:spPr>
          <a:xfrm>
            <a:off x="1067387" y="6625207"/>
            <a:ext cx="590226" cy="253916"/>
          </a:xfrm>
          <a:prstGeom prst="rect">
            <a:avLst/>
          </a:prstGeom>
          <a:noFill/>
          <a:ln w="28575">
            <a:noFill/>
          </a:ln>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ja-JP" altLang="en-US" sz="105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①</a:t>
            </a:r>
            <a:r>
              <a:rPr kumimoji="1" lang="en-US" altLang="ja-JP" sz="105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ECU</a:t>
            </a:r>
            <a:endParaRPr kumimoji="1" lang="ja-JP" altLang="en-US" sz="105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endParaRPr>
          </a:p>
        </p:txBody>
      </p:sp>
      <p:sp>
        <p:nvSpPr>
          <p:cNvPr id="167" name="テキスト ボックス 166"/>
          <p:cNvSpPr txBox="1"/>
          <p:nvPr/>
        </p:nvSpPr>
        <p:spPr>
          <a:xfrm>
            <a:off x="3117083" y="2298723"/>
            <a:ext cx="821059" cy="246221"/>
          </a:xfrm>
          <a:prstGeom prst="rect">
            <a:avLst/>
          </a:prstGeom>
          <a:noFill/>
          <a:ln w="28575">
            <a:noFill/>
          </a:ln>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ja-JP" altLang="en-US" sz="10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⑤</a:t>
            </a:r>
            <a:r>
              <a:rPr kumimoji="1" lang="en-US" altLang="ja-JP" sz="10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H-Pump</a:t>
            </a:r>
          </a:p>
        </p:txBody>
      </p:sp>
      <p:sp>
        <p:nvSpPr>
          <p:cNvPr id="168" name="テキスト ボックス 167"/>
          <p:cNvSpPr txBox="1"/>
          <p:nvPr/>
        </p:nvSpPr>
        <p:spPr>
          <a:xfrm>
            <a:off x="3125094" y="4220073"/>
            <a:ext cx="825867" cy="246221"/>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ja-JP" altLang="en-US" sz="10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④</a:t>
            </a:r>
            <a:r>
              <a:rPr kumimoji="1" lang="en-US" altLang="ja-JP" sz="10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injector </a:t>
            </a:r>
          </a:p>
        </p:txBody>
      </p:sp>
      <p:sp>
        <p:nvSpPr>
          <p:cNvPr id="170" name="Line 16"/>
          <p:cNvSpPr>
            <a:spLocks noChangeShapeType="1"/>
          </p:cNvSpPr>
          <p:nvPr/>
        </p:nvSpPr>
        <p:spPr bwMode="auto">
          <a:xfrm flipH="1" flipV="1">
            <a:off x="1403164" y="3870960"/>
            <a:ext cx="83472" cy="573851"/>
          </a:xfrm>
          <a:prstGeom prst="line">
            <a:avLst/>
          </a:prstGeom>
          <a:noFill/>
          <a:ln w="127000">
            <a:solidFill>
              <a:srgbClr val="CC0000">
                <a:alpha val="50195"/>
              </a:srgbClr>
            </a:solidFill>
            <a:round/>
            <a:headEnd/>
            <a:tailEnd type="triangle" w="sm" len="sm"/>
          </a:ln>
          <a:extLst>
            <a:ext uri="{909E8E84-426E-40DD-AFC4-6F175D3DCCD1}">
              <a14:hiddenFill xmlns:a14="http://schemas.microsoft.com/office/drawing/2010/main">
                <a:noFill/>
              </a14:hiddenFill>
            </a:ext>
          </a:extLst>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srgbClr val="000000"/>
              </a:solidFill>
              <a:effectLst/>
              <a:uLnTx/>
              <a:uFillTx/>
              <a:latin typeface="Times New Roman" pitchFamily="18" charset="0"/>
              <a:ea typeface="ＭＳ Ｐゴシック" charset="-128"/>
              <a:cs typeface="+mn-cs"/>
            </a:endParaRPr>
          </a:p>
        </p:txBody>
      </p:sp>
      <p:pic>
        <p:nvPicPr>
          <p:cNvPr id="171" name="Picture 2"/>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221506" y="4487659"/>
            <a:ext cx="540000" cy="5329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72" name="Rectangle 28"/>
          <p:cNvSpPr>
            <a:spLocks noChangeArrowheads="1"/>
          </p:cNvSpPr>
          <p:nvPr/>
        </p:nvSpPr>
        <p:spPr bwMode="auto">
          <a:xfrm>
            <a:off x="1632790" y="4741913"/>
            <a:ext cx="1128835" cy="246221"/>
          </a:xfrm>
          <a:prstGeom prst="rect">
            <a:avLst/>
          </a:prstGeom>
          <a:noFill/>
          <a:ln w="28575">
            <a:noFill/>
          </a:ln>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10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⑪</a:t>
            </a:r>
            <a:r>
              <a:rPr kumimoji="1" lang="en-US" altLang="ja-JP" sz="10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Crank sensor</a:t>
            </a:r>
            <a:endParaRPr kumimoji="1" lang="ja-JP" altLang="en-US" sz="10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endParaRPr>
          </a:p>
        </p:txBody>
      </p:sp>
      <p:pic>
        <p:nvPicPr>
          <p:cNvPr id="173" name="Picture 2"/>
          <p:cNvPicPr>
            <a:picLocks noChangeAspect="1" noChangeArrowheads="1"/>
          </p:cNvPicPr>
          <p:nvPr/>
        </p:nvPicPr>
        <p:blipFill>
          <a:blip r:embed="rId5" cstate="email">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15324" y="1136353"/>
            <a:ext cx="432000" cy="2936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4" name="Line 12"/>
          <p:cNvSpPr>
            <a:spLocks noChangeShapeType="1"/>
          </p:cNvSpPr>
          <p:nvPr/>
        </p:nvSpPr>
        <p:spPr bwMode="auto">
          <a:xfrm>
            <a:off x="649371" y="1599409"/>
            <a:ext cx="90948" cy="654132"/>
          </a:xfrm>
          <a:prstGeom prst="line">
            <a:avLst/>
          </a:prstGeom>
          <a:noFill/>
          <a:ln w="127000">
            <a:solidFill>
              <a:srgbClr val="CC0000">
                <a:alpha val="50195"/>
              </a:srgbClr>
            </a:solidFill>
            <a:round/>
            <a:headEnd/>
            <a:tailEnd type="triangle" w="sm" len="sm"/>
          </a:ln>
          <a:extLst>
            <a:ext uri="{909E8E84-426E-40DD-AFC4-6F175D3DCCD1}">
              <a14:hiddenFill xmlns:a14="http://schemas.microsoft.com/office/drawing/2010/main">
                <a:noFill/>
              </a14:hiddenFill>
            </a:ext>
          </a:extLst>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srgbClr val="000000"/>
              </a:solidFill>
              <a:effectLst/>
              <a:uLnTx/>
              <a:uFillTx/>
              <a:latin typeface="Times New Roman" pitchFamily="18" charset="0"/>
              <a:ea typeface="ＭＳ Ｐゴシック" charset="-128"/>
              <a:cs typeface="+mn-cs"/>
            </a:endParaRPr>
          </a:p>
        </p:txBody>
      </p:sp>
      <p:sp>
        <p:nvSpPr>
          <p:cNvPr id="175" name="Rectangle 36"/>
          <p:cNvSpPr>
            <a:spLocks noChangeArrowheads="1"/>
          </p:cNvSpPr>
          <p:nvPr/>
        </p:nvSpPr>
        <p:spPr bwMode="auto">
          <a:xfrm>
            <a:off x="84616" y="802813"/>
            <a:ext cx="1087157" cy="253916"/>
          </a:xfrm>
          <a:prstGeom prst="rect">
            <a:avLst/>
          </a:prstGeom>
          <a:noFill/>
          <a:ln w="28575">
            <a:noFill/>
          </a:ln>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105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②</a:t>
            </a:r>
            <a:r>
              <a:rPr kumimoji="1" lang="en-US" altLang="ja-JP" sz="105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 LAF</a:t>
            </a:r>
            <a:r>
              <a:rPr kumimoji="1" lang="ja-JP" altLang="en-US" sz="105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 </a:t>
            </a:r>
            <a:r>
              <a:rPr kumimoji="1" lang="en-US" altLang="ja-JP" sz="105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sensor</a:t>
            </a:r>
            <a:endParaRPr kumimoji="1" lang="ja-JP" altLang="en-US" sz="105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endParaRPr>
          </a:p>
        </p:txBody>
      </p:sp>
      <p:pic>
        <p:nvPicPr>
          <p:cNvPr id="176" name="Picture 3"/>
          <p:cNvPicPr>
            <a:picLocks noChangeAspect="1" noChangeArrowheads="1"/>
          </p:cNvPicPr>
          <p:nvPr/>
        </p:nvPicPr>
        <p:blipFill>
          <a:blip r:embed="rId6" cstate="email">
            <a:clrChange>
              <a:clrFrom>
                <a:srgbClr val="FEFEFE"/>
              </a:clrFrom>
              <a:clrTo>
                <a:srgbClr val="FEFEFE">
                  <a:alpha val="0"/>
                </a:srgbClr>
              </a:clrTo>
            </a:clrChange>
            <a:extLst>
              <a:ext uri="{28A0092B-C50C-407E-A947-70E740481C1C}">
                <a14:useLocalDpi xmlns:a14="http://schemas.microsoft.com/office/drawing/2010/main" val="0"/>
              </a:ext>
            </a:extLst>
          </a:blip>
          <a:srcRect/>
          <a:stretch>
            <a:fillRect/>
          </a:stretch>
        </p:blipFill>
        <p:spPr bwMode="auto">
          <a:xfrm rot="18830777">
            <a:off x="2928604" y="6045511"/>
            <a:ext cx="180000" cy="6530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8" name="Rectangle 120"/>
          <p:cNvSpPr>
            <a:spLocks noChangeArrowheads="1"/>
          </p:cNvSpPr>
          <p:nvPr/>
        </p:nvSpPr>
        <p:spPr bwMode="auto">
          <a:xfrm>
            <a:off x="2925702" y="6629056"/>
            <a:ext cx="987771" cy="246221"/>
          </a:xfrm>
          <a:prstGeom prst="rect">
            <a:avLst/>
          </a:prstGeom>
          <a:noFill/>
          <a:ln w="28575">
            <a:noFill/>
          </a:ln>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10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③</a:t>
            </a:r>
            <a:r>
              <a:rPr kumimoji="1" lang="en-US" altLang="ja-JP" sz="10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 O2</a:t>
            </a:r>
            <a:r>
              <a:rPr kumimoji="1" lang="ja-JP" altLang="en-US" sz="10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 </a:t>
            </a:r>
            <a:r>
              <a:rPr kumimoji="1" lang="en-US" altLang="ja-JP" sz="10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sensor</a:t>
            </a:r>
            <a:endParaRPr kumimoji="1" lang="ja-JP" altLang="en-US" sz="10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endParaRPr>
          </a:p>
        </p:txBody>
      </p:sp>
      <p:pic>
        <p:nvPicPr>
          <p:cNvPr id="179" name="Picture 86"/>
          <p:cNvPicPr>
            <a:picLocks noChangeAspect="1" noChangeArrowheads="1"/>
          </p:cNvPicPr>
          <p:nvPr/>
        </p:nvPicPr>
        <p:blipFill>
          <a:blip r:embed="rId7">
            <a:clrChange>
              <a:clrFrom>
                <a:srgbClr val="99CCFF"/>
              </a:clrFrom>
              <a:clrTo>
                <a:srgbClr val="99CCFF">
                  <a:alpha val="0"/>
                </a:srgbClr>
              </a:clrTo>
            </a:clrChange>
            <a:extLst>
              <a:ext uri="{28A0092B-C50C-407E-A947-70E740481C1C}">
                <a14:useLocalDpi xmlns:a14="http://schemas.microsoft.com/office/drawing/2010/main" val="0"/>
              </a:ext>
            </a:extLst>
          </a:blip>
          <a:srcRect/>
          <a:stretch>
            <a:fillRect/>
          </a:stretch>
        </p:blipFill>
        <p:spPr bwMode="auto">
          <a:xfrm>
            <a:off x="6567755" y="1018907"/>
            <a:ext cx="546251" cy="739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0" name="Rectangle 35"/>
          <p:cNvSpPr>
            <a:spLocks noChangeArrowheads="1"/>
          </p:cNvSpPr>
          <p:nvPr/>
        </p:nvSpPr>
        <p:spPr bwMode="auto">
          <a:xfrm>
            <a:off x="6512227" y="806662"/>
            <a:ext cx="579005" cy="246221"/>
          </a:xfrm>
          <a:prstGeom prst="rect">
            <a:avLst/>
          </a:prstGeom>
          <a:noFill/>
          <a:ln w="28575">
            <a:noFill/>
          </a:ln>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10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⑬</a:t>
            </a:r>
            <a:r>
              <a:rPr kumimoji="1" lang="en-US" altLang="ja-JP" sz="10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AFM</a:t>
            </a:r>
          </a:p>
        </p:txBody>
      </p:sp>
      <p:sp>
        <p:nvSpPr>
          <p:cNvPr id="181" name="Line 12"/>
          <p:cNvSpPr>
            <a:spLocks noChangeShapeType="1"/>
          </p:cNvSpPr>
          <p:nvPr/>
        </p:nvSpPr>
        <p:spPr bwMode="auto">
          <a:xfrm flipH="1">
            <a:off x="5759497" y="1777582"/>
            <a:ext cx="808257" cy="756297"/>
          </a:xfrm>
          <a:prstGeom prst="line">
            <a:avLst/>
          </a:prstGeom>
          <a:noFill/>
          <a:ln w="127000">
            <a:solidFill>
              <a:srgbClr val="CC0000">
                <a:alpha val="50195"/>
              </a:srgbClr>
            </a:solidFill>
            <a:round/>
            <a:headEnd/>
            <a:tailEnd type="triangle" w="sm" len="sm"/>
          </a:ln>
          <a:extLst>
            <a:ext uri="{909E8E84-426E-40DD-AFC4-6F175D3DCCD1}">
              <a14:hiddenFill xmlns:a14="http://schemas.microsoft.com/office/drawing/2010/main">
                <a:noFill/>
              </a14:hiddenFill>
            </a:ext>
          </a:extLst>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srgbClr val="000000"/>
              </a:solidFill>
              <a:effectLst/>
              <a:uLnTx/>
              <a:uFillTx/>
              <a:latin typeface="Times New Roman" pitchFamily="18" charset="0"/>
              <a:ea typeface="ＭＳ Ｐゴシック" charset="-128"/>
              <a:cs typeface="+mn-cs"/>
            </a:endParaRPr>
          </a:p>
        </p:txBody>
      </p:sp>
      <p:pic>
        <p:nvPicPr>
          <p:cNvPr id="182" name="Picture 7" descr="D:\Documents and Settings\T731009\デスクトップ\MAP.jpg"/>
          <p:cNvPicPr>
            <a:picLocks noChangeAspect="1" noChangeArrowheads="1"/>
          </p:cNvPicPr>
          <p:nvPr/>
        </p:nvPicPr>
        <p:blipFill>
          <a:blip r:embed="rId8" cstate="print">
            <a:extLst>
              <a:ext uri="{BEBA8EAE-BF5A-486C-A8C5-ECC9F3942E4B}">
                <a14:imgProps xmlns:a14="http://schemas.microsoft.com/office/drawing/2010/main">
                  <a14:imgLayer r:embed="rId9">
                    <a14:imgEffect>
                      <a14:backgroundRemoval t="0" b="100000" l="0" r="100000"/>
                    </a14:imgEffect>
                  </a14:imgLayer>
                </a14:imgProps>
              </a:ext>
              <a:ext uri="{28A0092B-C50C-407E-A947-70E740481C1C}">
                <a14:useLocalDpi xmlns:a14="http://schemas.microsoft.com/office/drawing/2010/main" val="0"/>
              </a:ext>
            </a:extLst>
          </a:blip>
          <a:srcRect/>
          <a:stretch>
            <a:fillRect/>
          </a:stretch>
        </p:blipFill>
        <p:spPr bwMode="auto">
          <a:xfrm>
            <a:off x="4133506" y="957741"/>
            <a:ext cx="540000" cy="4429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3" name="Line 15"/>
          <p:cNvSpPr>
            <a:spLocks noChangeShapeType="1"/>
          </p:cNvSpPr>
          <p:nvPr/>
        </p:nvSpPr>
        <p:spPr bwMode="auto">
          <a:xfrm flipH="1">
            <a:off x="4262020" y="1338501"/>
            <a:ext cx="82464" cy="439081"/>
          </a:xfrm>
          <a:prstGeom prst="line">
            <a:avLst/>
          </a:prstGeom>
          <a:noFill/>
          <a:ln w="127000">
            <a:solidFill>
              <a:srgbClr val="CC0000">
                <a:alpha val="50195"/>
              </a:srgbClr>
            </a:solidFill>
            <a:round/>
            <a:headEnd/>
            <a:tailEnd type="triangle" w="sm" len="sm"/>
          </a:ln>
          <a:extLst>
            <a:ext uri="{909E8E84-426E-40DD-AFC4-6F175D3DCCD1}">
              <a14:hiddenFill xmlns:a14="http://schemas.microsoft.com/office/drawing/2010/main">
                <a:noFill/>
              </a14:hiddenFill>
            </a:ext>
          </a:extLst>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srgbClr val="000000"/>
              </a:solidFill>
              <a:effectLst/>
              <a:uLnTx/>
              <a:uFillTx/>
              <a:latin typeface="Times New Roman" pitchFamily="18" charset="0"/>
              <a:ea typeface="ＭＳ Ｐゴシック" charset="-128"/>
              <a:cs typeface="+mn-cs"/>
            </a:endParaRPr>
          </a:p>
        </p:txBody>
      </p:sp>
      <p:sp>
        <p:nvSpPr>
          <p:cNvPr id="184" name="Rectangle 117"/>
          <p:cNvSpPr>
            <a:spLocks noChangeArrowheads="1"/>
          </p:cNvSpPr>
          <p:nvPr/>
        </p:nvSpPr>
        <p:spPr bwMode="auto">
          <a:xfrm>
            <a:off x="3588764" y="802813"/>
            <a:ext cx="1683474" cy="253916"/>
          </a:xfrm>
          <a:prstGeom prst="rect">
            <a:avLst/>
          </a:prstGeom>
          <a:noFill/>
          <a:ln w="28575">
            <a:noFill/>
          </a:ln>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105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⑦</a:t>
            </a:r>
            <a:r>
              <a:rPr kumimoji="1" lang="en-US" altLang="ja-JP" sz="105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 MAP</a:t>
            </a:r>
            <a:r>
              <a:rPr kumimoji="1" lang="ja-JP" altLang="en-US" sz="105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 </a:t>
            </a:r>
            <a:r>
              <a:rPr kumimoji="1" lang="en-US" altLang="ja-JP" sz="105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sensor</a:t>
            </a:r>
            <a:r>
              <a:rPr kumimoji="1" lang="ja-JP" altLang="en-US" sz="105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 </a:t>
            </a:r>
            <a:r>
              <a:rPr kumimoji="1" lang="en-US" altLang="ja-JP" sz="9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(w/o TA)</a:t>
            </a:r>
            <a:endParaRPr kumimoji="1" lang="ja-JP" altLang="en-US" sz="9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endParaRPr>
          </a:p>
        </p:txBody>
      </p:sp>
      <p:pic>
        <p:nvPicPr>
          <p:cNvPr id="185" name="Picture 216" descr="Sumitomo"/>
          <p:cNvPicPr>
            <a:picLocks noChangeAspect="1" noChangeArrowheads="1"/>
          </p:cNvPicPr>
          <p:nvPr/>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241346" y="3766191"/>
            <a:ext cx="468000" cy="472833"/>
          </a:xfrm>
          <a:prstGeom prst="rect">
            <a:avLst/>
          </a:prstGeom>
          <a:noFill/>
          <a:extLst>
            <a:ext uri="{909E8E84-426E-40DD-AFC4-6F175D3DCCD1}">
              <a14:hiddenFill xmlns:a14="http://schemas.microsoft.com/office/drawing/2010/main">
                <a:solidFill>
                  <a:srgbClr val="FFFFFF"/>
                </a:solidFill>
              </a14:hiddenFill>
            </a:ext>
          </a:extLst>
        </p:spPr>
      </p:pic>
      <p:sp>
        <p:nvSpPr>
          <p:cNvPr id="186" name="Line 21"/>
          <p:cNvSpPr>
            <a:spLocks noChangeShapeType="1"/>
          </p:cNvSpPr>
          <p:nvPr/>
        </p:nvSpPr>
        <p:spPr bwMode="auto">
          <a:xfrm flipH="1" flipV="1">
            <a:off x="2386145" y="3244356"/>
            <a:ext cx="65207" cy="489320"/>
          </a:xfrm>
          <a:prstGeom prst="line">
            <a:avLst/>
          </a:prstGeom>
          <a:noFill/>
          <a:ln w="127000">
            <a:solidFill>
              <a:srgbClr val="CC0000">
                <a:alpha val="50195"/>
              </a:srgbClr>
            </a:solidFill>
            <a:round/>
            <a:headEnd/>
            <a:tailEnd type="triangle" w="sm" len="sm"/>
          </a:ln>
          <a:extLst>
            <a:ext uri="{909E8E84-426E-40DD-AFC4-6F175D3DCCD1}">
              <a14:hiddenFill xmlns:a14="http://schemas.microsoft.com/office/drawing/2010/main">
                <a:noFill/>
              </a14:hiddenFill>
            </a:ext>
          </a:extLst>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srgbClr val="000000"/>
              </a:solidFill>
              <a:effectLst/>
              <a:uLnTx/>
              <a:uFillTx/>
              <a:latin typeface="Times New Roman" pitchFamily="18" charset="0"/>
              <a:ea typeface="ＭＳ Ｐゴシック" charset="-128"/>
              <a:cs typeface="+mn-cs"/>
            </a:endParaRPr>
          </a:p>
        </p:txBody>
      </p:sp>
      <p:sp>
        <p:nvSpPr>
          <p:cNvPr id="187" name="Rectangle 25"/>
          <p:cNvSpPr>
            <a:spLocks noChangeArrowheads="1"/>
          </p:cNvSpPr>
          <p:nvPr/>
        </p:nvSpPr>
        <p:spPr bwMode="auto">
          <a:xfrm>
            <a:off x="1989086" y="4220073"/>
            <a:ext cx="1143262" cy="246221"/>
          </a:xfrm>
          <a:prstGeom prst="rect">
            <a:avLst/>
          </a:prstGeom>
          <a:solidFill>
            <a:srgbClr val="FFFFFF"/>
          </a:solidFill>
          <a:ln w="28575">
            <a:noFill/>
          </a:ln>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JP" altLang="en-US" sz="1000" b="0"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⑨</a:t>
            </a:r>
            <a:r>
              <a:rPr kumimoji="0" lang="en-US" altLang="ja-JP" sz="1000" b="0"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Knock sensor</a:t>
            </a:r>
            <a:endParaRPr kumimoji="0" lang="ja-JP" altLang="en-US" sz="1000" b="0"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endParaRPr>
          </a:p>
        </p:txBody>
      </p:sp>
      <p:pic>
        <p:nvPicPr>
          <p:cNvPr id="188" name="Picture 3"/>
          <p:cNvPicPr>
            <a:picLocks noChangeAspect="1" noChangeArrowheads="1"/>
          </p:cNvPicPr>
          <p:nvPr/>
        </p:nvPicPr>
        <p:blipFill>
          <a:blip r:embed="rId11"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466314" y="1058221"/>
            <a:ext cx="432000" cy="4869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89" name="Rectangle 26"/>
          <p:cNvSpPr>
            <a:spLocks noChangeArrowheads="1"/>
          </p:cNvSpPr>
          <p:nvPr/>
        </p:nvSpPr>
        <p:spPr bwMode="auto">
          <a:xfrm>
            <a:off x="1332089" y="802813"/>
            <a:ext cx="1090363" cy="253916"/>
          </a:xfrm>
          <a:prstGeom prst="rect">
            <a:avLst/>
          </a:prstGeom>
          <a:noFill/>
          <a:ln w="28575">
            <a:noFill/>
          </a:ln>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105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⑩</a:t>
            </a:r>
            <a:r>
              <a:rPr kumimoji="1" lang="en-US" altLang="ja-JP" sz="105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CAM sensor</a:t>
            </a:r>
            <a:endParaRPr kumimoji="1" lang="ja-JP" altLang="en-US" sz="105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endParaRPr>
          </a:p>
        </p:txBody>
      </p:sp>
      <p:pic>
        <p:nvPicPr>
          <p:cNvPr id="190" name="図 189"/>
          <p:cNvPicPr>
            <a:picLocks noChangeAspect="1"/>
          </p:cNvPicPr>
          <p:nvPr/>
        </p:nvPicPr>
        <p:blipFill>
          <a:blip r:embed="rId12"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5180668" y="904494"/>
            <a:ext cx="900000" cy="909398"/>
          </a:xfrm>
          <a:prstGeom prst="rect">
            <a:avLst/>
          </a:prstGeom>
        </p:spPr>
      </p:pic>
      <p:pic>
        <p:nvPicPr>
          <p:cNvPr id="191" name="図 190"/>
          <p:cNvPicPr>
            <a:picLocks noChangeAspect="1"/>
          </p:cNvPicPr>
          <p:nvPr/>
        </p:nvPicPr>
        <p:blipFill>
          <a:blip r:embed="rId1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3172759" y="980313"/>
            <a:ext cx="396000" cy="572391"/>
          </a:xfrm>
          <a:prstGeom prst="rect">
            <a:avLst/>
          </a:prstGeom>
        </p:spPr>
      </p:pic>
      <p:sp>
        <p:nvSpPr>
          <p:cNvPr id="192" name="Line 15"/>
          <p:cNvSpPr>
            <a:spLocks noChangeShapeType="1"/>
          </p:cNvSpPr>
          <p:nvPr/>
        </p:nvSpPr>
        <p:spPr bwMode="auto">
          <a:xfrm flipH="1">
            <a:off x="2664374" y="1226584"/>
            <a:ext cx="488380" cy="151842"/>
          </a:xfrm>
          <a:prstGeom prst="line">
            <a:avLst/>
          </a:prstGeom>
          <a:noFill/>
          <a:ln w="127000">
            <a:solidFill>
              <a:srgbClr val="CC0000">
                <a:alpha val="50195"/>
              </a:srgbClr>
            </a:solidFill>
            <a:round/>
            <a:headEnd/>
            <a:tailEnd type="triangle" w="sm" len="sm"/>
          </a:ln>
          <a:extLst>
            <a:ext uri="{909E8E84-426E-40DD-AFC4-6F175D3DCCD1}">
              <a14:hiddenFill xmlns:a14="http://schemas.microsoft.com/office/drawing/2010/main">
                <a:noFill/>
              </a14:hiddenFill>
            </a:ext>
          </a:extLst>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srgbClr val="000000"/>
              </a:solidFill>
              <a:effectLst/>
              <a:uLnTx/>
              <a:uFillTx/>
              <a:latin typeface="Times New Roman" pitchFamily="18" charset="0"/>
              <a:ea typeface="ＭＳ Ｐゴシック" charset="-128"/>
              <a:cs typeface="+mn-cs"/>
            </a:endParaRPr>
          </a:p>
        </p:txBody>
      </p:sp>
      <p:sp>
        <p:nvSpPr>
          <p:cNvPr id="193" name="Rectangle 117"/>
          <p:cNvSpPr>
            <a:spLocks noChangeArrowheads="1"/>
          </p:cNvSpPr>
          <p:nvPr/>
        </p:nvSpPr>
        <p:spPr bwMode="auto">
          <a:xfrm>
            <a:off x="2615422" y="802813"/>
            <a:ext cx="973343" cy="253916"/>
          </a:xfrm>
          <a:prstGeom prst="rect">
            <a:avLst/>
          </a:prstGeom>
          <a:noFill/>
          <a:ln w="28575">
            <a:noFill/>
          </a:ln>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105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⑧</a:t>
            </a:r>
            <a:r>
              <a:rPr kumimoji="1" lang="en-US" altLang="ja-JP" sz="105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TA</a:t>
            </a:r>
            <a:r>
              <a:rPr kumimoji="1" lang="ja-JP" altLang="en-US" sz="105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 </a:t>
            </a:r>
            <a:r>
              <a:rPr kumimoji="1" lang="en-US" altLang="ja-JP" sz="105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sensor</a:t>
            </a:r>
            <a:endParaRPr kumimoji="1" lang="ja-JP" altLang="en-US" sz="105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endParaRPr>
          </a:p>
        </p:txBody>
      </p:sp>
      <p:sp>
        <p:nvSpPr>
          <p:cNvPr id="194" name="Line 21"/>
          <p:cNvSpPr>
            <a:spLocks noChangeShapeType="1"/>
          </p:cNvSpPr>
          <p:nvPr/>
        </p:nvSpPr>
        <p:spPr bwMode="auto">
          <a:xfrm flipH="1">
            <a:off x="4693581" y="1613101"/>
            <a:ext cx="587287" cy="380513"/>
          </a:xfrm>
          <a:prstGeom prst="line">
            <a:avLst/>
          </a:prstGeom>
          <a:noFill/>
          <a:ln w="127000">
            <a:solidFill>
              <a:srgbClr val="CC0000">
                <a:alpha val="50195"/>
              </a:srgbClr>
            </a:solidFill>
            <a:round/>
            <a:headEnd/>
            <a:tailEnd type="triangle" w="sm" len="sm"/>
          </a:ln>
          <a:extLst>
            <a:ext uri="{909E8E84-426E-40DD-AFC4-6F175D3DCCD1}">
              <a14:hiddenFill xmlns:a14="http://schemas.microsoft.com/office/drawing/2010/main">
                <a:noFill/>
              </a14:hiddenFill>
            </a:ext>
          </a:extLst>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srgbClr val="000000"/>
              </a:solidFill>
              <a:effectLst/>
              <a:uLnTx/>
              <a:uFillTx/>
              <a:latin typeface="Times New Roman" pitchFamily="18" charset="0"/>
              <a:ea typeface="ＭＳ Ｐゴシック" charset="-128"/>
              <a:cs typeface="+mn-cs"/>
            </a:endParaRPr>
          </a:p>
        </p:txBody>
      </p:sp>
      <p:sp>
        <p:nvSpPr>
          <p:cNvPr id="195" name="テキスト ボックス 194"/>
          <p:cNvSpPr txBox="1"/>
          <p:nvPr/>
        </p:nvSpPr>
        <p:spPr>
          <a:xfrm>
            <a:off x="3885865" y="4220073"/>
            <a:ext cx="917239" cy="246221"/>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ja-JP" altLang="en-US" sz="10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⑥</a:t>
            </a:r>
            <a:r>
              <a:rPr kumimoji="1" lang="en-US" altLang="ja-JP" sz="10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PF sensor</a:t>
            </a:r>
          </a:p>
        </p:txBody>
      </p:sp>
      <p:sp>
        <p:nvSpPr>
          <p:cNvPr id="196" name="Rectangle 25"/>
          <p:cNvSpPr>
            <a:spLocks noChangeArrowheads="1"/>
          </p:cNvSpPr>
          <p:nvPr/>
        </p:nvSpPr>
        <p:spPr bwMode="auto">
          <a:xfrm>
            <a:off x="5386766" y="765718"/>
            <a:ext cx="623889" cy="246221"/>
          </a:xfrm>
          <a:prstGeom prst="rect">
            <a:avLst/>
          </a:prstGeom>
          <a:noFill/>
          <a:ln w="28575">
            <a:noFill/>
          </a:ln>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10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⑫</a:t>
            </a:r>
            <a:r>
              <a:rPr kumimoji="1" lang="en-US" altLang="ja-JP" sz="10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DBW</a:t>
            </a:r>
            <a:endParaRPr kumimoji="1" lang="ja-JP" altLang="en-US" sz="10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endParaRPr>
          </a:p>
        </p:txBody>
      </p:sp>
      <p:pic>
        <p:nvPicPr>
          <p:cNvPr id="197" name="Picture 2"/>
          <p:cNvPicPr>
            <a:picLocks noChangeAspect="1" noChangeArrowheads="1"/>
          </p:cNvPicPr>
          <p:nvPr/>
        </p:nvPicPr>
        <p:blipFill rotWithShape="1">
          <a:blip r:embed="rId14">
            <a:clrChange>
              <a:clrFrom>
                <a:srgbClr val="FFFFFF"/>
              </a:clrFrom>
              <a:clrTo>
                <a:srgbClr val="FFFFFF">
                  <a:alpha val="0"/>
                </a:srgbClr>
              </a:clrTo>
            </a:clrChange>
          </a:blip>
          <a:srcRect l="-1" r="1881" b="449"/>
          <a:stretch/>
        </p:blipFill>
        <p:spPr bwMode="auto">
          <a:xfrm>
            <a:off x="3258436" y="2513827"/>
            <a:ext cx="576000" cy="649171"/>
          </a:xfrm>
          <a:prstGeom prst="rect">
            <a:avLst/>
          </a:prstGeom>
          <a:noFill/>
          <a:ln w="9525">
            <a:noFill/>
            <a:miter lim="800000"/>
            <a:headEnd/>
            <a:tailEnd/>
          </a:ln>
        </p:spPr>
      </p:pic>
      <p:pic>
        <p:nvPicPr>
          <p:cNvPr id="198" name="Picture 3"/>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3182734" y="3362543"/>
            <a:ext cx="540000" cy="8815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99" name="Line 12"/>
          <p:cNvSpPr>
            <a:spLocks noChangeShapeType="1"/>
          </p:cNvSpPr>
          <p:nvPr/>
        </p:nvSpPr>
        <p:spPr bwMode="auto">
          <a:xfrm flipH="1" flipV="1">
            <a:off x="2281058" y="2268154"/>
            <a:ext cx="934791" cy="509338"/>
          </a:xfrm>
          <a:prstGeom prst="line">
            <a:avLst/>
          </a:prstGeom>
          <a:noFill/>
          <a:ln w="127000">
            <a:solidFill>
              <a:srgbClr val="CC0000">
                <a:alpha val="50195"/>
              </a:srgbClr>
            </a:solidFill>
            <a:round/>
            <a:headEnd/>
            <a:tailEnd type="triangle" w="sm" len="sm"/>
          </a:ln>
          <a:extLst>
            <a:ext uri="{909E8E84-426E-40DD-AFC4-6F175D3DCCD1}">
              <a14:hiddenFill xmlns:a14="http://schemas.microsoft.com/office/drawing/2010/main">
                <a:noFill/>
              </a14:hiddenFill>
            </a:ext>
          </a:extLst>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srgbClr val="000000"/>
              </a:solidFill>
              <a:effectLst/>
              <a:uLnTx/>
              <a:uFillTx/>
              <a:latin typeface="Times New Roman" pitchFamily="18" charset="0"/>
              <a:ea typeface="ＭＳ Ｐゴシック" charset="-128"/>
              <a:cs typeface="+mn-cs"/>
            </a:endParaRPr>
          </a:p>
        </p:txBody>
      </p:sp>
      <p:sp>
        <p:nvSpPr>
          <p:cNvPr id="200" name="Line 12"/>
          <p:cNvSpPr>
            <a:spLocks noChangeShapeType="1"/>
          </p:cNvSpPr>
          <p:nvPr/>
        </p:nvSpPr>
        <p:spPr bwMode="auto">
          <a:xfrm flipH="1" flipV="1">
            <a:off x="2261600" y="2838411"/>
            <a:ext cx="855482" cy="914797"/>
          </a:xfrm>
          <a:prstGeom prst="line">
            <a:avLst/>
          </a:prstGeom>
          <a:noFill/>
          <a:ln w="127000">
            <a:solidFill>
              <a:srgbClr val="CC0000">
                <a:alpha val="50195"/>
              </a:srgbClr>
            </a:solidFill>
            <a:round/>
            <a:headEnd/>
            <a:tailEnd type="triangle" w="sm" len="sm"/>
          </a:ln>
          <a:extLst>
            <a:ext uri="{909E8E84-426E-40DD-AFC4-6F175D3DCCD1}">
              <a14:hiddenFill xmlns:a14="http://schemas.microsoft.com/office/drawing/2010/main">
                <a:noFill/>
              </a14:hiddenFill>
            </a:ext>
          </a:extLst>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srgbClr val="000000"/>
              </a:solidFill>
              <a:effectLst/>
              <a:uLnTx/>
              <a:uFillTx/>
              <a:latin typeface="Times New Roman" pitchFamily="18" charset="0"/>
              <a:ea typeface="ＭＳ Ｐゴシック" charset="-128"/>
              <a:cs typeface="+mn-cs"/>
            </a:endParaRPr>
          </a:p>
        </p:txBody>
      </p:sp>
      <p:sp>
        <p:nvSpPr>
          <p:cNvPr id="201" name="Line 12"/>
          <p:cNvSpPr>
            <a:spLocks noChangeShapeType="1"/>
          </p:cNvSpPr>
          <p:nvPr/>
        </p:nvSpPr>
        <p:spPr bwMode="auto">
          <a:xfrm flipH="1" flipV="1">
            <a:off x="2563943" y="2742773"/>
            <a:ext cx="1447198" cy="801263"/>
          </a:xfrm>
          <a:prstGeom prst="line">
            <a:avLst/>
          </a:prstGeom>
          <a:noFill/>
          <a:ln w="127000">
            <a:solidFill>
              <a:srgbClr val="CC0000">
                <a:alpha val="50195"/>
              </a:srgbClr>
            </a:solidFill>
            <a:round/>
            <a:headEnd/>
            <a:tailEnd type="triangle" w="sm" len="sm"/>
          </a:ln>
          <a:extLst>
            <a:ext uri="{909E8E84-426E-40DD-AFC4-6F175D3DCCD1}">
              <a14:hiddenFill xmlns:a14="http://schemas.microsoft.com/office/drawing/2010/main">
                <a:noFill/>
              </a14:hiddenFill>
            </a:ext>
          </a:extLst>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srgbClr val="000000"/>
              </a:solidFill>
              <a:effectLst/>
              <a:uLnTx/>
              <a:uFillTx/>
              <a:latin typeface="Times New Roman" pitchFamily="18" charset="0"/>
              <a:ea typeface="ＭＳ Ｐゴシック" charset="-128"/>
              <a:cs typeface="+mn-cs"/>
            </a:endParaRPr>
          </a:p>
        </p:txBody>
      </p:sp>
      <p:sp>
        <p:nvSpPr>
          <p:cNvPr id="202" name="Line 12"/>
          <p:cNvSpPr>
            <a:spLocks noChangeShapeType="1"/>
          </p:cNvSpPr>
          <p:nvPr/>
        </p:nvSpPr>
        <p:spPr bwMode="auto">
          <a:xfrm>
            <a:off x="1829448" y="1488684"/>
            <a:ext cx="277915" cy="523339"/>
          </a:xfrm>
          <a:prstGeom prst="line">
            <a:avLst/>
          </a:prstGeom>
          <a:noFill/>
          <a:ln w="127000">
            <a:solidFill>
              <a:srgbClr val="CC0000">
                <a:alpha val="50195"/>
              </a:srgbClr>
            </a:solidFill>
            <a:round/>
            <a:headEnd/>
            <a:tailEnd type="triangle" w="sm" len="sm"/>
          </a:ln>
          <a:extLst>
            <a:ext uri="{909E8E84-426E-40DD-AFC4-6F175D3DCCD1}">
              <a14:hiddenFill xmlns:a14="http://schemas.microsoft.com/office/drawing/2010/main">
                <a:noFill/>
              </a14:hiddenFill>
            </a:ext>
          </a:extLst>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srgbClr val="000000"/>
              </a:solidFill>
              <a:effectLst/>
              <a:uLnTx/>
              <a:uFillTx/>
              <a:latin typeface="Times New Roman" pitchFamily="18" charset="0"/>
              <a:ea typeface="ＭＳ Ｐゴシック" charset="-128"/>
              <a:cs typeface="+mn-cs"/>
            </a:endParaRPr>
          </a:p>
        </p:txBody>
      </p:sp>
      <p:pic>
        <p:nvPicPr>
          <p:cNvPr id="203" name="Picture 13"/>
          <p:cNvPicPr>
            <a:picLocks noChangeAspect="1" noChangeArrowheads="1"/>
          </p:cNvPicPr>
          <p:nvPr/>
        </p:nvPicPr>
        <p:blipFill>
          <a:blip r:embed="rId16" cstate="email">
            <a:extLst>
              <a:ext uri="{28A0092B-C50C-407E-A947-70E740481C1C}">
                <a14:useLocalDpi xmlns:a14="http://schemas.microsoft.com/office/drawing/2010/main"/>
              </a:ext>
            </a:extLst>
          </a:blip>
          <a:srcRect/>
          <a:stretch>
            <a:fillRect/>
          </a:stretch>
        </p:blipFill>
        <p:spPr bwMode="auto">
          <a:xfrm>
            <a:off x="533449" y="5824288"/>
            <a:ext cx="952825" cy="708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4" name="図 203"/>
          <p:cNvPicPr>
            <a:picLocks noChangeAspect="1"/>
          </p:cNvPicPr>
          <p:nvPr/>
        </p:nvPicPr>
        <p:blipFill>
          <a:blip r:embed="rId17">
            <a:clrChange>
              <a:clrFrom>
                <a:srgbClr val="FEFEFE"/>
              </a:clrFrom>
              <a:clrTo>
                <a:srgbClr val="FEFEFE">
                  <a:alpha val="0"/>
                </a:srgbClr>
              </a:clrTo>
            </a:clrChange>
          </a:blip>
          <a:stretch>
            <a:fillRect/>
          </a:stretch>
        </p:blipFill>
        <p:spPr>
          <a:xfrm>
            <a:off x="4042344" y="3452342"/>
            <a:ext cx="631163" cy="542646"/>
          </a:xfrm>
          <a:prstGeom prst="rect">
            <a:avLst/>
          </a:prstGeom>
        </p:spPr>
      </p:pic>
      <p:sp>
        <p:nvSpPr>
          <p:cNvPr id="46" name="テキスト ボックス 45">
            <a:extLst>
              <a:ext uri="{FF2B5EF4-FFF2-40B4-BE49-F238E27FC236}">
                <a16:creationId xmlns:a16="http://schemas.microsoft.com/office/drawing/2014/main" id="{16381ACF-F3BE-4611-8A74-09C704912F04}"/>
              </a:ext>
            </a:extLst>
          </p:cNvPr>
          <p:cNvSpPr txBox="1"/>
          <p:nvPr/>
        </p:nvSpPr>
        <p:spPr>
          <a:xfrm>
            <a:off x="0" y="498688"/>
            <a:ext cx="3675686" cy="338554"/>
          </a:xfrm>
          <a:prstGeom prst="rect">
            <a:avLst/>
          </a:prstGeom>
          <a:noFill/>
        </p:spPr>
        <p:txBody>
          <a:bodyPr wrap="none">
            <a:spAutoFit/>
          </a:bodyPr>
          <a:lstStyle/>
          <a:p>
            <a:pPr algn="l"/>
            <a:r>
              <a:rPr kumimoji="1" lang="en-US" altLang="ja-JP" sz="1600" b="1" i="0" u="sng"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EMS components</a:t>
            </a:r>
            <a:r>
              <a:rPr kumimoji="1" lang="ja-JP" altLang="en-US" sz="1600" b="1" i="0" u="sng"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 </a:t>
            </a:r>
            <a:r>
              <a:rPr kumimoji="1" lang="en-US" altLang="ja-JP" sz="1600" b="1" i="0" u="sng"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of</a:t>
            </a:r>
            <a:r>
              <a:rPr kumimoji="1" lang="ja-JP" altLang="en-US" sz="1600" b="1" i="0" u="sng"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 </a:t>
            </a:r>
            <a:r>
              <a:rPr kumimoji="1" lang="en-US" altLang="ja-JP" sz="1600" b="1" i="0" u="sng"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Bosch parts</a:t>
            </a:r>
            <a:endParaRPr lang="ja-JP" altLang="en-US" sz="1600" b="1" u="sng" dirty="0">
              <a:latin typeface="Meiryo UI" panose="020B0604030504040204" pitchFamily="50" charset="-128"/>
              <a:ea typeface="Meiryo UI" panose="020B0604030504040204" pitchFamily="50" charset="-128"/>
            </a:endParaRPr>
          </a:p>
        </p:txBody>
      </p:sp>
      <p:sp>
        <p:nvSpPr>
          <p:cNvPr id="4" name="角丸四角形 46">
            <a:extLst>
              <a:ext uri="{FF2B5EF4-FFF2-40B4-BE49-F238E27FC236}">
                <a16:creationId xmlns:a16="http://schemas.microsoft.com/office/drawing/2014/main" id="{CF5950C5-84FD-42B0-2AFB-1CE49AA0A8C0}"/>
              </a:ext>
            </a:extLst>
          </p:cNvPr>
          <p:cNvSpPr/>
          <p:nvPr/>
        </p:nvSpPr>
        <p:spPr bwMode="auto">
          <a:xfrm>
            <a:off x="430779" y="5781116"/>
            <a:ext cx="1164057" cy="1035135"/>
          </a:xfrm>
          <a:prstGeom prst="roundRect">
            <a:avLst>
              <a:gd name="adj" fmla="val 4637"/>
            </a:avLst>
          </a:prstGeom>
          <a:noFill/>
          <a:ln w="28575" cap="flat" cmpd="sng" algn="ctr">
            <a:solidFill>
              <a:srgbClr val="0000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Times New Roman" pitchFamily="18" charset="0"/>
              <a:ea typeface="ＭＳ Ｐゴシック" pitchFamily="50" charset="-128"/>
            </a:endParaRPr>
          </a:p>
        </p:txBody>
      </p:sp>
      <p:sp>
        <p:nvSpPr>
          <p:cNvPr id="5" name="角丸四角形 46">
            <a:extLst>
              <a:ext uri="{FF2B5EF4-FFF2-40B4-BE49-F238E27FC236}">
                <a16:creationId xmlns:a16="http://schemas.microsoft.com/office/drawing/2014/main" id="{E80CA033-E285-9C9B-3D38-DBE43AABA176}"/>
              </a:ext>
            </a:extLst>
          </p:cNvPr>
          <p:cNvSpPr/>
          <p:nvPr/>
        </p:nvSpPr>
        <p:spPr bwMode="auto">
          <a:xfrm>
            <a:off x="62749" y="802813"/>
            <a:ext cx="1164057" cy="685871"/>
          </a:xfrm>
          <a:prstGeom prst="roundRect">
            <a:avLst>
              <a:gd name="adj" fmla="val 4637"/>
            </a:avLst>
          </a:prstGeom>
          <a:noFill/>
          <a:ln w="28575" cap="flat" cmpd="sng" algn="ctr">
            <a:solidFill>
              <a:srgbClr val="0000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Times New Roman" pitchFamily="18" charset="0"/>
              <a:ea typeface="ＭＳ Ｐゴシック" pitchFamily="50" charset="-128"/>
            </a:endParaRPr>
          </a:p>
        </p:txBody>
      </p:sp>
      <p:sp>
        <p:nvSpPr>
          <p:cNvPr id="6" name="角丸四角形 46">
            <a:extLst>
              <a:ext uri="{FF2B5EF4-FFF2-40B4-BE49-F238E27FC236}">
                <a16:creationId xmlns:a16="http://schemas.microsoft.com/office/drawing/2014/main" id="{BDE1FD80-7D7D-0766-3166-B4522D1D0551}"/>
              </a:ext>
            </a:extLst>
          </p:cNvPr>
          <p:cNvSpPr/>
          <p:nvPr/>
        </p:nvSpPr>
        <p:spPr bwMode="auto">
          <a:xfrm>
            <a:off x="2715585" y="6160010"/>
            <a:ext cx="1164057" cy="668597"/>
          </a:xfrm>
          <a:prstGeom prst="roundRect">
            <a:avLst>
              <a:gd name="adj" fmla="val 4637"/>
            </a:avLst>
          </a:prstGeom>
          <a:noFill/>
          <a:ln w="28575" cap="flat" cmpd="sng" algn="ctr">
            <a:solidFill>
              <a:srgbClr val="0000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Times New Roman" pitchFamily="18" charset="0"/>
              <a:ea typeface="ＭＳ Ｐゴシック" pitchFamily="50" charset="-128"/>
            </a:endParaRPr>
          </a:p>
        </p:txBody>
      </p:sp>
      <p:sp>
        <p:nvSpPr>
          <p:cNvPr id="177" name="Line 16"/>
          <p:cNvSpPr>
            <a:spLocks noChangeShapeType="1"/>
          </p:cNvSpPr>
          <p:nvPr/>
        </p:nvSpPr>
        <p:spPr bwMode="auto">
          <a:xfrm flipV="1">
            <a:off x="3215850" y="5805760"/>
            <a:ext cx="352737" cy="320489"/>
          </a:xfrm>
          <a:prstGeom prst="line">
            <a:avLst/>
          </a:prstGeom>
          <a:noFill/>
          <a:ln w="127000">
            <a:solidFill>
              <a:srgbClr val="CC0000">
                <a:alpha val="50195"/>
              </a:srgbClr>
            </a:solidFill>
            <a:round/>
            <a:headEnd/>
            <a:tailEnd type="triangle" w="sm" len="sm"/>
          </a:ln>
          <a:extLst>
            <a:ext uri="{909E8E84-426E-40DD-AFC4-6F175D3DCCD1}">
              <a14:hiddenFill xmlns:a14="http://schemas.microsoft.com/office/drawing/2010/main">
                <a:noFill/>
              </a14:hiddenFill>
            </a:ext>
          </a:extLst>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srgbClr val="000000"/>
              </a:solidFill>
              <a:effectLst/>
              <a:uLnTx/>
              <a:uFillTx/>
              <a:latin typeface="Times New Roman" pitchFamily="18" charset="0"/>
              <a:ea typeface="ＭＳ Ｐゴシック" charset="-128"/>
              <a:cs typeface="+mn-cs"/>
            </a:endParaRPr>
          </a:p>
        </p:txBody>
      </p:sp>
      <p:graphicFrame>
        <p:nvGraphicFramePr>
          <p:cNvPr id="8" name="Group 42">
            <a:extLst>
              <a:ext uri="{FF2B5EF4-FFF2-40B4-BE49-F238E27FC236}">
                <a16:creationId xmlns:a16="http://schemas.microsoft.com/office/drawing/2014/main" id="{8A91ABEA-46A3-4029-A3D6-86381FD6FCDF}"/>
              </a:ext>
            </a:extLst>
          </p:cNvPr>
          <p:cNvGraphicFramePr>
            <a:graphicFrameLocks noGrp="1"/>
          </p:cNvGraphicFramePr>
          <p:nvPr>
            <p:extLst>
              <p:ext uri="{D42A27DB-BD31-4B8C-83A1-F6EECF244321}">
                <p14:modId xmlns:p14="http://schemas.microsoft.com/office/powerpoint/2010/main" val="2201361139"/>
              </p:ext>
            </p:extLst>
          </p:nvPr>
        </p:nvGraphicFramePr>
        <p:xfrm>
          <a:off x="5080872" y="3165873"/>
          <a:ext cx="4040837" cy="3680236"/>
        </p:xfrm>
        <a:graphic>
          <a:graphicData uri="http://schemas.openxmlformats.org/drawingml/2006/table">
            <a:tbl>
              <a:tblPr/>
              <a:tblGrid>
                <a:gridCol w="452771">
                  <a:extLst>
                    <a:ext uri="{9D8B030D-6E8A-4147-A177-3AD203B41FA5}">
                      <a16:colId xmlns:a16="http://schemas.microsoft.com/office/drawing/2014/main" val="3848829900"/>
                    </a:ext>
                  </a:extLst>
                </a:gridCol>
                <a:gridCol w="1072974">
                  <a:extLst>
                    <a:ext uri="{9D8B030D-6E8A-4147-A177-3AD203B41FA5}">
                      <a16:colId xmlns:a16="http://schemas.microsoft.com/office/drawing/2014/main" val="20000"/>
                    </a:ext>
                  </a:extLst>
                </a:gridCol>
                <a:gridCol w="961534">
                  <a:extLst>
                    <a:ext uri="{9D8B030D-6E8A-4147-A177-3AD203B41FA5}">
                      <a16:colId xmlns:a16="http://schemas.microsoft.com/office/drawing/2014/main" val="20001"/>
                    </a:ext>
                  </a:extLst>
                </a:gridCol>
                <a:gridCol w="1553558">
                  <a:extLst>
                    <a:ext uri="{9D8B030D-6E8A-4147-A177-3AD203B41FA5}">
                      <a16:colId xmlns:a16="http://schemas.microsoft.com/office/drawing/2014/main" val="623660457"/>
                    </a:ext>
                  </a:extLst>
                </a:gridCol>
              </a:tblGrid>
              <a:tr h="0">
                <a:tc>
                  <a:txBody>
                    <a:bodyPr/>
                    <a:lstStyle>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05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No.</a:t>
                      </a:r>
                    </a:p>
                  </a:txBody>
                  <a:tcPr marL="91448" marR="91448" marT="45712" marB="45712" anchor="ct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05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Component</a:t>
                      </a:r>
                    </a:p>
                  </a:txBody>
                  <a:tcPr marL="91448" marR="91448" marT="45712" marB="4571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05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Supplier</a:t>
                      </a:r>
                    </a:p>
                  </a:txBody>
                  <a:tcPr marL="91448" marR="91448" marT="45712" marB="4571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05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Remarks</a:t>
                      </a:r>
                    </a:p>
                  </a:txBody>
                  <a:tcPr marL="91448" marR="91448" marT="45712" marB="45712" anchor="ct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2799535451"/>
                  </a:ext>
                </a:extLst>
              </a:tr>
              <a:tr h="185479">
                <a:tc>
                  <a:txBody>
                    <a:bodyPr/>
                    <a:lstStyle>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05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1</a:t>
                      </a:r>
                    </a:p>
                  </a:txBody>
                  <a:tcPr marL="91448" marR="91448" marT="45712" marB="45712" anchor="ct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05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ECU</a:t>
                      </a:r>
                    </a:p>
                  </a:txBody>
                  <a:tcPr marL="91448" marR="91448" marT="45712" marB="4571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05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Bosch</a:t>
                      </a:r>
                    </a:p>
                  </a:txBody>
                  <a:tcPr marL="91448" marR="91448" marT="45712" marB="4571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FF"/>
                    </a:solidFill>
                  </a:tcPr>
                </a:tc>
                <a:tc>
                  <a:txBody>
                    <a:bodyPr/>
                    <a:lstStyle>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lang="en-US" altLang="ja-JP" sz="1050" b="0" kern="100" dirty="0">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MG1 CS022</a:t>
                      </a:r>
                      <a:endParaRPr lang="ja-JP" altLang="ja-JP" sz="1050" b="0" kern="100" dirty="0">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91448" marR="91448" marT="45712" marB="45712" anchor="ct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0"/>
                  </a:ext>
                </a:extLst>
              </a:tr>
              <a:tr h="0">
                <a:tc>
                  <a:txBody>
                    <a:bodyPr/>
                    <a:lstStyle>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05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2</a:t>
                      </a:r>
                    </a:p>
                  </a:txBody>
                  <a:tcPr marL="91448" marR="91448" marT="45712" marB="45712" anchor="ct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05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LAF</a:t>
                      </a:r>
                    </a:p>
                  </a:txBody>
                  <a:tcPr marL="91448" marR="91448" marT="45712" marB="4571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1" lang="en-US" altLang="ja-JP" sz="105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Bosch </a:t>
                      </a:r>
                    </a:p>
                  </a:txBody>
                  <a:tcPr marL="91448" marR="91448" marT="45712" marB="4571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FF"/>
                    </a:solidFill>
                  </a:tcPr>
                </a:tc>
                <a:tc>
                  <a:txBody>
                    <a:bodyPr/>
                    <a:lstStyle>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1" lang="en-US" altLang="ja-JP" sz="105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LSU5.2</a:t>
                      </a:r>
                    </a:p>
                  </a:txBody>
                  <a:tcPr marL="91448" marR="91448" marT="45712" marB="45712" anchor="ct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1"/>
                  </a:ext>
                </a:extLst>
              </a:tr>
              <a:tr h="0">
                <a:tc>
                  <a:txBody>
                    <a:bodyPr/>
                    <a:lstStyle>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05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3</a:t>
                      </a:r>
                    </a:p>
                  </a:txBody>
                  <a:tcPr marL="91448" marR="91448" marT="45712" marB="45712" anchor="ct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05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O2</a:t>
                      </a:r>
                    </a:p>
                  </a:txBody>
                  <a:tcPr marL="91448" marR="91448" marT="45712" marB="4571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05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Bosch</a:t>
                      </a:r>
                    </a:p>
                  </a:txBody>
                  <a:tcPr marL="91448" marR="91448" marT="45712" marB="4571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FF"/>
                    </a:solidFill>
                  </a:tcPr>
                </a:tc>
                <a:tc>
                  <a:txBody>
                    <a:bodyPr/>
                    <a:lstStyle>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05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LSF6</a:t>
                      </a:r>
                    </a:p>
                  </a:txBody>
                  <a:tcPr marL="91448" marR="91448" marT="45712" marB="45712" anchor="ct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2"/>
                  </a:ext>
                </a:extLst>
              </a:tr>
              <a:tr h="0">
                <a:tc>
                  <a:txBody>
                    <a:bodyPr/>
                    <a:lstStyle>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05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4</a:t>
                      </a:r>
                    </a:p>
                  </a:txBody>
                  <a:tcPr marL="91448" marR="91448" marT="45712" marB="45712" anchor="ct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05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INJ</a:t>
                      </a:r>
                    </a:p>
                  </a:txBody>
                  <a:tcPr marL="91448" marR="91448" marT="45712" marB="4571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05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Bosch</a:t>
                      </a:r>
                    </a:p>
                  </a:txBody>
                  <a:tcPr marL="91448" marR="91448" marT="45712" marB="4571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FF"/>
                    </a:solidFill>
                  </a:tcPr>
                </a:tc>
                <a:tc>
                  <a:txBody>
                    <a:bodyPr/>
                    <a:lstStyle>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05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HDEV5 EVO</a:t>
                      </a:r>
                    </a:p>
                  </a:txBody>
                  <a:tcPr marL="91448" marR="91448" marT="45712" marB="45712" anchor="ct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3"/>
                  </a:ext>
                </a:extLst>
              </a:tr>
              <a:tr h="126920">
                <a:tc>
                  <a:txBody>
                    <a:bodyPr/>
                    <a:lstStyle>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05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5</a:t>
                      </a:r>
                    </a:p>
                  </a:txBody>
                  <a:tcPr marL="91448" marR="91448" marT="45712" marB="45712" anchor="ct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05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H-PUMP</a:t>
                      </a:r>
                    </a:p>
                  </a:txBody>
                  <a:tcPr marL="91448" marR="91448" marT="45712" marB="4571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05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Bosch</a:t>
                      </a:r>
                    </a:p>
                  </a:txBody>
                  <a:tcPr marL="91448" marR="91448" marT="45712" marB="4571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FF"/>
                    </a:solidFill>
                  </a:tcPr>
                </a:tc>
                <a:tc>
                  <a:txBody>
                    <a:bodyPr/>
                    <a:lstStyle>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05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HDP5 EVO</a:t>
                      </a:r>
                    </a:p>
                  </a:txBody>
                  <a:tcPr marL="91448" marR="91448" marT="45712" marB="45712" anchor="ct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70191781"/>
                  </a:ext>
                </a:extLst>
              </a:tr>
              <a:tr h="126920">
                <a:tc>
                  <a:txBody>
                    <a:bodyPr/>
                    <a:lstStyle>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05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6</a:t>
                      </a:r>
                    </a:p>
                  </a:txBody>
                  <a:tcPr marL="91448" marR="91448" marT="45712" marB="45712" anchor="ct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05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PF</a:t>
                      </a:r>
                    </a:p>
                  </a:txBody>
                  <a:tcPr marL="91448" marR="91448" marT="45712" marB="4571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05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Denso</a:t>
                      </a:r>
                    </a:p>
                  </a:txBody>
                  <a:tcPr marL="91448" marR="91448" marT="45712" marB="4571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2D050"/>
                    </a:solidFill>
                  </a:tcPr>
                </a:tc>
                <a:tc>
                  <a:txBody>
                    <a:bodyPr/>
                    <a:lstStyle>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en-US" altLang="ja-JP" sz="105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endParaRPr>
                    </a:p>
                  </a:txBody>
                  <a:tcPr marL="91448" marR="91448" marT="45712" marB="45712" anchor="ct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4159066497"/>
                  </a:ext>
                </a:extLst>
              </a:tr>
              <a:tr h="126920">
                <a:tc>
                  <a:txBody>
                    <a:bodyPr/>
                    <a:lstStyle>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05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7</a:t>
                      </a:r>
                    </a:p>
                  </a:txBody>
                  <a:tcPr marL="91448" marR="91448" marT="45712" marB="45712" anchor="ct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05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MAP</a:t>
                      </a:r>
                    </a:p>
                  </a:txBody>
                  <a:tcPr marL="91448" marR="91448" marT="45712" marB="4571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05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Denso</a:t>
                      </a:r>
                    </a:p>
                  </a:txBody>
                  <a:tcPr marL="91448" marR="91448" marT="45712" marB="4571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2D050"/>
                    </a:solidFill>
                  </a:tcPr>
                </a:tc>
                <a:tc>
                  <a:txBody>
                    <a:bodyPr/>
                    <a:lstStyle>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en-US" altLang="ja-JP" sz="105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endParaRPr>
                    </a:p>
                  </a:txBody>
                  <a:tcPr marL="91448" marR="91448" marT="45712" marB="45712" anchor="ct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4"/>
                  </a:ext>
                </a:extLst>
              </a:tr>
              <a:tr h="140648">
                <a:tc>
                  <a:txBody>
                    <a:bodyPr/>
                    <a:lstStyle>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05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8</a:t>
                      </a:r>
                    </a:p>
                  </a:txBody>
                  <a:tcPr marL="91448" marR="91448" marT="45712" marB="45712" anchor="ct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05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TA</a:t>
                      </a:r>
                    </a:p>
                  </a:txBody>
                  <a:tcPr marL="91448" marR="91448" marT="45712" marB="4571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05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Panasonic</a:t>
                      </a:r>
                    </a:p>
                  </a:txBody>
                  <a:tcPr marL="91448" marR="91448" marT="45712" marB="4571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2D050"/>
                    </a:solidFill>
                  </a:tcPr>
                </a:tc>
                <a:tc>
                  <a:txBody>
                    <a:bodyPr/>
                    <a:lstStyle>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en-US" altLang="ja-JP" sz="105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endParaRPr>
                    </a:p>
                  </a:txBody>
                  <a:tcPr marL="91448" marR="91448" marT="45712" marB="45712" anchor="ct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3355887067"/>
                  </a:ext>
                </a:extLst>
              </a:tr>
              <a:tr h="140648">
                <a:tc>
                  <a:txBody>
                    <a:bodyPr/>
                    <a:lstStyle>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05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9</a:t>
                      </a:r>
                    </a:p>
                  </a:txBody>
                  <a:tcPr marL="91448" marR="91448" marT="45712" marB="45712" anchor="ct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05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KNOCK</a:t>
                      </a:r>
                    </a:p>
                  </a:txBody>
                  <a:tcPr marL="91448" marR="91448" marT="45712" marB="4571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05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NTK</a:t>
                      </a:r>
                    </a:p>
                  </a:txBody>
                  <a:tcPr marL="91448" marR="91448" marT="45712" marB="4571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2D050"/>
                    </a:solidFill>
                  </a:tcPr>
                </a:tc>
                <a:tc>
                  <a:txBody>
                    <a:bodyPr/>
                    <a:lstStyle>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1" lang="en-US" altLang="ja-JP" sz="105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endParaRPr>
                    </a:p>
                  </a:txBody>
                  <a:tcPr marL="91448" marR="91448" marT="45712" marB="45712" anchor="ct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3547308149"/>
                  </a:ext>
                </a:extLst>
              </a:tr>
              <a:tr h="140648">
                <a:tc>
                  <a:txBody>
                    <a:bodyPr/>
                    <a:lstStyle>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05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10</a:t>
                      </a:r>
                    </a:p>
                  </a:txBody>
                  <a:tcPr marL="91448" marR="91448" marT="45712" marB="45712" anchor="ct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05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CAM</a:t>
                      </a:r>
                    </a:p>
                  </a:txBody>
                  <a:tcPr marL="91448" marR="91448" marT="45712" marB="4571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05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Denso</a:t>
                      </a:r>
                    </a:p>
                  </a:txBody>
                  <a:tcPr marL="91448" marR="91448" marT="45712" marB="4571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2D050"/>
                    </a:solidFill>
                  </a:tcPr>
                </a:tc>
                <a:tc rowSpan="2">
                  <a:txBody>
                    <a:bodyPr/>
                    <a:lstStyle>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1" lang="ja-JP" altLang="en-US" sz="105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a:t>
                      </a:r>
                      <a:r>
                        <a:rPr kumimoji="1" lang="en-US" altLang="ja-JP" sz="105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5V output specification</a:t>
                      </a:r>
                      <a:endParaRPr kumimoji="1" lang="ja-JP" altLang="en-US" sz="105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endParaRPr>
                    </a:p>
                  </a:txBody>
                  <a:tcPr marL="91448" marR="91448" marT="45712" marB="45712" anchor="ct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5"/>
                  </a:ext>
                </a:extLst>
              </a:tr>
              <a:tr h="0">
                <a:tc>
                  <a:txBody>
                    <a:bodyPr/>
                    <a:lstStyle>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05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11</a:t>
                      </a:r>
                    </a:p>
                  </a:txBody>
                  <a:tcPr marL="91448" marR="91448" marT="45712" marB="45712" anchor="ct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05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CRK</a:t>
                      </a:r>
                    </a:p>
                  </a:txBody>
                  <a:tcPr marL="91448" marR="91448" marT="45712" marB="4571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05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Mitsubishi</a:t>
                      </a:r>
                      <a:endParaRPr kumimoji="1" lang="ja-JP" altLang="en-US" sz="105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endParaRPr>
                    </a:p>
                  </a:txBody>
                  <a:tcPr marL="91448" marR="91448" marT="45712" marB="4571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2D050"/>
                    </a:solidFill>
                  </a:tcPr>
                </a:tc>
                <a:tc vMerge="1">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ja-JP" altLang="en-US" sz="7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endParaRPr>
                    </a:p>
                  </a:txBody>
                  <a:tcPr marL="91448" marR="91448" marT="45712" marB="4571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566623038"/>
                  </a:ext>
                </a:extLst>
              </a:tr>
              <a:tr h="0">
                <a:tc>
                  <a:txBody>
                    <a:bodyPr/>
                    <a:lstStyle>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05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12</a:t>
                      </a:r>
                    </a:p>
                  </a:txBody>
                  <a:tcPr marL="91448" marR="91448" marT="45712" marB="45712" anchor="ct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05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DBW</a:t>
                      </a:r>
                    </a:p>
                  </a:txBody>
                  <a:tcPr marL="91448" marR="91448" marT="45712" marB="4571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05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Keihin</a:t>
                      </a:r>
                      <a:endParaRPr kumimoji="1" lang="ja-JP" altLang="en-US" sz="105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endParaRPr>
                    </a:p>
                  </a:txBody>
                  <a:tcPr marL="91448" marR="91448" marT="45712" marB="4571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2D050"/>
                    </a:solidFill>
                  </a:tcPr>
                </a:tc>
                <a:tc>
                  <a:txBody>
                    <a:bodyPr/>
                    <a:lstStyle>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ja-JP" sz="105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Sensor is cross specification</a:t>
                      </a:r>
                      <a:endParaRPr kumimoji="1" lang="ja-JP" altLang="en-US" sz="105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endParaRPr>
                    </a:p>
                  </a:txBody>
                  <a:tcPr marL="91448" marR="91448" marT="45712" marB="45712" anchor="ct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7"/>
                  </a:ext>
                </a:extLst>
              </a:tr>
              <a:tr h="0">
                <a:tc>
                  <a:txBody>
                    <a:bodyPr/>
                    <a:lstStyle>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05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13</a:t>
                      </a:r>
                    </a:p>
                  </a:txBody>
                  <a:tcPr marL="91448" marR="91448" marT="45712" marB="45712" anchor="ct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05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AFM</a:t>
                      </a:r>
                    </a:p>
                  </a:txBody>
                  <a:tcPr marL="91448" marR="91448" marT="45712" marB="4571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1" lang="en-US" altLang="ja-JP" sz="105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Hitachi</a:t>
                      </a:r>
                    </a:p>
                  </a:txBody>
                  <a:tcPr marL="91448" marR="91448" marT="45712" marB="4571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92D050"/>
                    </a:solidFill>
                  </a:tcPr>
                </a:tc>
                <a:tc>
                  <a:txBody>
                    <a:bodyPr/>
                    <a:lstStyle>
                      <a:lvl1pPr marL="0" algn="l" defTabSz="914400" rtl="0" eaLnBrk="1" latinLnBrk="0" hangingPunct="1">
                        <a:defRPr kumimoji="1" sz="1800" kern="1200">
                          <a:solidFill>
                            <a:schemeClr val="tx1"/>
                          </a:solidFill>
                          <a:latin typeface="Times New Roman"/>
                          <a:ea typeface="ＭＳ Ｐゴシック"/>
                        </a:defRPr>
                      </a:lvl1pPr>
                      <a:lvl2pPr marL="457200" algn="l" defTabSz="914400" rtl="0" eaLnBrk="1" latinLnBrk="0" hangingPunct="1">
                        <a:defRPr kumimoji="1" sz="1800" kern="1200">
                          <a:solidFill>
                            <a:schemeClr val="tx1"/>
                          </a:solidFill>
                          <a:latin typeface="Times New Roman"/>
                          <a:ea typeface="ＭＳ Ｐゴシック"/>
                        </a:defRPr>
                      </a:lvl2pPr>
                      <a:lvl3pPr marL="914400" algn="l" defTabSz="914400" rtl="0" eaLnBrk="1" latinLnBrk="0" hangingPunct="1">
                        <a:defRPr kumimoji="1" sz="1800" kern="1200">
                          <a:solidFill>
                            <a:schemeClr val="tx1"/>
                          </a:solidFill>
                          <a:latin typeface="Times New Roman"/>
                          <a:ea typeface="ＭＳ Ｐゴシック"/>
                        </a:defRPr>
                      </a:lvl3pPr>
                      <a:lvl4pPr marL="1371600" algn="l" defTabSz="914400" rtl="0" eaLnBrk="1" latinLnBrk="0" hangingPunct="1">
                        <a:defRPr kumimoji="1" sz="1800" kern="1200">
                          <a:solidFill>
                            <a:schemeClr val="tx1"/>
                          </a:solidFill>
                          <a:latin typeface="Times New Roman"/>
                          <a:ea typeface="ＭＳ Ｐゴシック"/>
                        </a:defRPr>
                      </a:lvl4pPr>
                      <a:lvl5pPr marL="1828800" algn="l" defTabSz="914400" rtl="0" eaLnBrk="1" latinLnBrk="0" hangingPunct="1">
                        <a:defRPr kumimoji="1" sz="1800" kern="1200">
                          <a:solidFill>
                            <a:schemeClr val="tx1"/>
                          </a:solidFill>
                          <a:latin typeface="Times New Roman"/>
                          <a:ea typeface="ＭＳ Ｐゴシック"/>
                        </a:defRPr>
                      </a:lvl5pPr>
                      <a:lvl6pPr marL="2286000" algn="l" defTabSz="914400" rtl="0" eaLnBrk="1" latinLnBrk="0" hangingPunct="1">
                        <a:defRPr kumimoji="1" sz="1800" kern="1200">
                          <a:solidFill>
                            <a:schemeClr val="tx1"/>
                          </a:solidFill>
                          <a:latin typeface="Times New Roman"/>
                          <a:ea typeface="ＭＳ Ｐゴシック"/>
                        </a:defRPr>
                      </a:lvl6pPr>
                      <a:lvl7pPr marL="2743200" algn="l" defTabSz="914400" rtl="0" eaLnBrk="1" latinLnBrk="0" hangingPunct="1">
                        <a:defRPr kumimoji="1" sz="1800" kern="1200">
                          <a:solidFill>
                            <a:schemeClr val="tx1"/>
                          </a:solidFill>
                          <a:latin typeface="Times New Roman"/>
                          <a:ea typeface="ＭＳ Ｐゴシック"/>
                        </a:defRPr>
                      </a:lvl7pPr>
                      <a:lvl8pPr marL="3200400" algn="l" defTabSz="914400" rtl="0" eaLnBrk="1" latinLnBrk="0" hangingPunct="1">
                        <a:defRPr kumimoji="1" sz="1800" kern="1200">
                          <a:solidFill>
                            <a:schemeClr val="tx1"/>
                          </a:solidFill>
                          <a:latin typeface="Times New Roman"/>
                          <a:ea typeface="ＭＳ Ｐゴシック"/>
                        </a:defRPr>
                      </a:lvl8pPr>
                      <a:lvl9pPr marL="3657600" algn="l" defTabSz="914400" rtl="0" eaLnBrk="1" latinLnBrk="0" hangingPunct="1">
                        <a:defRPr kumimoji="1" sz="1800" kern="1200">
                          <a:solidFill>
                            <a:schemeClr val="tx1"/>
                          </a:solidFill>
                          <a:latin typeface="Times New Roman"/>
                          <a:ea typeface="ＭＳ Ｐゴシック"/>
                        </a:defRPr>
                      </a:lvl9pP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1" lang="en-US" altLang="ja-JP" sz="105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Same as 6WZZ</a:t>
                      </a:r>
                    </a:p>
                  </a:txBody>
                  <a:tcPr marL="91448" marR="91448" marT="45712" marB="45712" anchor="ct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3856995316"/>
                  </a:ext>
                </a:extLst>
              </a:tr>
            </a:tbl>
          </a:graphicData>
        </a:graphic>
      </p:graphicFrame>
      <p:sp>
        <p:nvSpPr>
          <p:cNvPr id="2" name="角丸四角形 46">
            <a:extLst>
              <a:ext uri="{FF2B5EF4-FFF2-40B4-BE49-F238E27FC236}">
                <a16:creationId xmlns:a16="http://schemas.microsoft.com/office/drawing/2014/main" id="{808E21F8-8958-B84E-C544-3BC61653ED5F}"/>
              </a:ext>
            </a:extLst>
          </p:cNvPr>
          <p:cNvSpPr/>
          <p:nvPr/>
        </p:nvSpPr>
        <p:spPr bwMode="auto">
          <a:xfrm>
            <a:off x="7589520" y="3432539"/>
            <a:ext cx="1499066" cy="735601"/>
          </a:xfrm>
          <a:prstGeom prst="roundRect">
            <a:avLst>
              <a:gd name="adj" fmla="val 4637"/>
            </a:avLst>
          </a:prstGeom>
          <a:noFill/>
          <a:ln w="28575" cap="flat" cmpd="sng" algn="ctr">
            <a:solidFill>
              <a:srgbClr val="0000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Times New Roman" pitchFamily="18" charset="0"/>
              <a:ea typeface="ＭＳ Ｐゴシック" pitchFamily="50" charset="-128"/>
            </a:endParaRPr>
          </a:p>
        </p:txBody>
      </p:sp>
      <p:sp>
        <p:nvSpPr>
          <p:cNvPr id="7" name="Text Box 2">
            <a:extLst>
              <a:ext uri="{FF2B5EF4-FFF2-40B4-BE49-F238E27FC236}">
                <a16:creationId xmlns:a16="http://schemas.microsoft.com/office/drawing/2014/main" id="{A49DB975-08B5-F8FA-2D6E-A0FFD3DE16B0}"/>
              </a:ext>
            </a:extLst>
          </p:cNvPr>
          <p:cNvSpPr txBox="1">
            <a:spLocks noChangeArrowheads="1"/>
          </p:cNvSpPr>
          <p:nvPr/>
        </p:nvSpPr>
        <p:spPr bwMode="auto">
          <a:xfrm>
            <a:off x="259667" y="122081"/>
            <a:ext cx="88931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lnSpc>
                <a:spcPct val="90000"/>
              </a:lnSpc>
            </a:pPr>
            <a:r>
              <a:rPr lang="en-US" altLang="ja-JP" sz="2000" dirty="0">
                <a:solidFill>
                  <a:schemeClr val="bg1"/>
                </a:solidFill>
                <a:latin typeface="Meiryo UI" panose="020B0604030504040204" pitchFamily="50" charset="-128"/>
                <a:ea typeface="Meiryo UI" panose="020B0604030504040204" pitchFamily="50" charset="-128"/>
                <a:cs typeface="Arial" pitchFamily="34" charset="0"/>
              </a:rPr>
              <a:t>12. EMS Components</a:t>
            </a:r>
            <a:r>
              <a:rPr lang="ja-JP" altLang="en-US" sz="2000" dirty="0">
                <a:solidFill>
                  <a:schemeClr val="bg1"/>
                </a:solidFill>
                <a:latin typeface="Meiryo UI" panose="020B0604030504040204" pitchFamily="50" charset="-128"/>
                <a:ea typeface="Meiryo UI" panose="020B0604030504040204" pitchFamily="50" charset="-128"/>
                <a:cs typeface="Arial" pitchFamily="34" charset="0"/>
              </a:rPr>
              <a:t> </a:t>
            </a:r>
            <a:r>
              <a:rPr lang="en-US" altLang="ja-JP" sz="2000" dirty="0">
                <a:solidFill>
                  <a:schemeClr val="bg1"/>
                </a:solidFill>
                <a:latin typeface="Meiryo UI" panose="020B0604030504040204" pitchFamily="50" charset="-128"/>
                <a:ea typeface="Meiryo UI" panose="020B0604030504040204" pitchFamily="50" charset="-128"/>
                <a:cs typeface="Arial" pitchFamily="34" charset="0"/>
              </a:rPr>
              <a:t>(Bosch</a:t>
            </a:r>
            <a:r>
              <a:rPr lang="ja-JP" altLang="en-US" sz="2000" dirty="0">
                <a:solidFill>
                  <a:schemeClr val="bg1"/>
                </a:solidFill>
                <a:latin typeface="Meiryo UI" panose="020B0604030504040204" pitchFamily="50" charset="-128"/>
                <a:ea typeface="Meiryo UI" panose="020B0604030504040204" pitchFamily="50" charset="-128"/>
                <a:cs typeface="Arial" pitchFamily="34" charset="0"/>
              </a:rPr>
              <a:t> </a:t>
            </a:r>
            <a:r>
              <a:rPr lang="en-US" altLang="ja-JP" sz="2000" dirty="0">
                <a:solidFill>
                  <a:schemeClr val="bg1"/>
                </a:solidFill>
                <a:latin typeface="Meiryo UI" panose="020B0604030504040204" pitchFamily="50" charset="-128"/>
                <a:ea typeface="Meiryo UI" panose="020B0604030504040204" pitchFamily="50" charset="-128"/>
                <a:cs typeface="Arial" pitchFamily="34" charset="0"/>
              </a:rPr>
              <a:t>components)</a:t>
            </a:r>
          </a:p>
        </p:txBody>
      </p:sp>
    </p:spTree>
    <p:extLst>
      <p:ext uri="{BB962C8B-B14F-4D97-AF65-F5344CB8AC3E}">
        <p14:creationId xmlns:p14="http://schemas.microsoft.com/office/powerpoint/2010/main" val="51156224"/>
      </p:ext>
    </p:extLst>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2"/>
          <p:cNvSpPr txBox="1">
            <a:spLocks noChangeArrowheads="1"/>
          </p:cNvSpPr>
          <p:nvPr/>
        </p:nvSpPr>
        <p:spPr bwMode="auto">
          <a:xfrm>
            <a:off x="0" y="1296356"/>
            <a:ext cx="8928992"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180975" indent="-180975" algn="l" eaLnBrk="1" fontAlgn="base" hangingPunct="1">
              <a:spcBef>
                <a:spcPct val="0"/>
              </a:spcBef>
              <a:spcAft>
                <a:spcPct val="0"/>
              </a:spcAft>
            </a:pPr>
            <a:r>
              <a:rPr lang="ja-JP" altLang="en-US" sz="1400" dirty="0">
                <a:solidFill>
                  <a:srgbClr val="000000"/>
                </a:solidFill>
                <a:latin typeface="Meiryo UI" panose="020B0604030504040204" pitchFamily="50" charset="-128"/>
                <a:ea typeface="Meiryo UI" panose="020B0604030504040204" pitchFamily="50" charset="-128"/>
              </a:rPr>
              <a:t>委託先部品詳細リストの目的：適用部品の合意</a:t>
            </a:r>
            <a:endParaRPr lang="en-US" altLang="ja-JP" sz="1400" dirty="0">
              <a:solidFill>
                <a:srgbClr val="000000"/>
              </a:solidFill>
              <a:latin typeface="Meiryo UI" panose="020B0604030504040204" pitchFamily="50" charset="-128"/>
              <a:ea typeface="Meiryo UI" panose="020B0604030504040204" pitchFamily="50" charset="-128"/>
            </a:endParaRPr>
          </a:p>
          <a:p>
            <a:pPr marL="180975" indent="-180975" algn="l" eaLnBrk="1" fontAlgn="base" hangingPunct="1">
              <a:spcBef>
                <a:spcPct val="0"/>
              </a:spcBef>
              <a:spcAft>
                <a:spcPct val="0"/>
              </a:spcAft>
            </a:pPr>
            <a:r>
              <a:rPr lang="ja-JP" altLang="en-US" sz="1400" dirty="0">
                <a:solidFill>
                  <a:srgbClr val="000000"/>
                </a:solidFill>
                <a:latin typeface="Meiryo UI" panose="020B0604030504040204" pitchFamily="50" charset="-128"/>
                <a:ea typeface="Meiryo UI" panose="020B0604030504040204" pitchFamily="50" charset="-128"/>
              </a:rPr>
              <a:t>　　開発段階で量産と異なった製造場所、製造手法は、開発段階に於いて管理・整合しなければならない</a:t>
            </a:r>
            <a:br>
              <a:rPr lang="en-US" altLang="ja-JP" sz="1400" dirty="0">
                <a:solidFill>
                  <a:srgbClr val="000000"/>
                </a:solidFill>
                <a:latin typeface="Meiryo UI" panose="020B0604030504040204" pitchFamily="50" charset="-128"/>
                <a:ea typeface="Meiryo UI" panose="020B0604030504040204" pitchFamily="50" charset="-128"/>
              </a:rPr>
            </a:br>
            <a:r>
              <a:rPr lang="ja-JP" altLang="en-US" sz="1400" dirty="0">
                <a:solidFill>
                  <a:srgbClr val="000000"/>
                </a:solidFill>
                <a:latin typeface="Meiryo UI" panose="020B0604030504040204" pitchFamily="50" charset="-128"/>
                <a:ea typeface="Meiryo UI" panose="020B0604030504040204" pitchFamily="50" charset="-128"/>
              </a:rPr>
              <a:t>　（法規制御重要保安管理の為）</a:t>
            </a:r>
          </a:p>
        </p:txBody>
      </p:sp>
      <p:sp>
        <p:nvSpPr>
          <p:cNvPr id="8" name="Text Box 2"/>
          <p:cNvSpPr txBox="1">
            <a:spLocks noChangeArrowheads="1"/>
          </p:cNvSpPr>
          <p:nvPr/>
        </p:nvSpPr>
        <p:spPr bwMode="auto">
          <a:xfrm>
            <a:off x="0" y="571340"/>
            <a:ext cx="8928992"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180975" indent="-180975" algn="l" eaLnBrk="1" fontAlgn="base" hangingPunct="1">
              <a:spcBef>
                <a:spcPct val="0"/>
              </a:spcBef>
              <a:spcAft>
                <a:spcPct val="0"/>
              </a:spcAft>
              <a:tabLst>
                <a:tab pos="85725" algn="l"/>
              </a:tabLst>
            </a:pPr>
            <a:r>
              <a:rPr lang="en-US" altLang="ja-JP" sz="1400" dirty="0">
                <a:solidFill>
                  <a:srgbClr val="000000"/>
                </a:solidFill>
                <a:latin typeface="Meiryo UI" panose="020B0604030504040204" pitchFamily="50" charset="-128"/>
                <a:ea typeface="Meiryo UI" panose="020B0604030504040204" pitchFamily="50" charset="-128"/>
                <a:cs typeface="Arial" pitchFamily="34" charset="0"/>
              </a:rPr>
              <a:t>Purpose of component detail list : to agree the component application. </a:t>
            </a:r>
          </a:p>
          <a:p>
            <a:pPr marL="180975" indent="-180975" algn="l" eaLnBrk="1" fontAlgn="base" hangingPunct="1">
              <a:spcBef>
                <a:spcPct val="0"/>
              </a:spcBef>
              <a:spcAft>
                <a:spcPct val="0"/>
              </a:spcAft>
              <a:tabLst>
                <a:tab pos="85725" algn="l"/>
              </a:tabLst>
            </a:pPr>
            <a:r>
              <a:rPr lang="ja-JP" altLang="en-US" sz="1400" dirty="0">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400" dirty="0">
                <a:solidFill>
                  <a:srgbClr val="000000"/>
                </a:solidFill>
                <a:latin typeface="Meiryo UI" panose="020B0604030504040204" pitchFamily="50" charset="-128"/>
                <a:ea typeface="Meiryo UI" panose="020B0604030504040204" pitchFamily="50" charset="-128"/>
                <a:cs typeface="Arial" pitchFamily="34" charset="0"/>
              </a:rPr>
              <a:t>	Production location or production method has to correlate to both party for control the origin spec. due to the relationship the regulation major control.  </a:t>
            </a:r>
            <a:endParaRPr lang="ja-JP" altLang="en-US" sz="1400" dirty="0">
              <a:solidFill>
                <a:srgbClr val="000000"/>
              </a:solidFill>
              <a:latin typeface="Meiryo UI" panose="020B0604030504040204" pitchFamily="50" charset="-128"/>
              <a:ea typeface="Meiryo UI" panose="020B0604030504040204" pitchFamily="50" charset="-128"/>
              <a:cs typeface="Arial" pitchFamily="34" charset="0"/>
            </a:endParaRPr>
          </a:p>
        </p:txBody>
      </p:sp>
      <p:graphicFrame>
        <p:nvGraphicFramePr>
          <p:cNvPr id="14" name="表 16">
            <a:extLst>
              <a:ext uri="{FF2B5EF4-FFF2-40B4-BE49-F238E27FC236}">
                <a16:creationId xmlns:a16="http://schemas.microsoft.com/office/drawing/2014/main" id="{DB2B73B2-A9F8-4FEF-B392-ED9C0E5BE62B}"/>
              </a:ext>
            </a:extLst>
          </p:cNvPr>
          <p:cNvGraphicFramePr>
            <a:graphicFrameLocks noGrp="1"/>
          </p:cNvGraphicFramePr>
          <p:nvPr>
            <p:extLst>
              <p:ext uri="{D42A27DB-BD31-4B8C-83A1-F6EECF244321}">
                <p14:modId xmlns:p14="http://schemas.microsoft.com/office/powerpoint/2010/main" val="1538273298"/>
              </p:ext>
            </p:extLst>
          </p:nvPr>
        </p:nvGraphicFramePr>
        <p:xfrm>
          <a:off x="860420" y="2436737"/>
          <a:ext cx="6206807" cy="1745520"/>
        </p:xfrm>
        <a:graphic>
          <a:graphicData uri="http://schemas.openxmlformats.org/drawingml/2006/table">
            <a:tbl>
              <a:tblPr firstRow="1" bandRow="1">
                <a:tableStyleId>{5940675A-B579-460E-94D1-54222C63F5DA}</a:tableStyleId>
              </a:tblPr>
              <a:tblGrid>
                <a:gridCol w="2046335">
                  <a:extLst>
                    <a:ext uri="{9D8B030D-6E8A-4147-A177-3AD203B41FA5}">
                      <a16:colId xmlns:a16="http://schemas.microsoft.com/office/drawing/2014/main" val="1064326632"/>
                    </a:ext>
                  </a:extLst>
                </a:gridCol>
                <a:gridCol w="497455">
                  <a:extLst>
                    <a:ext uri="{9D8B030D-6E8A-4147-A177-3AD203B41FA5}">
                      <a16:colId xmlns:a16="http://schemas.microsoft.com/office/drawing/2014/main" val="2567148771"/>
                    </a:ext>
                  </a:extLst>
                </a:gridCol>
                <a:gridCol w="497455">
                  <a:extLst>
                    <a:ext uri="{9D8B030D-6E8A-4147-A177-3AD203B41FA5}">
                      <a16:colId xmlns:a16="http://schemas.microsoft.com/office/drawing/2014/main" val="3368978818"/>
                    </a:ext>
                  </a:extLst>
                </a:gridCol>
                <a:gridCol w="869782">
                  <a:extLst>
                    <a:ext uri="{9D8B030D-6E8A-4147-A177-3AD203B41FA5}">
                      <a16:colId xmlns:a16="http://schemas.microsoft.com/office/drawing/2014/main" val="989963829"/>
                    </a:ext>
                  </a:extLst>
                </a:gridCol>
                <a:gridCol w="945397">
                  <a:extLst>
                    <a:ext uri="{9D8B030D-6E8A-4147-A177-3AD203B41FA5}">
                      <a16:colId xmlns:a16="http://schemas.microsoft.com/office/drawing/2014/main" val="4078052551"/>
                    </a:ext>
                  </a:extLst>
                </a:gridCol>
                <a:gridCol w="1350383">
                  <a:extLst>
                    <a:ext uri="{9D8B030D-6E8A-4147-A177-3AD203B41FA5}">
                      <a16:colId xmlns:a16="http://schemas.microsoft.com/office/drawing/2014/main" val="962503986"/>
                    </a:ext>
                  </a:extLst>
                </a:gridCol>
              </a:tblGrid>
              <a:tr h="129990">
                <a:tc rowSpan="2">
                  <a:txBody>
                    <a:bodyPr/>
                    <a:lstStyle/>
                    <a:p>
                      <a:endParaRPr kumimoji="1" lang="ja-JP" altLang="en-US" sz="1400" dirty="0">
                        <a:latin typeface="Meiryo UI" panose="020B0604030504040204" pitchFamily="50" charset="-128"/>
                        <a:ea typeface="Meiryo UI" panose="020B0604030504040204" pitchFamily="50" charset="-128"/>
                      </a:endParaRPr>
                    </a:p>
                  </a:txBody>
                  <a:tcPr marL="72000" marR="72000" marT="18000" marB="18000"/>
                </a:tc>
                <a:tc gridSpan="2">
                  <a:txBody>
                    <a:bodyPr/>
                    <a:lstStyle/>
                    <a:p>
                      <a:pPr marL="0" algn="ctr" defTabSz="914227" rtl="0" eaLnBrk="1" fontAlgn="ctr" latinLnBrk="0" hangingPunct="1"/>
                      <a:r>
                        <a:rPr kumimoji="1" lang="en-US" sz="1400" b="0" i="0" u="none" strike="noStrike" kern="1200" dirty="0">
                          <a:solidFill>
                            <a:schemeClr val="tx1"/>
                          </a:solidFill>
                          <a:effectLst/>
                          <a:latin typeface="Meiryo UI" panose="020B0604030504040204" pitchFamily="50" charset="-128"/>
                          <a:ea typeface="Meiryo UI" panose="020B0604030504040204" pitchFamily="50" charset="-128"/>
                          <a:cs typeface="+mn-cs"/>
                        </a:rPr>
                        <a:t>62XS</a:t>
                      </a:r>
                    </a:p>
                  </a:txBody>
                  <a:tcPr marL="72000" marR="72000" marT="18000" marB="18000" anchor="ctr"/>
                </a:tc>
                <a:tc hMerge="1">
                  <a:txBody>
                    <a:bodyPr/>
                    <a:lstStyle/>
                    <a:p>
                      <a:pPr marL="0" algn="ctr" defTabSz="914227" rtl="0" eaLnBrk="1" fontAlgn="ctr" latinLnBrk="0" hangingPunct="1"/>
                      <a:endParaRPr kumimoji="1" lang="en-US" sz="14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72000" marR="72000" marT="18000" marB="18000" anchor="ctr"/>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algn="ctr" defTabSz="914227" rtl="0" eaLnBrk="1" fontAlgn="ctr" latinLnBrk="0" hangingPunct="1"/>
                      <a:r>
                        <a:rPr kumimoji="1" lang="en-US" altLang="ja-JP" sz="1400" b="0" i="0" u="none" strike="noStrike" kern="1200" dirty="0">
                          <a:solidFill>
                            <a:schemeClr val="tx1"/>
                          </a:solidFill>
                          <a:effectLst/>
                          <a:latin typeface="Meiryo UI" panose="020B0604030504040204" pitchFamily="50" charset="-128"/>
                          <a:ea typeface="Meiryo UI" panose="020B0604030504040204" pitchFamily="50" charset="-128"/>
                          <a:cs typeface="+mn-cs"/>
                        </a:rPr>
                        <a:t>6WZZ</a:t>
                      </a:r>
                      <a:endParaRPr kumimoji="1" lang="en-US" sz="14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72000" marR="72000" marT="18000" marB="18000" anchor="ctr"/>
                </a:tc>
                <a:tc>
                  <a:txBody>
                    <a:bodyPr/>
                    <a:lstStyle/>
                    <a:p>
                      <a:pPr marL="0" algn="ctr" defTabSz="914227" rtl="0" eaLnBrk="1" fontAlgn="ctr" latinLnBrk="0" hangingPunct="1"/>
                      <a:r>
                        <a:rPr kumimoji="1" lang="en-US" sz="1400" b="0" i="0" u="none" strike="noStrike" kern="1200" dirty="0">
                          <a:solidFill>
                            <a:schemeClr val="tx1"/>
                          </a:solidFill>
                          <a:effectLst/>
                          <a:latin typeface="Meiryo UI" panose="020B0604030504040204" pitchFamily="50" charset="-128"/>
                          <a:ea typeface="Meiryo UI" panose="020B0604030504040204" pitchFamily="50" charset="-128"/>
                          <a:cs typeface="+mn-cs"/>
                        </a:rPr>
                        <a:t>6WZX</a:t>
                      </a:r>
                    </a:p>
                  </a:txBody>
                  <a:tcPr marL="72000" marR="72000" marT="18000" marB="18000" anchor="ctr"/>
                </a:tc>
                <a:tc>
                  <a:txBody>
                    <a:bodyPr/>
                    <a:lstStyle/>
                    <a:p>
                      <a:r>
                        <a:rPr kumimoji="1" lang="en-US" altLang="ja-JP" sz="1400" dirty="0">
                          <a:latin typeface="Meiryo UI" panose="020B0604030504040204" pitchFamily="50" charset="-128"/>
                          <a:ea typeface="Meiryo UI" panose="020B0604030504040204" pitchFamily="50" charset="-128"/>
                        </a:rPr>
                        <a:t>Reason</a:t>
                      </a:r>
                      <a:endParaRPr kumimoji="1" lang="ja-JP" altLang="en-US" sz="1400" dirty="0">
                        <a:latin typeface="Meiryo UI" panose="020B0604030504040204" pitchFamily="50" charset="-128"/>
                        <a:ea typeface="Meiryo UI" panose="020B0604030504040204" pitchFamily="50" charset="-128"/>
                      </a:endParaRPr>
                    </a:p>
                  </a:txBody>
                  <a:tcPr marL="72000" marR="72000" marT="18000" marB="18000" anchor="ctr"/>
                </a:tc>
                <a:extLst>
                  <a:ext uri="{0D108BD9-81ED-4DB2-BD59-A6C34878D82A}">
                    <a16:rowId xmlns:a16="http://schemas.microsoft.com/office/drawing/2014/main" val="3701587874"/>
                  </a:ext>
                </a:extLst>
              </a:tr>
              <a:tr h="129990">
                <a:tc vMerge="1">
                  <a:txBody>
                    <a:bodyPr/>
                    <a:lstStyle/>
                    <a:p>
                      <a:endParaRPr kumimoji="1" lang="ja-JP" altLang="en-US" sz="1400" dirty="0">
                        <a:latin typeface="Meiryo UI" panose="020B0604030504040204" pitchFamily="50" charset="-128"/>
                        <a:ea typeface="Meiryo UI" panose="020B0604030504040204" pitchFamily="50" charset="-128"/>
                      </a:endParaRPr>
                    </a:p>
                  </a:txBody>
                  <a:tcPr marL="72000" marR="72000" marT="18000" marB="18000"/>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algn="ctr" rtl="0" fontAlgn="ctr"/>
                      <a:r>
                        <a:rPr lang="en-US" altLang="ja-JP" sz="1400" b="0" i="0" u="none" strike="noStrike" dirty="0">
                          <a:solidFill>
                            <a:schemeClr val="tx1"/>
                          </a:solidFill>
                          <a:effectLst/>
                          <a:latin typeface="Meiryo UI" panose="020B0604030504040204" pitchFamily="50" charset="-128"/>
                          <a:ea typeface="Meiryo UI" panose="020B0604030504040204" pitchFamily="50" charset="-128"/>
                        </a:rPr>
                        <a:t>4D</a:t>
                      </a:r>
                      <a:endParaRPr lang="en-US" sz="1400" b="0" i="0" u="none" strike="noStrike" dirty="0">
                        <a:solidFill>
                          <a:schemeClr val="tx1"/>
                        </a:solidFill>
                        <a:effectLst/>
                        <a:latin typeface="Meiryo UI" panose="020B0604030504040204" pitchFamily="50" charset="-128"/>
                        <a:ea typeface="Meiryo UI" panose="020B0604030504040204" pitchFamily="50" charset="-128"/>
                      </a:endParaRPr>
                    </a:p>
                  </a:txBody>
                  <a:tcPr marL="72000" marR="72000" marT="18000" marB="18000" anchor="ctr"/>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algn="ctr" rtl="0" fontAlgn="ctr"/>
                      <a:r>
                        <a:rPr lang="en-US" altLang="ja-JP" sz="1400" b="0" i="0" u="none" strike="noStrike" dirty="0">
                          <a:solidFill>
                            <a:schemeClr val="tx1"/>
                          </a:solidFill>
                          <a:effectLst/>
                          <a:latin typeface="Meiryo UI" panose="020B0604030504040204" pitchFamily="50" charset="-128"/>
                          <a:ea typeface="Meiryo UI" panose="020B0604030504040204" pitchFamily="50" charset="-128"/>
                        </a:rPr>
                        <a:t>5D</a:t>
                      </a:r>
                      <a:endParaRPr lang="en-US" sz="1400" b="0" i="0" u="none" strike="noStrike" dirty="0">
                        <a:solidFill>
                          <a:schemeClr val="tx1"/>
                        </a:solidFill>
                        <a:effectLst/>
                        <a:latin typeface="Meiryo UI" panose="020B0604030504040204" pitchFamily="50" charset="-128"/>
                        <a:ea typeface="Meiryo UI" panose="020B0604030504040204" pitchFamily="50" charset="-128"/>
                      </a:endParaRPr>
                    </a:p>
                  </a:txBody>
                  <a:tcPr marL="72000" marR="72000" marT="18000" marB="18000" anchor="ctr"/>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algn="ctr" rtl="0" fontAlgn="ctr"/>
                      <a:r>
                        <a:rPr lang="en-US" altLang="ja-JP" sz="1400" b="0" i="0" u="none" strike="noStrike" dirty="0">
                          <a:solidFill>
                            <a:schemeClr val="tx1"/>
                          </a:solidFill>
                          <a:effectLst/>
                          <a:latin typeface="Meiryo UI" panose="020B0604030504040204" pitchFamily="50" charset="-128"/>
                          <a:ea typeface="Meiryo UI" panose="020B0604030504040204" pitchFamily="50" charset="-128"/>
                        </a:rPr>
                        <a:t>4D</a:t>
                      </a:r>
                      <a:endParaRPr lang="en-US" sz="1400" b="0" i="0" u="none" strike="noStrike" dirty="0">
                        <a:solidFill>
                          <a:schemeClr val="tx1"/>
                        </a:solidFill>
                        <a:effectLst/>
                        <a:latin typeface="Meiryo UI" panose="020B0604030504040204" pitchFamily="50" charset="-128"/>
                        <a:ea typeface="Meiryo UI" panose="020B0604030504040204" pitchFamily="50" charset="-128"/>
                      </a:endParaRPr>
                    </a:p>
                  </a:txBody>
                  <a:tcPr marL="72000" marR="72000" marT="18000" marB="18000" anchor="ctr"/>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algn="ctr" rtl="0" fontAlgn="ctr"/>
                      <a:r>
                        <a:rPr lang="en-US" altLang="ja-JP" sz="1400" b="0" i="0" u="none" strike="noStrike" dirty="0">
                          <a:solidFill>
                            <a:schemeClr val="tx1"/>
                          </a:solidFill>
                          <a:effectLst/>
                          <a:latin typeface="Meiryo UI" panose="020B0604030504040204" pitchFamily="50" charset="-128"/>
                          <a:ea typeface="Meiryo UI" panose="020B0604030504040204" pitchFamily="50" charset="-128"/>
                        </a:rPr>
                        <a:t>4D</a:t>
                      </a:r>
                      <a:endParaRPr lang="en-US" sz="1400" b="0" i="0" u="none" strike="noStrike" dirty="0">
                        <a:solidFill>
                          <a:schemeClr val="tx1"/>
                        </a:solidFill>
                        <a:effectLst/>
                        <a:latin typeface="Meiryo UI" panose="020B0604030504040204" pitchFamily="50" charset="-128"/>
                        <a:ea typeface="Meiryo UI" panose="020B0604030504040204" pitchFamily="50" charset="-128"/>
                      </a:endParaRPr>
                    </a:p>
                  </a:txBody>
                  <a:tcPr marL="72000" marR="72000" marT="18000" marB="18000" anchor="ctr"/>
                </a:tc>
                <a:tc>
                  <a:txBody>
                    <a:bodyPr/>
                    <a:lstStyle/>
                    <a:p>
                      <a:endParaRPr kumimoji="1" lang="ja-JP" altLang="en-US" sz="1400">
                        <a:latin typeface="Meiryo UI" panose="020B0604030504040204" pitchFamily="50" charset="-128"/>
                        <a:ea typeface="Meiryo UI" panose="020B0604030504040204" pitchFamily="50" charset="-128"/>
                      </a:endParaRPr>
                    </a:p>
                  </a:txBody>
                  <a:tcPr marL="72000" marR="72000" marT="18000" marB="18000"/>
                </a:tc>
                <a:extLst>
                  <a:ext uri="{0D108BD9-81ED-4DB2-BD59-A6C34878D82A}">
                    <a16:rowId xmlns:a16="http://schemas.microsoft.com/office/drawing/2014/main" val="1130928988"/>
                  </a:ext>
                </a:extLst>
              </a:tr>
              <a:tr h="104455">
                <a:tc>
                  <a:txBody>
                    <a:bodyPr/>
                    <a:lstStyle>
                      <a:lvl1pPr marL="0" algn="l" defTabSz="914400" rtl="0" eaLnBrk="1" latinLnBrk="0" hangingPunct="1">
                        <a:defRPr kumimoji="1" sz="1800" kern="1200">
                          <a:solidFill>
                            <a:schemeClr val="tx1"/>
                          </a:solidFill>
                          <a:latin typeface="HG創英角ｺﾞｼｯｸUB"/>
                          <a:ea typeface="HG創英角ｺﾞｼｯｸUB"/>
                        </a:defRPr>
                      </a:lvl1pPr>
                      <a:lvl2pPr marL="457200" algn="l" defTabSz="914400" rtl="0" eaLnBrk="1" latinLnBrk="0" hangingPunct="1">
                        <a:defRPr kumimoji="1" sz="1800" kern="1200">
                          <a:solidFill>
                            <a:schemeClr val="tx1"/>
                          </a:solidFill>
                          <a:latin typeface="HG創英角ｺﾞｼｯｸUB"/>
                          <a:ea typeface="HG創英角ｺﾞｼｯｸUB"/>
                        </a:defRPr>
                      </a:lvl2pPr>
                      <a:lvl3pPr marL="914400" algn="l" defTabSz="914400" rtl="0" eaLnBrk="1" latinLnBrk="0" hangingPunct="1">
                        <a:defRPr kumimoji="1" sz="1800" kern="1200">
                          <a:solidFill>
                            <a:schemeClr val="tx1"/>
                          </a:solidFill>
                          <a:latin typeface="HG創英角ｺﾞｼｯｸUB"/>
                          <a:ea typeface="HG創英角ｺﾞｼｯｸUB"/>
                        </a:defRPr>
                      </a:lvl3pPr>
                      <a:lvl4pPr marL="1371600" algn="l" defTabSz="914400" rtl="0" eaLnBrk="1" latinLnBrk="0" hangingPunct="1">
                        <a:defRPr kumimoji="1" sz="1800" kern="1200">
                          <a:solidFill>
                            <a:schemeClr val="tx1"/>
                          </a:solidFill>
                          <a:latin typeface="HG創英角ｺﾞｼｯｸUB"/>
                          <a:ea typeface="HG創英角ｺﾞｼｯｸUB"/>
                        </a:defRPr>
                      </a:lvl4pPr>
                      <a:lvl5pPr marL="1828800" algn="l" defTabSz="914400" rtl="0" eaLnBrk="1" latinLnBrk="0" hangingPunct="1">
                        <a:defRPr kumimoji="1" sz="1800" kern="1200">
                          <a:solidFill>
                            <a:schemeClr val="tx1"/>
                          </a:solidFill>
                          <a:latin typeface="HG創英角ｺﾞｼｯｸUB"/>
                          <a:ea typeface="HG創英角ｺﾞｼｯｸUB"/>
                        </a:defRPr>
                      </a:lvl5pPr>
                      <a:lvl6pPr marL="2286000" algn="l" defTabSz="914400" rtl="0" eaLnBrk="1" latinLnBrk="0" hangingPunct="1">
                        <a:defRPr kumimoji="1" sz="1800" kern="1200">
                          <a:solidFill>
                            <a:schemeClr val="tx1"/>
                          </a:solidFill>
                          <a:latin typeface="HG創英角ｺﾞｼｯｸUB"/>
                          <a:ea typeface="HG創英角ｺﾞｼｯｸUB"/>
                        </a:defRPr>
                      </a:lvl6pPr>
                      <a:lvl7pPr marL="2743200" algn="l" defTabSz="914400" rtl="0" eaLnBrk="1" latinLnBrk="0" hangingPunct="1">
                        <a:defRPr kumimoji="1" sz="1800" kern="1200">
                          <a:solidFill>
                            <a:schemeClr val="tx1"/>
                          </a:solidFill>
                          <a:latin typeface="HG創英角ｺﾞｼｯｸUB"/>
                          <a:ea typeface="HG創英角ｺﾞｼｯｸUB"/>
                        </a:defRPr>
                      </a:lvl7pPr>
                      <a:lvl8pPr marL="3200400" algn="l" defTabSz="914400" rtl="0" eaLnBrk="1" latinLnBrk="0" hangingPunct="1">
                        <a:defRPr kumimoji="1" sz="1800" kern="1200">
                          <a:solidFill>
                            <a:schemeClr val="tx1"/>
                          </a:solidFill>
                          <a:latin typeface="HG創英角ｺﾞｼｯｸUB"/>
                          <a:ea typeface="HG創英角ｺﾞｼｯｸUB"/>
                        </a:defRPr>
                      </a:lvl8pPr>
                      <a:lvl9pPr marL="3657600" algn="l" defTabSz="914400" rtl="0" eaLnBrk="1" latinLnBrk="0" hangingPunct="1">
                        <a:defRPr kumimoji="1" sz="1800" kern="1200">
                          <a:solidFill>
                            <a:schemeClr val="tx1"/>
                          </a:solidFill>
                          <a:latin typeface="HG創英角ｺﾞｼｯｸUB"/>
                          <a:ea typeface="HG創英角ｺﾞｼｯｸUB"/>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INJECTOR</a:t>
                      </a:r>
                    </a:p>
                  </a:txBody>
                  <a:tcPr marL="36000" marR="36000" marT="0" marB="0" anchor="ctr" horzOverflow="overflow"/>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A</a:t>
                      </a:r>
                    </a:p>
                  </a:txBody>
                  <a:tcPr marL="36000" marR="36000" marT="0" marB="0" anchor="ctr">
                    <a:solidFill>
                      <a:srgbClr val="CCECFF"/>
                    </a:solidFill>
                  </a:tcPr>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A</a:t>
                      </a:r>
                    </a:p>
                  </a:txBody>
                  <a:tcPr marL="36000" marR="36000" marT="0" marB="0" anchor="ctr">
                    <a:solidFill>
                      <a:srgbClr val="CCECFF"/>
                    </a:solidFill>
                  </a:tcPr>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A</a:t>
                      </a:r>
                    </a:p>
                  </a:txBody>
                  <a:tcPr marL="36000" marR="36000" marT="0" marB="0" anchor="ctr">
                    <a:solidFill>
                      <a:srgbClr val="CCECFF"/>
                    </a:solidFill>
                  </a:tcPr>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A</a:t>
                      </a:r>
                    </a:p>
                  </a:txBody>
                  <a:tcPr marL="36000" marR="36000" marT="0" marB="0" anchor="ctr">
                    <a:solidFill>
                      <a:srgbClr val="CCECFF"/>
                    </a:solidFill>
                  </a:tcPr>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algn="l" rtl="0" fontAlgn="ctr"/>
                      <a:endParaRPr lang="en-US" sz="1400" b="0" i="0" u="none" strike="noStrike" dirty="0">
                        <a:solidFill>
                          <a:schemeClr val="tx1"/>
                        </a:solidFill>
                        <a:effectLst/>
                        <a:latin typeface="Meiryo UI" panose="020B0604030504040204" pitchFamily="50" charset="-128"/>
                        <a:ea typeface="Meiryo UI" panose="020B0604030504040204" pitchFamily="50" charset="-128"/>
                      </a:endParaRPr>
                    </a:p>
                  </a:txBody>
                  <a:tcPr marL="72000" marR="72000" marT="18000" marB="18000" anchor="ctr"/>
                </a:tc>
                <a:extLst>
                  <a:ext uri="{0D108BD9-81ED-4DB2-BD59-A6C34878D82A}">
                    <a16:rowId xmlns:a16="http://schemas.microsoft.com/office/drawing/2014/main" val="1794404666"/>
                  </a:ext>
                </a:extLst>
              </a:tr>
              <a:tr h="104455">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ja-JP" sz="14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H/P</a:t>
                      </a:r>
                      <a:r>
                        <a:rPr kumimoji="1" lang="ja-JP" altLang="en-US" sz="14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 </a:t>
                      </a:r>
                      <a:r>
                        <a:rPr kumimoji="1" lang="en-US" altLang="ja-JP" sz="14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FUEL</a:t>
                      </a:r>
                      <a:r>
                        <a:rPr kumimoji="1" lang="ja-JP" altLang="en-US" sz="14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 </a:t>
                      </a:r>
                      <a:r>
                        <a:rPr kumimoji="1" lang="en-US" altLang="ja-JP" sz="14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PUMP</a:t>
                      </a:r>
                    </a:p>
                  </a:txBody>
                  <a:tcPr marL="36000" marR="36000" marT="0" marB="0" anchor="ctr" horzOverflow="overflow"/>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A</a:t>
                      </a:r>
                    </a:p>
                  </a:txBody>
                  <a:tcPr marL="36000" marR="36000" marT="0" marB="0" anchor="ctr">
                    <a:solidFill>
                      <a:srgbClr val="CCECFF"/>
                    </a:solidFill>
                  </a:tcPr>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A</a:t>
                      </a:r>
                    </a:p>
                  </a:txBody>
                  <a:tcPr marL="36000" marR="36000" marT="0" marB="0" anchor="ctr">
                    <a:solidFill>
                      <a:srgbClr val="CCECFF"/>
                    </a:solidFill>
                  </a:tcPr>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A</a:t>
                      </a:r>
                    </a:p>
                  </a:txBody>
                  <a:tcPr marL="36000" marR="36000" marT="0" marB="0" anchor="ctr">
                    <a:solidFill>
                      <a:srgbClr val="CCECFF"/>
                    </a:solidFill>
                  </a:tcPr>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A</a:t>
                      </a:r>
                    </a:p>
                  </a:txBody>
                  <a:tcPr marL="36000" marR="36000" marT="0" marB="0" anchor="ctr">
                    <a:solidFill>
                      <a:srgbClr val="CCECFF"/>
                    </a:solidFill>
                  </a:tcPr>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l" defTabSz="914227" rtl="0" eaLnBrk="1" fontAlgn="ctr" latinLnBrk="0" hangingPunct="1">
                        <a:lnSpc>
                          <a:spcPct val="100000"/>
                        </a:lnSpc>
                        <a:spcBef>
                          <a:spcPts val="0"/>
                        </a:spcBef>
                        <a:spcAft>
                          <a:spcPts val="0"/>
                        </a:spcAft>
                        <a:buClrTx/>
                        <a:buSzTx/>
                        <a:buFontTx/>
                        <a:buNone/>
                        <a:tabLst/>
                        <a:defRPr/>
                      </a:pPr>
                      <a:endPar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endParaRPr>
                    </a:p>
                  </a:txBody>
                  <a:tcPr marL="72000" marR="72000" marT="18000" marB="18000" anchor="ctr"/>
                </a:tc>
                <a:extLst>
                  <a:ext uri="{0D108BD9-81ED-4DB2-BD59-A6C34878D82A}">
                    <a16:rowId xmlns:a16="http://schemas.microsoft.com/office/drawing/2014/main" val="3899122796"/>
                  </a:ext>
                </a:extLst>
              </a:tr>
              <a:tr h="104455">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LAF SENSOR</a:t>
                      </a:r>
                    </a:p>
                  </a:txBody>
                  <a:tcPr marL="36000" marR="36000" marT="0" marB="0" anchor="ctr" horzOverflow="overflow"/>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B</a:t>
                      </a:r>
                    </a:p>
                  </a:txBody>
                  <a:tcPr marL="36000" marR="36000" marT="0" marB="0" anchor="ctr">
                    <a:solidFill>
                      <a:srgbClr val="FFCC99"/>
                    </a:solidFill>
                  </a:tcPr>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B</a:t>
                      </a:r>
                    </a:p>
                  </a:txBody>
                  <a:tcPr marL="36000" marR="36000" marT="0" marB="0" anchor="ctr">
                    <a:solidFill>
                      <a:srgbClr val="FFCC99"/>
                    </a:solidFill>
                  </a:tcPr>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A</a:t>
                      </a:r>
                    </a:p>
                  </a:txBody>
                  <a:tcPr marL="36000" marR="36000" marT="0" marB="0" anchor="ctr">
                    <a:solidFill>
                      <a:srgbClr val="CCECFF"/>
                    </a:solidFill>
                  </a:tcPr>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B</a:t>
                      </a:r>
                    </a:p>
                  </a:txBody>
                  <a:tcPr marL="36000" marR="36000" marT="0" marB="0" anchor="ctr">
                    <a:solidFill>
                      <a:srgbClr val="FFCC99"/>
                    </a:solidFill>
                  </a:tcPr>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indent="0" algn="l" defTabSz="914227" rtl="0" eaLnBrk="1" fontAlgn="ctr" latinLnBrk="0" hangingPunct="1">
                        <a:lnSpc>
                          <a:spcPct val="100000"/>
                        </a:lnSpc>
                        <a:spcBef>
                          <a:spcPts val="0"/>
                        </a:spcBef>
                        <a:spcAft>
                          <a:spcPts val="0"/>
                        </a:spcAft>
                        <a:buClrTx/>
                        <a:buSzTx/>
                        <a:buFontTx/>
                        <a:buNone/>
                        <a:tabLst/>
                        <a:defRPr/>
                      </a:pPr>
                      <a:r>
                        <a:rPr lang="en-US" altLang="ja-JP" sz="1400" b="0" i="0" u="none" strike="noStrike" dirty="0">
                          <a:solidFill>
                            <a:schemeClr val="tx1"/>
                          </a:solidFill>
                          <a:effectLst/>
                          <a:latin typeface="Meiryo UI" panose="020B0604030504040204" pitchFamily="50" charset="-128"/>
                          <a:ea typeface="Meiryo UI" panose="020B0604030504040204" pitchFamily="50" charset="-128"/>
                        </a:rPr>
                        <a:t>MG1 system</a:t>
                      </a:r>
                    </a:p>
                  </a:txBody>
                  <a:tcPr marL="72000" marR="72000" marT="18000" marB="18000" anchor="ctr"/>
                </a:tc>
                <a:extLst>
                  <a:ext uri="{0D108BD9-81ED-4DB2-BD59-A6C34878D82A}">
                    <a16:rowId xmlns:a16="http://schemas.microsoft.com/office/drawing/2014/main" val="2640432606"/>
                  </a:ext>
                </a:extLst>
              </a:tr>
              <a:tr h="104455">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O2 SENSOR</a:t>
                      </a:r>
                    </a:p>
                  </a:txBody>
                  <a:tcPr marL="36000" marR="36000" marT="0" marB="0" anchor="ctr" horzOverflow="overflow"/>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B</a:t>
                      </a:r>
                    </a:p>
                  </a:txBody>
                  <a:tcPr marL="36000" marR="36000" marT="0" marB="0" anchor="ctr">
                    <a:solidFill>
                      <a:srgbClr val="FFCC99"/>
                    </a:solidFill>
                  </a:tcPr>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B</a:t>
                      </a:r>
                    </a:p>
                  </a:txBody>
                  <a:tcPr marL="36000" marR="36000" marT="0" marB="0" anchor="ctr">
                    <a:solidFill>
                      <a:srgbClr val="FFCC99"/>
                    </a:solidFill>
                  </a:tcPr>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A</a:t>
                      </a:r>
                    </a:p>
                  </a:txBody>
                  <a:tcPr marL="36000" marR="36000" marT="0" marB="0" anchor="ctr">
                    <a:solidFill>
                      <a:srgbClr val="CCECFF"/>
                    </a:solidFill>
                  </a:tcPr>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B</a:t>
                      </a:r>
                    </a:p>
                  </a:txBody>
                  <a:tcPr marL="36000" marR="36000" marT="0" marB="0" anchor="ctr">
                    <a:solidFill>
                      <a:srgbClr val="FFCC99"/>
                    </a:solidFill>
                  </a:tcPr>
                </a:tc>
                <a:tc>
                  <a:txBody>
                    <a:bodyPr/>
                    <a:lstStyle/>
                    <a:p>
                      <a:pPr marL="0" marR="0" lvl="0" indent="0" algn="l" defTabSz="914227" rtl="0" eaLnBrk="1" fontAlgn="ctr"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a:t>
                      </a:r>
                      <a:endPar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endParaRPr>
                    </a:p>
                  </a:txBody>
                  <a:tcPr marL="72000" marR="72000" marT="18000" marB="18000" anchor="ctr"/>
                </a:tc>
                <a:extLst>
                  <a:ext uri="{0D108BD9-81ED-4DB2-BD59-A6C34878D82A}">
                    <a16:rowId xmlns:a16="http://schemas.microsoft.com/office/drawing/2014/main" val="409729237"/>
                  </a:ext>
                </a:extLst>
              </a:tr>
              <a:tr h="104455">
                <a:tc>
                  <a:txBody>
                    <a:bodyPr/>
                    <a:lstStyle>
                      <a:lvl1pPr marL="0" algn="l" defTabSz="914400" rtl="0" eaLnBrk="1" latinLnBrk="0" hangingPunct="1">
                        <a:defRPr kumimoji="1" sz="1800" kern="1200">
                          <a:solidFill>
                            <a:schemeClr val="tx1"/>
                          </a:solidFill>
                          <a:latin typeface="HG創英角ｺﾞｼｯｸUB"/>
                          <a:ea typeface="HG創英角ｺﾞｼｯｸUB"/>
                        </a:defRPr>
                      </a:lvl1pPr>
                      <a:lvl2pPr marL="457200" algn="l" defTabSz="914400" rtl="0" eaLnBrk="1" latinLnBrk="0" hangingPunct="1">
                        <a:defRPr kumimoji="1" sz="1800" kern="1200">
                          <a:solidFill>
                            <a:schemeClr val="tx1"/>
                          </a:solidFill>
                          <a:latin typeface="HG創英角ｺﾞｼｯｸUB"/>
                          <a:ea typeface="HG創英角ｺﾞｼｯｸUB"/>
                        </a:defRPr>
                      </a:lvl2pPr>
                      <a:lvl3pPr marL="914400" algn="l" defTabSz="914400" rtl="0" eaLnBrk="1" latinLnBrk="0" hangingPunct="1">
                        <a:defRPr kumimoji="1" sz="1800" kern="1200">
                          <a:solidFill>
                            <a:schemeClr val="tx1"/>
                          </a:solidFill>
                          <a:latin typeface="HG創英角ｺﾞｼｯｸUB"/>
                          <a:ea typeface="HG創英角ｺﾞｼｯｸUB"/>
                        </a:defRPr>
                      </a:lvl3pPr>
                      <a:lvl4pPr marL="1371600" algn="l" defTabSz="914400" rtl="0" eaLnBrk="1" latinLnBrk="0" hangingPunct="1">
                        <a:defRPr kumimoji="1" sz="1800" kern="1200">
                          <a:solidFill>
                            <a:schemeClr val="tx1"/>
                          </a:solidFill>
                          <a:latin typeface="HG創英角ｺﾞｼｯｸUB"/>
                          <a:ea typeface="HG創英角ｺﾞｼｯｸUB"/>
                        </a:defRPr>
                      </a:lvl4pPr>
                      <a:lvl5pPr marL="1828800" algn="l" defTabSz="914400" rtl="0" eaLnBrk="1" latinLnBrk="0" hangingPunct="1">
                        <a:defRPr kumimoji="1" sz="1800" kern="1200">
                          <a:solidFill>
                            <a:schemeClr val="tx1"/>
                          </a:solidFill>
                          <a:latin typeface="HG創英角ｺﾞｼｯｸUB"/>
                          <a:ea typeface="HG創英角ｺﾞｼｯｸUB"/>
                        </a:defRPr>
                      </a:lvl5pPr>
                      <a:lvl6pPr marL="2286000" algn="l" defTabSz="914400" rtl="0" eaLnBrk="1" latinLnBrk="0" hangingPunct="1">
                        <a:defRPr kumimoji="1" sz="1800" kern="1200">
                          <a:solidFill>
                            <a:schemeClr val="tx1"/>
                          </a:solidFill>
                          <a:latin typeface="HG創英角ｺﾞｼｯｸUB"/>
                          <a:ea typeface="HG創英角ｺﾞｼｯｸUB"/>
                        </a:defRPr>
                      </a:lvl6pPr>
                      <a:lvl7pPr marL="2743200" algn="l" defTabSz="914400" rtl="0" eaLnBrk="1" latinLnBrk="0" hangingPunct="1">
                        <a:defRPr kumimoji="1" sz="1800" kern="1200">
                          <a:solidFill>
                            <a:schemeClr val="tx1"/>
                          </a:solidFill>
                          <a:latin typeface="HG創英角ｺﾞｼｯｸUB"/>
                          <a:ea typeface="HG創英角ｺﾞｼｯｸUB"/>
                        </a:defRPr>
                      </a:lvl7pPr>
                      <a:lvl8pPr marL="3200400" algn="l" defTabSz="914400" rtl="0" eaLnBrk="1" latinLnBrk="0" hangingPunct="1">
                        <a:defRPr kumimoji="1" sz="1800" kern="1200">
                          <a:solidFill>
                            <a:schemeClr val="tx1"/>
                          </a:solidFill>
                          <a:latin typeface="HG創英角ｺﾞｼｯｸUB"/>
                          <a:ea typeface="HG創英角ｺﾞｼｯｸUB"/>
                        </a:defRPr>
                      </a:lvl8pPr>
                      <a:lvl9pPr marL="3657600" algn="l" defTabSz="914400" rtl="0" eaLnBrk="1" latinLnBrk="0" hangingPunct="1">
                        <a:defRPr kumimoji="1" sz="1800" kern="1200">
                          <a:solidFill>
                            <a:schemeClr val="tx1"/>
                          </a:solidFill>
                          <a:latin typeface="HG創英角ｺﾞｼｯｸUB"/>
                          <a:ea typeface="HG創英角ｺﾞｼｯｸUB"/>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ECU</a:t>
                      </a:r>
                    </a:p>
                  </a:txBody>
                  <a:tcPr marL="36000" marR="36000" marT="0" marB="0" anchor="ctr" horzOverflow="overflow"/>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B</a:t>
                      </a:r>
                    </a:p>
                  </a:txBody>
                  <a:tcPr marL="36000" marR="36000" marT="0" marB="0" anchor="ctr">
                    <a:solidFill>
                      <a:srgbClr val="FFCC99"/>
                    </a:solidFill>
                  </a:tcPr>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B</a:t>
                      </a:r>
                    </a:p>
                  </a:txBody>
                  <a:tcPr marL="36000" marR="36000" marT="0" marB="0" anchor="ctr">
                    <a:solidFill>
                      <a:srgbClr val="FFCC99"/>
                    </a:solidFill>
                  </a:tcPr>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A</a:t>
                      </a:r>
                    </a:p>
                  </a:txBody>
                  <a:tcPr marL="36000" marR="36000" marT="0" marB="0" anchor="ctr">
                    <a:solidFill>
                      <a:srgbClr val="CCECFF"/>
                    </a:solidFill>
                  </a:tcPr>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B</a:t>
                      </a:r>
                    </a:p>
                  </a:txBody>
                  <a:tcPr marL="36000" marR="36000" marT="0" marB="0" anchor="ctr">
                    <a:solidFill>
                      <a:srgbClr val="FFCC99"/>
                    </a:solidFill>
                  </a:tcPr>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l" defTabSz="914227" rtl="0" eaLnBrk="1" fontAlgn="ctr"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a:t>
                      </a:r>
                      <a:endPar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endParaRPr>
                    </a:p>
                  </a:txBody>
                  <a:tcPr marL="72000" marR="72000" marT="18000" marB="18000" anchor="ctr"/>
                </a:tc>
                <a:extLst>
                  <a:ext uri="{0D108BD9-81ED-4DB2-BD59-A6C34878D82A}">
                    <a16:rowId xmlns:a16="http://schemas.microsoft.com/office/drawing/2014/main" val="3322747747"/>
                  </a:ext>
                </a:extLst>
              </a:tr>
            </a:tbl>
          </a:graphicData>
        </a:graphic>
      </p:graphicFrame>
      <p:sp>
        <p:nvSpPr>
          <p:cNvPr id="10" name="正方形/長方形 9">
            <a:extLst>
              <a:ext uri="{FF2B5EF4-FFF2-40B4-BE49-F238E27FC236}">
                <a16:creationId xmlns:a16="http://schemas.microsoft.com/office/drawing/2014/main" id="{4E6A4CBF-5228-407B-9A5E-091568F3B420}"/>
              </a:ext>
            </a:extLst>
          </p:cNvPr>
          <p:cNvSpPr/>
          <p:nvPr/>
        </p:nvSpPr>
        <p:spPr>
          <a:xfrm>
            <a:off x="7808969" y="2236411"/>
            <a:ext cx="800075" cy="466572"/>
          </a:xfrm>
          <a:prstGeom prst="rect">
            <a:avLst/>
          </a:prstGeom>
          <a:solidFill>
            <a:sysClr val="window" lastClr="FFFFFF"/>
          </a:solidFill>
          <a:ln w="12700" cap="flat" cmpd="sng" algn="ctr">
            <a:solidFill>
              <a:sysClr val="window" lastClr="FFFFFF">
                <a:lumMod val="50000"/>
              </a:sysClr>
            </a:solidFill>
            <a:prstDash val="solid"/>
          </a:ln>
          <a:effectLst/>
        </p:spPr>
        <p:txBody>
          <a:bodyPr rtlCol="0" anchor="ctr"/>
          <a:lstStyle/>
          <a:p>
            <a:pPr marL="0" marR="0" lvl="0" indent="0" algn="ctr" defTabSz="914400" rtl="0" eaLnBrk="0" fontAlgn="auto" latinLnBrk="0" hangingPunct="0">
              <a:lnSpc>
                <a:spcPct val="100000"/>
              </a:lnSpc>
              <a:spcBef>
                <a:spcPct val="50000"/>
              </a:spcBef>
              <a:spcAft>
                <a:spcPts val="0"/>
              </a:spcAft>
              <a:buClrTx/>
              <a:buSzTx/>
              <a:buFontTx/>
              <a:buNone/>
              <a:tabLst/>
              <a:defRPr/>
            </a:pPr>
            <a:endParaRPr kumimoji="0" lang="ja-JP" altLang="en-US" sz="900" b="0" i="0" u="none" strike="noStrike" kern="0" cap="none" spc="0" normalizeH="0" baseline="0" noProof="0">
              <a:ln>
                <a:noFill/>
              </a:ln>
              <a:solidFill>
                <a:prstClr val="white"/>
              </a:solidFill>
              <a:effectLst/>
              <a:uLnTx/>
              <a:uFillTx/>
              <a:latin typeface="Calibri"/>
              <a:ea typeface="ＭＳ Ｐゴシック" panose="020B0600070205080204" pitchFamily="50" charset="-128"/>
              <a:cs typeface="+mn-cs"/>
            </a:endParaRPr>
          </a:p>
        </p:txBody>
      </p:sp>
      <p:sp>
        <p:nvSpPr>
          <p:cNvPr id="11" name="正方形/長方形 10">
            <a:extLst>
              <a:ext uri="{FF2B5EF4-FFF2-40B4-BE49-F238E27FC236}">
                <a16:creationId xmlns:a16="http://schemas.microsoft.com/office/drawing/2014/main" id="{8FD36013-745B-475A-9CB1-5D26ECEBDE3B}"/>
              </a:ext>
            </a:extLst>
          </p:cNvPr>
          <p:cNvSpPr/>
          <p:nvPr/>
        </p:nvSpPr>
        <p:spPr>
          <a:xfrm>
            <a:off x="7874425" y="2298567"/>
            <a:ext cx="144000" cy="144015"/>
          </a:xfrm>
          <a:prstGeom prst="rect">
            <a:avLst/>
          </a:prstGeom>
          <a:solidFill>
            <a:srgbClr val="CCECFF"/>
          </a:solidFill>
          <a:ln w="9525" cap="flat" cmpd="sng" algn="ctr">
            <a:solidFill>
              <a:sysClr val="windowText" lastClr="000000">
                <a:lumMod val="50000"/>
                <a:lumOff val="50000"/>
              </a:sysClr>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ja-JP" altLang="en-US" sz="900" b="0" i="0" u="none" strike="noStrike" kern="0" cap="none" spc="0" normalizeH="0" baseline="0" noProof="0">
              <a:ln>
                <a:noFill/>
              </a:ln>
              <a:solidFill>
                <a:prstClr val="white"/>
              </a:solidFill>
              <a:effectLst/>
              <a:uLnTx/>
              <a:uFillTx/>
              <a:latin typeface="Meiryo UI" pitchFamily="50" charset="-128"/>
              <a:ea typeface="Meiryo UI" pitchFamily="50" charset="-128"/>
              <a:cs typeface="Meiryo UI" pitchFamily="50" charset="-128"/>
            </a:endParaRPr>
          </a:p>
        </p:txBody>
      </p:sp>
      <p:sp>
        <p:nvSpPr>
          <p:cNvPr id="12" name="テキスト ボックス 11">
            <a:extLst>
              <a:ext uri="{FF2B5EF4-FFF2-40B4-BE49-F238E27FC236}">
                <a16:creationId xmlns:a16="http://schemas.microsoft.com/office/drawing/2014/main" id="{8313B38B-5820-4F19-B8EF-0596F71D4F5F}"/>
              </a:ext>
            </a:extLst>
          </p:cNvPr>
          <p:cNvSpPr txBox="1"/>
          <p:nvPr/>
        </p:nvSpPr>
        <p:spPr>
          <a:xfrm>
            <a:off x="8081522" y="2298238"/>
            <a:ext cx="402354" cy="138499"/>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ja-JP" sz="900" kern="0" dirty="0">
                <a:solidFill>
                  <a:prstClr val="black"/>
                </a:solidFill>
                <a:latin typeface="Meiryo UI" pitchFamily="50" charset="-128"/>
                <a:ea typeface="Meiryo UI" pitchFamily="50" charset="-128"/>
                <a:cs typeface="Meiryo UI" pitchFamily="50" charset="-128"/>
              </a:rPr>
              <a:t>Type</a:t>
            </a:r>
            <a:r>
              <a:rPr kumimoji="0" lang="ja-JP" altLang="en-US" sz="900" kern="0" dirty="0">
                <a:solidFill>
                  <a:prstClr val="black"/>
                </a:solidFill>
                <a:latin typeface="Meiryo UI" pitchFamily="50" charset="-128"/>
                <a:ea typeface="Meiryo UI" pitchFamily="50" charset="-128"/>
                <a:cs typeface="Meiryo UI" pitchFamily="50" charset="-128"/>
              </a:rPr>
              <a:t> </a:t>
            </a:r>
            <a:r>
              <a:rPr kumimoji="0" lang="en-US" altLang="ja-JP" sz="900" b="0" i="0" u="none" strike="noStrike" kern="0" cap="none" spc="0" normalizeH="0" baseline="0" noProof="0" dirty="0">
                <a:ln>
                  <a:noFill/>
                </a:ln>
                <a:solidFill>
                  <a:prstClr val="black"/>
                </a:solidFill>
                <a:effectLst/>
                <a:uLnTx/>
                <a:uFillTx/>
                <a:latin typeface="Meiryo UI" pitchFamily="50" charset="-128"/>
                <a:ea typeface="Meiryo UI" pitchFamily="50" charset="-128"/>
                <a:cs typeface="Meiryo UI" pitchFamily="50" charset="-128"/>
              </a:rPr>
              <a:t>A</a:t>
            </a:r>
          </a:p>
        </p:txBody>
      </p:sp>
      <p:sp>
        <p:nvSpPr>
          <p:cNvPr id="13" name="正方形/長方形 12">
            <a:extLst>
              <a:ext uri="{FF2B5EF4-FFF2-40B4-BE49-F238E27FC236}">
                <a16:creationId xmlns:a16="http://schemas.microsoft.com/office/drawing/2014/main" id="{583E95E3-3D6E-4249-B28E-F597670F1DDC}"/>
              </a:ext>
            </a:extLst>
          </p:cNvPr>
          <p:cNvSpPr/>
          <p:nvPr/>
        </p:nvSpPr>
        <p:spPr>
          <a:xfrm>
            <a:off x="7874425" y="2503761"/>
            <a:ext cx="144000" cy="144015"/>
          </a:xfrm>
          <a:prstGeom prst="rect">
            <a:avLst/>
          </a:prstGeom>
          <a:solidFill>
            <a:srgbClr val="FAC090"/>
          </a:solidFill>
          <a:ln w="9525" cap="flat" cmpd="sng" algn="ctr">
            <a:solidFill>
              <a:sysClr val="windowText" lastClr="000000">
                <a:lumMod val="50000"/>
                <a:lumOff val="50000"/>
              </a:sysClr>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ja-JP" altLang="en-US" sz="900" b="0" i="0" u="none" strike="noStrike" kern="0" cap="none" spc="0" normalizeH="0" baseline="0" noProof="0">
              <a:ln>
                <a:noFill/>
              </a:ln>
              <a:solidFill>
                <a:prstClr val="white"/>
              </a:solidFill>
              <a:effectLst/>
              <a:uLnTx/>
              <a:uFillTx/>
              <a:latin typeface="Meiryo UI" pitchFamily="50" charset="-128"/>
              <a:ea typeface="Meiryo UI" pitchFamily="50" charset="-128"/>
              <a:cs typeface="Meiryo UI" pitchFamily="50" charset="-128"/>
            </a:endParaRPr>
          </a:p>
        </p:txBody>
      </p:sp>
      <p:sp>
        <p:nvSpPr>
          <p:cNvPr id="16" name="テキスト ボックス 15">
            <a:extLst>
              <a:ext uri="{FF2B5EF4-FFF2-40B4-BE49-F238E27FC236}">
                <a16:creationId xmlns:a16="http://schemas.microsoft.com/office/drawing/2014/main" id="{01BA56B2-6BEB-4382-B221-181EA8CA79FE}"/>
              </a:ext>
            </a:extLst>
          </p:cNvPr>
          <p:cNvSpPr txBox="1"/>
          <p:nvPr/>
        </p:nvSpPr>
        <p:spPr>
          <a:xfrm>
            <a:off x="8081522" y="2517080"/>
            <a:ext cx="400751" cy="138499"/>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ja-JP" sz="900" kern="0" dirty="0">
                <a:solidFill>
                  <a:prstClr val="black"/>
                </a:solidFill>
                <a:latin typeface="Meiryo UI" pitchFamily="50" charset="-128"/>
                <a:ea typeface="Meiryo UI" pitchFamily="50" charset="-128"/>
                <a:cs typeface="Meiryo UI" pitchFamily="50" charset="-128"/>
              </a:rPr>
              <a:t>Type</a:t>
            </a:r>
            <a:r>
              <a:rPr kumimoji="0" lang="ja-JP" altLang="en-US" sz="900" kern="0" dirty="0">
                <a:solidFill>
                  <a:prstClr val="black"/>
                </a:solidFill>
                <a:latin typeface="Meiryo UI" pitchFamily="50" charset="-128"/>
                <a:ea typeface="Meiryo UI" pitchFamily="50" charset="-128"/>
                <a:cs typeface="Meiryo UI" pitchFamily="50" charset="-128"/>
              </a:rPr>
              <a:t> </a:t>
            </a:r>
            <a:r>
              <a:rPr kumimoji="0" lang="en-US" altLang="ja-JP" sz="900" b="0" i="0" u="none" strike="noStrike" kern="0" cap="none" spc="0" normalizeH="0" baseline="0" noProof="0" dirty="0">
                <a:ln>
                  <a:noFill/>
                </a:ln>
                <a:solidFill>
                  <a:prstClr val="black"/>
                </a:solidFill>
                <a:effectLst/>
                <a:uLnTx/>
                <a:uFillTx/>
                <a:latin typeface="Meiryo UI" pitchFamily="50" charset="-128"/>
                <a:ea typeface="Meiryo UI" pitchFamily="50" charset="-128"/>
                <a:cs typeface="Meiryo UI" pitchFamily="50" charset="-128"/>
              </a:rPr>
              <a:t>B</a:t>
            </a:r>
            <a:endParaRPr kumimoji="0" lang="ja-JP" altLang="en-US" sz="900" b="0" i="0" u="none" strike="noStrike" kern="0" cap="none" spc="0" normalizeH="0" baseline="0" noProof="0" dirty="0">
              <a:ln>
                <a:noFill/>
              </a:ln>
              <a:solidFill>
                <a:prstClr val="black"/>
              </a:solidFill>
              <a:effectLst/>
              <a:uLnTx/>
              <a:uFillTx/>
              <a:latin typeface="Meiryo UI" pitchFamily="50" charset="-128"/>
              <a:ea typeface="Meiryo UI" pitchFamily="50" charset="-128"/>
              <a:cs typeface="Meiryo UI" pitchFamily="50" charset="-128"/>
            </a:endParaRPr>
          </a:p>
        </p:txBody>
      </p:sp>
      <p:sp>
        <p:nvSpPr>
          <p:cNvPr id="3" name="Text Box 2">
            <a:extLst>
              <a:ext uri="{FF2B5EF4-FFF2-40B4-BE49-F238E27FC236}">
                <a16:creationId xmlns:a16="http://schemas.microsoft.com/office/drawing/2014/main" id="{1022B83F-E362-36B9-E5A3-5DD23B96D62F}"/>
              </a:ext>
            </a:extLst>
          </p:cNvPr>
          <p:cNvSpPr txBox="1">
            <a:spLocks noChangeArrowheads="1"/>
          </p:cNvSpPr>
          <p:nvPr/>
        </p:nvSpPr>
        <p:spPr bwMode="auto">
          <a:xfrm>
            <a:off x="259667" y="122081"/>
            <a:ext cx="88931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lnSpc>
                <a:spcPct val="90000"/>
              </a:lnSpc>
            </a:pPr>
            <a:r>
              <a:rPr lang="en-US" altLang="ja-JP" sz="2000" dirty="0">
                <a:solidFill>
                  <a:schemeClr val="bg1"/>
                </a:solidFill>
                <a:latin typeface="Meiryo UI" panose="020B0604030504040204" pitchFamily="50" charset="-128"/>
                <a:ea typeface="Meiryo UI" panose="020B0604030504040204" pitchFamily="50" charset="-128"/>
                <a:cs typeface="Arial" pitchFamily="34" charset="0"/>
              </a:rPr>
              <a:t>12. EMS Components</a:t>
            </a:r>
            <a:r>
              <a:rPr lang="ja-JP" altLang="en-US" sz="2000" dirty="0">
                <a:solidFill>
                  <a:schemeClr val="bg1"/>
                </a:solidFill>
                <a:latin typeface="Meiryo UI" panose="020B0604030504040204" pitchFamily="50" charset="-128"/>
                <a:ea typeface="Meiryo UI" panose="020B0604030504040204" pitchFamily="50" charset="-128"/>
                <a:cs typeface="Arial" pitchFamily="34" charset="0"/>
              </a:rPr>
              <a:t> </a:t>
            </a:r>
            <a:r>
              <a:rPr lang="en-US" altLang="ja-JP" sz="2000" dirty="0">
                <a:solidFill>
                  <a:schemeClr val="bg1"/>
                </a:solidFill>
                <a:latin typeface="Meiryo UI" panose="020B0604030504040204" pitchFamily="50" charset="-128"/>
                <a:ea typeface="Meiryo UI" panose="020B0604030504040204" pitchFamily="50" charset="-128"/>
                <a:cs typeface="Arial" pitchFamily="34" charset="0"/>
              </a:rPr>
              <a:t>(Bosch</a:t>
            </a:r>
            <a:r>
              <a:rPr lang="ja-JP" altLang="en-US" sz="2000" dirty="0">
                <a:solidFill>
                  <a:schemeClr val="bg1"/>
                </a:solidFill>
                <a:latin typeface="Meiryo UI" panose="020B0604030504040204" pitchFamily="50" charset="-128"/>
                <a:ea typeface="Meiryo UI" panose="020B0604030504040204" pitchFamily="50" charset="-128"/>
                <a:cs typeface="Arial" pitchFamily="34" charset="0"/>
              </a:rPr>
              <a:t> </a:t>
            </a:r>
            <a:r>
              <a:rPr lang="en-US" altLang="ja-JP" sz="2000" dirty="0">
                <a:solidFill>
                  <a:schemeClr val="bg1"/>
                </a:solidFill>
                <a:latin typeface="Meiryo UI" panose="020B0604030504040204" pitchFamily="50" charset="-128"/>
                <a:ea typeface="Meiryo UI" panose="020B0604030504040204" pitchFamily="50" charset="-128"/>
                <a:cs typeface="Arial" pitchFamily="34" charset="0"/>
              </a:rPr>
              <a:t>components)</a:t>
            </a:r>
          </a:p>
        </p:txBody>
      </p:sp>
    </p:spTree>
    <p:extLst>
      <p:ext uri="{BB962C8B-B14F-4D97-AF65-F5344CB8AC3E}">
        <p14:creationId xmlns:p14="http://schemas.microsoft.com/office/powerpoint/2010/main" val="354845999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ext Box 2"/>
          <p:cNvSpPr txBox="1">
            <a:spLocks noChangeArrowheads="1"/>
          </p:cNvSpPr>
          <p:nvPr/>
        </p:nvSpPr>
        <p:spPr bwMode="auto">
          <a:xfrm>
            <a:off x="5055211" y="571728"/>
            <a:ext cx="4126889" cy="61247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キックオフミーティングの目的</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委託開発適用範囲</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委託元と</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Bosch</a:t>
            </a:r>
            <a:endPar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基本コンセプト</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成果物</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委託業務役割責任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RASIC</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要約）</a:t>
            </a: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前提条件</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判断（評価判断、委託完了判断・対価の判断）およびタイミング</a:t>
            </a:r>
            <a:b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b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支払い基準</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開発費定義　　　　　　　　　　　　　　　　　　　　　　　　　　　　　　　　　　　　　　　　　　　　　　</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プロジェクトマネージメント</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概要・基本諸元説明</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適用法規概要</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Engine</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Management</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System</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概要</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構成部品（</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Bosch</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部品）</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1"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ENG</a:t>
            </a:r>
            <a:r>
              <a:rPr kumimoji="1" lang="ja-JP" altLang="en-US" sz="1400" b="1"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仕様差</a:t>
            </a:r>
            <a:br>
              <a:rPr kumimoji="1" lang="en-US" altLang="ja-JP" sz="1400" b="1"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br>
            <a:r>
              <a:rPr kumimoji="1" lang="ja-JP" altLang="en-US" sz="1400" b="1"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・プロジェクト情報</a:t>
            </a:r>
            <a:r>
              <a:rPr kumimoji="1" lang="en-US" altLang="ja-JP" sz="1400" b="1"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a:t>
            </a:r>
            <a:r>
              <a:rPr kumimoji="1" lang="ja-JP" altLang="en-US" sz="1400" b="1"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関連部品</a:t>
            </a:r>
            <a:r>
              <a:rPr kumimoji="1" lang="en-US" altLang="ja-JP" sz="1400" b="1"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Spec</a:t>
            </a:r>
            <a:r>
              <a:rPr kumimoji="1" lang="ja-JP" altLang="en-US" sz="1400" b="1"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説明</a:t>
            </a:r>
            <a:endParaRPr kumimoji="1" lang="en-US" altLang="ja-JP" sz="1400" b="1"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車載機能・装備説明</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信頼性保証要件</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要求＆ＣＲ</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成果物検証・品質検証</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シート</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エキスパート</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MTG</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について</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サポート業務</a:t>
            </a: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その他の開発ガイドライン</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開発日程</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開発体制表</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p:txBody>
      </p:sp>
      <p:sp>
        <p:nvSpPr>
          <p:cNvPr id="6" name="Text Box 2"/>
          <p:cNvSpPr txBox="1">
            <a:spLocks noChangeArrowheads="1"/>
          </p:cNvSpPr>
          <p:nvPr/>
        </p:nvSpPr>
        <p:spPr bwMode="auto">
          <a:xfrm>
            <a:off x="133262" y="44450"/>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20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Contents</a:t>
            </a:r>
            <a:r>
              <a:rPr kumimoji="1" lang="ja-JP" altLang="en-US" sz="20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　（目次）</a:t>
            </a:r>
            <a:endParaRPr kumimoji="1" lang="en-US" altLang="ja-JP" sz="1100" b="0" i="0" u="none" strike="noStrike" kern="1200" cap="none" spc="0" normalizeH="0" baseline="0" noProof="0">
              <a:ln>
                <a:noFill/>
              </a:ln>
              <a:solidFill>
                <a:srgbClr val="FFFFFF"/>
              </a:solidFill>
              <a:effectLst/>
              <a:uLnTx/>
              <a:uFillTx/>
              <a:latin typeface="HGPｺﾞｼｯｸE" pitchFamily="50" charset="-128"/>
              <a:ea typeface="HGPｺﾞｼｯｸE" pitchFamily="50" charset="-128"/>
              <a:cs typeface="Arial" pitchFamily="34" charset="0"/>
            </a:endParaRPr>
          </a:p>
        </p:txBody>
      </p:sp>
      <p:sp>
        <p:nvSpPr>
          <p:cNvPr id="7" name="Text Box 2"/>
          <p:cNvSpPr txBox="1">
            <a:spLocks noChangeArrowheads="1"/>
          </p:cNvSpPr>
          <p:nvPr/>
        </p:nvSpPr>
        <p:spPr bwMode="auto">
          <a:xfrm>
            <a:off x="0" y="571728"/>
            <a:ext cx="5118100" cy="6124754"/>
          </a:xfrm>
          <a:prstGeom prst="rect">
            <a:avLst/>
          </a:prstGeom>
          <a:noFill/>
          <a:ln>
            <a:noFill/>
          </a:ln>
          <a:effec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Purpose of</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Kick-off Meeting</a:t>
            </a:r>
            <a:endPar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Scope of Development Work</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err="1">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Entrustor</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and </a:t>
            </a:r>
            <a:r>
              <a:rPr kumimoji="1" lang="en-US" altLang="ja-JP" sz="1400" b="0" i="0" u="none" strike="noStrike" kern="1200" cap="none" spc="0" normalizeH="0" baseline="0" noProof="0" dirty="0" err="1">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Entrustee</a:t>
            </a:r>
            <a:endPar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Basic Concept / Deliverables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Role</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&amp;</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Responsibility (Samples of RASIC)</a:t>
            </a:r>
            <a:endPar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Preconditions</a:t>
            </a:r>
          </a:p>
          <a:p>
            <a:pPr marL="450850" marR="0" lvl="0" indent="-45085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Judgments (on Evaluation, Completion of Development Work Entrusted by Honda and  Payment Amount) and Timings</a:t>
            </a:r>
            <a:b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b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Payment Criteria / Definition of Development Fee </a:t>
            </a:r>
          </a:p>
          <a:p>
            <a:pPr marL="450850" marR="0" lvl="0" indent="-45085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Project Management </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Engine Overview</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and</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Basic Specification </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Applicable Regulations Overview</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Engine</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Management</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System Overview</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 Components</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(Bosch components)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Engine Spec Comparison from Base Model</a:t>
            </a:r>
            <a:br>
              <a:rPr kumimoji="1" lang="en-US" altLang="ja-JP" sz="14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br>
            <a:r>
              <a:rPr kumimoji="1" lang="en-US" altLang="ja-JP" sz="14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Project information / Non-</a:t>
            </a:r>
            <a:r>
              <a:rPr kumimoji="1" lang="en-US" altLang="ja-JP" sz="1400" b="1" i="0" u="none" strike="noStrike" kern="1200" cap="none" spc="0" normalizeH="0" baseline="0" noProof="0" dirty="0">
                <a:ln>
                  <a:noFill/>
                </a:ln>
                <a:solidFill>
                  <a:srgbClr val="0000FF"/>
                </a:solidFill>
                <a:effectLst/>
                <a:uLnTx/>
                <a:uFillTx/>
                <a:latin typeface="Meiryo UI" panose="020B0604030504040204" pitchFamily="50" charset="-128"/>
                <a:ea typeface="Meiryo UI" panose="020B0604030504040204" pitchFamily="50" charset="-128"/>
                <a:cs typeface="Arial" pitchFamily="34" charset="0"/>
              </a:rPr>
              <a:t>Bosch</a:t>
            </a:r>
            <a:r>
              <a:rPr kumimoji="1" lang="ja-JP" altLang="en-US" sz="1400" b="1" i="0" u="none" strike="noStrike" kern="1200" cap="none" spc="0" normalizeH="0" baseline="0" noProof="0" dirty="0">
                <a:ln>
                  <a:noFill/>
                </a:ln>
                <a:solidFill>
                  <a:srgbClr val="0000FF"/>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Components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In-Vehicle</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Functions</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Relating</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ECU and Features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Reliability</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Assurance</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 Requirement and CR </a:t>
            </a:r>
            <a:endParaRPr kumimoji="1" lang="ja-JP" altLang="en-US" sz="1400" b="0" i="0" u="none" strike="dbl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anose="020B0604020202020204" pitchFamily="34" charset="0"/>
              </a:rPr>
              <a:t>EMS Report Maturity and Quality Verification</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anose="020B0604020202020204" pitchFamily="34" charset="0"/>
              </a:rPr>
              <a:t>EMS Sheet</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anose="020B0604020202020204" pitchFamily="34" charset="0"/>
              </a:rPr>
              <a:t>Expert Meeting</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anose="020B0604020202020204" pitchFamily="34" charset="0"/>
              </a:rPr>
              <a:t>Necessary</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Support</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Miscellaneous Guidelines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Development Schedule</a:t>
            </a:r>
            <a:endPar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Development Organization Chart</a:t>
            </a:r>
          </a:p>
        </p:txBody>
      </p:sp>
    </p:spTree>
    <p:extLst>
      <p:ext uri="{BB962C8B-B14F-4D97-AF65-F5344CB8AC3E}">
        <p14:creationId xmlns:p14="http://schemas.microsoft.com/office/powerpoint/2010/main" val="77336470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テキスト ボックス 10"/>
          <p:cNvSpPr txBox="1"/>
          <p:nvPr/>
        </p:nvSpPr>
        <p:spPr>
          <a:xfrm>
            <a:off x="0" y="663706"/>
            <a:ext cx="6498529" cy="369332"/>
          </a:xfrm>
          <a:prstGeom prst="rect">
            <a:avLst/>
          </a:prstGeom>
          <a:noFill/>
        </p:spPr>
        <p:txBody>
          <a:bodyPr wrap="square" rtlCol="0">
            <a:spAutoFit/>
          </a:bodyPr>
          <a:lstStyle>
            <a:defPPr>
              <a:defRPr lang="en-US"/>
            </a:defPPr>
            <a:lvl1pPr algn="l">
              <a:defRPr sz="1600" u="sng">
                <a:latin typeface="Arial" pitchFamily="34" charset="0"/>
                <a:cs typeface="Arial" pitchFamily="34" charset="0"/>
              </a:defRPr>
            </a:lvl1pPr>
          </a:lstStyle>
          <a:p>
            <a:r>
              <a:rPr lang="ja-JP" altLang="en-US" sz="1800" u="none">
                <a:latin typeface="Meiryo UI" panose="020B0604030504040204" pitchFamily="50" charset="-128"/>
                <a:ea typeface="Meiryo UI" panose="020B0604030504040204" pitchFamily="50" charset="-128"/>
              </a:rPr>
              <a:t>＜ </a:t>
            </a:r>
            <a:r>
              <a:rPr lang="en-US" altLang="ja-JP" sz="1800" u="none">
                <a:latin typeface="Meiryo UI" panose="020B0604030504040204" pitchFamily="50" charset="-128"/>
                <a:ea typeface="Meiryo UI" panose="020B0604030504040204" pitchFamily="50" charset="-128"/>
              </a:rPr>
              <a:t>Engine</a:t>
            </a:r>
            <a:r>
              <a:rPr lang="ja-JP" altLang="en-US" sz="1800" u="none">
                <a:latin typeface="Meiryo UI" panose="020B0604030504040204" pitchFamily="50" charset="-128"/>
                <a:ea typeface="Meiryo UI" panose="020B0604030504040204" pitchFamily="50" charset="-128"/>
              </a:rPr>
              <a:t> </a:t>
            </a:r>
            <a:r>
              <a:rPr lang="en-US" altLang="ja-JP" sz="1800" u="none">
                <a:latin typeface="Meiryo UI" panose="020B0604030504040204" pitchFamily="50" charset="-128"/>
                <a:ea typeface="Meiryo UI" panose="020B0604030504040204" pitchFamily="50" charset="-128"/>
              </a:rPr>
              <a:t>Spec Overview </a:t>
            </a:r>
            <a:r>
              <a:rPr lang="ja-JP" altLang="en-US" sz="1800" u="none">
                <a:latin typeface="Meiryo UI" panose="020B0604030504040204" pitchFamily="50" charset="-128"/>
                <a:ea typeface="Meiryo UI" panose="020B0604030504040204" pitchFamily="50" charset="-128"/>
              </a:rPr>
              <a:t>＞ </a:t>
            </a:r>
          </a:p>
        </p:txBody>
      </p:sp>
      <p:pic>
        <p:nvPicPr>
          <p:cNvPr id="2076" name="Picture 2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1775" y="1012082"/>
            <a:ext cx="7639050" cy="2771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77" name="Picture 2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48604" y="2304429"/>
            <a:ext cx="7143750" cy="27527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5" name="テキスト ボックス 14"/>
          <p:cNvSpPr txBox="1"/>
          <p:nvPr/>
        </p:nvSpPr>
        <p:spPr>
          <a:xfrm>
            <a:off x="5320479" y="5058116"/>
            <a:ext cx="3571875" cy="369332"/>
          </a:xfrm>
          <a:prstGeom prst="rect">
            <a:avLst/>
          </a:prstGeom>
          <a:noFill/>
        </p:spPr>
        <p:txBody>
          <a:bodyPr wrap="square" rtlCol="0">
            <a:spAutoFit/>
          </a:bodyPr>
          <a:lstStyle>
            <a:defPPr>
              <a:defRPr lang="en-US"/>
            </a:defPPr>
            <a:lvl1pPr algn="l">
              <a:defRPr sz="1600" u="sng">
                <a:latin typeface="Arial" pitchFamily="34" charset="0"/>
                <a:cs typeface="Arial" pitchFamily="34" charset="0"/>
              </a:defRPr>
            </a:lvl1pPr>
          </a:lstStyle>
          <a:p>
            <a:r>
              <a:rPr lang="ja-JP" altLang="en-US" sz="1800" u="none">
                <a:latin typeface="Meiryo UI" panose="020B0604030504040204" pitchFamily="50" charset="-128"/>
                <a:ea typeface="Meiryo UI" panose="020B0604030504040204" pitchFamily="50" charset="-128"/>
              </a:rPr>
              <a:t>＜</a:t>
            </a:r>
            <a:r>
              <a:rPr lang="en-US" altLang="ja-JP" sz="1800" u="none">
                <a:latin typeface="Meiryo UI" panose="020B0604030504040204" pitchFamily="50" charset="-128"/>
                <a:ea typeface="Meiryo UI" panose="020B0604030504040204" pitchFamily="50" charset="-128"/>
              </a:rPr>
              <a:t>Vehicle</a:t>
            </a:r>
            <a:r>
              <a:rPr lang="ja-JP" altLang="en-US" sz="1800" u="none">
                <a:latin typeface="Meiryo UI" panose="020B0604030504040204" pitchFamily="50" charset="-128"/>
                <a:ea typeface="Meiryo UI" panose="020B0604030504040204" pitchFamily="50" charset="-128"/>
              </a:rPr>
              <a:t> </a:t>
            </a:r>
            <a:r>
              <a:rPr lang="en-US" altLang="ja-JP" sz="1800" u="none">
                <a:latin typeface="Meiryo UI" panose="020B0604030504040204" pitchFamily="50" charset="-128"/>
                <a:ea typeface="Meiryo UI" panose="020B0604030504040204" pitchFamily="50" charset="-128"/>
              </a:rPr>
              <a:t>Spec overview </a:t>
            </a:r>
            <a:r>
              <a:rPr lang="ja-JP" altLang="en-US" sz="1800" u="none">
                <a:latin typeface="Meiryo UI" panose="020B0604030504040204" pitchFamily="50" charset="-128"/>
                <a:ea typeface="Meiryo UI" panose="020B0604030504040204" pitchFamily="50" charset="-128"/>
              </a:rPr>
              <a:t>＞ </a:t>
            </a:r>
          </a:p>
        </p:txBody>
      </p:sp>
      <p:sp>
        <p:nvSpPr>
          <p:cNvPr id="19" name="正方形/長方形 18"/>
          <p:cNvSpPr/>
          <p:nvPr/>
        </p:nvSpPr>
        <p:spPr>
          <a:xfrm rot="20118914">
            <a:off x="2226987" y="2737396"/>
            <a:ext cx="4376519" cy="1200329"/>
          </a:xfrm>
          <a:prstGeom prst="rect">
            <a:avLst/>
          </a:prstGeom>
          <a:noFill/>
        </p:spPr>
        <p:txBody>
          <a:bodyPr wrap="none" lIns="91440" tIns="45720" rIns="91440" bIns="45720">
            <a:spAutoFit/>
          </a:bodyPr>
          <a:lstStyle/>
          <a:p>
            <a:pPr algn="ctr"/>
            <a:r>
              <a:rPr lang="en-US" altLang="ja-JP" sz="7200" b="1" cap="none" spc="0" dirty="0">
                <a:ln w="31550" cmpd="sng">
                  <a:gradFill>
                    <a:gsLst>
                      <a:gs pos="70000">
                        <a:schemeClr val="accent6">
                          <a:shade val="50000"/>
                          <a:satMod val="190000"/>
                        </a:schemeClr>
                      </a:gs>
                      <a:gs pos="0">
                        <a:schemeClr val="accent6">
                          <a:tint val="77000"/>
                          <a:satMod val="180000"/>
                        </a:schemeClr>
                      </a:gs>
                    </a:gsLst>
                    <a:lin ang="5400000"/>
                  </a:gradFill>
                  <a:prstDash val="solid"/>
                </a:ln>
                <a:solidFill>
                  <a:schemeClr val="accent6">
                    <a:tint val="15000"/>
                    <a:satMod val="200000"/>
                  </a:schemeClr>
                </a:solidFill>
                <a:effectLst>
                  <a:outerShdw blurRad="50800" dist="40000" dir="5400000" algn="tl" rotWithShape="0">
                    <a:srgbClr val="000000">
                      <a:shade val="5000"/>
                      <a:satMod val="120000"/>
                      <a:alpha val="33000"/>
                    </a:srgbClr>
                  </a:outerShdw>
                </a:effectLst>
                <a:latin typeface="Meiryo UI" panose="020B0604030504040204" pitchFamily="50" charset="-128"/>
                <a:ea typeface="Meiryo UI" panose="020B0604030504040204" pitchFamily="50" charset="-128"/>
              </a:rPr>
              <a:t>Example</a:t>
            </a:r>
            <a:endParaRPr lang="ja-JP" altLang="en-US" sz="7200" b="1" cap="none" spc="0" dirty="0">
              <a:ln w="31550" cmpd="sng">
                <a:gradFill>
                  <a:gsLst>
                    <a:gs pos="70000">
                      <a:schemeClr val="accent6">
                        <a:shade val="50000"/>
                        <a:satMod val="190000"/>
                      </a:schemeClr>
                    </a:gs>
                    <a:gs pos="0">
                      <a:schemeClr val="accent6">
                        <a:tint val="77000"/>
                        <a:satMod val="180000"/>
                      </a:schemeClr>
                    </a:gs>
                  </a:gsLst>
                  <a:lin ang="5400000"/>
                </a:gradFill>
                <a:prstDash val="solid"/>
              </a:ln>
              <a:solidFill>
                <a:schemeClr val="accent6">
                  <a:tint val="15000"/>
                  <a:satMod val="200000"/>
                </a:schemeClr>
              </a:solidFill>
              <a:effectLst>
                <a:outerShdw blurRad="50800" dist="40000" dir="5400000" algn="tl" rotWithShape="0">
                  <a:srgbClr val="000000">
                    <a:shade val="5000"/>
                    <a:satMod val="120000"/>
                    <a:alpha val="33000"/>
                  </a:srgbClr>
                </a:outerShdw>
              </a:effectLst>
              <a:latin typeface="Meiryo UI" panose="020B0604030504040204" pitchFamily="50" charset="-128"/>
              <a:ea typeface="Meiryo UI" panose="020B0604030504040204" pitchFamily="50" charset="-128"/>
            </a:endParaRPr>
          </a:p>
        </p:txBody>
      </p:sp>
      <p:sp>
        <p:nvSpPr>
          <p:cNvPr id="16" name="コンテンツ プレースホルダー 2"/>
          <p:cNvSpPr txBox="1">
            <a:spLocks/>
          </p:cNvSpPr>
          <p:nvPr>
            <p:custDataLst>
              <p:tags r:id="rId1"/>
            </p:custDataLst>
          </p:nvPr>
        </p:nvSpPr>
        <p:spPr bwMode="auto">
          <a:xfrm>
            <a:off x="3249264" y="6063857"/>
            <a:ext cx="5422959" cy="508473"/>
          </a:xfrm>
          <a:prstGeom prst="rect">
            <a:avLst/>
          </a:prstGeom>
          <a:noFill/>
          <a:ln w="0">
            <a:noFill/>
            <a:miter lim="800000"/>
            <a:headEnd/>
            <a:tailEnd/>
          </a:ln>
          <a:effectLst/>
          <a:extLs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vert="horz" wrap="none" lIns="0" tIns="0" rIns="0" bIns="0" numCol="1" anchor="t" anchorCtr="0" compatLnSpc="1">
            <a:prstTxWarp prst="textNoShape">
              <a:avLst/>
            </a:prstTxWarp>
            <a:spAutoFit/>
          </a:bodyPr>
          <a:lstStyle>
            <a:lvl1pPr marL="251460" indent="-251460" algn="l" rtl="0" eaLnBrk="1" fontAlgn="base" hangingPunct="1">
              <a:lnSpc>
                <a:spcPts val="2300"/>
              </a:lnSpc>
              <a:spcBef>
                <a:spcPts val="500"/>
              </a:spcBef>
              <a:spcAft>
                <a:spcPct val="0"/>
              </a:spcAft>
              <a:buClrTx/>
              <a:buSzPct val="100000"/>
              <a:buFontTx/>
              <a:buNone/>
              <a:defRPr kumimoji="1" sz="1800" b="0" i="0" u="none">
                <a:solidFill>
                  <a:schemeClr val="tx1"/>
                </a:solidFill>
                <a:latin typeface="Bosch Office Sans" panose="020B0604020202020204" pitchFamily="34" charset="0"/>
                <a:ea typeface="+mn-ea"/>
                <a:cs typeface="Arial" pitchFamily="34" charset="0"/>
              </a:defRPr>
            </a:lvl1pPr>
            <a:lvl2pPr marL="467360" indent="-467360" algn="l" rtl="0" eaLnBrk="1" fontAlgn="base" hangingPunct="1">
              <a:lnSpc>
                <a:spcPts val="2000"/>
              </a:lnSpc>
              <a:spcBef>
                <a:spcPts val="500"/>
              </a:spcBef>
              <a:spcAft>
                <a:spcPct val="0"/>
              </a:spcAft>
              <a:buClrTx/>
              <a:buSzPct val="100000"/>
              <a:buFontTx/>
              <a:buNone/>
              <a:defRPr kumimoji="1" sz="1600" b="0" i="0" u="none">
                <a:solidFill>
                  <a:schemeClr val="tx1"/>
                </a:solidFill>
                <a:latin typeface="Bosch Office Sans" panose="020B0604020202020204" pitchFamily="34" charset="0"/>
                <a:cs typeface="Arial" pitchFamily="34" charset="0"/>
              </a:defRPr>
            </a:lvl2pPr>
            <a:lvl3pPr marL="647700" indent="-647700" algn="l" rtl="0" eaLnBrk="1" fontAlgn="base" hangingPunct="1">
              <a:lnSpc>
                <a:spcPts val="1700"/>
              </a:lnSpc>
              <a:spcBef>
                <a:spcPts val="500"/>
              </a:spcBef>
              <a:spcAft>
                <a:spcPct val="0"/>
              </a:spcAft>
              <a:buClrTx/>
              <a:buSzPct val="100000"/>
              <a:buFontTx/>
              <a:buNone/>
              <a:defRPr kumimoji="1" sz="1400" b="0" i="0" u="none">
                <a:solidFill>
                  <a:schemeClr val="tx1"/>
                </a:solidFill>
                <a:latin typeface="Bosch Office Sans" panose="020B0604020202020204" pitchFamily="34" charset="0"/>
                <a:cs typeface="Arial" pitchFamily="34" charset="0"/>
              </a:defRPr>
            </a:lvl3pPr>
            <a:lvl4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4pPr>
            <a:lvl5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5pPr>
            <a:lvl6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6pPr>
            <a:lvl7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7pPr>
            <a:lvl8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8pPr>
            <a:lvl9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9pPr>
          </a:lstStyle>
          <a:p>
            <a:pPr marL="0" indent="0">
              <a:lnSpc>
                <a:spcPct val="105000"/>
              </a:lnSpc>
              <a:spcBef>
                <a:spcPts val="600"/>
              </a:spcBef>
              <a:spcAft>
                <a:spcPts val="0"/>
              </a:spcAft>
            </a:pPr>
            <a:r>
              <a:rPr lang="en-US" altLang="ja-JP" sz="1400" b="1" kern="0">
                <a:latin typeface="Meiryo UI" panose="020B0604030504040204" pitchFamily="50" charset="-128"/>
              </a:rPr>
              <a:t>※</a:t>
            </a:r>
            <a:r>
              <a:rPr lang="ja-JP" altLang="en-US" sz="1400" b="1" kern="0">
                <a:latin typeface="Meiryo UI" panose="020B0604030504040204" pitchFamily="50" charset="-128"/>
              </a:rPr>
              <a:t> </a:t>
            </a:r>
            <a:r>
              <a:rPr lang="en-US" altLang="ja-JP" sz="1400" b="1" kern="0">
                <a:latin typeface="Meiryo UI" panose="020B0604030504040204" pitchFamily="50" charset="-128"/>
              </a:rPr>
              <a:t>Refer to “</a:t>
            </a:r>
            <a:r>
              <a:rPr lang="en-US" altLang="ja-JP" sz="1400" b="1" kern="0">
                <a:solidFill>
                  <a:srgbClr val="FF0000"/>
                </a:solidFill>
                <a:latin typeface="Meiryo UI" panose="020B0604030504040204" pitchFamily="50" charset="-128"/>
              </a:rPr>
              <a:t>XXXX</a:t>
            </a:r>
            <a:r>
              <a:rPr lang="ja-JP" altLang="en-US" sz="1400" b="1" kern="0">
                <a:latin typeface="Meiryo UI" panose="020B0604030504040204" pitchFamily="50" charset="-128"/>
              </a:rPr>
              <a:t> </a:t>
            </a:r>
            <a:r>
              <a:rPr lang="en-US" altLang="ja-JP" sz="1400" b="1" kern="0">
                <a:latin typeface="Meiryo UI" panose="020B0604030504040204" pitchFamily="50" charset="-128"/>
              </a:rPr>
              <a:t>Spec list” excel file.</a:t>
            </a:r>
          </a:p>
          <a:p>
            <a:pPr marL="0" indent="0">
              <a:lnSpc>
                <a:spcPct val="105000"/>
              </a:lnSpc>
              <a:spcBef>
                <a:spcPts val="600"/>
              </a:spcBef>
              <a:spcAft>
                <a:spcPts val="0"/>
              </a:spcAft>
            </a:pPr>
            <a:r>
              <a:rPr lang="en-US" sz="1400" b="1" kern="0">
                <a:latin typeface="Meiryo UI" panose="020B0604030504040204" pitchFamily="50" charset="-128"/>
              </a:rPr>
              <a:t>In folder : “13. ENG Spec Comparison from Base model ”</a:t>
            </a:r>
          </a:p>
        </p:txBody>
      </p:sp>
      <p:sp>
        <p:nvSpPr>
          <p:cNvPr id="18" name="Text Box 2">
            <a:extLst>
              <a:ext uri="{FF2B5EF4-FFF2-40B4-BE49-F238E27FC236}">
                <a16:creationId xmlns:a16="http://schemas.microsoft.com/office/drawing/2014/main" id="{BEFA5A06-F9F9-4BEB-AA80-AA0CBE7A7A23}"/>
              </a:ext>
            </a:extLst>
          </p:cNvPr>
          <p:cNvSpPr txBox="1">
            <a:spLocks noChangeArrowheads="1"/>
          </p:cNvSpPr>
          <p:nvPr/>
        </p:nvSpPr>
        <p:spPr bwMode="auto">
          <a:xfrm>
            <a:off x="133270" y="70577"/>
            <a:ext cx="88931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ctr" eaLnBrk="1" fontAlgn="base" hangingPunct="1">
              <a:spcBef>
                <a:spcPct val="0"/>
              </a:spcBef>
              <a:spcAft>
                <a:spcPct val="0"/>
              </a:spcAft>
            </a:pPr>
            <a:r>
              <a:rPr lang="en-US" altLang="ja-JP" sz="1800">
                <a:solidFill>
                  <a:srgbClr val="FFFFFF"/>
                </a:solidFill>
                <a:latin typeface="Meiryo UI" panose="020B0604030504040204" pitchFamily="50" charset="-128"/>
                <a:ea typeface="Meiryo UI" panose="020B0604030504040204" pitchFamily="50" charset="-128"/>
                <a:cs typeface="Arial" pitchFamily="34" charset="0"/>
              </a:rPr>
              <a:t>13.</a:t>
            </a:r>
            <a:r>
              <a:rPr lang="ja-JP" altLang="en-US" sz="1800">
                <a:solidFill>
                  <a:srgbClr val="FFFFFF"/>
                </a:solidFill>
                <a:latin typeface="Meiryo UI" panose="020B0604030504040204" pitchFamily="50" charset="-128"/>
                <a:ea typeface="Meiryo UI" panose="020B0604030504040204" pitchFamily="50" charset="-128"/>
                <a:cs typeface="Arial" pitchFamily="34" charset="0"/>
              </a:rPr>
              <a:t> </a:t>
            </a:r>
            <a:r>
              <a:rPr lang="en-US" altLang="ja-JP" sz="1800">
                <a:solidFill>
                  <a:srgbClr val="FFFFFF"/>
                </a:solidFill>
                <a:latin typeface="Meiryo UI" panose="020B0604030504040204" pitchFamily="50" charset="-128"/>
                <a:ea typeface="Meiryo UI" panose="020B0604030504040204" pitchFamily="50" charset="-128"/>
                <a:cs typeface="Arial" pitchFamily="34" charset="0"/>
              </a:rPr>
              <a:t>ENG Spec Comparison from Base Model (1/7)</a:t>
            </a:r>
            <a:endParaRPr lang="en-US" altLang="ja-JP" sz="1050">
              <a:solidFill>
                <a:srgbClr val="FFFFFF"/>
              </a:solidFill>
              <a:latin typeface="Meiryo UI" panose="020B0604030504040204" pitchFamily="50" charset="-128"/>
              <a:ea typeface="Meiryo UI" panose="020B0604030504040204" pitchFamily="50" charset="-128"/>
              <a:cs typeface="Arial" pitchFamily="34" charset="0"/>
            </a:endParaRPr>
          </a:p>
        </p:txBody>
      </p:sp>
    </p:spTree>
    <p:extLst>
      <p:ext uri="{BB962C8B-B14F-4D97-AF65-F5344CB8AC3E}">
        <p14:creationId xmlns:p14="http://schemas.microsoft.com/office/powerpoint/2010/main" val="233018466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2">
            <a:extLst>
              <a:ext uri="{FF2B5EF4-FFF2-40B4-BE49-F238E27FC236}">
                <a16:creationId xmlns:a16="http://schemas.microsoft.com/office/drawing/2014/main" id="{BEFA5A06-F9F9-4BEB-AA80-AA0CBE7A7A23}"/>
              </a:ext>
            </a:extLst>
          </p:cNvPr>
          <p:cNvSpPr txBox="1">
            <a:spLocks noChangeArrowheads="1"/>
          </p:cNvSpPr>
          <p:nvPr/>
        </p:nvSpPr>
        <p:spPr bwMode="auto">
          <a:xfrm>
            <a:off x="133270" y="70577"/>
            <a:ext cx="88931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ctr" eaLnBrk="1" fontAlgn="base" hangingPunct="1">
              <a:spcBef>
                <a:spcPct val="0"/>
              </a:spcBef>
              <a:spcAft>
                <a:spcPct val="0"/>
              </a:spcAft>
            </a:pPr>
            <a:r>
              <a:rPr lang="en-US" altLang="ja-JP" sz="1800" dirty="0">
                <a:solidFill>
                  <a:srgbClr val="FFFFFF"/>
                </a:solidFill>
                <a:latin typeface="Meiryo UI" panose="020B0604030504040204" pitchFamily="50" charset="-128"/>
                <a:ea typeface="Meiryo UI" panose="020B0604030504040204" pitchFamily="50" charset="-128"/>
                <a:cs typeface="Arial" pitchFamily="34" charset="0"/>
              </a:rPr>
              <a:t>13.</a:t>
            </a:r>
            <a:r>
              <a:rPr lang="ja-JP" altLang="en-US" sz="1800" dirty="0">
                <a:solidFill>
                  <a:srgbClr val="FFFFFF"/>
                </a:solidFill>
                <a:latin typeface="Meiryo UI" panose="020B0604030504040204" pitchFamily="50" charset="-128"/>
                <a:ea typeface="Meiryo UI" panose="020B0604030504040204" pitchFamily="50" charset="-128"/>
                <a:cs typeface="Arial" pitchFamily="34" charset="0"/>
              </a:rPr>
              <a:t> </a:t>
            </a:r>
            <a:r>
              <a:rPr lang="en-US" altLang="ja-JP" sz="1800" dirty="0">
                <a:solidFill>
                  <a:srgbClr val="FFFFFF"/>
                </a:solidFill>
                <a:latin typeface="Meiryo UI" panose="020B0604030504040204" pitchFamily="50" charset="-128"/>
                <a:ea typeface="Meiryo UI" panose="020B0604030504040204" pitchFamily="50" charset="-128"/>
                <a:cs typeface="Arial" pitchFamily="34" charset="0"/>
              </a:rPr>
              <a:t>ENG Spec Comparison from Base model (2/7)</a:t>
            </a:r>
            <a:endParaRPr lang="en-US" altLang="ja-JP" sz="1050" dirty="0">
              <a:solidFill>
                <a:srgbClr val="FFFFFF"/>
              </a:solidFill>
              <a:latin typeface="Meiryo UI" panose="020B0604030504040204" pitchFamily="50" charset="-128"/>
              <a:ea typeface="Meiryo UI" panose="020B0604030504040204" pitchFamily="50" charset="-128"/>
              <a:cs typeface="Arial" pitchFamily="34" charset="0"/>
            </a:endParaRPr>
          </a:p>
        </p:txBody>
      </p:sp>
      <p:sp>
        <p:nvSpPr>
          <p:cNvPr id="8" name="Text Box 2"/>
          <p:cNvSpPr txBox="1">
            <a:spLocks noChangeArrowheads="1"/>
          </p:cNvSpPr>
          <p:nvPr/>
        </p:nvSpPr>
        <p:spPr bwMode="auto">
          <a:xfrm>
            <a:off x="107510" y="587375"/>
            <a:ext cx="8928992"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180975" marR="0" lvl="0" indent="-180975" algn="l" defTabSz="914400" rtl="0" eaLnBrk="1" fontAlgn="base" latinLnBrk="0" hangingPunct="1">
              <a:lnSpc>
                <a:spcPct val="100000"/>
              </a:lnSpc>
              <a:spcBef>
                <a:spcPct val="0"/>
              </a:spcBef>
              <a:spcAft>
                <a:spcPct val="0"/>
              </a:spcAft>
              <a:buClrTx/>
              <a:buSzTx/>
              <a:buFontTx/>
              <a:buNone/>
              <a:tabLst/>
              <a:defRPr/>
            </a:pPr>
            <a:r>
              <a:rPr kumimoji="1" lang="en-US" altLang="ja-JP"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Honda </a:t>
            </a:r>
            <a:r>
              <a:rPr kumimoji="1" lang="ja-JP" altLang="en-US"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内製適用部品リストの目的：適用部品の情報共有</a:t>
            </a:r>
          </a:p>
        </p:txBody>
      </p:sp>
      <p:sp>
        <p:nvSpPr>
          <p:cNvPr id="9" name="Text Box 2"/>
          <p:cNvSpPr txBox="1">
            <a:spLocks noChangeArrowheads="1"/>
          </p:cNvSpPr>
          <p:nvPr/>
        </p:nvSpPr>
        <p:spPr bwMode="auto">
          <a:xfrm>
            <a:off x="97454" y="803371"/>
            <a:ext cx="8928992"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180975" marR="0" lvl="0" indent="-180975" algn="l" defTabSz="914400" rtl="0" eaLnBrk="1" fontAlgn="base" latinLnBrk="0" hangingPunct="1">
              <a:lnSpc>
                <a:spcPct val="100000"/>
              </a:lnSpc>
              <a:spcBef>
                <a:spcPct val="0"/>
              </a:spcBef>
              <a:spcAft>
                <a:spcPct val="0"/>
              </a:spcAft>
              <a:buClrTx/>
              <a:buSzTx/>
              <a:buFontTx/>
              <a:buNone/>
              <a:tabLst>
                <a:tab pos="85725" algn="l"/>
              </a:tabLst>
              <a:defRPr/>
            </a:pPr>
            <a:r>
              <a:rPr kumimoji="1" lang="en-US" altLang="ja-JP"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Purpose of Honda production list : to share the ENG structure information. </a:t>
            </a:r>
            <a:endParaRPr kumimoji="1" lang="ja-JP" altLang="en-US"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endParaRPr>
          </a:p>
        </p:txBody>
      </p:sp>
      <p:graphicFrame>
        <p:nvGraphicFramePr>
          <p:cNvPr id="10" name="表 16">
            <a:extLst>
              <a:ext uri="{FF2B5EF4-FFF2-40B4-BE49-F238E27FC236}">
                <a16:creationId xmlns:a16="http://schemas.microsoft.com/office/drawing/2014/main" id="{0D098C95-FF4F-4CD5-832E-FD7373B8C0E4}"/>
              </a:ext>
            </a:extLst>
          </p:cNvPr>
          <p:cNvGraphicFramePr>
            <a:graphicFrameLocks noGrp="1"/>
          </p:cNvGraphicFramePr>
          <p:nvPr>
            <p:extLst>
              <p:ext uri="{D42A27DB-BD31-4B8C-83A1-F6EECF244321}">
                <p14:modId xmlns:p14="http://schemas.microsoft.com/office/powerpoint/2010/main" val="1897963047"/>
              </p:ext>
            </p:extLst>
          </p:nvPr>
        </p:nvGraphicFramePr>
        <p:xfrm>
          <a:off x="225812" y="1080021"/>
          <a:ext cx="8368783" cy="2742960"/>
        </p:xfrm>
        <a:graphic>
          <a:graphicData uri="http://schemas.openxmlformats.org/drawingml/2006/table">
            <a:tbl>
              <a:tblPr firstRow="1" bandRow="1">
                <a:tableStyleId>{5940675A-B579-460E-94D1-54222C63F5DA}</a:tableStyleId>
              </a:tblPr>
              <a:tblGrid>
                <a:gridCol w="2648220">
                  <a:extLst>
                    <a:ext uri="{9D8B030D-6E8A-4147-A177-3AD203B41FA5}">
                      <a16:colId xmlns:a16="http://schemas.microsoft.com/office/drawing/2014/main" val="1064326632"/>
                    </a:ext>
                  </a:extLst>
                </a:gridCol>
                <a:gridCol w="793417">
                  <a:extLst>
                    <a:ext uri="{9D8B030D-6E8A-4147-A177-3AD203B41FA5}">
                      <a16:colId xmlns:a16="http://schemas.microsoft.com/office/drawing/2014/main" val="958295894"/>
                    </a:ext>
                  </a:extLst>
                </a:gridCol>
                <a:gridCol w="952176">
                  <a:extLst>
                    <a:ext uri="{9D8B030D-6E8A-4147-A177-3AD203B41FA5}">
                      <a16:colId xmlns:a16="http://schemas.microsoft.com/office/drawing/2014/main" val="1599803788"/>
                    </a:ext>
                  </a:extLst>
                </a:gridCol>
                <a:gridCol w="1323975">
                  <a:extLst>
                    <a:ext uri="{9D8B030D-6E8A-4147-A177-3AD203B41FA5}">
                      <a16:colId xmlns:a16="http://schemas.microsoft.com/office/drawing/2014/main" val="3857255017"/>
                    </a:ext>
                  </a:extLst>
                </a:gridCol>
                <a:gridCol w="2650995">
                  <a:extLst>
                    <a:ext uri="{9D8B030D-6E8A-4147-A177-3AD203B41FA5}">
                      <a16:colId xmlns:a16="http://schemas.microsoft.com/office/drawing/2014/main" val="962503986"/>
                    </a:ext>
                  </a:extLst>
                </a:gridCol>
              </a:tblGrid>
              <a:tr h="129990">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Arial" panose="020B0604020202020204" pitchFamily="34" charset="0"/>
                        </a:rPr>
                        <a:t>Part Name</a:t>
                      </a:r>
                      <a:endParaRPr kumimoji="1" lang="ja-JP" altLang="en-US" sz="14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Arial" panose="020B0604020202020204" pitchFamily="34" charset="0"/>
                      </a:endParaRPr>
                    </a:p>
                  </a:txBody>
                  <a:tcPr marL="72000" marR="72000" marT="18000" marB="18000" anchor="ctr"/>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algn="ctr" defTabSz="914227" rtl="0" eaLnBrk="1" fontAlgn="ctr" latinLnBrk="0" hangingPunct="1"/>
                      <a:r>
                        <a:rPr kumimoji="1" lang="en-US" altLang="ja-JP" sz="1400" b="0" i="0" u="none" strike="noStrike" kern="1200" dirty="0">
                          <a:solidFill>
                            <a:schemeClr val="tx1"/>
                          </a:solidFill>
                          <a:effectLst/>
                          <a:latin typeface="Meiryo UI" panose="020B0604030504040204" pitchFamily="50" charset="-128"/>
                          <a:ea typeface="Meiryo UI" panose="020B0604030504040204" pitchFamily="50" charset="-128"/>
                          <a:cs typeface="+mn-cs"/>
                        </a:rPr>
                        <a:t>62XS</a:t>
                      </a:r>
                      <a:endParaRPr kumimoji="1" lang="en-US" sz="14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72000" marR="72000" marT="18000" marB="18000" anchor="ctr"/>
                </a:tc>
                <a:tc>
                  <a:txBody>
                    <a:bodyPr/>
                    <a:lstStyle/>
                    <a:p>
                      <a:pPr marL="0" algn="ctr" defTabSz="914227" rtl="0" eaLnBrk="1" fontAlgn="ctr" latinLnBrk="0" hangingPunct="1"/>
                      <a:r>
                        <a:rPr kumimoji="1" lang="en-US" sz="1400" b="0" i="0" u="none" strike="noStrike" kern="1200" dirty="0">
                          <a:solidFill>
                            <a:schemeClr val="tx1"/>
                          </a:solidFill>
                          <a:effectLst/>
                          <a:latin typeface="Meiryo UI" panose="020B0604030504040204" pitchFamily="50" charset="-128"/>
                          <a:ea typeface="Meiryo UI" panose="020B0604030504040204" pitchFamily="50" charset="-128"/>
                          <a:cs typeface="+mn-cs"/>
                        </a:rPr>
                        <a:t>6WZZ</a:t>
                      </a:r>
                    </a:p>
                  </a:txBody>
                  <a:tcPr marL="72000" marR="72000" marT="18000" marB="18000" anchor="ctr"/>
                </a:tc>
                <a:tc>
                  <a:txBody>
                    <a:bodyPr/>
                    <a:lstStyle/>
                    <a:p>
                      <a:pPr marL="0" algn="ctr" defTabSz="914227" rtl="0" eaLnBrk="1" fontAlgn="ctr" latinLnBrk="0" hangingPunct="1"/>
                      <a:r>
                        <a:rPr kumimoji="1" lang="en-US" sz="1400" b="0" i="0" u="none" strike="noStrike" kern="1200" dirty="0">
                          <a:solidFill>
                            <a:schemeClr val="tx1"/>
                          </a:solidFill>
                          <a:effectLst/>
                          <a:latin typeface="Meiryo UI" panose="020B0604030504040204" pitchFamily="50" charset="-128"/>
                          <a:ea typeface="Meiryo UI" panose="020B0604030504040204" pitchFamily="50" charset="-128"/>
                          <a:cs typeface="+mn-cs"/>
                        </a:rPr>
                        <a:t>6WZX</a:t>
                      </a:r>
                    </a:p>
                  </a:txBody>
                  <a:tcPr marL="72000" marR="72000" marT="18000" marB="18000" anchor="ctr"/>
                </a:tc>
                <a:tc rowSpan="2">
                  <a:txBody>
                    <a:bodyPr/>
                    <a:lstStyle/>
                    <a:p>
                      <a:pPr algn="ctr"/>
                      <a:r>
                        <a:rPr kumimoji="1" lang="en-US" altLang="ja-JP" sz="1400" dirty="0">
                          <a:latin typeface="Meiryo UI" panose="020B0604030504040204" pitchFamily="50" charset="-128"/>
                          <a:ea typeface="Meiryo UI" panose="020B0604030504040204" pitchFamily="50" charset="-128"/>
                        </a:rPr>
                        <a:t>NOTE</a:t>
                      </a:r>
                      <a:endParaRPr kumimoji="1" lang="ja-JP" altLang="en-US" sz="1400" dirty="0">
                        <a:latin typeface="Meiryo UI" panose="020B0604030504040204" pitchFamily="50" charset="-128"/>
                        <a:ea typeface="Meiryo UI" panose="020B0604030504040204" pitchFamily="50" charset="-128"/>
                      </a:endParaRPr>
                    </a:p>
                  </a:txBody>
                  <a:tcPr marL="72000" marR="72000" marT="18000" marB="18000" anchor="ctr"/>
                </a:tc>
                <a:extLst>
                  <a:ext uri="{0D108BD9-81ED-4DB2-BD59-A6C34878D82A}">
                    <a16:rowId xmlns:a16="http://schemas.microsoft.com/office/drawing/2014/main" val="3701587874"/>
                  </a:ext>
                </a:extLst>
              </a:tr>
              <a:tr h="129990">
                <a:tc vMerge="1">
                  <a:txBody>
                    <a:bodyPr/>
                    <a:lstStyle/>
                    <a:p>
                      <a:endParaRPr kumimoji="1" lang="ja-JP" altLang="en-US" sz="1400" dirty="0">
                        <a:latin typeface="Meiryo UI" panose="020B0604030504040204" pitchFamily="50" charset="-128"/>
                        <a:ea typeface="Meiryo UI" panose="020B0604030504040204" pitchFamily="50" charset="-128"/>
                      </a:endParaRPr>
                    </a:p>
                  </a:txBody>
                  <a:tcPr marL="72000" marR="72000" marT="18000" marB="18000"/>
                </a:tc>
                <a:tc gridSpan="3">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algn="ctr"/>
                      <a:r>
                        <a:rPr kumimoji="1" lang="en-US" altLang="ja-JP" sz="1400" b="0" baseline="0" dirty="0">
                          <a:solidFill>
                            <a:schemeClr val="tx1"/>
                          </a:solidFill>
                          <a:latin typeface="Meiryo UI" panose="020B0604030504040204" pitchFamily="50" charset="-128"/>
                          <a:ea typeface="Meiryo UI" pitchFamily="50" charset="-128"/>
                          <a:cs typeface="Arial" pitchFamily="34" charset="0"/>
                        </a:rPr>
                        <a:t>Brazil (FFV)</a:t>
                      </a:r>
                      <a:endParaRPr kumimoji="1" lang="ja-JP" altLang="en-US" sz="1400" b="0" baseline="0" dirty="0">
                        <a:solidFill>
                          <a:schemeClr val="tx1"/>
                        </a:solidFill>
                        <a:latin typeface="Meiryo UI" panose="020B0604030504040204" pitchFamily="50" charset="-128"/>
                        <a:ea typeface="Meiryo UI" pitchFamily="50" charset="-128"/>
                        <a:cs typeface="Arial" pitchFamily="34" charset="0"/>
                      </a:endParaRPr>
                    </a:p>
                  </a:txBody>
                  <a:tcPr marL="72000" marR="72000" marT="18000" marB="18000" anchor="ctr"/>
                </a:tc>
                <a:tc hMerge="1">
                  <a:txBody>
                    <a:bodyPr/>
                    <a:lstStyle/>
                    <a:p>
                      <a:endParaRPr kumimoji="1" lang="ja-JP" altLang="en-US"/>
                    </a:p>
                  </a:txBody>
                  <a:tcPr/>
                </a:tc>
                <a:tc hMerge="1">
                  <a:txBody>
                    <a:bodyPr/>
                    <a:lstStyle/>
                    <a:p>
                      <a:endParaRPr kumimoji="1" lang="ja-JP" altLang="en-US"/>
                    </a:p>
                  </a:txBody>
                  <a:tcPr/>
                </a:tc>
                <a:tc vMerge="1">
                  <a:txBody>
                    <a:bodyPr/>
                    <a:lstStyle/>
                    <a:p>
                      <a:endParaRPr kumimoji="1" lang="ja-JP" altLang="en-US" sz="1400">
                        <a:latin typeface="Meiryo UI" panose="020B0604030504040204" pitchFamily="50" charset="-128"/>
                        <a:ea typeface="Meiryo UI" panose="020B0604030504040204" pitchFamily="50" charset="-128"/>
                      </a:endParaRPr>
                    </a:p>
                  </a:txBody>
                  <a:tcPr marL="72000" marR="72000" marT="18000" marB="18000"/>
                </a:tc>
                <a:extLst>
                  <a:ext uri="{0D108BD9-81ED-4DB2-BD59-A6C34878D82A}">
                    <a16:rowId xmlns:a16="http://schemas.microsoft.com/office/drawing/2014/main" val="1130928988"/>
                  </a:ext>
                </a:extLst>
              </a:tr>
              <a:tr h="104455">
                <a:tc>
                  <a:txBody>
                    <a:bodyPr/>
                    <a:lstStyle>
                      <a:lvl1pPr marL="0" algn="l" defTabSz="914400" rtl="0" eaLnBrk="1" latinLnBrk="0" hangingPunct="1">
                        <a:defRPr kumimoji="1" sz="1800" kern="1200">
                          <a:solidFill>
                            <a:schemeClr val="tx1"/>
                          </a:solidFill>
                          <a:latin typeface="HG創英角ｺﾞｼｯｸUB"/>
                          <a:ea typeface="HG創英角ｺﾞｼｯｸUB"/>
                        </a:defRPr>
                      </a:lvl1pPr>
                      <a:lvl2pPr marL="457200" algn="l" defTabSz="914400" rtl="0" eaLnBrk="1" latinLnBrk="0" hangingPunct="1">
                        <a:defRPr kumimoji="1" sz="1800" kern="1200">
                          <a:solidFill>
                            <a:schemeClr val="tx1"/>
                          </a:solidFill>
                          <a:latin typeface="HG創英角ｺﾞｼｯｸUB"/>
                          <a:ea typeface="HG創英角ｺﾞｼｯｸUB"/>
                        </a:defRPr>
                      </a:lvl2pPr>
                      <a:lvl3pPr marL="914400" algn="l" defTabSz="914400" rtl="0" eaLnBrk="1" latinLnBrk="0" hangingPunct="1">
                        <a:defRPr kumimoji="1" sz="1800" kern="1200">
                          <a:solidFill>
                            <a:schemeClr val="tx1"/>
                          </a:solidFill>
                          <a:latin typeface="HG創英角ｺﾞｼｯｸUB"/>
                          <a:ea typeface="HG創英角ｺﾞｼｯｸUB"/>
                        </a:defRPr>
                      </a:lvl3pPr>
                      <a:lvl4pPr marL="1371600" algn="l" defTabSz="914400" rtl="0" eaLnBrk="1" latinLnBrk="0" hangingPunct="1">
                        <a:defRPr kumimoji="1" sz="1800" kern="1200">
                          <a:solidFill>
                            <a:schemeClr val="tx1"/>
                          </a:solidFill>
                          <a:latin typeface="HG創英角ｺﾞｼｯｸUB"/>
                          <a:ea typeface="HG創英角ｺﾞｼｯｸUB"/>
                        </a:defRPr>
                      </a:lvl4pPr>
                      <a:lvl5pPr marL="1828800" algn="l" defTabSz="914400" rtl="0" eaLnBrk="1" latinLnBrk="0" hangingPunct="1">
                        <a:defRPr kumimoji="1" sz="1800" kern="1200">
                          <a:solidFill>
                            <a:schemeClr val="tx1"/>
                          </a:solidFill>
                          <a:latin typeface="HG創英角ｺﾞｼｯｸUB"/>
                          <a:ea typeface="HG創英角ｺﾞｼｯｸUB"/>
                        </a:defRPr>
                      </a:lvl5pPr>
                      <a:lvl6pPr marL="2286000" algn="l" defTabSz="914400" rtl="0" eaLnBrk="1" latinLnBrk="0" hangingPunct="1">
                        <a:defRPr kumimoji="1" sz="1800" kern="1200">
                          <a:solidFill>
                            <a:schemeClr val="tx1"/>
                          </a:solidFill>
                          <a:latin typeface="HG創英角ｺﾞｼｯｸUB"/>
                          <a:ea typeface="HG創英角ｺﾞｼｯｸUB"/>
                        </a:defRPr>
                      </a:lvl6pPr>
                      <a:lvl7pPr marL="2743200" algn="l" defTabSz="914400" rtl="0" eaLnBrk="1" latinLnBrk="0" hangingPunct="1">
                        <a:defRPr kumimoji="1" sz="1800" kern="1200">
                          <a:solidFill>
                            <a:schemeClr val="tx1"/>
                          </a:solidFill>
                          <a:latin typeface="HG創英角ｺﾞｼｯｸUB"/>
                          <a:ea typeface="HG創英角ｺﾞｼｯｸUB"/>
                        </a:defRPr>
                      </a:lvl7pPr>
                      <a:lvl8pPr marL="3200400" algn="l" defTabSz="914400" rtl="0" eaLnBrk="1" latinLnBrk="0" hangingPunct="1">
                        <a:defRPr kumimoji="1" sz="1800" kern="1200">
                          <a:solidFill>
                            <a:schemeClr val="tx1"/>
                          </a:solidFill>
                          <a:latin typeface="HG創英角ｺﾞｼｯｸUB"/>
                          <a:ea typeface="HG創英角ｺﾞｼｯｸUB"/>
                        </a:defRPr>
                      </a:lvl8pPr>
                      <a:lvl9pPr marL="3657600" algn="l" defTabSz="914400" rtl="0" eaLnBrk="1" latinLnBrk="0" hangingPunct="1">
                        <a:defRPr kumimoji="1" sz="1800" kern="1200">
                          <a:solidFill>
                            <a:schemeClr val="tx1"/>
                          </a:solidFill>
                          <a:latin typeface="HG創英角ｺﾞｼｯｸUB"/>
                          <a:ea typeface="HG創英角ｺﾞｼｯｸUB"/>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KNOCK SENSOR</a:t>
                      </a:r>
                    </a:p>
                  </a:txBody>
                  <a:tcPr marL="72000" marR="72000" marT="18000" marB="18000" anchor="ctr" horzOverflow="overflow">
                    <a:noFill/>
                  </a:tcPr>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A</a:t>
                      </a:r>
                    </a:p>
                  </a:txBody>
                  <a:tcPr marL="72000" marR="72000" marT="18000" marB="18000" anchor="ctr">
                    <a:solidFill>
                      <a:srgbClr val="CCECFF"/>
                    </a:solidFill>
                  </a:tcPr>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A</a:t>
                      </a:r>
                    </a:p>
                  </a:txBody>
                  <a:tcPr marL="72000" marR="72000" marT="18000" marB="18000" anchor="ctr">
                    <a:solidFill>
                      <a:srgbClr val="CCECFF"/>
                    </a:solidFill>
                  </a:tcPr>
                </a:tc>
                <a:tc>
                  <a:txBody>
                    <a:body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chemeClr val="tx1"/>
                          </a:solidFill>
                          <a:effectLst/>
                          <a:uLnTx/>
                          <a:uFillTx/>
                          <a:latin typeface="Meiryo UI" panose="020B0604030504040204" pitchFamily="50" charset="-128"/>
                          <a:ea typeface="Meiryo UI" panose="020B0604030504040204" pitchFamily="50" charset="-128"/>
                          <a:cs typeface="+mn-cs"/>
                        </a:rPr>
                        <a:t>A</a:t>
                      </a:r>
                      <a:endPar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endParaRPr>
                    </a:p>
                  </a:txBody>
                  <a:tcPr marL="72000" marR="72000" marT="18000" marB="18000" anchor="ctr">
                    <a:solidFill>
                      <a:srgbClr val="CCECFF"/>
                    </a:solidFill>
                  </a:tcPr>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l" defTabSz="914227" rtl="0" eaLnBrk="1" fontAlgn="ctr" latinLnBrk="0" hangingPunct="1">
                        <a:lnSpc>
                          <a:spcPct val="100000"/>
                        </a:lnSpc>
                        <a:spcBef>
                          <a:spcPts val="0"/>
                        </a:spcBef>
                        <a:spcAft>
                          <a:spcPts val="0"/>
                        </a:spcAft>
                        <a:buClrTx/>
                        <a:buSzTx/>
                        <a:buFontTx/>
                        <a:buNone/>
                        <a:tabLst/>
                        <a:defRPr/>
                      </a:pPr>
                      <a:endPar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endParaRPr>
                    </a:p>
                  </a:txBody>
                  <a:tcPr marL="72000" marR="72000" marT="18000" marB="18000" anchor="ctr"/>
                </a:tc>
                <a:extLst>
                  <a:ext uri="{0D108BD9-81ED-4DB2-BD59-A6C34878D82A}">
                    <a16:rowId xmlns:a16="http://schemas.microsoft.com/office/drawing/2014/main" val="2992937786"/>
                  </a:ext>
                </a:extLst>
              </a:tr>
              <a:tr h="104455">
                <a:tc>
                  <a:txBody>
                    <a:bodyPr/>
                    <a:lstStyle>
                      <a:lvl1pPr marL="0" algn="l" defTabSz="914400" rtl="0" eaLnBrk="1" latinLnBrk="0" hangingPunct="1">
                        <a:defRPr kumimoji="1" sz="1800" kern="1200">
                          <a:solidFill>
                            <a:schemeClr val="tx1"/>
                          </a:solidFill>
                          <a:latin typeface="HG創英角ｺﾞｼｯｸUB"/>
                          <a:ea typeface="HG創英角ｺﾞｼｯｸUB"/>
                        </a:defRPr>
                      </a:lvl1pPr>
                      <a:lvl2pPr marL="457200" algn="l" defTabSz="914400" rtl="0" eaLnBrk="1" latinLnBrk="0" hangingPunct="1">
                        <a:defRPr kumimoji="1" sz="1800" kern="1200">
                          <a:solidFill>
                            <a:schemeClr val="tx1"/>
                          </a:solidFill>
                          <a:latin typeface="HG創英角ｺﾞｼｯｸUB"/>
                          <a:ea typeface="HG創英角ｺﾞｼｯｸUB"/>
                        </a:defRPr>
                      </a:lvl2pPr>
                      <a:lvl3pPr marL="914400" algn="l" defTabSz="914400" rtl="0" eaLnBrk="1" latinLnBrk="0" hangingPunct="1">
                        <a:defRPr kumimoji="1" sz="1800" kern="1200">
                          <a:solidFill>
                            <a:schemeClr val="tx1"/>
                          </a:solidFill>
                          <a:latin typeface="HG創英角ｺﾞｼｯｸUB"/>
                          <a:ea typeface="HG創英角ｺﾞｼｯｸUB"/>
                        </a:defRPr>
                      </a:lvl3pPr>
                      <a:lvl4pPr marL="1371600" algn="l" defTabSz="914400" rtl="0" eaLnBrk="1" latinLnBrk="0" hangingPunct="1">
                        <a:defRPr kumimoji="1" sz="1800" kern="1200">
                          <a:solidFill>
                            <a:schemeClr val="tx1"/>
                          </a:solidFill>
                          <a:latin typeface="HG創英角ｺﾞｼｯｸUB"/>
                          <a:ea typeface="HG創英角ｺﾞｼｯｸUB"/>
                        </a:defRPr>
                      </a:lvl4pPr>
                      <a:lvl5pPr marL="1828800" algn="l" defTabSz="914400" rtl="0" eaLnBrk="1" latinLnBrk="0" hangingPunct="1">
                        <a:defRPr kumimoji="1" sz="1800" kern="1200">
                          <a:solidFill>
                            <a:schemeClr val="tx1"/>
                          </a:solidFill>
                          <a:latin typeface="HG創英角ｺﾞｼｯｸUB"/>
                          <a:ea typeface="HG創英角ｺﾞｼｯｸUB"/>
                        </a:defRPr>
                      </a:lvl5pPr>
                      <a:lvl6pPr marL="2286000" algn="l" defTabSz="914400" rtl="0" eaLnBrk="1" latinLnBrk="0" hangingPunct="1">
                        <a:defRPr kumimoji="1" sz="1800" kern="1200">
                          <a:solidFill>
                            <a:schemeClr val="tx1"/>
                          </a:solidFill>
                          <a:latin typeface="HG創英角ｺﾞｼｯｸUB"/>
                          <a:ea typeface="HG創英角ｺﾞｼｯｸUB"/>
                        </a:defRPr>
                      </a:lvl6pPr>
                      <a:lvl7pPr marL="2743200" algn="l" defTabSz="914400" rtl="0" eaLnBrk="1" latinLnBrk="0" hangingPunct="1">
                        <a:defRPr kumimoji="1" sz="1800" kern="1200">
                          <a:solidFill>
                            <a:schemeClr val="tx1"/>
                          </a:solidFill>
                          <a:latin typeface="HG創英角ｺﾞｼｯｸUB"/>
                          <a:ea typeface="HG創英角ｺﾞｼｯｸUB"/>
                        </a:defRPr>
                      </a:lvl7pPr>
                      <a:lvl8pPr marL="3200400" algn="l" defTabSz="914400" rtl="0" eaLnBrk="1" latinLnBrk="0" hangingPunct="1">
                        <a:defRPr kumimoji="1" sz="1800" kern="1200">
                          <a:solidFill>
                            <a:schemeClr val="tx1"/>
                          </a:solidFill>
                          <a:latin typeface="HG創英角ｺﾞｼｯｸUB"/>
                          <a:ea typeface="HG創英角ｺﾞｼｯｸUB"/>
                        </a:defRPr>
                      </a:lvl8pPr>
                      <a:lvl9pPr marL="3657600" algn="l" defTabSz="914400" rtl="0" eaLnBrk="1" latinLnBrk="0" hangingPunct="1">
                        <a:defRPr kumimoji="1" sz="1800" kern="1200">
                          <a:solidFill>
                            <a:schemeClr val="tx1"/>
                          </a:solidFill>
                          <a:latin typeface="HG創英角ｺﾞｼｯｸUB"/>
                          <a:ea typeface="HG創英角ｺﾞｼｯｸUB"/>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CRANK SENSOR</a:t>
                      </a:r>
                    </a:p>
                  </a:txBody>
                  <a:tcPr marL="72000" marR="72000" marT="18000" marB="18000" anchor="ctr" horzOverflow="overflow"/>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A</a:t>
                      </a:r>
                    </a:p>
                  </a:txBody>
                  <a:tcPr marL="72000" marR="72000" marT="18000" marB="18000" anchor="ctr">
                    <a:solidFill>
                      <a:srgbClr val="CCECFF"/>
                    </a:solidFill>
                  </a:tcPr>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A</a:t>
                      </a:r>
                    </a:p>
                  </a:txBody>
                  <a:tcPr marL="72000" marR="72000" marT="18000" marB="18000" anchor="ctr">
                    <a:solidFill>
                      <a:srgbClr val="CCECFF"/>
                    </a:solidFill>
                  </a:tcPr>
                </a:tc>
                <a:tc>
                  <a:txBody>
                    <a:body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chemeClr val="tx1"/>
                          </a:solidFill>
                          <a:effectLst/>
                          <a:uLnTx/>
                          <a:uFillTx/>
                          <a:latin typeface="Meiryo UI" panose="020B0604030504040204" pitchFamily="50" charset="-128"/>
                          <a:ea typeface="Meiryo UI" panose="020B0604030504040204" pitchFamily="50" charset="-128"/>
                          <a:cs typeface="+mn-cs"/>
                        </a:rPr>
                        <a:t>A</a:t>
                      </a:r>
                      <a:endPar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endParaRPr>
                    </a:p>
                  </a:txBody>
                  <a:tcPr marL="72000" marR="72000" marT="18000" marB="18000" anchor="ctr">
                    <a:solidFill>
                      <a:srgbClr val="CCECFF"/>
                    </a:solidFill>
                  </a:tcPr>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l" defTabSz="914227" rtl="0" eaLnBrk="1" fontAlgn="ctr" latinLnBrk="0" hangingPunct="1">
                        <a:lnSpc>
                          <a:spcPct val="100000"/>
                        </a:lnSpc>
                        <a:spcBef>
                          <a:spcPts val="0"/>
                        </a:spcBef>
                        <a:spcAft>
                          <a:spcPts val="0"/>
                        </a:spcAft>
                        <a:buClrTx/>
                        <a:buSzTx/>
                        <a:buFontTx/>
                        <a:buNone/>
                        <a:tabLst/>
                        <a:defRPr/>
                      </a:pPr>
                      <a:endPar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endParaRPr>
                    </a:p>
                  </a:txBody>
                  <a:tcPr marL="72000" marR="72000" marT="18000" marB="18000" anchor="ctr"/>
                </a:tc>
                <a:extLst>
                  <a:ext uri="{0D108BD9-81ED-4DB2-BD59-A6C34878D82A}">
                    <a16:rowId xmlns:a16="http://schemas.microsoft.com/office/drawing/2014/main" val="1162212944"/>
                  </a:ext>
                </a:extLst>
              </a:tr>
              <a:tr h="104455">
                <a:tc>
                  <a:txBody>
                    <a:bodyPr/>
                    <a:lstStyle>
                      <a:lvl1pPr marL="0" algn="l" defTabSz="914400" rtl="0" eaLnBrk="1" latinLnBrk="0" hangingPunct="1">
                        <a:defRPr kumimoji="1" sz="1800" kern="1200">
                          <a:solidFill>
                            <a:schemeClr val="tx1"/>
                          </a:solidFill>
                          <a:latin typeface="HG創英角ｺﾞｼｯｸUB"/>
                          <a:ea typeface="HG創英角ｺﾞｼｯｸUB"/>
                        </a:defRPr>
                      </a:lvl1pPr>
                      <a:lvl2pPr marL="457200" algn="l" defTabSz="914400" rtl="0" eaLnBrk="1" latinLnBrk="0" hangingPunct="1">
                        <a:defRPr kumimoji="1" sz="1800" kern="1200">
                          <a:solidFill>
                            <a:schemeClr val="tx1"/>
                          </a:solidFill>
                          <a:latin typeface="HG創英角ｺﾞｼｯｸUB"/>
                          <a:ea typeface="HG創英角ｺﾞｼｯｸUB"/>
                        </a:defRPr>
                      </a:lvl2pPr>
                      <a:lvl3pPr marL="914400" algn="l" defTabSz="914400" rtl="0" eaLnBrk="1" latinLnBrk="0" hangingPunct="1">
                        <a:defRPr kumimoji="1" sz="1800" kern="1200">
                          <a:solidFill>
                            <a:schemeClr val="tx1"/>
                          </a:solidFill>
                          <a:latin typeface="HG創英角ｺﾞｼｯｸUB"/>
                          <a:ea typeface="HG創英角ｺﾞｼｯｸUB"/>
                        </a:defRPr>
                      </a:lvl3pPr>
                      <a:lvl4pPr marL="1371600" algn="l" defTabSz="914400" rtl="0" eaLnBrk="1" latinLnBrk="0" hangingPunct="1">
                        <a:defRPr kumimoji="1" sz="1800" kern="1200">
                          <a:solidFill>
                            <a:schemeClr val="tx1"/>
                          </a:solidFill>
                          <a:latin typeface="HG創英角ｺﾞｼｯｸUB"/>
                          <a:ea typeface="HG創英角ｺﾞｼｯｸUB"/>
                        </a:defRPr>
                      </a:lvl4pPr>
                      <a:lvl5pPr marL="1828800" algn="l" defTabSz="914400" rtl="0" eaLnBrk="1" latinLnBrk="0" hangingPunct="1">
                        <a:defRPr kumimoji="1" sz="1800" kern="1200">
                          <a:solidFill>
                            <a:schemeClr val="tx1"/>
                          </a:solidFill>
                          <a:latin typeface="HG創英角ｺﾞｼｯｸUB"/>
                          <a:ea typeface="HG創英角ｺﾞｼｯｸUB"/>
                        </a:defRPr>
                      </a:lvl5pPr>
                      <a:lvl6pPr marL="2286000" algn="l" defTabSz="914400" rtl="0" eaLnBrk="1" latinLnBrk="0" hangingPunct="1">
                        <a:defRPr kumimoji="1" sz="1800" kern="1200">
                          <a:solidFill>
                            <a:schemeClr val="tx1"/>
                          </a:solidFill>
                          <a:latin typeface="HG創英角ｺﾞｼｯｸUB"/>
                          <a:ea typeface="HG創英角ｺﾞｼｯｸUB"/>
                        </a:defRPr>
                      </a:lvl6pPr>
                      <a:lvl7pPr marL="2743200" algn="l" defTabSz="914400" rtl="0" eaLnBrk="1" latinLnBrk="0" hangingPunct="1">
                        <a:defRPr kumimoji="1" sz="1800" kern="1200">
                          <a:solidFill>
                            <a:schemeClr val="tx1"/>
                          </a:solidFill>
                          <a:latin typeface="HG創英角ｺﾞｼｯｸUB"/>
                          <a:ea typeface="HG創英角ｺﾞｼｯｸUB"/>
                        </a:defRPr>
                      </a:lvl7pPr>
                      <a:lvl8pPr marL="3200400" algn="l" defTabSz="914400" rtl="0" eaLnBrk="1" latinLnBrk="0" hangingPunct="1">
                        <a:defRPr kumimoji="1" sz="1800" kern="1200">
                          <a:solidFill>
                            <a:schemeClr val="tx1"/>
                          </a:solidFill>
                          <a:latin typeface="HG創英角ｺﾞｼｯｸUB"/>
                          <a:ea typeface="HG創英角ｺﾞｼｯｸUB"/>
                        </a:defRPr>
                      </a:lvl8pPr>
                      <a:lvl9pPr marL="3657600" algn="l" defTabSz="914400" rtl="0" eaLnBrk="1" latinLnBrk="0" hangingPunct="1">
                        <a:defRPr kumimoji="1" sz="1800" kern="1200">
                          <a:solidFill>
                            <a:schemeClr val="tx1"/>
                          </a:solidFill>
                          <a:latin typeface="HG創英角ｺﾞｼｯｸUB"/>
                          <a:ea typeface="HG創英角ｺﾞｼｯｸUB"/>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CAM SENSOR</a:t>
                      </a:r>
                    </a:p>
                  </a:txBody>
                  <a:tcPr marL="72000" marR="72000" marT="18000" marB="18000" anchor="ctr" horzOverflow="overflow"/>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A</a:t>
                      </a:r>
                    </a:p>
                  </a:txBody>
                  <a:tcPr marL="72000" marR="72000" marT="18000" marB="18000" anchor="ctr">
                    <a:solidFill>
                      <a:srgbClr val="CCECFF"/>
                    </a:solidFill>
                  </a:tcPr>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A</a:t>
                      </a:r>
                    </a:p>
                  </a:txBody>
                  <a:tcPr marL="72000" marR="72000" marT="18000" marB="18000" anchor="ctr">
                    <a:solidFill>
                      <a:srgbClr val="CCECFF"/>
                    </a:solidFill>
                  </a:tcPr>
                </a:tc>
                <a:tc>
                  <a:txBody>
                    <a:body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chemeClr val="tx1"/>
                          </a:solidFill>
                          <a:effectLst/>
                          <a:uLnTx/>
                          <a:uFillTx/>
                          <a:latin typeface="Meiryo UI" panose="020B0604030504040204" pitchFamily="50" charset="-128"/>
                          <a:ea typeface="Meiryo UI" panose="020B0604030504040204" pitchFamily="50" charset="-128"/>
                          <a:cs typeface="+mn-cs"/>
                        </a:rPr>
                        <a:t>A</a:t>
                      </a:r>
                      <a:endPar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endParaRPr>
                    </a:p>
                  </a:txBody>
                  <a:tcPr marL="72000" marR="72000" marT="18000" marB="18000" anchor="ctr">
                    <a:solidFill>
                      <a:srgbClr val="CCECFF"/>
                    </a:solidFill>
                  </a:tcPr>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l" defTabSz="914227" rtl="0" eaLnBrk="1" fontAlgn="ctr" latinLnBrk="0" hangingPunct="1">
                        <a:lnSpc>
                          <a:spcPct val="100000"/>
                        </a:lnSpc>
                        <a:spcBef>
                          <a:spcPts val="0"/>
                        </a:spcBef>
                        <a:spcAft>
                          <a:spcPts val="0"/>
                        </a:spcAft>
                        <a:buClrTx/>
                        <a:buSzTx/>
                        <a:buFontTx/>
                        <a:buNone/>
                        <a:tabLst/>
                        <a:defRPr/>
                      </a:pPr>
                      <a:endPar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endParaRPr>
                    </a:p>
                  </a:txBody>
                  <a:tcPr marL="72000" marR="72000" marT="18000" marB="18000" anchor="ctr"/>
                </a:tc>
                <a:extLst>
                  <a:ext uri="{0D108BD9-81ED-4DB2-BD59-A6C34878D82A}">
                    <a16:rowId xmlns:a16="http://schemas.microsoft.com/office/drawing/2014/main" val="677875316"/>
                  </a:ext>
                </a:extLst>
              </a:tr>
              <a:tr h="104455">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PF SENSOR</a:t>
                      </a:r>
                    </a:p>
                  </a:txBody>
                  <a:tcPr marL="72000" marR="72000" marT="18000" marB="18000" anchor="ctr" horzOverflow="overflow"/>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A</a:t>
                      </a:r>
                    </a:p>
                  </a:txBody>
                  <a:tcPr marL="72000" marR="72000" marT="18000" marB="18000" anchor="ctr">
                    <a:solidFill>
                      <a:srgbClr val="CCECFF"/>
                    </a:solidFill>
                  </a:tcPr>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A</a:t>
                      </a:r>
                    </a:p>
                  </a:txBody>
                  <a:tcPr marL="72000" marR="72000" marT="18000" marB="18000" anchor="ctr">
                    <a:solidFill>
                      <a:srgbClr val="CCECFF"/>
                    </a:solidFill>
                  </a:tcPr>
                </a:tc>
                <a:tc>
                  <a:txBody>
                    <a:bodyPr/>
                    <a:lstStyle/>
                    <a:p>
                      <a:pPr marL="0" marR="0" lvl="0" indent="0" algn="ctr" defTabSz="914227" rtl="0" eaLnBrk="1" fontAlgn="ctr" latinLnBrk="0" hangingPunct="1">
                        <a:lnSpc>
                          <a:spcPct val="100000"/>
                        </a:lnSpc>
                        <a:spcBef>
                          <a:spcPts val="0"/>
                        </a:spcBef>
                        <a:spcAft>
                          <a:spcPts val="0"/>
                        </a:spcAft>
                        <a:buClrTx/>
                        <a:buSzTx/>
                        <a:buFontTx/>
                        <a:buNone/>
                        <a:tabLst/>
                        <a:defRPr/>
                      </a:pPr>
                      <a:r>
                        <a:rPr lang="en-US" sz="1400" b="0" i="0" u="none" strike="noStrike">
                          <a:solidFill>
                            <a:schemeClr val="tx1"/>
                          </a:solidFill>
                          <a:effectLst/>
                          <a:latin typeface="Meiryo UI" panose="020B0604030504040204" pitchFamily="50" charset="-128"/>
                          <a:ea typeface="Meiryo UI" panose="020B0604030504040204" pitchFamily="50" charset="-128"/>
                        </a:rPr>
                        <a:t>A</a:t>
                      </a:r>
                      <a:endPar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endParaRPr>
                    </a:p>
                  </a:txBody>
                  <a:tcPr marL="72000" marR="72000" marT="18000" marB="18000" anchor="ctr">
                    <a:solidFill>
                      <a:srgbClr val="CCECFF"/>
                    </a:solidFill>
                  </a:tcPr>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l" defTabSz="914227" rtl="0" eaLnBrk="1" fontAlgn="ctr" latinLnBrk="0" hangingPunct="1">
                        <a:lnSpc>
                          <a:spcPct val="100000"/>
                        </a:lnSpc>
                        <a:spcBef>
                          <a:spcPts val="0"/>
                        </a:spcBef>
                        <a:spcAft>
                          <a:spcPts val="0"/>
                        </a:spcAft>
                        <a:buClrTx/>
                        <a:buSzTx/>
                        <a:buFontTx/>
                        <a:buNone/>
                        <a:tabLst/>
                        <a:defRPr/>
                      </a:pPr>
                      <a:endParaRPr kumimoji="1" lang="ja-JP" altLang="en-US" sz="1400" dirty="0">
                        <a:latin typeface="Meiryo UI" panose="020B0604030504040204" pitchFamily="50" charset="-128"/>
                        <a:ea typeface="Meiryo UI" panose="020B0604030504040204" pitchFamily="50" charset="-128"/>
                      </a:endParaRPr>
                    </a:p>
                  </a:txBody>
                  <a:tcPr marL="72000" marR="72000" marT="18000" marB="18000" anchor="ctr"/>
                </a:tc>
                <a:extLst>
                  <a:ext uri="{0D108BD9-81ED-4DB2-BD59-A6C34878D82A}">
                    <a16:rowId xmlns:a16="http://schemas.microsoft.com/office/drawing/2014/main" val="1681099103"/>
                  </a:ext>
                </a:extLst>
              </a:tr>
              <a:tr h="104455">
                <a:tc>
                  <a:txBody>
                    <a:bodyPr/>
                    <a:lstStyle>
                      <a:lvl1pPr marL="0" algn="l" defTabSz="914400" rtl="0" eaLnBrk="1" latinLnBrk="0" hangingPunct="1">
                        <a:defRPr kumimoji="1" sz="1800" kern="1200">
                          <a:solidFill>
                            <a:schemeClr val="tx1"/>
                          </a:solidFill>
                          <a:latin typeface="HG創英角ｺﾞｼｯｸUB"/>
                          <a:ea typeface="HG創英角ｺﾞｼｯｸUB"/>
                        </a:defRPr>
                      </a:lvl1pPr>
                      <a:lvl2pPr marL="457200" algn="l" defTabSz="914400" rtl="0" eaLnBrk="1" latinLnBrk="0" hangingPunct="1">
                        <a:defRPr kumimoji="1" sz="1800" kern="1200">
                          <a:solidFill>
                            <a:schemeClr val="tx1"/>
                          </a:solidFill>
                          <a:latin typeface="HG創英角ｺﾞｼｯｸUB"/>
                          <a:ea typeface="HG創英角ｺﾞｼｯｸUB"/>
                        </a:defRPr>
                      </a:lvl2pPr>
                      <a:lvl3pPr marL="914400" algn="l" defTabSz="914400" rtl="0" eaLnBrk="1" latinLnBrk="0" hangingPunct="1">
                        <a:defRPr kumimoji="1" sz="1800" kern="1200">
                          <a:solidFill>
                            <a:schemeClr val="tx1"/>
                          </a:solidFill>
                          <a:latin typeface="HG創英角ｺﾞｼｯｸUB"/>
                          <a:ea typeface="HG創英角ｺﾞｼｯｸUB"/>
                        </a:defRPr>
                      </a:lvl3pPr>
                      <a:lvl4pPr marL="1371600" algn="l" defTabSz="914400" rtl="0" eaLnBrk="1" latinLnBrk="0" hangingPunct="1">
                        <a:defRPr kumimoji="1" sz="1800" kern="1200">
                          <a:solidFill>
                            <a:schemeClr val="tx1"/>
                          </a:solidFill>
                          <a:latin typeface="HG創英角ｺﾞｼｯｸUB"/>
                          <a:ea typeface="HG創英角ｺﾞｼｯｸUB"/>
                        </a:defRPr>
                      </a:lvl4pPr>
                      <a:lvl5pPr marL="1828800" algn="l" defTabSz="914400" rtl="0" eaLnBrk="1" latinLnBrk="0" hangingPunct="1">
                        <a:defRPr kumimoji="1" sz="1800" kern="1200">
                          <a:solidFill>
                            <a:schemeClr val="tx1"/>
                          </a:solidFill>
                          <a:latin typeface="HG創英角ｺﾞｼｯｸUB"/>
                          <a:ea typeface="HG創英角ｺﾞｼｯｸUB"/>
                        </a:defRPr>
                      </a:lvl5pPr>
                      <a:lvl6pPr marL="2286000" algn="l" defTabSz="914400" rtl="0" eaLnBrk="1" latinLnBrk="0" hangingPunct="1">
                        <a:defRPr kumimoji="1" sz="1800" kern="1200">
                          <a:solidFill>
                            <a:schemeClr val="tx1"/>
                          </a:solidFill>
                          <a:latin typeface="HG創英角ｺﾞｼｯｸUB"/>
                          <a:ea typeface="HG創英角ｺﾞｼｯｸUB"/>
                        </a:defRPr>
                      </a:lvl6pPr>
                      <a:lvl7pPr marL="2743200" algn="l" defTabSz="914400" rtl="0" eaLnBrk="1" latinLnBrk="0" hangingPunct="1">
                        <a:defRPr kumimoji="1" sz="1800" kern="1200">
                          <a:solidFill>
                            <a:schemeClr val="tx1"/>
                          </a:solidFill>
                          <a:latin typeface="HG創英角ｺﾞｼｯｸUB"/>
                          <a:ea typeface="HG創英角ｺﾞｼｯｸUB"/>
                        </a:defRPr>
                      </a:lvl7pPr>
                      <a:lvl8pPr marL="3200400" algn="l" defTabSz="914400" rtl="0" eaLnBrk="1" latinLnBrk="0" hangingPunct="1">
                        <a:defRPr kumimoji="1" sz="1800" kern="1200">
                          <a:solidFill>
                            <a:schemeClr val="tx1"/>
                          </a:solidFill>
                          <a:latin typeface="HG創英角ｺﾞｼｯｸUB"/>
                          <a:ea typeface="HG創英角ｺﾞｼｯｸUB"/>
                        </a:defRPr>
                      </a:lvl8pPr>
                      <a:lvl9pPr marL="3657600" algn="l" defTabSz="914400" rtl="0" eaLnBrk="1" latinLnBrk="0" hangingPunct="1">
                        <a:defRPr kumimoji="1" sz="1800" kern="1200">
                          <a:solidFill>
                            <a:schemeClr val="tx1"/>
                          </a:solidFill>
                          <a:latin typeface="HG創英角ｺﾞｼｯｸUB"/>
                          <a:ea typeface="HG創英角ｺﾞｼｯｸUB"/>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MAP SENSOR</a:t>
                      </a:r>
                    </a:p>
                  </a:txBody>
                  <a:tcPr marL="72000" marR="72000" marT="18000" marB="18000" anchor="ctr" horzOverflow="overflow">
                    <a:noFill/>
                  </a:tcPr>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A</a:t>
                      </a:r>
                    </a:p>
                  </a:txBody>
                  <a:tcPr marL="72000" marR="72000" marT="18000" marB="18000" anchor="ctr">
                    <a:solidFill>
                      <a:srgbClr val="CCECFF"/>
                    </a:solidFill>
                  </a:tcPr>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A</a:t>
                      </a:r>
                    </a:p>
                  </a:txBody>
                  <a:tcPr marL="72000" marR="72000" marT="18000" marB="18000" anchor="ctr">
                    <a:solidFill>
                      <a:srgbClr val="CCECFF"/>
                    </a:solidFill>
                  </a:tcPr>
                </a:tc>
                <a:tc>
                  <a:txBody>
                    <a:body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chemeClr val="tx1"/>
                          </a:solidFill>
                          <a:effectLst/>
                          <a:uLnTx/>
                          <a:uFillTx/>
                          <a:latin typeface="Meiryo UI" panose="020B0604030504040204" pitchFamily="50" charset="-128"/>
                          <a:ea typeface="Meiryo UI" panose="020B0604030504040204" pitchFamily="50" charset="-128"/>
                          <a:cs typeface="+mn-cs"/>
                        </a:rPr>
                        <a:t>A</a:t>
                      </a:r>
                      <a:endPar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endParaRPr>
                    </a:p>
                  </a:txBody>
                  <a:tcPr marL="72000" marR="72000" marT="18000" marB="18000" anchor="ctr">
                    <a:solidFill>
                      <a:srgbClr val="CCECFF"/>
                    </a:solidFill>
                  </a:tcPr>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algn="l" rtl="0" fontAlgn="ctr"/>
                      <a:endParaRPr lang="en-US" sz="1400" b="0" i="0" u="none" strike="noStrike" dirty="0">
                        <a:solidFill>
                          <a:schemeClr val="tx1"/>
                        </a:solidFill>
                        <a:effectLst/>
                        <a:latin typeface="Meiryo UI" panose="020B0604030504040204" pitchFamily="50" charset="-128"/>
                        <a:ea typeface="Meiryo UI" panose="020B0604030504040204" pitchFamily="50" charset="-128"/>
                      </a:endParaRPr>
                    </a:p>
                  </a:txBody>
                  <a:tcPr marL="72000" marR="72000" marT="18000" marB="18000" anchor="ctr"/>
                </a:tc>
                <a:extLst>
                  <a:ext uri="{0D108BD9-81ED-4DB2-BD59-A6C34878D82A}">
                    <a16:rowId xmlns:a16="http://schemas.microsoft.com/office/drawing/2014/main" val="1794404666"/>
                  </a:ext>
                </a:extLst>
              </a:tr>
              <a:tr h="104455">
                <a:tc>
                  <a:txBody>
                    <a:bodyPr/>
                    <a:lstStyle>
                      <a:lvl1pPr marL="0" algn="l" defTabSz="914400" rtl="0" eaLnBrk="1" latinLnBrk="0" hangingPunct="1">
                        <a:defRPr kumimoji="1" sz="1800" kern="1200">
                          <a:solidFill>
                            <a:schemeClr val="tx1"/>
                          </a:solidFill>
                          <a:latin typeface="HG創英角ｺﾞｼｯｸUB"/>
                          <a:ea typeface="HG創英角ｺﾞｼｯｸUB"/>
                        </a:defRPr>
                      </a:lvl1pPr>
                      <a:lvl2pPr marL="457200" algn="l" defTabSz="914400" rtl="0" eaLnBrk="1" latinLnBrk="0" hangingPunct="1">
                        <a:defRPr kumimoji="1" sz="1800" kern="1200">
                          <a:solidFill>
                            <a:schemeClr val="tx1"/>
                          </a:solidFill>
                          <a:latin typeface="HG創英角ｺﾞｼｯｸUB"/>
                          <a:ea typeface="HG創英角ｺﾞｼｯｸUB"/>
                        </a:defRPr>
                      </a:lvl2pPr>
                      <a:lvl3pPr marL="914400" algn="l" defTabSz="914400" rtl="0" eaLnBrk="1" latinLnBrk="0" hangingPunct="1">
                        <a:defRPr kumimoji="1" sz="1800" kern="1200">
                          <a:solidFill>
                            <a:schemeClr val="tx1"/>
                          </a:solidFill>
                          <a:latin typeface="HG創英角ｺﾞｼｯｸUB"/>
                          <a:ea typeface="HG創英角ｺﾞｼｯｸUB"/>
                        </a:defRPr>
                      </a:lvl3pPr>
                      <a:lvl4pPr marL="1371600" algn="l" defTabSz="914400" rtl="0" eaLnBrk="1" latinLnBrk="0" hangingPunct="1">
                        <a:defRPr kumimoji="1" sz="1800" kern="1200">
                          <a:solidFill>
                            <a:schemeClr val="tx1"/>
                          </a:solidFill>
                          <a:latin typeface="HG創英角ｺﾞｼｯｸUB"/>
                          <a:ea typeface="HG創英角ｺﾞｼｯｸUB"/>
                        </a:defRPr>
                      </a:lvl4pPr>
                      <a:lvl5pPr marL="1828800" algn="l" defTabSz="914400" rtl="0" eaLnBrk="1" latinLnBrk="0" hangingPunct="1">
                        <a:defRPr kumimoji="1" sz="1800" kern="1200">
                          <a:solidFill>
                            <a:schemeClr val="tx1"/>
                          </a:solidFill>
                          <a:latin typeface="HG創英角ｺﾞｼｯｸUB"/>
                          <a:ea typeface="HG創英角ｺﾞｼｯｸUB"/>
                        </a:defRPr>
                      </a:lvl5pPr>
                      <a:lvl6pPr marL="2286000" algn="l" defTabSz="914400" rtl="0" eaLnBrk="1" latinLnBrk="0" hangingPunct="1">
                        <a:defRPr kumimoji="1" sz="1800" kern="1200">
                          <a:solidFill>
                            <a:schemeClr val="tx1"/>
                          </a:solidFill>
                          <a:latin typeface="HG創英角ｺﾞｼｯｸUB"/>
                          <a:ea typeface="HG創英角ｺﾞｼｯｸUB"/>
                        </a:defRPr>
                      </a:lvl6pPr>
                      <a:lvl7pPr marL="2743200" algn="l" defTabSz="914400" rtl="0" eaLnBrk="1" latinLnBrk="0" hangingPunct="1">
                        <a:defRPr kumimoji="1" sz="1800" kern="1200">
                          <a:solidFill>
                            <a:schemeClr val="tx1"/>
                          </a:solidFill>
                          <a:latin typeface="HG創英角ｺﾞｼｯｸUB"/>
                          <a:ea typeface="HG創英角ｺﾞｼｯｸUB"/>
                        </a:defRPr>
                      </a:lvl7pPr>
                      <a:lvl8pPr marL="3200400" algn="l" defTabSz="914400" rtl="0" eaLnBrk="1" latinLnBrk="0" hangingPunct="1">
                        <a:defRPr kumimoji="1" sz="1800" kern="1200">
                          <a:solidFill>
                            <a:schemeClr val="tx1"/>
                          </a:solidFill>
                          <a:latin typeface="HG創英角ｺﾞｼｯｸUB"/>
                          <a:ea typeface="HG創英角ｺﾞｼｯｸUB"/>
                        </a:defRPr>
                      </a:lvl8pPr>
                      <a:lvl9pPr marL="3657600" algn="l" defTabSz="914400" rtl="0" eaLnBrk="1" latinLnBrk="0" hangingPunct="1">
                        <a:defRPr kumimoji="1" sz="1800" kern="1200">
                          <a:solidFill>
                            <a:schemeClr val="tx1"/>
                          </a:solidFill>
                          <a:latin typeface="HG創英角ｺﾞｼｯｸUB"/>
                          <a:ea typeface="HG創英角ｺﾞｼｯｸUB"/>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TA SENSOR</a:t>
                      </a:r>
                    </a:p>
                  </a:txBody>
                  <a:tcPr marL="72000" marR="72000" marT="18000" marB="18000" anchor="ctr" horzOverflow="overflow"/>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A</a:t>
                      </a:r>
                    </a:p>
                  </a:txBody>
                  <a:tcPr marL="72000" marR="72000" marT="18000" marB="18000" anchor="ctr">
                    <a:solidFill>
                      <a:srgbClr val="CCECFF"/>
                    </a:solidFill>
                  </a:tcPr>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A</a:t>
                      </a:r>
                    </a:p>
                  </a:txBody>
                  <a:tcPr marL="72000" marR="72000" marT="18000" marB="18000" anchor="ctr">
                    <a:solidFill>
                      <a:srgbClr val="CCECFF"/>
                    </a:solidFill>
                  </a:tcPr>
                </a:tc>
                <a:tc>
                  <a:txBody>
                    <a:body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chemeClr val="tx1"/>
                          </a:solidFill>
                          <a:effectLst/>
                          <a:uLnTx/>
                          <a:uFillTx/>
                          <a:latin typeface="Meiryo UI" panose="020B0604030504040204" pitchFamily="50" charset="-128"/>
                          <a:ea typeface="Meiryo UI" panose="020B0604030504040204" pitchFamily="50" charset="-128"/>
                          <a:cs typeface="+mn-cs"/>
                        </a:rPr>
                        <a:t>A</a:t>
                      </a:r>
                      <a:endPar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endParaRPr>
                    </a:p>
                  </a:txBody>
                  <a:tcPr marL="72000" marR="72000" marT="18000" marB="18000" anchor="ctr">
                    <a:solidFill>
                      <a:srgbClr val="CCECFF"/>
                    </a:solidFill>
                  </a:tcPr>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l" defTabSz="914227" rtl="0" eaLnBrk="1" fontAlgn="ctr" latinLnBrk="0" hangingPunct="1">
                        <a:lnSpc>
                          <a:spcPct val="100000"/>
                        </a:lnSpc>
                        <a:spcBef>
                          <a:spcPts val="0"/>
                        </a:spcBef>
                        <a:spcAft>
                          <a:spcPts val="0"/>
                        </a:spcAft>
                        <a:buClrTx/>
                        <a:buSzTx/>
                        <a:buFontTx/>
                        <a:buNone/>
                        <a:tabLst/>
                        <a:defRPr/>
                      </a:pPr>
                      <a:endPar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endParaRPr>
                    </a:p>
                  </a:txBody>
                  <a:tcPr marL="72000" marR="72000" marT="18000" marB="18000" anchor="ctr"/>
                </a:tc>
                <a:extLst>
                  <a:ext uri="{0D108BD9-81ED-4DB2-BD59-A6C34878D82A}">
                    <a16:rowId xmlns:a16="http://schemas.microsoft.com/office/drawing/2014/main" val="3899122796"/>
                  </a:ext>
                </a:extLst>
              </a:tr>
              <a:tr h="104455">
                <a:tc>
                  <a:txBody>
                    <a:bodyPr/>
                    <a:lstStyle>
                      <a:lvl1pPr marL="0" algn="l" defTabSz="914400" rtl="0" eaLnBrk="1" latinLnBrk="0" hangingPunct="1">
                        <a:defRPr kumimoji="1" sz="1800" kern="1200">
                          <a:solidFill>
                            <a:schemeClr val="tx1"/>
                          </a:solidFill>
                          <a:latin typeface="HG創英角ｺﾞｼｯｸUB"/>
                          <a:ea typeface="HG創英角ｺﾞｼｯｸUB"/>
                        </a:defRPr>
                      </a:lvl1pPr>
                      <a:lvl2pPr marL="457200" algn="l" defTabSz="914400" rtl="0" eaLnBrk="1" latinLnBrk="0" hangingPunct="1">
                        <a:defRPr kumimoji="1" sz="1800" kern="1200">
                          <a:solidFill>
                            <a:schemeClr val="tx1"/>
                          </a:solidFill>
                          <a:latin typeface="HG創英角ｺﾞｼｯｸUB"/>
                          <a:ea typeface="HG創英角ｺﾞｼｯｸUB"/>
                        </a:defRPr>
                      </a:lvl2pPr>
                      <a:lvl3pPr marL="914400" algn="l" defTabSz="914400" rtl="0" eaLnBrk="1" latinLnBrk="0" hangingPunct="1">
                        <a:defRPr kumimoji="1" sz="1800" kern="1200">
                          <a:solidFill>
                            <a:schemeClr val="tx1"/>
                          </a:solidFill>
                          <a:latin typeface="HG創英角ｺﾞｼｯｸUB"/>
                          <a:ea typeface="HG創英角ｺﾞｼｯｸUB"/>
                        </a:defRPr>
                      </a:lvl3pPr>
                      <a:lvl4pPr marL="1371600" algn="l" defTabSz="914400" rtl="0" eaLnBrk="1" latinLnBrk="0" hangingPunct="1">
                        <a:defRPr kumimoji="1" sz="1800" kern="1200">
                          <a:solidFill>
                            <a:schemeClr val="tx1"/>
                          </a:solidFill>
                          <a:latin typeface="HG創英角ｺﾞｼｯｸUB"/>
                          <a:ea typeface="HG創英角ｺﾞｼｯｸUB"/>
                        </a:defRPr>
                      </a:lvl4pPr>
                      <a:lvl5pPr marL="1828800" algn="l" defTabSz="914400" rtl="0" eaLnBrk="1" latinLnBrk="0" hangingPunct="1">
                        <a:defRPr kumimoji="1" sz="1800" kern="1200">
                          <a:solidFill>
                            <a:schemeClr val="tx1"/>
                          </a:solidFill>
                          <a:latin typeface="HG創英角ｺﾞｼｯｸUB"/>
                          <a:ea typeface="HG創英角ｺﾞｼｯｸUB"/>
                        </a:defRPr>
                      </a:lvl5pPr>
                      <a:lvl6pPr marL="2286000" algn="l" defTabSz="914400" rtl="0" eaLnBrk="1" latinLnBrk="0" hangingPunct="1">
                        <a:defRPr kumimoji="1" sz="1800" kern="1200">
                          <a:solidFill>
                            <a:schemeClr val="tx1"/>
                          </a:solidFill>
                          <a:latin typeface="HG創英角ｺﾞｼｯｸUB"/>
                          <a:ea typeface="HG創英角ｺﾞｼｯｸUB"/>
                        </a:defRPr>
                      </a:lvl6pPr>
                      <a:lvl7pPr marL="2743200" algn="l" defTabSz="914400" rtl="0" eaLnBrk="1" latinLnBrk="0" hangingPunct="1">
                        <a:defRPr kumimoji="1" sz="1800" kern="1200">
                          <a:solidFill>
                            <a:schemeClr val="tx1"/>
                          </a:solidFill>
                          <a:latin typeface="HG創英角ｺﾞｼｯｸUB"/>
                          <a:ea typeface="HG創英角ｺﾞｼｯｸUB"/>
                        </a:defRPr>
                      </a:lvl7pPr>
                      <a:lvl8pPr marL="3200400" algn="l" defTabSz="914400" rtl="0" eaLnBrk="1" latinLnBrk="0" hangingPunct="1">
                        <a:defRPr kumimoji="1" sz="1800" kern="1200">
                          <a:solidFill>
                            <a:schemeClr val="tx1"/>
                          </a:solidFill>
                          <a:latin typeface="HG創英角ｺﾞｼｯｸUB"/>
                          <a:ea typeface="HG創英角ｺﾞｼｯｸUB"/>
                        </a:defRPr>
                      </a:lvl8pPr>
                      <a:lvl9pPr marL="3657600" algn="l" defTabSz="914400" rtl="0" eaLnBrk="1" latinLnBrk="0" hangingPunct="1">
                        <a:defRPr kumimoji="1" sz="1800" kern="1200">
                          <a:solidFill>
                            <a:schemeClr val="tx1"/>
                          </a:solidFill>
                          <a:latin typeface="HG創英角ｺﾞｼｯｸUB"/>
                          <a:ea typeface="HG創英角ｺﾞｼｯｸUB"/>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AFM SENSOR</a:t>
                      </a:r>
                    </a:p>
                  </a:txBody>
                  <a:tcPr marL="72000" marR="72000" marT="18000" marB="18000" anchor="ctr" horzOverflow="overflow"/>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A</a:t>
                      </a:r>
                    </a:p>
                  </a:txBody>
                  <a:tcPr marL="72000" marR="72000" marT="18000" marB="18000" anchor="ctr">
                    <a:solidFill>
                      <a:srgbClr val="CCECFF"/>
                    </a:solidFill>
                  </a:tcPr>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A</a:t>
                      </a:r>
                    </a:p>
                  </a:txBody>
                  <a:tcPr marL="72000" marR="72000" marT="18000" marB="18000" anchor="ctr">
                    <a:solidFill>
                      <a:srgbClr val="CCECFF"/>
                    </a:solidFill>
                  </a:tcPr>
                </a:tc>
                <a:tc>
                  <a:txBody>
                    <a:body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chemeClr val="tx1"/>
                          </a:solidFill>
                          <a:effectLst/>
                          <a:uLnTx/>
                          <a:uFillTx/>
                          <a:latin typeface="Meiryo UI" panose="020B0604030504040204" pitchFamily="50" charset="-128"/>
                          <a:ea typeface="Meiryo UI" panose="020B0604030504040204" pitchFamily="50" charset="-128"/>
                          <a:cs typeface="+mn-cs"/>
                        </a:rPr>
                        <a:t>A</a:t>
                      </a:r>
                      <a:endPar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endParaRPr>
                    </a:p>
                  </a:txBody>
                  <a:tcPr marL="72000" marR="72000" marT="18000" marB="18000" anchor="ctr">
                    <a:solidFill>
                      <a:srgbClr val="CCECFF"/>
                    </a:solidFill>
                  </a:tcPr>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indent="0" algn="l" defTabSz="914227" rtl="0" eaLnBrk="1" fontAlgn="ctr" latinLnBrk="0" hangingPunct="1">
                        <a:lnSpc>
                          <a:spcPct val="100000"/>
                        </a:lnSpc>
                        <a:spcBef>
                          <a:spcPts val="0"/>
                        </a:spcBef>
                        <a:spcAft>
                          <a:spcPts val="0"/>
                        </a:spcAft>
                        <a:buClrTx/>
                        <a:buSzTx/>
                        <a:buFontTx/>
                        <a:buNone/>
                        <a:tabLst/>
                        <a:defRPr/>
                      </a:pPr>
                      <a:endParaRPr lang="en-US" altLang="ja-JP" sz="1400" b="0" i="0" u="none" strike="noStrike" dirty="0">
                        <a:solidFill>
                          <a:schemeClr val="tx1"/>
                        </a:solidFill>
                        <a:effectLst/>
                        <a:latin typeface="Meiryo UI" panose="020B0604030504040204" pitchFamily="50" charset="-128"/>
                        <a:ea typeface="Meiryo UI" panose="020B0604030504040204" pitchFamily="50" charset="-128"/>
                      </a:endParaRPr>
                    </a:p>
                  </a:txBody>
                  <a:tcPr marL="72000" marR="72000" marT="18000" marB="18000" anchor="ctr"/>
                </a:tc>
                <a:extLst>
                  <a:ext uri="{0D108BD9-81ED-4DB2-BD59-A6C34878D82A}">
                    <a16:rowId xmlns:a16="http://schemas.microsoft.com/office/drawing/2014/main" val="2640432606"/>
                  </a:ext>
                </a:extLst>
              </a:tr>
              <a:tr h="10445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DBW</a:t>
                      </a:r>
                    </a:p>
                  </a:txBody>
                  <a:tcPr marL="72000" marR="72000" marT="18000" marB="18000" anchor="ctr" horzOverflow="overflow"/>
                </a:tc>
                <a:tc>
                  <a:txBody>
                    <a:body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A</a:t>
                      </a:r>
                    </a:p>
                  </a:txBody>
                  <a:tcPr marL="72000" marR="72000" marT="18000" marB="18000" anchor="ctr">
                    <a:solidFill>
                      <a:srgbClr val="CCECFF"/>
                    </a:solidFill>
                  </a:tcPr>
                </a:tc>
                <a:tc>
                  <a:txBody>
                    <a:body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A</a:t>
                      </a:r>
                    </a:p>
                  </a:txBody>
                  <a:tcPr marL="72000" marR="72000" marT="18000" marB="18000" anchor="ctr">
                    <a:solidFill>
                      <a:srgbClr val="CCECFF"/>
                    </a:solidFill>
                  </a:tcPr>
                </a:tc>
                <a:tc>
                  <a:txBody>
                    <a:body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chemeClr val="tx1"/>
                          </a:solidFill>
                          <a:effectLst/>
                          <a:uLnTx/>
                          <a:uFillTx/>
                          <a:latin typeface="Meiryo UI" panose="020B0604030504040204" pitchFamily="50" charset="-128"/>
                          <a:ea typeface="Meiryo UI" panose="020B0604030504040204" pitchFamily="50" charset="-128"/>
                          <a:cs typeface="+mn-cs"/>
                        </a:rPr>
                        <a:t>A</a:t>
                      </a:r>
                      <a:endPar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endParaRPr>
                    </a:p>
                  </a:txBody>
                  <a:tcPr marL="72000" marR="72000" marT="18000" marB="18000" anchor="ctr">
                    <a:solidFill>
                      <a:srgbClr val="CCECFF"/>
                    </a:solidFill>
                  </a:tcPr>
                </a:tc>
                <a:tc>
                  <a:txBody>
                    <a:bodyPr/>
                    <a:lstStyle/>
                    <a:p>
                      <a:pPr marL="0" marR="0" indent="0" algn="l" defTabSz="914227" rtl="0" eaLnBrk="1" fontAlgn="ctr" latinLnBrk="0" hangingPunct="1">
                        <a:lnSpc>
                          <a:spcPct val="100000"/>
                        </a:lnSpc>
                        <a:spcBef>
                          <a:spcPts val="0"/>
                        </a:spcBef>
                        <a:spcAft>
                          <a:spcPts val="0"/>
                        </a:spcAft>
                        <a:buClrTx/>
                        <a:buSzTx/>
                        <a:buFontTx/>
                        <a:buNone/>
                        <a:tabLst/>
                        <a:defRPr/>
                      </a:pPr>
                      <a:endParaRPr lang="en-US" altLang="ja-JP" sz="1400" b="0" i="0" u="none" strike="noStrike" dirty="0">
                        <a:solidFill>
                          <a:schemeClr val="tx1"/>
                        </a:solidFill>
                        <a:effectLst/>
                        <a:latin typeface="Meiryo UI" panose="020B0604030504040204" pitchFamily="50" charset="-128"/>
                        <a:ea typeface="Meiryo UI" panose="020B0604030504040204" pitchFamily="50" charset="-128"/>
                      </a:endParaRPr>
                    </a:p>
                  </a:txBody>
                  <a:tcPr marL="72000" marR="72000" marT="18000" marB="18000" anchor="ctr"/>
                </a:tc>
                <a:extLst>
                  <a:ext uri="{0D108BD9-81ED-4DB2-BD59-A6C34878D82A}">
                    <a16:rowId xmlns:a16="http://schemas.microsoft.com/office/drawing/2014/main" val="613984807"/>
                  </a:ext>
                </a:extLst>
              </a:tr>
              <a:tr h="104455">
                <a:tc>
                  <a:txBody>
                    <a:bodyPr/>
                    <a:lstStyle>
                      <a:lvl1pPr marL="0" algn="l" defTabSz="914400" rtl="0" eaLnBrk="1" latinLnBrk="0" hangingPunct="1">
                        <a:defRPr kumimoji="1" sz="1800" kern="1200">
                          <a:solidFill>
                            <a:schemeClr val="tx1"/>
                          </a:solidFill>
                          <a:latin typeface="HG創英角ｺﾞｼｯｸUB"/>
                          <a:ea typeface="HG創英角ｺﾞｼｯｸUB"/>
                        </a:defRPr>
                      </a:lvl1pPr>
                      <a:lvl2pPr marL="457200" algn="l" defTabSz="914400" rtl="0" eaLnBrk="1" latinLnBrk="0" hangingPunct="1">
                        <a:defRPr kumimoji="1" sz="1800" kern="1200">
                          <a:solidFill>
                            <a:schemeClr val="tx1"/>
                          </a:solidFill>
                          <a:latin typeface="HG創英角ｺﾞｼｯｸUB"/>
                          <a:ea typeface="HG創英角ｺﾞｼｯｸUB"/>
                        </a:defRPr>
                      </a:lvl2pPr>
                      <a:lvl3pPr marL="914400" algn="l" defTabSz="914400" rtl="0" eaLnBrk="1" latinLnBrk="0" hangingPunct="1">
                        <a:defRPr kumimoji="1" sz="1800" kern="1200">
                          <a:solidFill>
                            <a:schemeClr val="tx1"/>
                          </a:solidFill>
                          <a:latin typeface="HG創英角ｺﾞｼｯｸUB"/>
                          <a:ea typeface="HG創英角ｺﾞｼｯｸUB"/>
                        </a:defRPr>
                      </a:lvl3pPr>
                      <a:lvl4pPr marL="1371600" algn="l" defTabSz="914400" rtl="0" eaLnBrk="1" latinLnBrk="0" hangingPunct="1">
                        <a:defRPr kumimoji="1" sz="1800" kern="1200">
                          <a:solidFill>
                            <a:schemeClr val="tx1"/>
                          </a:solidFill>
                          <a:latin typeface="HG創英角ｺﾞｼｯｸUB"/>
                          <a:ea typeface="HG創英角ｺﾞｼｯｸUB"/>
                        </a:defRPr>
                      </a:lvl4pPr>
                      <a:lvl5pPr marL="1828800" algn="l" defTabSz="914400" rtl="0" eaLnBrk="1" latinLnBrk="0" hangingPunct="1">
                        <a:defRPr kumimoji="1" sz="1800" kern="1200">
                          <a:solidFill>
                            <a:schemeClr val="tx1"/>
                          </a:solidFill>
                          <a:latin typeface="HG創英角ｺﾞｼｯｸUB"/>
                          <a:ea typeface="HG創英角ｺﾞｼｯｸUB"/>
                        </a:defRPr>
                      </a:lvl5pPr>
                      <a:lvl6pPr marL="2286000" algn="l" defTabSz="914400" rtl="0" eaLnBrk="1" latinLnBrk="0" hangingPunct="1">
                        <a:defRPr kumimoji="1" sz="1800" kern="1200">
                          <a:solidFill>
                            <a:schemeClr val="tx1"/>
                          </a:solidFill>
                          <a:latin typeface="HG創英角ｺﾞｼｯｸUB"/>
                          <a:ea typeface="HG創英角ｺﾞｼｯｸUB"/>
                        </a:defRPr>
                      </a:lvl6pPr>
                      <a:lvl7pPr marL="2743200" algn="l" defTabSz="914400" rtl="0" eaLnBrk="1" latinLnBrk="0" hangingPunct="1">
                        <a:defRPr kumimoji="1" sz="1800" kern="1200">
                          <a:solidFill>
                            <a:schemeClr val="tx1"/>
                          </a:solidFill>
                          <a:latin typeface="HG創英角ｺﾞｼｯｸUB"/>
                          <a:ea typeface="HG創英角ｺﾞｼｯｸUB"/>
                        </a:defRPr>
                      </a:lvl7pPr>
                      <a:lvl8pPr marL="3200400" algn="l" defTabSz="914400" rtl="0" eaLnBrk="1" latinLnBrk="0" hangingPunct="1">
                        <a:defRPr kumimoji="1" sz="1800" kern="1200">
                          <a:solidFill>
                            <a:schemeClr val="tx1"/>
                          </a:solidFill>
                          <a:latin typeface="HG創英角ｺﾞｼｯｸUB"/>
                          <a:ea typeface="HG創英角ｺﾞｼｯｸUB"/>
                        </a:defRPr>
                      </a:lvl8pPr>
                      <a:lvl9pPr marL="3657600" algn="l" defTabSz="914400" rtl="0" eaLnBrk="1" latinLnBrk="0" hangingPunct="1">
                        <a:defRPr kumimoji="1" sz="1800" kern="1200">
                          <a:solidFill>
                            <a:schemeClr val="tx1"/>
                          </a:solidFill>
                          <a:latin typeface="HG創英角ｺﾞｼｯｸUB"/>
                          <a:ea typeface="HG創英角ｺﾞｼｯｸUB"/>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ETHANOL</a:t>
                      </a:r>
                      <a:r>
                        <a:rPr kumimoji="1" lang="ja-JP" altLang="en-US" sz="14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 </a:t>
                      </a:r>
                      <a:r>
                        <a:rPr kumimoji="1" lang="en-US" altLang="ja-JP" sz="14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SENSOR</a:t>
                      </a:r>
                    </a:p>
                  </a:txBody>
                  <a:tcPr marL="72000" marR="72000" marT="18000" marB="18000" anchor="ctr" horzOverflow="overflow"/>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A</a:t>
                      </a:r>
                    </a:p>
                  </a:txBody>
                  <a:tcPr marL="72000" marR="72000" marT="18000" marB="18000" anchor="ctr">
                    <a:solidFill>
                      <a:srgbClr val="CCECFF"/>
                    </a:solidFill>
                  </a:tcPr>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A</a:t>
                      </a:r>
                    </a:p>
                  </a:txBody>
                  <a:tcPr marL="72000" marR="72000" marT="18000" marB="18000" anchor="ctr">
                    <a:solidFill>
                      <a:srgbClr val="CCECFF"/>
                    </a:solidFill>
                  </a:tcPr>
                </a:tc>
                <a:tc>
                  <a:txBody>
                    <a:body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A</a:t>
                      </a:r>
                    </a:p>
                  </a:txBody>
                  <a:tcPr marL="72000" marR="72000" marT="18000" marB="18000" anchor="ctr">
                    <a:solidFill>
                      <a:srgbClr val="CCECFF"/>
                    </a:solidFill>
                  </a:tcPr>
                </a:tc>
                <a:tc>
                  <a:txBody>
                    <a:bodyPr/>
                    <a:lstStyle/>
                    <a:p>
                      <a:pPr marL="0" marR="0" indent="0" algn="l" defTabSz="914227" rtl="0" eaLnBrk="1" fontAlgn="ctr" latinLnBrk="0" hangingPunct="1">
                        <a:lnSpc>
                          <a:spcPct val="100000"/>
                        </a:lnSpc>
                        <a:spcBef>
                          <a:spcPts val="0"/>
                        </a:spcBef>
                        <a:spcAft>
                          <a:spcPts val="0"/>
                        </a:spcAft>
                        <a:buClrTx/>
                        <a:buSzTx/>
                        <a:buFontTx/>
                        <a:buNone/>
                        <a:tabLst/>
                        <a:defRPr/>
                      </a:pPr>
                      <a:endParaRPr lang="en-US" altLang="ja-JP" sz="1400" b="0" i="0" u="none" strike="noStrike" dirty="0">
                        <a:solidFill>
                          <a:schemeClr val="tx1"/>
                        </a:solidFill>
                        <a:effectLst/>
                        <a:latin typeface="Meiryo UI" panose="020B0604030504040204" pitchFamily="50" charset="-128"/>
                        <a:ea typeface="Meiryo UI" panose="020B0604030504040204" pitchFamily="50" charset="-128"/>
                      </a:endParaRPr>
                    </a:p>
                  </a:txBody>
                  <a:tcPr marL="72000" marR="72000" marT="18000" marB="18000" anchor="ctr"/>
                </a:tc>
                <a:extLst>
                  <a:ext uri="{0D108BD9-81ED-4DB2-BD59-A6C34878D82A}">
                    <a16:rowId xmlns:a16="http://schemas.microsoft.com/office/drawing/2014/main" val="36221483"/>
                  </a:ext>
                </a:extLst>
              </a:tr>
            </a:tbl>
          </a:graphicData>
        </a:graphic>
      </p:graphicFrame>
      <p:pic>
        <p:nvPicPr>
          <p:cNvPr id="2" name="Picture 1"/>
          <p:cNvPicPr>
            <a:picLocks noChangeAspect="1"/>
          </p:cNvPicPr>
          <p:nvPr/>
        </p:nvPicPr>
        <p:blipFill rotWithShape="1">
          <a:blip r:embed="rId2"/>
          <a:srcRect l="21949" t="5764" r="28316" b="2813"/>
          <a:stretch/>
        </p:blipFill>
        <p:spPr>
          <a:xfrm>
            <a:off x="1172195" y="3863000"/>
            <a:ext cx="3575296" cy="2961063"/>
          </a:xfrm>
          <a:prstGeom prst="rect">
            <a:avLst/>
          </a:prstGeom>
        </p:spPr>
      </p:pic>
      <p:sp>
        <p:nvSpPr>
          <p:cNvPr id="3" name="Left Arrow 2"/>
          <p:cNvSpPr/>
          <p:nvPr/>
        </p:nvSpPr>
        <p:spPr bwMode="auto">
          <a:xfrm rot="20611597">
            <a:off x="1121641" y="6228487"/>
            <a:ext cx="446809" cy="385041"/>
          </a:xfrm>
          <a:prstGeom prst="leftArrow">
            <a:avLst/>
          </a:prstGeom>
          <a:solidFill>
            <a:srgbClr val="FFFF99"/>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sz="1200" b="0" i="0" u="none" strike="noStrike" cap="none" normalizeH="0" baseline="0" dirty="0">
                <a:ln>
                  <a:noFill/>
                </a:ln>
                <a:solidFill>
                  <a:sysClr val="windowText" lastClr="000000"/>
                </a:solidFill>
                <a:effectLst/>
                <a:latin typeface="Arial Narrow" panose="020B0606020202030204" pitchFamily="34" charset="0"/>
                <a:ea typeface="ＭＳ Ｐゴシック" pitchFamily="50" charset="-128"/>
              </a:rPr>
              <a:t>FR</a:t>
            </a:r>
          </a:p>
        </p:txBody>
      </p:sp>
      <p:cxnSp>
        <p:nvCxnSpPr>
          <p:cNvPr id="6" name="Straight Arrow Connector 5"/>
          <p:cNvCxnSpPr>
            <a:stCxn id="4" idx="3"/>
          </p:cNvCxnSpPr>
          <p:nvPr/>
        </p:nvCxnSpPr>
        <p:spPr bwMode="auto">
          <a:xfrm>
            <a:off x="1219758" y="5343531"/>
            <a:ext cx="1117042" cy="171447"/>
          </a:xfrm>
          <a:prstGeom prst="straightConnector1">
            <a:avLst/>
          </a:prstGeom>
          <a:solidFill>
            <a:schemeClr val="accent1"/>
          </a:solidFill>
          <a:ln w="9525" cap="flat" cmpd="sng" algn="ctr">
            <a:solidFill>
              <a:schemeClr val="tx1"/>
            </a:solidFill>
            <a:prstDash val="solid"/>
            <a:round/>
            <a:headEnd type="none" w="med" len="med"/>
            <a:tailEnd type="oval"/>
          </a:ln>
          <a:effectLst>
            <a:glow rad="101600">
              <a:schemeClr val="bg1">
                <a:alpha val="60000"/>
              </a:schemeClr>
            </a:glow>
          </a:effectLst>
        </p:spPr>
      </p:cxnSp>
      <p:pic>
        <p:nvPicPr>
          <p:cNvPr id="11" name="Picture 10"/>
          <p:cNvPicPr>
            <a:picLocks noChangeAspect="1"/>
          </p:cNvPicPr>
          <p:nvPr/>
        </p:nvPicPr>
        <p:blipFill rotWithShape="1">
          <a:blip r:embed="rId3"/>
          <a:srcRect l="29902" t="8836" r="29237" b="5884"/>
          <a:stretch/>
        </p:blipFill>
        <p:spPr>
          <a:xfrm>
            <a:off x="5602738" y="3931153"/>
            <a:ext cx="3007861" cy="2828369"/>
          </a:xfrm>
          <a:prstGeom prst="rect">
            <a:avLst/>
          </a:prstGeom>
        </p:spPr>
      </p:pic>
      <p:sp>
        <p:nvSpPr>
          <p:cNvPr id="12" name="Left Arrow 11"/>
          <p:cNvSpPr/>
          <p:nvPr/>
        </p:nvSpPr>
        <p:spPr bwMode="auto">
          <a:xfrm rot="20611597" flipH="1">
            <a:off x="8412355" y="4356319"/>
            <a:ext cx="396488" cy="385041"/>
          </a:xfrm>
          <a:prstGeom prst="leftArrow">
            <a:avLst/>
          </a:prstGeom>
          <a:solidFill>
            <a:srgbClr val="FFFF99"/>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sz="1200" b="0" i="0" u="none" strike="noStrike" cap="none" normalizeH="0" baseline="0" dirty="0">
                <a:ln>
                  <a:noFill/>
                </a:ln>
                <a:solidFill>
                  <a:sysClr val="windowText" lastClr="000000"/>
                </a:solidFill>
                <a:effectLst/>
                <a:latin typeface="Arial Narrow" panose="020B0606020202030204" pitchFamily="34" charset="0"/>
                <a:ea typeface="ＭＳ Ｐゴシック" pitchFamily="50" charset="-128"/>
              </a:rPr>
              <a:t>FR</a:t>
            </a:r>
          </a:p>
        </p:txBody>
      </p:sp>
      <p:cxnSp>
        <p:nvCxnSpPr>
          <p:cNvPr id="14" name="Straight Arrow Connector 13"/>
          <p:cNvCxnSpPr>
            <a:stCxn id="13" idx="3"/>
          </p:cNvCxnSpPr>
          <p:nvPr/>
        </p:nvCxnSpPr>
        <p:spPr bwMode="auto">
          <a:xfrm flipV="1">
            <a:off x="6047732" y="6344485"/>
            <a:ext cx="684300" cy="178435"/>
          </a:xfrm>
          <a:prstGeom prst="straightConnector1">
            <a:avLst/>
          </a:prstGeom>
          <a:solidFill>
            <a:schemeClr val="accent1"/>
          </a:solidFill>
          <a:ln w="9525" cap="flat" cmpd="sng" algn="ctr">
            <a:solidFill>
              <a:schemeClr val="tx1"/>
            </a:solidFill>
            <a:prstDash val="solid"/>
            <a:round/>
            <a:headEnd type="none" w="med" len="med"/>
            <a:tailEnd type="oval"/>
          </a:ln>
          <a:effectLst>
            <a:glow rad="101600">
              <a:schemeClr val="bg1">
                <a:alpha val="60000"/>
              </a:schemeClr>
            </a:glow>
          </a:effectLst>
        </p:spPr>
      </p:cxnSp>
      <p:sp>
        <p:nvSpPr>
          <p:cNvPr id="4" name="TextBox 3"/>
          <p:cNvSpPr txBox="1"/>
          <p:nvPr/>
        </p:nvSpPr>
        <p:spPr>
          <a:xfrm>
            <a:off x="316947" y="5212726"/>
            <a:ext cx="902811" cy="261610"/>
          </a:xfrm>
          <a:prstGeom prst="rect">
            <a:avLst/>
          </a:prstGeom>
          <a:solidFill>
            <a:schemeClr val="bg1"/>
          </a:solidFill>
          <a:ln>
            <a:solidFill>
              <a:schemeClr val="tx1"/>
            </a:solidFill>
          </a:ln>
        </p:spPr>
        <p:txBody>
          <a:bodyPr wrap="none" rtlCol="0">
            <a:spAutoFit/>
          </a:bodyPr>
          <a:lstStyle/>
          <a:p>
            <a:r>
              <a:rPr lang="en-US" sz="1100" dirty="0">
                <a:latin typeface="Arial Narrow" panose="020B0606020202030204" pitchFamily="34" charset="0"/>
              </a:rPr>
              <a:t>Knock Sensor</a:t>
            </a:r>
          </a:p>
        </p:txBody>
      </p:sp>
      <p:sp>
        <p:nvSpPr>
          <p:cNvPr id="13" name="TextBox 12"/>
          <p:cNvSpPr txBox="1"/>
          <p:nvPr/>
        </p:nvSpPr>
        <p:spPr>
          <a:xfrm>
            <a:off x="5157744" y="6392115"/>
            <a:ext cx="889988" cy="261610"/>
          </a:xfrm>
          <a:prstGeom prst="rect">
            <a:avLst/>
          </a:prstGeom>
          <a:solidFill>
            <a:schemeClr val="bg1"/>
          </a:solidFill>
          <a:ln>
            <a:solidFill>
              <a:schemeClr val="tx1"/>
            </a:solidFill>
          </a:ln>
        </p:spPr>
        <p:txBody>
          <a:bodyPr wrap="none" rtlCol="0">
            <a:spAutoFit/>
          </a:bodyPr>
          <a:lstStyle/>
          <a:p>
            <a:r>
              <a:rPr lang="en-US" sz="1100" dirty="0">
                <a:latin typeface="Arial Narrow" panose="020B0606020202030204" pitchFamily="34" charset="0"/>
              </a:rPr>
              <a:t>Crank Sensor</a:t>
            </a:r>
          </a:p>
        </p:txBody>
      </p:sp>
      <p:cxnSp>
        <p:nvCxnSpPr>
          <p:cNvPr id="16" name="Straight Arrow Connector 15"/>
          <p:cNvCxnSpPr>
            <a:stCxn id="23" idx="3"/>
          </p:cNvCxnSpPr>
          <p:nvPr/>
        </p:nvCxnSpPr>
        <p:spPr bwMode="auto">
          <a:xfrm>
            <a:off x="1405224" y="3997738"/>
            <a:ext cx="1362910" cy="761103"/>
          </a:xfrm>
          <a:prstGeom prst="straightConnector1">
            <a:avLst/>
          </a:prstGeom>
          <a:solidFill>
            <a:schemeClr val="accent1"/>
          </a:solidFill>
          <a:ln w="9525" cap="flat" cmpd="sng" algn="ctr">
            <a:solidFill>
              <a:schemeClr val="tx1"/>
            </a:solidFill>
            <a:prstDash val="solid"/>
            <a:round/>
            <a:headEnd type="none" w="med" len="med"/>
            <a:tailEnd type="oval"/>
          </a:ln>
          <a:effectLst>
            <a:glow rad="101600">
              <a:schemeClr val="bg1">
                <a:alpha val="60000"/>
              </a:schemeClr>
            </a:glow>
          </a:effectLst>
        </p:spPr>
      </p:cxnSp>
      <p:cxnSp>
        <p:nvCxnSpPr>
          <p:cNvPr id="18" name="Straight Arrow Connector 17"/>
          <p:cNvCxnSpPr>
            <a:stCxn id="21" idx="1"/>
          </p:cNvCxnSpPr>
          <p:nvPr/>
        </p:nvCxnSpPr>
        <p:spPr bwMode="auto">
          <a:xfrm flipH="1" flipV="1">
            <a:off x="3227327" y="4651851"/>
            <a:ext cx="781240" cy="1127844"/>
          </a:xfrm>
          <a:prstGeom prst="straightConnector1">
            <a:avLst/>
          </a:prstGeom>
          <a:solidFill>
            <a:schemeClr val="accent1"/>
          </a:solidFill>
          <a:ln w="9525" cap="flat" cmpd="sng" algn="ctr">
            <a:solidFill>
              <a:schemeClr val="tx1"/>
            </a:solidFill>
            <a:prstDash val="solid"/>
            <a:round/>
            <a:headEnd type="none" w="med" len="med"/>
            <a:tailEnd type="oval"/>
          </a:ln>
          <a:effectLst>
            <a:glow rad="101600">
              <a:schemeClr val="bg1">
                <a:alpha val="60000"/>
              </a:schemeClr>
            </a:glow>
          </a:effectLst>
        </p:spPr>
      </p:cxnSp>
      <p:sp>
        <p:nvSpPr>
          <p:cNvPr id="21" name="TextBox 20"/>
          <p:cNvSpPr txBox="1"/>
          <p:nvPr/>
        </p:nvSpPr>
        <p:spPr>
          <a:xfrm>
            <a:off x="4008567" y="5648890"/>
            <a:ext cx="838691" cy="261610"/>
          </a:xfrm>
          <a:prstGeom prst="rect">
            <a:avLst/>
          </a:prstGeom>
          <a:solidFill>
            <a:schemeClr val="bg1"/>
          </a:solidFill>
          <a:ln>
            <a:solidFill>
              <a:schemeClr val="tx1"/>
            </a:solidFill>
          </a:ln>
        </p:spPr>
        <p:txBody>
          <a:bodyPr wrap="none" rtlCol="0">
            <a:spAutoFit/>
          </a:bodyPr>
          <a:lstStyle/>
          <a:p>
            <a:r>
              <a:rPr lang="en-US" sz="1100" dirty="0">
                <a:latin typeface="Arial Narrow" panose="020B0606020202030204" pitchFamily="34" charset="0"/>
              </a:rPr>
              <a:t>CAM Sensor</a:t>
            </a:r>
          </a:p>
        </p:txBody>
      </p:sp>
      <p:sp>
        <p:nvSpPr>
          <p:cNvPr id="23" name="TextBox 22"/>
          <p:cNvSpPr txBox="1"/>
          <p:nvPr/>
        </p:nvSpPr>
        <p:spPr>
          <a:xfrm>
            <a:off x="572945" y="3866933"/>
            <a:ext cx="832279" cy="261610"/>
          </a:xfrm>
          <a:prstGeom prst="rect">
            <a:avLst/>
          </a:prstGeom>
          <a:solidFill>
            <a:schemeClr val="bg1"/>
          </a:solidFill>
          <a:ln>
            <a:solidFill>
              <a:schemeClr val="tx1"/>
            </a:solidFill>
          </a:ln>
        </p:spPr>
        <p:txBody>
          <a:bodyPr wrap="none" rtlCol="0">
            <a:spAutoFit/>
          </a:bodyPr>
          <a:lstStyle/>
          <a:p>
            <a:r>
              <a:rPr lang="en-US" sz="1100" dirty="0">
                <a:latin typeface="Arial Narrow" panose="020B0606020202030204" pitchFamily="34" charset="0"/>
              </a:rPr>
              <a:t>MAP Sensor</a:t>
            </a:r>
          </a:p>
        </p:txBody>
      </p:sp>
      <p:cxnSp>
        <p:nvCxnSpPr>
          <p:cNvPr id="25" name="Straight Arrow Connector 24"/>
          <p:cNvCxnSpPr>
            <a:stCxn id="28" idx="1"/>
          </p:cNvCxnSpPr>
          <p:nvPr/>
        </p:nvCxnSpPr>
        <p:spPr bwMode="auto">
          <a:xfrm flipH="1">
            <a:off x="3227327" y="3993805"/>
            <a:ext cx="884584" cy="423894"/>
          </a:xfrm>
          <a:prstGeom prst="straightConnector1">
            <a:avLst/>
          </a:prstGeom>
          <a:solidFill>
            <a:schemeClr val="accent1"/>
          </a:solidFill>
          <a:ln w="9525" cap="flat" cmpd="sng" algn="ctr">
            <a:solidFill>
              <a:schemeClr val="tx1"/>
            </a:solidFill>
            <a:prstDash val="solid"/>
            <a:round/>
            <a:headEnd type="none" w="med" len="med"/>
            <a:tailEnd type="oval"/>
          </a:ln>
          <a:effectLst>
            <a:glow rad="101600">
              <a:schemeClr val="bg1">
                <a:alpha val="60000"/>
              </a:schemeClr>
            </a:glow>
          </a:effectLst>
        </p:spPr>
      </p:cxnSp>
      <p:sp>
        <p:nvSpPr>
          <p:cNvPr id="28" name="TextBox 27"/>
          <p:cNvSpPr txBox="1"/>
          <p:nvPr/>
        </p:nvSpPr>
        <p:spPr>
          <a:xfrm>
            <a:off x="4111911" y="3863000"/>
            <a:ext cx="729687" cy="261610"/>
          </a:xfrm>
          <a:prstGeom prst="rect">
            <a:avLst/>
          </a:prstGeom>
          <a:solidFill>
            <a:schemeClr val="bg1"/>
          </a:solidFill>
          <a:ln>
            <a:solidFill>
              <a:schemeClr val="tx1"/>
            </a:solidFill>
          </a:ln>
        </p:spPr>
        <p:txBody>
          <a:bodyPr wrap="none" rtlCol="0">
            <a:spAutoFit/>
          </a:bodyPr>
          <a:lstStyle/>
          <a:p>
            <a:r>
              <a:rPr lang="en-US" sz="1100" dirty="0">
                <a:latin typeface="Arial Narrow" panose="020B0606020202030204" pitchFamily="34" charset="0"/>
              </a:rPr>
              <a:t>TA Sensor</a:t>
            </a:r>
          </a:p>
        </p:txBody>
      </p:sp>
      <p:cxnSp>
        <p:nvCxnSpPr>
          <p:cNvPr id="30" name="Straight Arrow Connector 29"/>
          <p:cNvCxnSpPr>
            <a:stCxn id="32" idx="1"/>
          </p:cNvCxnSpPr>
          <p:nvPr/>
        </p:nvCxnSpPr>
        <p:spPr bwMode="auto">
          <a:xfrm flipH="1" flipV="1">
            <a:off x="3957016" y="4593104"/>
            <a:ext cx="781440" cy="704976"/>
          </a:xfrm>
          <a:prstGeom prst="straightConnector1">
            <a:avLst/>
          </a:prstGeom>
          <a:solidFill>
            <a:schemeClr val="accent1"/>
          </a:solidFill>
          <a:ln w="9525" cap="flat" cmpd="sng" algn="ctr">
            <a:solidFill>
              <a:schemeClr val="tx1"/>
            </a:solidFill>
            <a:prstDash val="solid"/>
            <a:round/>
            <a:headEnd type="none" w="med" len="med"/>
            <a:tailEnd type="oval"/>
          </a:ln>
          <a:effectLst>
            <a:glow rad="101600">
              <a:schemeClr val="bg1">
                <a:alpha val="60000"/>
              </a:schemeClr>
            </a:glow>
          </a:effectLst>
        </p:spPr>
      </p:cxnSp>
      <p:sp>
        <p:nvSpPr>
          <p:cNvPr id="32" name="TextBox 31"/>
          <p:cNvSpPr txBox="1"/>
          <p:nvPr/>
        </p:nvSpPr>
        <p:spPr>
          <a:xfrm>
            <a:off x="4738456" y="5167275"/>
            <a:ext cx="428323" cy="261610"/>
          </a:xfrm>
          <a:prstGeom prst="rect">
            <a:avLst/>
          </a:prstGeom>
          <a:solidFill>
            <a:schemeClr val="bg1"/>
          </a:solidFill>
          <a:ln>
            <a:solidFill>
              <a:schemeClr val="tx1"/>
            </a:solidFill>
          </a:ln>
        </p:spPr>
        <p:txBody>
          <a:bodyPr wrap="none" rtlCol="0">
            <a:spAutoFit/>
          </a:bodyPr>
          <a:lstStyle/>
          <a:p>
            <a:r>
              <a:rPr lang="en-US" sz="1100" dirty="0">
                <a:latin typeface="Arial Narrow" panose="020B0606020202030204" pitchFamily="34" charset="0"/>
              </a:rPr>
              <a:t>AFM</a:t>
            </a:r>
          </a:p>
        </p:txBody>
      </p:sp>
      <p:cxnSp>
        <p:nvCxnSpPr>
          <p:cNvPr id="35" name="Straight Arrow Connector 34"/>
          <p:cNvCxnSpPr>
            <a:stCxn id="34" idx="3"/>
          </p:cNvCxnSpPr>
          <p:nvPr/>
        </p:nvCxnSpPr>
        <p:spPr bwMode="auto">
          <a:xfrm>
            <a:off x="1072910" y="4488780"/>
            <a:ext cx="705369" cy="456812"/>
          </a:xfrm>
          <a:prstGeom prst="straightConnector1">
            <a:avLst/>
          </a:prstGeom>
          <a:solidFill>
            <a:schemeClr val="accent1"/>
          </a:solidFill>
          <a:ln w="9525" cap="flat" cmpd="sng" algn="ctr">
            <a:solidFill>
              <a:schemeClr val="tx1"/>
            </a:solidFill>
            <a:prstDash val="solid"/>
            <a:round/>
            <a:headEnd type="none" w="med" len="med"/>
            <a:tailEnd type="oval"/>
          </a:ln>
          <a:effectLst>
            <a:glow rad="101600">
              <a:schemeClr val="bg1">
                <a:alpha val="60000"/>
              </a:schemeClr>
            </a:glow>
          </a:effectLst>
        </p:spPr>
      </p:cxnSp>
      <p:sp>
        <p:nvSpPr>
          <p:cNvPr id="34" name="TextBox 33"/>
          <p:cNvSpPr txBox="1"/>
          <p:nvPr/>
        </p:nvSpPr>
        <p:spPr>
          <a:xfrm>
            <a:off x="343223" y="4357975"/>
            <a:ext cx="729687" cy="261610"/>
          </a:xfrm>
          <a:prstGeom prst="rect">
            <a:avLst/>
          </a:prstGeom>
          <a:solidFill>
            <a:schemeClr val="bg1"/>
          </a:solidFill>
          <a:ln>
            <a:solidFill>
              <a:schemeClr val="tx1"/>
            </a:solidFill>
          </a:ln>
        </p:spPr>
        <p:txBody>
          <a:bodyPr wrap="none" rtlCol="0">
            <a:spAutoFit/>
          </a:bodyPr>
          <a:lstStyle/>
          <a:p>
            <a:r>
              <a:rPr lang="en-US" sz="1100" dirty="0">
                <a:latin typeface="Arial Narrow" panose="020B0606020202030204" pitchFamily="34" charset="0"/>
              </a:rPr>
              <a:t>FP Sensor</a:t>
            </a:r>
          </a:p>
        </p:txBody>
      </p:sp>
      <p:sp>
        <p:nvSpPr>
          <p:cNvPr id="40" name="TextBox 39"/>
          <p:cNvSpPr txBox="1"/>
          <p:nvPr/>
        </p:nvSpPr>
        <p:spPr>
          <a:xfrm>
            <a:off x="4079961" y="6138364"/>
            <a:ext cx="453971" cy="261610"/>
          </a:xfrm>
          <a:prstGeom prst="rect">
            <a:avLst/>
          </a:prstGeom>
          <a:solidFill>
            <a:schemeClr val="bg1"/>
          </a:solidFill>
          <a:ln>
            <a:solidFill>
              <a:schemeClr val="tx1"/>
            </a:solidFill>
          </a:ln>
        </p:spPr>
        <p:txBody>
          <a:bodyPr wrap="none" rtlCol="0">
            <a:spAutoFit/>
          </a:bodyPr>
          <a:lstStyle/>
          <a:p>
            <a:r>
              <a:rPr lang="en-US" sz="1100" dirty="0">
                <a:latin typeface="Arial Narrow" panose="020B0606020202030204" pitchFamily="34" charset="0"/>
              </a:rPr>
              <a:t>DBW</a:t>
            </a:r>
          </a:p>
        </p:txBody>
      </p:sp>
      <p:cxnSp>
        <p:nvCxnSpPr>
          <p:cNvPr id="41" name="Straight Arrow Connector 40"/>
          <p:cNvCxnSpPr>
            <a:stCxn id="40" idx="1"/>
          </p:cNvCxnSpPr>
          <p:nvPr/>
        </p:nvCxnSpPr>
        <p:spPr bwMode="auto">
          <a:xfrm flipH="1" flipV="1">
            <a:off x="3127560" y="4994278"/>
            <a:ext cx="952401" cy="1274891"/>
          </a:xfrm>
          <a:prstGeom prst="straightConnector1">
            <a:avLst/>
          </a:prstGeom>
          <a:solidFill>
            <a:schemeClr val="accent1"/>
          </a:solidFill>
          <a:ln w="9525" cap="flat" cmpd="sng" algn="ctr">
            <a:solidFill>
              <a:schemeClr val="tx1"/>
            </a:solidFill>
            <a:prstDash val="solid"/>
            <a:round/>
            <a:headEnd type="none" w="med" len="med"/>
            <a:tailEnd type="oval"/>
          </a:ln>
          <a:effectLst>
            <a:glow rad="101600">
              <a:schemeClr val="bg1">
                <a:alpha val="60000"/>
              </a:schemeClr>
            </a:glow>
          </a:effectLst>
        </p:spPr>
      </p:cxnSp>
    </p:spTree>
    <p:extLst>
      <p:ext uri="{BB962C8B-B14F-4D97-AF65-F5344CB8AC3E}">
        <p14:creationId xmlns:p14="http://schemas.microsoft.com/office/powerpoint/2010/main" val="298621226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a:spLocks noChangeArrowheads="1"/>
          </p:cNvSpPr>
          <p:nvPr/>
        </p:nvSpPr>
        <p:spPr bwMode="auto">
          <a:xfrm>
            <a:off x="107510" y="620716"/>
            <a:ext cx="8928992"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180975" marR="0" lvl="0" indent="-180975" algn="l" defTabSz="914400" rtl="0" eaLnBrk="1" fontAlgn="base" latinLnBrk="0" hangingPunct="1">
              <a:lnSpc>
                <a:spcPct val="100000"/>
              </a:lnSpc>
              <a:spcBef>
                <a:spcPct val="0"/>
              </a:spcBef>
              <a:spcAft>
                <a:spcPct val="0"/>
              </a:spcAft>
              <a:buClrTx/>
              <a:buSzTx/>
              <a:buFontTx/>
              <a:buNone/>
              <a:tabLst/>
              <a:defRPr/>
            </a:pPr>
            <a:r>
              <a:rPr kumimoji="1" lang="en-US" altLang="ja-JP"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Honda </a:t>
            </a:r>
            <a:r>
              <a:rPr kumimoji="1" lang="ja-JP" altLang="en-US"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内製適用部品リストの目的：適用部品の情報共有</a:t>
            </a:r>
          </a:p>
        </p:txBody>
      </p:sp>
      <p:sp>
        <p:nvSpPr>
          <p:cNvPr id="4" name="Text Box 2"/>
          <p:cNvSpPr txBox="1">
            <a:spLocks noChangeArrowheads="1"/>
          </p:cNvSpPr>
          <p:nvPr/>
        </p:nvSpPr>
        <p:spPr bwMode="auto">
          <a:xfrm>
            <a:off x="97454" y="836712"/>
            <a:ext cx="8928992"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180975" marR="0" lvl="0" indent="-180975" algn="l" defTabSz="914400" rtl="0" eaLnBrk="1" fontAlgn="base" latinLnBrk="0" hangingPunct="1">
              <a:lnSpc>
                <a:spcPct val="100000"/>
              </a:lnSpc>
              <a:spcBef>
                <a:spcPct val="0"/>
              </a:spcBef>
              <a:spcAft>
                <a:spcPct val="0"/>
              </a:spcAft>
              <a:buClrTx/>
              <a:buSzTx/>
              <a:buFontTx/>
              <a:buNone/>
              <a:tabLst>
                <a:tab pos="85725" algn="l"/>
              </a:tabLst>
              <a:defRPr/>
            </a:pPr>
            <a:r>
              <a:rPr kumimoji="1" lang="en-US" altLang="ja-JP"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Purpose of Honda production list : to share the ENG structure information. </a:t>
            </a:r>
            <a:endParaRPr kumimoji="1" lang="ja-JP" altLang="en-US"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endParaRPr>
          </a:p>
        </p:txBody>
      </p:sp>
      <p:sp>
        <p:nvSpPr>
          <p:cNvPr id="7" name="Text Box 2">
            <a:extLst>
              <a:ext uri="{FF2B5EF4-FFF2-40B4-BE49-F238E27FC236}">
                <a16:creationId xmlns:a16="http://schemas.microsoft.com/office/drawing/2014/main" id="{BEFA5A06-F9F9-4BEB-AA80-AA0CBE7A7A23}"/>
              </a:ext>
            </a:extLst>
          </p:cNvPr>
          <p:cNvSpPr txBox="1">
            <a:spLocks noChangeArrowheads="1"/>
          </p:cNvSpPr>
          <p:nvPr/>
        </p:nvSpPr>
        <p:spPr bwMode="auto">
          <a:xfrm>
            <a:off x="133270" y="70577"/>
            <a:ext cx="88931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ctr" eaLnBrk="1" fontAlgn="base" hangingPunct="1">
              <a:spcBef>
                <a:spcPct val="0"/>
              </a:spcBef>
              <a:spcAft>
                <a:spcPct val="0"/>
              </a:spcAft>
            </a:pPr>
            <a:r>
              <a:rPr lang="en-US" altLang="ja-JP" sz="1800" dirty="0">
                <a:solidFill>
                  <a:srgbClr val="FFFFFF"/>
                </a:solidFill>
                <a:latin typeface="Meiryo UI" panose="020B0604030504040204" pitchFamily="50" charset="-128"/>
                <a:ea typeface="Meiryo UI" panose="020B0604030504040204" pitchFamily="50" charset="-128"/>
                <a:cs typeface="Arial" pitchFamily="34" charset="0"/>
              </a:rPr>
              <a:t>13.</a:t>
            </a:r>
            <a:r>
              <a:rPr lang="ja-JP" altLang="en-US" sz="1800" dirty="0">
                <a:solidFill>
                  <a:srgbClr val="FFFFFF"/>
                </a:solidFill>
                <a:latin typeface="Meiryo UI" panose="020B0604030504040204" pitchFamily="50" charset="-128"/>
                <a:ea typeface="Meiryo UI" panose="020B0604030504040204" pitchFamily="50" charset="-128"/>
                <a:cs typeface="Arial" pitchFamily="34" charset="0"/>
              </a:rPr>
              <a:t> </a:t>
            </a:r>
            <a:r>
              <a:rPr lang="en-US" altLang="ja-JP" sz="1800" dirty="0">
                <a:solidFill>
                  <a:srgbClr val="FFFFFF"/>
                </a:solidFill>
                <a:latin typeface="Meiryo UI" panose="020B0604030504040204" pitchFamily="50" charset="-128"/>
                <a:ea typeface="Meiryo UI" panose="020B0604030504040204" pitchFamily="50" charset="-128"/>
                <a:cs typeface="Arial" pitchFamily="34" charset="0"/>
              </a:rPr>
              <a:t>ENG Spec Comparison from Base model (3/7)</a:t>
            </a:r>
            <a:endParaRPr lang="en-US" altLang="ja-JP" sz="1050" dirty="0">
              <a:solidFill>
                <a:srgbClr val="FFFFFF"/>
              </a:solidFill>
              <a:latin typeface="Meiryo UI" panose="020B0604030504040204" pitchFamily="50" charset="-128"/>
              <a:ea typeface="Meiryo UI" panose="020B0604030504040204" pitchFamily="50" charset="-128"/>
              <a:cs typeface="Arial" pitchFamily="34" charset="0"/>
            </a:endParaRPr>
          </a:p>
        </p:txBody>
      </p:sp>
      <p:graphicFrame>
        <p:nvGraphicFramePr>
          <p:cNvPr id="8" name="表 16">
            <a:extLst>
              <a:ext uri="{FF2B5EF4-FFF2-40B4-BE49-F238E27FC236}">
                <a16:creationId xmlns:a16="http://schemas.microsoft.com/office/drawing/2014/main" id="{0D098C95-FF4F-4CD5-832E-FD7373B8C0E4}"/>
              </a:ext>
            </a:extLst>
          </p:cNvPr>
          <p:cNvGraphicFramePr>
            <a:graphicFrameLocks noGrp="1"/>
          </p:cNvGraphicFramePr>
          <p:nvPr>
            <p:extLst>
              <p:ext uri="{D42A27DB-BD31-4B8C-83A1-F6EECF244321}">
                <p14:modId xmlns:p14="http://schemas.microsoft.com/office/powerpoint/2010/main" val="1576121841"/>
              </p:ext>
            </p:extLst>
          </p:nvPr>
        </p:nvGraphicFramePr>
        <p:xfrm>
          <a:off x="205328" y="1088143"/>
          <a:ext cx="6524893" cy="5729760"/>
        </p:xfrm>
        <a:graphic>
          <a:graphicData uri="http://schemas.openxmlformats.org/drawingml/2006/table">
            <a:tbl>
              <a:tblPr firstRow="1" bandRow="1">
                <a:tableStyleId>{5940675A-B579-460E-94D1-54222C63F5DA}</a:tableStyleId>
              </a:tblPr>
              <a:tblGrid>
                <a:gridCol w="2355007">
                  <a:extLst>
                    <a:ext uri="{9D8B030D-6E8A-4147-A177-3AD203B41FA5}">
                      <a16:colId xmlns:a16="http://schemas.microsoft.com/office/drawing/2014/main" val="1064326632"/>
                    </a:ext>
                  </a:extLst>
                </a:gridCol>
                <a:gridCol w="684000">
                  <a:extLst>
                    <a:ext uri="{9D8B030D-6E8A-4147-A177-3AD203B41FA5}">
                      <a16:colId xmlns:a16="http://schemas.microsoft.com/office/drawing/2014/main" val="958295894"/>
                    </a:ext>
                  </a:extLst>
                </a:gridCol>
                <a:gridCol w="684000">
                  <a:extLst>
                    <a:ext uri="{9D8B030D-6E8A-4147-A177-3AD203B41FA5}">
                      <a16:colId xmlns:a16="http://schemas.microsoft.com/office/drawing/2014/main" val="4095504904"/>
                    </a:ext>
                  </a:extLst>
                </a:gridCol>
                <a:gridCol w="1234215">
                  <a:extLst>
                    <a:ext uri="{9D8B030D-6E8A-4147-A177-3AD203B41FA5}">
                      <a16:colId xmlns:a16="http://schemas.microsoft.com/office/drawing/2014/main" val="3373470624"/>
                    </a:ext>
                  </a:extLst>
                </a:gridCol>
                <a:gridCol w="1567671">
                  <a:extLst>
                    <a:ext uri="{9D8B030D-6E8A-4147-A177-3AD203B41FA5}">
                      <a16:colId xmlns:a16="http://schemas.microsoft.com/office/drawing/2014/main" val="962503986"/>
                    </a:ext>
                  </a:extLst>
                </a:gridCol>
              </a:tblGrid>
              <a:tr h="129990">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Arial" panose="020B0604020202020204" pitchFamily="34" charset="0"/>
                        </a:rPr>
                        <a:t>Part Name</a:t>
                      </a:r>
                      <a:endParaRPr kumimoji="1" lang="ja-JP" altLang="en-US" sz="14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Arial" panose="020B0604020202020204" pitchFamily="34" charset="0"/>
                      </a:endParaRPr>
                    </a:p>
                  </a:txBody>
                  <a:tcPr marL="72000" marR="72000" marT="18000" marB="18000" anchor="ctr"/>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algn="ctr" defTabSz="914227" rtl="0" eaLnBrk="1" fontAlgn="ctr" latinLnBrk="0" hangingPunct="1"/>
                      <a:r>
                        <a:rPr kumimoji="1" lang="en-US" altLang="ja-JP" sz="1400" b="0" i="0" u="none" strike="noStrike" kern="1200" dirty="0">
                          <a:solidFill>
                            <a:schemeClr val="tx1"/>
                          </a:solidFill>
                          <a:effectLst/>
                          <a:latin typeface="Meiryo UI" panose="020B0604030504040204" pitchFamily="50" charset="-128"/>
                          <a:ea typeface="Meiryo UI" panose="020B0604030504040204" pitchFamily="50" charset="-128"/>
                          <a:cs typeface="+mn-cs"/>
                        </a:rPr>
                        <a:t>62XS</a:t>
                      </a:r>
                      <a:endParaRPr kumimoji="1" lang="en-US" sz="14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72000" marR="72000" marT="18000" marB="18000" anchor="ctr"/>
                </a:tc>
                <a:tc>
                  <a:txBody>
                    <a:body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dirty="0">
                          <a:solidFill>
                            <a:schemeClr val="tx1"/>
                          </a:solidFill>
                          <a:effectLst/>
                          <a:latin typeface="Meiryo UI" panose="020B0604030504040204" pitchFamily="50" charset="-128"/>
                          <a:ea typeface="Meiryo UI" panose="020B0604030504040204" pitchFamily="50" charset="-128"/>
                          <a:cs typeface="+mn-cs"/>
                        </a:rPr>
                        <a:t>6WZZ</a:t>
                      </a:r>
                    </a:p>
                  </a:txBody>
                  <a:tcPr marL="72000" marR="72000" marT="18000" marB="18000" anchor="ctr"/>
                </a:tc>
                <a:tc>
                  <a:txBody>
                    <a:bodyPr/>
                    <a:lstStyle/>
                    <a:p>
                      <a:pPr marL="0" algn="ctr" defTabSz="914227" rtl="0" eaLnBrk="1" fontAlgn="ctr" latinLnBrk="0" hangingPunct="1"/>
                      <a:r>
                        <a:rPr kumimoji="1" lang="en-US" sz="1400" b="0" i="0" u="none" strike="noStrike" kern="1200" dirty="0">
                          <a:solidFill>
                            <a:schemeClr val="tx1"/>
                          </a:solidFill>
                          <a:effectLst/>
                          <a:latin typeface="Meiryo UI" panose="020B0604030504040204" pitchFamily="50" charset="-128"/>
                          <a:ea typeface="Meiryo UI" panose="020B0604030504040204" pitchFamily="50" charset="-128"/>
                          <a:cs typeface="+mn-cs"/>
                        </a:rPr>
                        <a:t>6WZX</a:t>
                      </a:r>
                    </a:p>
                  </a:txBody>
                  <a:tcPr marL="72000" marR="72000" marT="18000" marB="18000" anchor="ctr"/>
                </a:tc>
                <a:tc rowSpan="2">
                  <a:txBody>
                    <a:bodyPr/>
                    <a:lstStyle/>
                    <a:p>
                      <a:pPr algn="ctr"/>
                      <a:r>
                        <a:rPr kumimoji="1" lang="en-US" altLang="ja-JP" sz="1400" dirty="0">
                          <a:latin typeface="Meiryo UI" panose="020B0604030504040204" pitchFamily="50" charset="-128"/>
                          <a:ea typeface="Meiryo UI" panose="020B0604030504040204" pitchFamily="50" charset="-128"/>
                        </a:rPr>
                        <a:t>NOTE</a:t>
                      </a:r>
                      <a:endParaRPr kumimoji="1" lang="ja-JP" altLang="en-US" sz="1400" dirty="0">
                        <a:latin typeface="Meiryo UI" panose="020B0604030504040204" pitchFamily="50" charset="-128"/>
                        <a:ea typeface="Meiryo UI" panose="020B0604030504040204" pitchFamily="50" charset="-128"/>
                      </a:endParaRPr>
                    </a:p>
                  </a:txBody>
                  <a:tcPr marL="72000" marR="72000" marT="18000" marB="18000" anchor="ctr"/>
                </a:tc>
                <a:extLst>
                  <a:ext uri="{0D108BD9-81ED-4DB2-BD59-A6C34878D82A}">
                    <a16:rowId xmlns:a16="http://schemas.microsoft.com/office/drawing/2014/main" val="3701587874"/>
                  </a:ext>
                </a:extLst>
              </a:tr>
              <a:tr h="129990">
                <a:tc vMerge="1">
                  <a:txBody>
                    <a:bodyPr/>
                    <a:lstStyle/>
                    <a:p>
                      <a:endParaRPr kumimoji="1" lang="ja-JP" altLang="en-US" sz="1400" dirty="0">
                        <a:latin typeface="Meiryo UI" panose="020B0604030504040204" pitchFamily="50" charset="-128"/>
                        <a:ea typeface="Meiryo UI" panose="020B0604030504040204" pitchFamily="50" charset="-128"/>
                      </a:endParaRPr>
                    </a:p>
                  </a:txBody>
                  <a:tcPr marL="72000" marR="72000" marT="18000" marB="18000"/>
                </a:tc>
                <a:tc gridSpan="3">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algn="ctr"/>
                      <a:r>
                        <a:rPr kumimoji="1" lang="en-US" altLang="ja-JP" sz="1400" b="0" baseline="0" dirty="0">
                          <a:solidFill>
                            <a:schemeClr val="tx1"/>
                          </a:solidFill>
                          <a:latin typeface="Meiryo UI" panose="020B0604030504040204" pitchFamily="50" charset="-128"/>
                          <a:ea typeface="Meiryo UI" pitchFamily="50" charset="-128"/>
                          <a:cs typeface="Arial" pitchFamily="34" charset="0"/>
                        </a:rPr>
                        <a:t>Brazil (FFV)</a:t>
                      </a:r>
                      <a:endParaRPr kumimoji="1" lang="ja-JP" altLang="en-US" sz="1400" b="0" baseline="0" dirty="0">
                        <a:solidFill>
                          <a:schemeClr val="tx1"/>
                        </a:solidFill>
                        <a:latin typeface="Meiryo UI" panose="020B0604030504040204" pitchFamily="50" charset="-128"/>
                        <a:ea typeface="Meiryo UI" pitchFamily="50" charset="-128"/>
                        <a:cs typeface="Arial" pitchFamily="34" charset="0"/>
                      </a:endParaRPr>
                    </a:p>
                  </a:txBody>
                  <a:tcPr marL="72000" marR="72000" marT="18000" marB="18000" anchor="ctr"/>
                </a:tc>
                <a:tc hMerge="1">
                  <a:txBody>
                    <a:bodyPr/>
                    <a:lstStyle/>
                    <a:p>
                      <a:endParaRPr kumimoji="1" lang="ja-JP" altLang="en-US"/>
                    </a:p>
                  </a:txBody>
                  <a:tcPr/>
                </a:tc>
                <a:tc hMerge="1">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algn="ctr" rtl="0" fontAlgn="ctr"/>
                      <a:endParaRPr lang="en-US" sz="1400" b="0" i="0" u="none" strike="noStrike" dirty="0">
                        <a:solidFill>
                          <a:schemeClr val="tx1"/>
                        </a:solidFill>
                        <a:effectLst/>
                        <a:latin typeface="Meiryo UI" panose="020B0604030504040204" pitchFamily="50" charset="-128"/>
                        <a:ea typeface="Meiryo UI" panose="020B0604030504040204" pitchFamily="50" charset="-128"/>
                      </a:endParaRPr>
                    </a:p>
                  </a:txBody>
                  <a:tcPr marL="72000" marR="72000" marT="18000" marB="18000" anchor="ctr"/>
                </a:tc>
                <a:tc vMerge="1">
                  <a:txBody>
                    <a:bodyPr/>
                    <a:lstStyle/>
                    <a:p>
                      <a:endParaRPr kumimoji="1" lang="ja-JP" altLang="en-US" sz="1400">
                        <a:latin typeface="Meiryo UI" panose="020B0604030504040204" pitchFamily="50" charset="-128"/>
                        <a:ea typeface="Meiryo UI" panose="020B0604030504040204" pitchFamily="50" charset="-128"/>
                      </a:endParaRPr>
                    </a:p>
                  </a:txBody>
                  <a:tcPr marL="72000" marR="72000" marT="18000" marB="18000"/>
                </a:tc>
                <a:extLst>
                  <a:ext uri="{0D108BD9-81ED-4DB2-BD59-A6C34878D82A}">
                    <a16:rowId xmlns:a16="http://schemas.microsoft.com/office/drawing/2014/main" val="1130928988"/>
                  </a:ext>
                </a:extLst>
              </a:tr>
              <a:tr h="104455">
                <a:tc>
                  <a:txBody>
                    <a:bodyPr/>
                    <a:lstStyle>
                      <a:lvl1pPr marL="0" algn="l" defTabSz="914400" rtl="0" eaLnBrk="1" latinLnBrk="0" hangingPunct="1">
                        <a:defRPr kumimoji="1" sz="1800" kern="1200">
                          <a:solidFill>
                            <a:schemeClr val="tx1"/>
                          </a:solidFill>
                          <a:latin typeface="HG創英角ｺﾞｼｯｸUB"/>
                          <a:ea typeface="HG創英角ｺﾞｼｯｸUB"/>
                        </a:defRPr>
                      </a:lvl1pPr>
                      <a:lvl2pPr marL="457200" algn="l" defTabSz="914400" rtl="0" eaLnBrk="1" latinLnBrk="0" hangingPunct="1">
                        <a:defRPr kumimoji="1" sz="1800" kern="1200">
                          <a:solidFill>
                            <a:schemeClr val="tx1"/>
                          </a:solidFill>
                          <a:latin typeface="HG創英角ｺﾞｼｯｸUB"/>
                          <a:ea typeface="HG創英角ｺﾞｼｯｸUB"/>
                        </a:defRPr>
                      </a:lvl2pPr>
                      <a:lvl3pPr marL="914400" algn="l" defTabSz="914400" rtl="0" eaLnBrk="1" latinLnBrk="0" hangingPunct="1">
                        <a:defRPr kumimoji="1" sz="1800" kern="1200">
                          <a:solidFill>
                            <a:schemeClr val="tx1"/>
                          </a:solidFill>
                          <a:latin typeface="HG創英角ｺﾞｼｯｸUB"/>
                          <a:ea typeface="HG創英角ｺﾞｼｯｸUB"/>
                        </a:defRPr>
                      </a:lvl3pPr>
                      <a:lvl4pPr marL="1371600" algn="l" defTabSz="914400" rtl="0" eaLnBrk="1" latinLnBrk="0" hangingPunct="1">
                        <a:defRPr kumimoji="1" sz="1800" kern="1200">
                          <a:solidFill>
                            <a:schemeClr val="tx1"/>
                          </a:solidFill>
                          <a:latin typeface="HG創英角ｺﾞｼｯｸUB"/>
                          <a:ea typeface="HG創英角ｺﾞｼｯｸUB"/>
                        </a:defRPr>
                      </a:lvl4pPr>
                      <a:lvl5pPr marL="1828800" algn="l" defTabSz="914400" rtl="0" eaLnBrk="1" latinLnBrk="0" hangingPunct="1">
                        <a:defRPr kumimoji="1" sz="1800" kern="1200">
                          <a:solidFill>
                            <a:schemeClr val="tx1"/>
                          </a:solidFill>
                          <a:latin typeface="HG創英角ｺﾞｼｯｸUB"/>
                          <a:ea typeface="HG創英角ｺﾞｼｯｸUB"/>
                        </a:defRPr>
                      </a:lvl5pPr>
                      <a:lvl6pPr marL="2286000" algn="l" defTabSz="914400" rtl="0" eaLnBrk="1" latinLnBrk="0" hangingPunct="1">
                        <a:defRPr kumimoji="1" sz="1800" kern="1200">
                          <a:solidFill>
                            <a:schemeClr val="tx1"/>
                          </a:solidFill>
                          <a:latin typeface="HG創英角ｺﾞｼｯｸUB"/>
                          <a:ea typeface="HG創英角ｺﾞｼｯｸUB"/>
                        </a:defRPr>
                      </a:lvl6pPr>
                      <a:lvl7pPr marL="2743200" algn="l" defTabSz="914400" rtl="0" eaLnBrk="1" latinLnBrk="0" hangingPunct="1">
                        <a:defRPr kumimoji="1" sz="1800" kern="1200">
                          <a:solidFill>
                            <a:schemeClr val="tx1"/>
                          </a:solidFill>
                          <a:latin typeface="HG創英角ｺﾞｼｯｸUB"/>
                          <a:ea typeface="HG創英角ｺﾞｼｯｸUB"/>
                        </a:defRPr>
                      </a:lvl7pPr>
                      <a:lvl8pPr marL="3200400" algn="l" defTabSz="914400" rtl="0" eaLnBrk="1" latinLnBrk="0" hangingPunct="1">
                        <a:defRPr kumimoji="1" sz="1800" kern="1200">
                          <a:solidFill>
                            <a:schemeClr val="tx1"/>
                          </a:solidFill>
                          <a:latin typeface="HG創英角ｺﾞｼｯｸUB"/>
                          <a:ea typeface="HG創英角ｺﾞｼｯｸUB"/>
                        </a:defRPr>
                      </a:lvl8pPr>
                      <a:lvl9pPr marL="3657600" algn="l" defTabSz="914400" rtl="0" eaLnBrk="1" latinLnBrk="0" hangingPunct="1">
                        <a:defRPr kumimoji="1" sz="1800" kern="1200">
                          <a:solidFill>
                            <a:schemeClr val="tx1"/>
                          </a:solidFill>
                          <a:latin typeface="HG創英角ｺﾞｼｯｸUB"/>
                          <a:ea typeface="HG創英角ｺﾞｼｯｸUB"/>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CYLINDER</a:t>
                      </a:r>
                      <a:r>
                        <a:rPr kumimoji="1" lang="ja-JP" altLang="en-US" sz="14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 </a:t>
                      </a:r>
                      <a:r>
                        <a:rPr kumimoji="1" lang="en-US" altLang="ja-JP" sz="14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BLOCK</a:t>
                      </a:r>
                    </a:p>
                  </a:txBody>
                  <a:tcPr marL="72000" marR="72000" marT="18000" marB="18000" anchor="ctr" horzOverflow="overflow">
                    <a:noFill/>
                  </a:tcPr>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A</a:t>
                      </a:r>
                    </a:p>
                  </a:txBody>
                  <a:tcPr marL="72000" marR="72000" marT="18000" marB="18000" anchor="ctr">
                    <a:solidFill>
                      <a:srgbClr val="CCECFF"/>
                    </a:solidFill>
                  </a:tcPr>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A</a:t>
                      </a:r>
                    </a:p>
                  </a:txBody>
                  <a:tcPr marL="72000" marR="72000" marT="18000" marB="18000" anchor="ctr">
                    <a:solidFill>
                      <a:srgbClr val="CCECFF"/>
                    </a:solidFill>
                  </a:tcPr>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A</a:t>
                      </a:r>
                    </a:p>
                  </a:txBody>
                  <a:tcPr marL="72000" marR="72000" marT="18000" marB="18000" anchor="ctr">
                    <a:solidFill>
                      <a:srgbClr val="CCECFF"/>
                    </a:solidFill>
                  </a:tcPr>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l" defTabSz="914227" rtl="0" eaLnBrk="1" fontAlgn="ctr" latinLnBrk="0" hangingPunct="1">
                        <a:lnSpc>
                          <a:spcPct val="100000"/>
                        </a:lnSpc>
                        <a:spcBef>
                          <a:spcPts val="0"/>
                        </a:spcBef>
                        <a:spcAft>
                          <a:spcPts val="0"/>
                        </a:spcAft>
                        <a:buClrTx/>
                        <a:buSzTx/>
                        <a:buFontTx/>
                        <a:buNone/>
                        <a:tabLst/>
                        <a:defRPr/>
                      </a:pPr>
                      <a:endPar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endParaRPr>
                    </a:p>
                  </a:txBody>
                  <a:tcPr marL="72000" marR="72000" marT="18000" marB="18000" anchor="ctr"/>
                </a:tc>
                <a:extLst>
                  <a:ext uri="{0D108BD9-81ED-4DB2-BD59-A6C34878D82A}">
                    <a16:rowId xmlns:a16="http://schemas.microsoft.com/office/drawing/2014/main" val="2992937786"/>
                  </a:ext>
                </a:extLst>
              </a:tr>
              <a:tr h="104455">
                <a:tc>
                  <a:txBody>
                    <a:bodyPr/>
                    <a:lstStyle>
                      <a:lvl1pPr marL="0" algn="l" defTabSz="914400" rtl="0" eaLnBrk="1" latinLnBrk="0" hangingPunct="1">
                        <a:defRPr kumimoji="1" sz="1800" kern="1200">
                          <a:solidFill>
                            <a:schemeClr val="tx1"/>
                          </a:solidFill>
                          <a:latin typeface="HG創英角ｺﾞｼｯｸUB"/>
                          <a:ea typeface="HG創英角ｺﾞｼｯｸUB"/>
                        </a:defRPr>
                      </a:lvl1pPr>
                      <a:lvl2pPr marL="457200" algn="l" defTabSz="914400" rtl="0" eaLnBrk="1" latinLnBrk="0" hangingPunct="1">
                        <a:defRPr kumimoji="1" sz="1800" kern="1200">
                          <a:solidFill>
                            <a:schemeClr val="tx1"/>
                          </a:solidFill>
                          <a:latin typeface="HG創英角ｺﾞｼｯｸUB"/>
                          <a:ea typeface="HG創英角ｺﾞｼｯｸUB"/>
                        </a:defRPr>
                      </a:lvl2pPr>
                      <a:lvl3pPr marL="914400" algn="l" defTabSz="914400" rtl="0" eaLnBrk="1" latinLnBrk="0" hangingPunct="1">
                        <a:defRPr kumimoji="1" sz="1800" kern="1200">
                          <a:solidFill>
                            <a:schemeClr val="tx1"/>
                          </a:solidFill>
                          <a:latin typeface="HG創英角ｺﾞｼｯｸUB"/>
                          <a:ea typeface="HG創英角ｺﾞｼｯｸUB"/>
                        </a:defRPr>
                      </a:lvl3pPr>
                      <a:lvl4pPr marL="1371600" algn="l" defTabSz="914400" rtl="0" eaLnBrk="1" latinLnBrk="0" hangingPunct="1">
                        <a:defRPr kumimoji="1" sz="1800" kern="1200">
                          <a:solidFill>
                            <a:schemeClr val="tx1"/>
                          </a:solidFill>
                          <a:latin typeface="HG創英角ｺﾞｼｯｸUB"/>
                          <a:ea typeface="HG創英角ｺﾞｼｯｸUB"/>
                        </a:defRPr>
                      </a:lvl4pPr>
                      <a:lvl5pPr marL="1828800" algn="l" defTabSz="914400" rtl="0" eaLnBrk="1" latinLnBrk="0" hangingPunct="1">
                        <a:defRPr kumimoji="1" sz="1800" kern="1200">
                          <a:solidFill>
                            <a:schemeClr val="tx1"/>
                          </a:solidFill>
                          <a:latin typeface="HG創英角ｺﾞｼｯｸUB"/>
                          <a:ea typeface="HG創英角ｺﾞｼｯｸUB"/>
                        </a:defRPr>
                      </a:lvl5pPr>
                      <a:lvl6pPr marL="2286000" algn="l" defTabSz="914400" rtl="0" eaLnBrk="1" latinLnBrk="0" hangingPunct="1">
                        <a:defRPr kumimoji="1" sz="1800" kern="1200">
                          <a:solidFill>
                            <a:schemeClr val="tx1"/>
                          </a:solidFill>
                          <a:latin typeface="HG創英角ｺﾞｼｯｸUB"/>
                          <a:ea typeface="HG創英角ｺﾞｼｯｸUB"/>
                        </a:defRPr>
                      </a:lvl6pPr>
                      <a:lvl7pPr marL="2743200" algn="l" defTabSz="914400" rtl="0" eaLnBrk="1" latinLnBrk="0" hangingPunct="1">
                        <a:defRPr kumimoji="1" sz="1800" kern="1200">
                          <a:solidFill>
                            <a:schemeClr val="tx1"/>
                          </a:solidFill>
                          <a:latin typeface="HG創英角ｺﾞｼｯｸUB"/>
                          <a:ea typeface="HG創英角ｺﾞｼｯｸUB"/>
                        </a:defRPr>
                      </a:lvl7pPr>
                      <a:lvl8pPr marL="3200400" algn="l" defTabSz="914400" rtl="0" eaLnBrk="1" latinLnBrk="0" hangingPunct="1">
                        <a:defRPr kumimoji="1" sz="1800" kern="1200">
                          <a:solidFill>
                            <a:schemeClr val="tx1"/>
                          </a:solidFill>
                          <a:latin typeface="HG創英角ｺﾞｼｯｸUB"/>
                          <a:ea typeface="HG創英角ｺﾞｼｯｸUB"/>
                        </a:defRPr>
                      </a:lvl8pPr>
                      <a:lvl9pPr marL="3657600" algn="l" defTabSz="914400" rtl="0" eaLnBrk="1" latinLnBrk="0" hangingPunct="1">
                        <a:defRPr kumimoji="1" sz="1800" kern="1200">
                          <a:solidFill>
                            <a:schemeClr val="tx1"/>
                          </a:solidFill>
                          <a:latin typeface="HG創英角ｺﾞｼｯｸUB"/>
                          <a:ea typeface="HG創英角ｺﾞｼｯｸUB"/>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OILPAN</a:t>
                      </a:r>
                    </a:p>
                  </a:txBody>
                  <a:tcPr marL="72000" marR="72000" marT="18000" marB="18000" anchor="ctr" horzOverflow="overflow"/>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A</a:t>
                      </a:r>
                    </a:p>
                  </a:txBody>
                  <a:tcPr marL="72000" marR="72000" marT="18000" marB="18000" anchor="ctr">
                    <a:solidFill>
                      <a:srgbClr val="CCECFF"/>
                    </a:solidFill>
                  </a:tcPr>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A</a:t>
                      </a:r>
                    </a:p>
                  </a:txBody>
                  <a:tcPr marL="72000" marR="72000" marT="18000" marB="18000" anchor="ctr">
                    <a:solidFill>
                      <a:srgbClr val="CCECFF"/>
                    </a:solidFill>
                  </a:tcPr>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A</a:t>
                      </a:r>
                    </a:p>
                  </a:txBody>
                  <a:tcPr marL="72000" marR="72000" marT="18000" marB="18000" anchor="ctr">
                    <a:solidFill>
                      <a:srgbClr val="CCECFF"/>
                    </a:solidFill>
                  </a:tcPr>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l" defTabSz="914227" rtl="0" eaLnBrk="1" fontAlgn="ctr" latinLnBrk="0" hangingPunct="1">
                        <a:lnSpc>
                          <a:spcPct val="100000"/>
                        </a:lnSpc>
                        <a:spcBef>
                          <a:spcPts val="0"/>
                        </a:spcBef>
                        <a:spcAft>
                          <a:spcPts val="0"/>
                        </a:spcAft>
                        <a:buClrTx/>
                        <a:buSzTx/>
                        <a:buFontTx/>
                        <a:buNone/>
                        <a:tabLst/>
                        <a:defRPr/>
                      </a:pPr>
                      <a:endPar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endParaRPr>
                    </a:p>
                  </a:txBody>
                  <a:tcPr marL="72000" marR="72000" marT="18000" marB="18000" anchor="ctr"/>
                </a:tc>
                <a:extLst>
                  <a:ext uri="{0D108BD9-81ED-4DB2-BD59-A6C34878D82A}">
                    <a16:rowId xmlns:a16="http://schemas.microsoft.com/office/drawing/2014/main" val="1162212944"/>
                  </a:ext>
                </a:extLst>
              </a:tr>
              <a:tr h="104455">
                <a:tc>
                  <a:txBody>
                    <a:bodyPr/>
                    <a:lstStyle>
                      <a:lvl1pPr marL="0" algn="l" defTabSz="914400" rtl="0" eaLnBrk="1" latinLnBrk="0" hangingPunct="1">
                        <a:defRPr kumimoji="1" sz="1800" kern="1200">
                          <a:solidFill>
                            <a:schemeClr val="tx1"/>
                          </a:solidFill>
                          <a:latin typeface="HG創英角ｺﾞｼｯｸUB"/>
                          <a:ea typeface="HG創英角ｺﾞｼｯｸUB"/>
                        </a:defRPr>
                      </a:lvl1pPr>
                      <a:lvl2pPr marL="457200" algn="l" defTabSz="914400" rtl="0" eaLnBrk="1" latinLnBrk="0" hangingPunct="1">
                        <a:defRPr kumimoji="1" sz="1800" kern="1200">
                          <a:solidFill>
                            <a:schemeClr val="tx1"/>
                          </a:solidFill>
                          <a:latin typeface="HG創英角ｺﾞｼｯｸUB"/>
                          <a:ea typeface="HG創英角ｺﾞｼｯｸUB"/>
                        </a:defRPr>
                      </a:lvl2pPr>
                      <a:lvl3pPr marL="914400" algn="l" defTabSz="914400" rtl="0" eaLnBrk="1" latinLnBrk="0" hangingPunct="1">
                        <a:defRPr kumimoji="1" sz="1800" kern="1200">
                          <a:solidFill>
                            <a:schemeClr val="tx1"/>
                          </a:solidFill>
                          <a:latin typeface="HG創英角ｺﾞｼｯｸUB"/>
                          <a:ea typeface="HG創英角ｺﾞｼｯｸUB"/>
                        </a:defRPr>
                      </a:lvl3pPr>
                      <a:lvl4pPr marL="1371600" algn="l" defTabSz="914400" rtl="0" eaLnBrk="1" latinLnBrk="0" hangingPunct="1">
                        <a:defRPr kumimoji="1" sz="1800" kern="1200">
                          <a:solidFill>
                            <a:schemeClr val="tx1"/>
                          </a:solidFill>
                          <a:latin typeface="HG創英角ｺﾞｼｯｸUB"/>
                          <a:ea typeface="HG創英角ｺﾞｼｯｸUB"/>
                        </a:defRPr>
                      </a:lvl4pPr>
                      <a:lvl5pPr marL="1828800" algn="l" defTabSz="914400" rtl="0" eaLnBrk="1" latinLnBrk="0" hangingPunct="1">
                        <a:defRPr kumimoji="1" sz="1800" kern="1200">
                          <a:solidFill>
                            <a:schemeClr val="tx1"/>
                          </a:solidFill>
                          <a:latin typeface="HG創英角ｺﾞｼｯｸUB"/>
                          <a:ea typeface="HG創英角ｺﾞｼｯｸUB"/>
                        </a:defRPr>
                      </a:lvl5pPr>
                      <a:lvl6pPr marL="2286000" algn="l" defTabSz="914400" rtl="0" eaLnBrk="1" latinLnBrk="0" hangingPunct="1">
                        <a:defRPr kumimoji="1" sz="1800" kern="1200">
                          <a:solidFill>
                            <a:schemeClr val="tx1"/>
                          </a:solidFill>
                          <a:latin typeface="HG創英角ｺﾞｼｯｸUB"/>
                          <a:ea typeface="HG創英角ｺﾞｼｯｸUB"/>
                        </a:defRPr>
                      </a:lvl6pPr>
                      <a:lvl7pPr marL="2743200" algn="l" defTabSz="914400" rtl="0" eaLnBrk="1" latinLnBrk="0" hangingPunct="1">
                        <a:defRPr kumimoji="1" sz="1800" kern="1200">
                          <a:solidFill>
                            <a:schemeClr val="tx1"/>
                          </a:solidFill>
                          <a:latin typeface="HG創英角ｺﾞｼｯｸUB"/>
                          <a:ea typeface="HG創英角ｺﾞｼｯｸUB"/>
                        </a:defRPr>
                      </a:lvl7pPr>
                      <a:lvl8pPr marL="3200400" algn="l" defTabSz="914400" rtl="0" eaLnBrk="1" latinLnBrk="0" hangingPunct="1">
                        <a:defRPr kumimoji="1" sz="1800" kern="1200">
                          <a:solidFill>
                            <a:schemeClr val="tx1"/>
                          </a:solidFill>
                          <a:latin typeface="HG創英角ｺﾞｼｯｸUB"/>
                          <a:ea typeface="HG創英角ｺﾞｼｯｸUB"/>
                        </a:defRPr>
                      </a:lvl8pPr>
                      <a:lvl9pPr marL="3657600" algn="l" defTabSz="914400" rtl="0" eaLnBrk="1" latinLnBrk="0" hangingPunct="1">
                        <a:defRPr kumimoji="1" sz="1800" kern="1200">
                          <a:solidFill>
                            <a:schemeClr val="tx1"/>
                          </a:solidFill>
                          <a:latin typeface="HG創英角ｺﾞｼｯｸUB"/>
                          <a:ea typeface="HG創英角ｺﾞｼｯｸUB"/>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CHAIN</a:t>
                      </a:r>
                      <a:r>
                        <a:rPr kumimoji="1" lang="ja-JP" altLang="en-US" sz="14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　</a:t>
                      </a:r>
                      <a:r>
                        <a:rPr kumimoji="1" lang="en-US" altLang="ja-JP" sz="14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CASE</a:t>
                      </a:r>
                    </a:p>
                  </a:txBody>
                  <a:tcPr marL="72000" marR="72000" marT="18000" marB="18000" anchor="ctr" horzOverflow="overflow"/>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A</a:t>
                      </a:r>
                    </a:p>
                  </a:txBody>
                  <a:tcPr marL="72000" marR="72000" marT="18000" marB="18000" anchor="ctr">
                    <a:solidFill>
                      <a:srgbClr val="CCECFF"/>
                    </a:solidFill>
                  </a:tcPr>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A</a:t>
                      </a:r>
                    </a:p>
                  </a:txBody>
                  <a:tcPr marL="72000" marR="72000" marT="18000" marB="18000" anchor="ctr">
                    <a:solidFill>
                      <a:srgbClr val="CCECFF"/>
                    </a:solidFill>
                  </a:tcPr>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A</a:t>
                      </a:r>
                    </a:p>
                  </a:txBody>
                  <a:tcPr marL="72000" marR="72000" marT="18000" marB="18000" anchor="ctr">
                    <a:solidFill>
                      <a:srgbClr val="CCECFF"/>
                    </a:solidFill>
                  </a:tcPr>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l" defTabSz="914227" rtl="0" eaLnBrk="1" fontAlgn="ctr" latinLnBrk="0" hangingPunct="1">
                        <a:lnSpc>
                          <a:spcPct val="100000"/>
                        </a:lnSpc>
                        <a:spcBef>
                          <a:spcPts val="0"/>
                        </a:spcBef>
                        <a:spcAft>
                          <a:spcPts val="0"/>
                        </a:spcAft>
                        <a:buClrTx/>
                        <a:buSzTx/>
                        <a:buFontTx/>
                        <a:buNone/>
                        <a:tabLst/>
                        <a:defRPr/>
                      </a:pPr>
                      <a:endPar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endParaRPr>
                    </a:p>
                  </a:txBody>
                  <a:tcPr marL="72000" marR="72000" marT="18000" marB="18000" anchor="ctr"/>
                </a:tc>
                <a:extLst>
                  <a:ext uri="{0D108BD9-81ED-4DB2-BD59-A6C34878D82A}">
                    <a16:rowId xmlns:a16="http://schemas.microsoft.com/office/drawing/2014/main" val="677875316"/>
                  </a:ext>
                </a:extLst>
              </a:tr>
              <a:tr h="104455">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WATER</a:t>
                      </a:r>
                      <a:r>
                        <a:rPr kumimoji="1" lang="ja-JP" altLang="en-US" sz="14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 </a:t>
                      </a:r>
                      <a:r>
                        <a:rPr kumimoji="1" lang="en-US" altLang="ja-JP" sz="14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PASSAGE</a:t>
                      </a:r>
                    </a:p>
                  </a:txBody>
                  <a:tcPr marL="72000" marR="72000" marT="18000" marB="18000" anchor="ctr" horzOverflow="overflow"/>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A</a:t>
                      </a:r>
                    </a:p>
                  </a:txBody>
                  <a:tcPr marL="72000" marR="72000" marT="18000" marB="18000" anchor="ctr">
                    <a:solidFill>
                      <a:srgbClr val="CCECFF"/>
                    </a:solidFill>
                  </a:tcPr>
                </a:tc>
                <a:tc>
                  <a:txBody>
                    <a:body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A</a:t>
                      </a:r>
                    </a:p>
                  </a:txBody>
                  <a:tcPr marL="72000" marR="72000" marT="18000" marB="18000" anchor="ctr">
                    <a:solidFill>
                      <a:srgbClr val="CCECFF"/>
                    </a:solidFill>
                  </a:tcPr>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algn="ctr" rtl="0" fontAlgn="ctr"/>
                      <a:r>
                        <a:rPr lang="en-US" sz="1400" b="0" i="0" u="none" strike="noStrike" dirty="0">
                          <a:solidFill>
                            <a:schemeClr val="tx1"/>
                          </a:solidFill>
                          <a:effectLst/>
                          <a:latin typeface="Meiryo UI" panose="020B0604030504040204" pitchFamily="50" charset="-128"/>
                          <a:ea typeface="Meiryo UI" panose="020B0604030504040204" pitchFamily="50" charset="-128"/>
                        </a:rPr>
                        <a:t>A</a:t>
                      </a:r>
                    </a:p>
                  </a:txBody>
                  <a:tcPr marL="72000" marR="72000" marT="18000" marB="18000" anchor="ctr">
                    <a:solidFill>
                      <a:srgbClr val="CCECFF"/>
                    </a:solidFill>
                  </a:tcPr>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l" defTabSz="914227" rtl="0" eaLnBrk="1" fontAlgn="ctr" latinLnBrk="0" hangingPunct="1">
                        <a:lnSpc>
                          <a:spcPct val="100000"/>
                        </a:lnSpc>
                        <a:spcBef>
                          <a:spcPts val="0"/>
                        </a:spcBef>
                        <a:spcAft>
                          <a:spcPts val="0"/>
                        </a:spcAft>
                        <a:buClrTx/>
                        <a:buSzTx/>
                        <a:buFontTx/>
                        <a:buNone/>
                        <a:tabLst/>
                        <a:defRPr/>
                      </a:pPr>
                      <a:endParaRPr kumimoji="1" lang="ja-JP" altLang="en-US" sz="1400" dirty="0">
                        <a:latin typeface="Meiryo UI" panose="020B0604030504040204" pitchFamily="50" charset="-128"/>
                        <a:ea typeface="Meiryo UI" panose="020B0604030504040204" pitchFamily="50" charset="-128"/>
                      </a:endParaRPr>
                    </a:p>
                  </a:txBody>
                  <a:tcPr marL="72000" marR="72000" marT="18000" marB="18000" anchor="ctr"/>
                </a:tc>
                <a:extLst>
                  <a:ext uri="{0D108BD9-81ED-4DB2-BD59-A6C34878D82A}">
                    <a16:rowId xmlns:a16="http://schemas.microsoft.com/office/drawing/2014/main" val="1681099103"/>
                  </a:ext>
                </a:extLst>
              </a:tr>
              <a:tr h="104455">
                <a:tc>
                  <a:txBody>
                    <a:bodyPr/>
                    <a:lstStyle>
                      <a:lvl1pPr marL="0" algn="l" defTabSz="914400" rtl="0" eaLnBrk="1" latinLnBrk="0" hangingPunct="1">
                        <a:defRPr kumimoji="1" sz="1800" kern="1200">
                          <a:solidFill>
                            <a:schemeClr val="tx1"/>
                          </a:solidFill>
                          <a:latin typeface="HG創英角ｺﾞｼｯｸUB"/>
                          <a:ea typeface="HG創英角ｺﾞｼｯｸUB"/>
                        </a:defRPr>
                      </a:lvl1pPr>
                      <a:lvl2pPr marL="457200" algn="l" defTabSz="914400" rtl="0" eaLnBrk="1" latinLnBrk="0" hangingPunct="1">
                        <a:defRPr kumimoji="1" sz="1800" kern="1200">
                          <a:solidFill>
                            <a:schemeClr val="tx1"/>
                          </a:solidFill>
                          <a:latin typeface="HG創英角ｺﾞｼｯｸUB"/>
                          <a:ea typeface="HG創英角ｺﾞｼｯｸUB"/>
                        </a:defRPr>
                      </a:lvl2pPr>
                      <a:lvl3pPr marL="914400" algn="l" defTabSz="914400" rtl="0" eaLnBrk="1" latinLnBrk="0" hangingPunct="1">
                        <a:defRPr kumimoji="1" sz="1800" kern="1200">
                          <a:solidFill>
                            <a:schemeClr val="tx1"/>
                          </a:solidFill>
                          <a:latin typeface="HG創英角ｺﾞｼｯｸUB"/>
                          <a:ea typeface="HG創英角ｺﾞｼｯｸUB"/>
                        </a:defRPr>
                      </a:lvl3pPr>
                      <a:lvl4pPr marL="1371600" algn="l" defTabSz="914400" rtl="0" eaLnBrk="1" latinLnBrk="0" hangingPunct="1">
                        <a:defRPr kumimoji="1" sz="1800" kern="1200">
                          <a:solidFill>
                            <a:schemeClr val="tx1"/>
                          </a:solidFill>
                          <a:latin typeface="HG創英角ｺﾞｼｯｸUB"/>
                          <a:ea typeface="HG創英角ｺﾞｼｯｸUB"/>
                        </a:defRPr>
                      </a:lvl4pPr>
                      <a:lvl5pPr marL="1828800" algn="l" defTabSz="914400" rtl="0" eaLnBrk="1" latinLnBrk="0" hangingPunct="1">
                        <a:defRPr kumimoji="1" sz="1800" kern="1200">
                          <a:solidFill>
                            <a:schemeClr val="tx1"/>
                          </a:solidFill>
                          <a:latin typeface="HG創英角ｺﾞｼｯｸUB"/>
                          <a:ea typeface="HG創英角ｺﾞｼｯｸUB"/>
                        </a:defRPr>
                      </a:lvl5pPr>
                      <a:lvl6pPr marL="2286000" algn="l" defTabSz="914400" rtl="0" eaLnBrk="1" latinLnBrk="0" hangingPunct="1">
                        <a:defRPr kumimoji="1" sz="1800" kern="1200">
                          <a:solidFill>
                            <a:schemeClr val="tx1"/>
                          </a:solidFill>
                          <a:latin typeface="HG創英角ｺﾞｼｯｸUB"/>
                          <a:ea typeface="HG創英角ｺﾞｼｯｸUB"/>
                        </a:defRPr>
                      </a:lvl6pPr>
                      <a:lvl7pPr marL="2743200" algn="l" defTabSz="914400" rtl="0" eaLnBrk="1" latinLnBrk="0" hangingPunct="1">
                        <a:defRPr kumimoji="1" sz="1800" kern="1200">
                          <a:solidFill>
                            <a:schemeClr val="tx1"/>
                          </a:solidFill>
                          <a:latin typeface="HG創英角ｺﾞｼｯｸUB"/>
                          <a:ea typeface="HG創英角ｺﾞｼｯｸUB"/>
                        </a:defRPr>
                      </a:lvl7pPr>
                      <a:lvl8pPr marL="3200400" algn="l" defTabSz="914400" rtl="0" eaLnBrk="1" latinLnBrk="0" hangingPunct="1">
                        <a:defRPr kumimoji="1" sz="1800" kern="1200">
                          <a:solidFill>
                            <a:schemeClr val="tx1"/>
                          </a:solidFill>
                          <a:latin typeface="HG創英角ｺﾞｼｯｸUB"/>
                          <a:ea typeface="HG創英角ｺﾞｼｯｸUB"/>
                        </a:defRPr>
                      </a:lvl8pPr>
                      <a:lvl9pPr marL="3657600" algn="l" defTabSz="914400" rtl="0" eaLnBrk="1" latinLnBrk="0" hangingPunct="1">
                        <a:defRPr kumimoji="1" sz="1800" kern="1200">
                          <a:solidFill>
                            <a:schemeClr val="tx1"/>
                          </a:solidFill>
                          <a:latin typeface="HG創英角ｺﾞｼｯｸUB"/>
                          <a:ea typeface="HG創英角ｺﾞｼｯｸUB"/>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CYLINDER</a:t>
                      </a:r>
                      <a:r>
                        <a:rPr kumimoji="1" lang="ja-JP" altLang="en-US" sz="14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 </a:t>
                      </a:r>
                      <a:r>
                        <a:rPr kumimoji="1" lang="en-US" altLang="ja-JP" sz="14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HEAD</a:t>
                      </a:r>
                      <a:r>
                        <a:rPr kumimoji="1" lang="ja-JP" altLang="en-US" sz="14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 </a:t>
                      </a:r>
                      <a:r>
                        <a:rPr kumimoji="1" lang="en-US" altLang="ja-JP" sz="14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ASSY</a:t>
                      </a:r>
                    </a:p>
                  </a:txBody>
                  <a:tcPr marL="72000" marR="72000" marT="18000" marB="18000" anchor="ctr" horzOverflow="overflow">
                    <a:noFill/>
                  </a:tcPr>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A</a:t>
                      </a:r>
                    </a:p>
                  </a:txBody>
                  <a:tcPr marL="72000" marR="72000" marT="18000" marB="18000" anchor="ctr">
                    <a:solidFill>
                      <a:srgbClr val="CCECFF"/>
                    </a:solidFill>
                  </a:tcPr>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A</a:t>
                      </a:r>
                    </a:p>
                  </a:txBody>
                  <a:tcPr marL="72000" marR="72000" marT="18000" marB="18000" anchor="ctr">
                    <a:solidFill>
                      <a:srgbClr val="CCECFF"/>
                    </a:solidFill>
                  </a:tcPr>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A</a:t>
                      </a:r>
                    </a:p>
                  </a:txBody>
                  <a:tcPr marL="72000" marR="72000" marT="18000" marB="18000" anchor="ctr">
                    <a:solidFill>
                      <a:srgbClr val="CCECFF"/>
                    </a:solidFill>
                  </a:tcPr>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algn="l" rtl="0" fontAlgn="ctr"/>
                      <a:endParaRPr lang="en-US" sz="1400" b="0" i="0" u="none" strike="noStrike" dirty="0">
                        <a:solidFill>
                          <a:schemeClr val="tx1"/>
                        </a:solidFill>
                        <a:effectLst/>
                        <a:latin typeface="Meiryo UI" panose="020B0604030504040204" pitchFamily="50" charset="-128"/>
                        <a:ea typeface="Meiryo UI" panose="020B0604030504040204" pitchFamily="50" charset="-128"/>
                      </a:endParaRPr>
                    </a:p>
                  </a:txBody>
                  <a:tcPr marL="72000" marR="72000" marT="18000" marB="18000" anchor="ctr"/>
                </a:tc>
                <a:extLst>
                  <a:ext uri="{0D108BD9-81ED-4DB2-BD59-A6C34878D82A}">
                    <a16:rowId xmlns:a16="http://schemas.microsoft.com/office/drawing/2014/main" val="1794404666"/>
                  </a:ext>
                </a:extLst>
              </a:tr>
              <a:tr h="104455">
                <a:tc>
                  <a:txBody>
                    <a:bodyPr/>
                    <a:lstStyle>
                      <a:lvl1pPr marL="0" algn="l" defTabSz="914400" rtl="0" eaLnBrk="1" latinLnBrk="0" hangingPunct="1">
                        <a:defRPr kumimoji="1" sz="1800" kern="1200">
                          <a:solidFill>
                            <a:schemeClr val="tx1"/>
                          </a:solidFill>
                          <a:latin typeface="HG創英角ｺﾞｼｯｸUB"/>
                          <a:ea typeface="HG創英角ｺﾞｼｯｸUB"/>
                        </a:defRPr>
                      </a:lvl1pPr>
                      <a:lvl2pPr marL="457200" algn="l" defTabSz="914400" rtl="0" eaLnBrk="1" latinLnBrk="0" hangingPunct="1">
                        <a:defRPr kumimoji="1" sz="1800" kern="1200">
                          <a:solidFill>
                            <a:schemeClr val="tx1"/>
                          </a:solidFill>
                          <a:latin typeface="HG創英角ｺﾞｼｯｸUB"/>
                          <a:ea typeface="HG創英角ｺﾞｼｯｸUB"/>
                        </a:defRPr>
                      </a:lvl2pPr>
                      <a:lvl3pPr marL="914400" algn="l" defTabSz="914400" rtl="0" eaLnBrk="1" latinLnBrk="0" hangingPunct="1">
                        <a:defRPr kumimoji="1" sz="1800" kern="1200">
                          <a:solidFill>
                            <a:schemeClr val="tx1"/>
                          </a:solidFill>
                          <a:latin typeface="HG創英角ｺﾞｼｯｸUB"/>
                          <a:ea typeface="HG創英角ｺﾞｼｯｸUB"/>
                        </a:defRPr>
                      </a:lvl3pPr>
                      <a:lvl4pPr marL="1371600" algn="l" defTabSz="914400" rtl="0" eaLnBrk="1" latinLnBrk="0" hangingPunct="1">
                        <a:defRPr kumimoji="1" sz="1800" kern="1200">
                          <a:solidFill>
                            <a:schemeClr val="tx1"/>
                          </a:solidFill>
                          <a:latin typeface="HG創英角ｺﾞｼｯｸUB"/>
                          <a:ea typeface="HG創英角ｺﾞｼｯｸUB"/>
                        </a:defRPr>
                      </a:lvl4pPr>
                      <a:lvl5pPr marL="1828800" algn="l" defTabSz="914400" rtl="0" eaLnBrk="1" latinLnBrk="0" hangingPunct="1">
                        <a:defRPr kumimoji="1" sz="1800" kern="1200">
                          <a:solidFill>
                            <a:schemeClr val="tx1"/>
                          </a:solidFill>
                          <a:latin typeface="HG創英角ｺﾞｼｯｸUB"/>
                          <a:ea typeface="HG創英角ｺﾞｼｯｸUB"/>
                        </a:defRPr>
                      </a:lvl5pPr>
                      <a:lvl6pPr marL="2286000" algn="l" defTabSz="914400" rtl="0" eaLnBrk="1" latinLnBrk="0" hangingPunct="1">
                        <a:defRPr kumimoji="1" sz="1800" kern="1200">
                          <a:solidFill>
                            <a:schemeClr val="tx1"/>
                          </a:solidFill>
                          <a:latin typeface="HG創英角ｺﾞｼｯｸUB"/>
                          <a:ea typeface="HG創英角ｺﾞｼｯｸUB"/>
                        </a:defRPr>
                      </a:lvl6pPr>
                      <a:lvl7pPr marL="2743200" algn="l" defTabSz="914400" rtl="0" eaLnBrk="1" latinLnBrk="0" hangingPunct="1">
                        <a:defRPr kumimoji="1" sz="1800" kern="1200">
                          <a:solidFill>
                            <a:schemeClr val="tx1"/>
                          </a:solidFill>
                          <a:latin typeface="HG創英角ｺﾞｼｯｸUB"/>
                          <a:ea typeface="HG創英角ｺﾞｼｯｸUB"/>
                        </a:defRPr>
                      </a:lvl7pPr>
                      <a:lvl8pPr marL="3200400" algn="l" defTabSz="914400" rtl="0" eaLnBrk="1" latinLnBrk="0" hangingPunct="1">
                        <a:defRPr kumimoji="1" sz="1800" kern="1200">
                          <a:solidFill>
                            <a:schemeClr val="tx1"/>
                          </a:solidFill>
                          <a:latin typeface="HG創英角ｺﾞｼｯｸUB"/>
                          <a:ea typeface="HG創英角ｺﾞｼｯｸUB"/>
                        </a:defRPr>
                      </a:lvl8pPr>
                      <a:lvl9pPr marL="3657600" algn="l" defTabSz="914400" rtl="0" eaLnBrk="1" latinLnBrk="0" hangingPunct="1">
                        <a:defRPr kumimoji="1" sz="1800" kern="1200">
                          <a:solidFill>
                            <a:schemeClr val="tx1"/>
                          </a:solidFill>
                          <a:latin typeface="HG創英角ｺﾞｼｯｸUB"/>
                          <a:ea typeface="HG創英角ｺﾞｼｯｸUB"/>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CYLINDER</a:t>
                      </a:r>
                      <a:r>
                        <a:rPr kumimoji="1" lang="ja-JP" altLang="en-US" sz="14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 </a:t>
                      </a:r>
                      <a:r>
                        <a:rPr kumimoji="1" lang="en-US" altLang="ja-JP" sz="14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HEAD COVER</a:t>
                      </a:r>
                    </a:p>
                  </a:txBody>
                  <a:tcPr marL="72000" marR="72000" marT="18000" marB="18000" anchor="ctr" horzOverflow="overflow"/>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A</a:t>
                      </a:r>
                    </a:p>
                  </a:txBody>
                  <a:tcPr marL="72000" marR="72000" marT="18000" marB="18000" anchor="ctr">
                    <a:solidFill>
                      <a:srgbClr val="CCECFF"/>
                    </a:solidFill>
                  </a:tcPr>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A</a:t>
                      </a:r>
                    </a:p>
                  </a:txBody>
                  <a:tcPr marL="72000" marR="72000" marT="18000" marB="18000" anchor="ctr">
                    <a:solidFill>
                      <a:srgbClr val="CCECFF"/>
                    </a:solidFill>
                  </a:tcPr>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A</a:t>
                      </a:r>
                    </a:p>
                  </a:txBody>
                  <a:tcPr marL="72000" marR="72000" marT="18000" marB="18000" anchor="ctr">
                    <a:solidFill>
                      <a:srgbClr val="CCECFF"/>
                    </a:solidFill>
                  </a:tcPr>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l" defTabSz="914227" rtl="0" eaLnBrk="1" fontAlgn="ctr" latinLnBrk="0" hangingPunct="1">
                        <a:lnSpc>
                          <a:spcPct val="100000"/>
                        </a:lnSpc>
                        <a:spcBef>
                          <a:spcPts val="0"/>
                        </a:spcBef>
                        <a:spcAft>
                          <a:spcPts val="0"/>
                        </a:spcAft>
                        <a:buClrTx/>
                        <a:buSzTx/>
                        <a:buFontTx/>
                        <a:buNone/>
                        <a:tabLst/>
                        <a:defRPr/>
                      </a:pPr>
                      <a:endPar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endParaRPr>
                    </a:p>
                  </a:txBody>
                  <a:tcPr marL="72000" marR="72000" marT="18000" marB="18000" anchor="ctr"/>
                </a:tc>
                <a:extLst>
                  <a:ext uri="{0D108BD9-81ED-4DB2-BD59-A6C34878D82A}">
                    <a16:rowId xmlns:a16="http://schemas.microsoft.com/office/drawing/2014/main" val="3899122796"/>
                  </a:ext>
                </a:extLst>
              </a:tr>
              <a:tr h="104455">
                <a:tc>
                  <a:txBody>
                    <a:bodyPr/>
                    <a:lstStyle>
                      <a:lvl1pPr marL="0" algn="l" defTabSz="914400" rtl="0" eaLnBrk="1" latinLnBrk="0" hangingPunct="1">
                        <a:defRPr kumimoji="1" sz="1800" kern="1200">
                          <a:solidFill>
                            <a:schemeClr val="tx1"/>
                          </a:solidFill>
                          <a:latin typeface="HG創英角ｺﾞｼｯｸUB"/>
                          <a:ea typeface="HG創英角ｺﾞｼｯｸUB"/>
                        </a:defRPr>
                      </a:lvl1pPr>
                      <a:lvl2pPr marL="457200" algn="l" defTabSz="914400" rtl="0" eaLnBrk="1" latinLnBrk="0" hangingPunct="1">
                        <a:defRPr kumimoji="1" sz="1800" kern="1200">
                          <a:solidFill>
                            <a:schemeClr val="tx1"/>
                          </a:solidFill>
                          <a:latin typeface="HG創英角ｺﾞｼｯｸUB"/>
                          <a:ea typeface="HG創英角ｺﾞｼｯｸUB"/>
                        </a:defRPr>
                      </a:lvl2pPr>
                      <a:lvl3pPr marL="914400" algn="l" defTabSz="914400" rtl="0" eaLnBrk="1" latinLnBrk="0" hangingPunct="1">
                        <a:defRPr kumimoji="1" sz="1800" kern="1200">
                          <a:solidFill>
                            <a:schemeClr val="tx1"/>
                          </a:solidFill>
                          <a:latin typeface="HG創英角ｺﾞｼｯｸUB"/>
                          <a:ea typeface="HG創英角ｺﾞｼｯｸUB"/>
                        </a:defRPr>
                      </a:lvl3pPr>
                      <a:lvl4pPr marL="1371600" algn="l" defTabSz="914400" rtl="0" eaLnBrk="1" latinLnBrk="0" hangingPunct="1">
                        <a:defRPr kumimoji="1" sz="1800" kern="1200">
                          <a:solidFill>
                            <a:schemeClr val="tx1"/>
                          </a:solidFill>
                          <a:latin typeface="HG創英角ｺﾞｼｯｸUB"/>
                          <a:ea typeface="HG創英角ｺﾞｼｯｸUB"/>
                        </a:defRPr>
                      </a:lvl4pPr>
                      <a:lvl5pPr marL="1828800" algn="l" defTabSz="914400" rtl="0" eaLnBrk="1" latinLnBrk="0" hangingPunct="1">
                        <a:defRPr kumimoji="1" sz="1800" kern="1200">
                          <a:solidFill>
                            <a:schemeClr val="tx1"/>
                          </a:solidFill>
                          <a:latin typeface="HG創英角ｺﾞｼｯｸUB"/>
                          <a:ea typeface="HG創英角ｺﾞｼｯｸUB"/>
                        </a:defRPr>
                      </a:lvl5pPr>
                      <a:lvl6pPr marL="2286000" algn="l" defTabSz="914400" rtl="0" eaLnBrk="1" latinLnBrk="0" hangingPunct="1">
                        <a:defRPr kumimoji="1" sz="1800" kern="1200">
                          <a:solidFill>
                            <a:schemeClr val="tx1"/>
                          </a:solidFill>
                          <a:latin typeface="HG創英角ｺﾞｼｯｸUB"/>
                          <a:ea typeface="HG創英角ｺﾞｼｯｸUB"/>
                        </a:defRPr>
                      </a:lvl6pPr>
                      <a:lvl7pPr marL="2743200" algn="l" defTabSz="914400" rtl="0" eaLnBrk="1" latinLnBrk="0" hangingPunct="1">
                        <a:defRPr kumimoji="1" sz="1800" kern="1200">
                          <a:solidFill>
                            <a:schemeClr val="tx1"/>
                          </a:solidFill>
                          <a:latin typeface="HG創英角ｺﾞｼｯｸUB"/>
                          <a:ea typeface="HG創英角ｺﾞｼｯｸUB"/>
                        </a:defRPr>
                      </a:lvl7pPr>
                      <a:lvl8pPr marL="3200400" algn="l" defTabSz="914400" rtl="0" eaLnBrk="1" latinLnBrk="0" hangingPunct="1">
                        <a:defRPr kumimoji="1" sz="1800" kern="1200">
                          <a:solidFill>
                            <a:schemeClr val="tx1"/>
                          </a:solidFill>
                          <a:latin typeface="HG創英角ｺﾞｼｯｸUB"/>
                          <a:ea typeface="HG創英角ｺﾞｼｯｸUB"/>
                        </a:defRPr>
                      </a:lvl8pPr>
                      <a:lvl9pPr marL="3657600" algn="l" defTabSz="914400" rtl="0" eaLnBrk="1" latinLnBrk="0" hangingPunct="1">
                        <a:defRPr kumimoji="1" sz="1800" kern="1200">
                          <a:solidFill>
                            <a:schemeClr val="tx1"/>
                          </a:solidFill>
                          <a:latin typeface="HG創英角ｺﾞｼｯｸUB"/>
                          <a:ea typeface="HG創英角ｺﾞｼｯｸUB"/>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SPARK PLUG</a:t>
                      </a:r>
                    </a:p>
                  </a:txBody>
                  <a:tcPr marL="72000" marR="72000" marT="18000" marB="18000" anchor="ctr" horzOverflow="overflow"/>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A</a:t>
                      </a:r>
                    </a:p>
                  </a:txBody>
                  <a:tcPr marL="72000" marR="72000" marT="18000" marB="18000" anchor="ctr">
                    <a:solidFill>
                      <a:srgbClr val="CCECFF"/>
                    </a:solidFill>
                  </a:tcPr>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A</a:t>
                      </a:r>
                    </a:p>
                  </a:txBody>
                  <a:tcPr marL="72000" marR="72000" marT="18000" marB="18000" anchor="ctr">
                    <a:solidFill>
                      <a:srgbClr val="CCECFF"/>
                    </a:solidFill>
                  </a:tcPr>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A</a:t>
                      </a:r>
                    </a:p>
                  </a:txBody>
                  <a:tcPr marL="72000" marR="72000" marT="18000" marB="18000" anchor="ctr">
                    <a:solidFill>
                      <a:srgbClr val="CCECFF"/>
                    </a:solidFill>
                  </a:tcPr>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indent="0" algn="l" defTabSz="914227" rtl="0" eaLnBrk="1" fontAlgn="ctr" latinLnBrk="0" hangingPunct="1">
                        <a:lnSpc>
                          <a:spcPct val="100000"/>
                        </a:lnSpc>
                        <a:spcBef>
                          <a:spcPts val="0"/>
                        </a:spcBef>
                        <a:spcAft>
                          <a:spcPts val="0"/>
                        </a:spcAft>
                        <a:buClrTx/>
                        <a:buSzTx/>
                        <a:buFontTx/>
                        <a:buNone/>
                        <a:tabLst/>
                        <a:defRPr/>
                      </a:pPr>
                      <a:endParaRPr lang="en-US" altLang="ja-JP" sz="1400" b="0" i="0" u="none" strike="noStrike" dirty="0">
                        <a:solidFill>
                          <a:schemeClr val="tx1"/>
                        </a:solidFill>
                        <a:effectLst/>
                        <a:latin typeface="Meiryo UI" panose="020B0604030504040204" pitchFamily="50" charset="-128"/>
                        <a:ea typeface="Meiryo UI" panose="020B0604030504040204" pitchFamily="50" charset="-128"/>
                      </a:endParaRPr>
                    </a:p>
                  </a:txBody>
                  <a:tcPr marL="72000" marR="72000" marT="18000" marB="18000" anchor="ctr"/>
                </a:tc>
                <a:extLst>
                  <a:ext uri="{0D108BD9-81ED-4DB2-BD59-A6C34878D82A}">
                    <a16:rowId xmlns:a16="http://schemas.microsoft.com/office/drawing/2014/main" val="2640432606"/>
                  </a:ext>
                </a:extLst>
              </a:tr>
              <a:tr h="104455">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SENSOR COVER</a:t>
                      </a:r>
                    </a:p>
                  </a:txBody>
                  <a:tcPr marL="72000" marR="72000" marT="18000" marB="18000" anchor="ctr" horzOverflow="overflow"/>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A</a:t>
                      </a:r>
                    </a:p>
                  </a:txBody>
                  <a:tcPr marL="72000" marR="72000" marT="18000" marB="18000" anchor="ctr">
                    <a:solidFill>
                      <a:srgbClr val="CCECFF"/>
                    </a:solidFill>
                  </a:tcPr>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A</a:t>
                      </a:r>
                    </a:p>
                  </a:txBody>
                  <a:tcPr marL="72000" marR="72000" marT="18000" marB="18000" anchor="ctr">
                    <a:solidFill>
                      <a:srgbClr val="CCECFF"/>
                    </a:solidFill>
                  </a:tcPr>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A</a:t>
                      </a:r>
                    </a:p>
                  </a:txBody>
                  <a:tcPr marL="72000" marR="72000" marT="18000" marB="18000" anchor="ctr">
                    <a:solidFill>
                      <a:srgbClr val="CCECFF"/>
                    </a:solidFill>
                  </a:tcPr>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l" defTabSz="914227" rtl="0" eaLnBrk="1" fontAlgn="ctr" latinLnBrk="0" hangingPunct="1">
                        <a:lnSpc>
                          <a:spcPct val="100000"/>
                        </a:lnSpc>
                        <a:spcBef>
                          <a:spcPts val="0"/>
                        </a:spcBef>
                        <a:spcAft>
                          <a:spcPts val="0"/>
                        </a:spcAft>
                        <a:buClrTx/>
                        <a:buSzTx/>
                        <a:buFontTx/>
                        <a:buNone/>
                        <a:tabLst/>
                        <a:defRPr/>
                      </a:pPr>
                      <a:endPar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endParaRPr>
                    </a:p>
                  </a:txBody>
                  <a:tcPr marL="72000" marR="72000" marT="18000" marB="18000" anchor="ctr"/>
                </a:tc>
                <a:extLst>
                  <a:ext uri="{0D108BD9-81ED-4DB2-BD59-A6C34878D82A}">
                    <a16:rowId xmlns:a16="http://schemas.microsoft.com/office/drawing/2014/main" val="3322747747"/>
                  </a:ext>
                </a:extLst>
              </a:tr>
              <a:tr h="104455">
                <a:tc>
                  <a:txBody>
                    <a:bodyPr/>
                    <a:lstStyle>
                      <a:lvl1pPr marL="0" algn="l" defTabSz="914400" rtl="0" eaLnBrk="1" latinLnBrk="0" hangingPunct="1">
                        <a:defRPr kumimoji="1" sz="1800" kern="1200">
                          <a:solidFill>
                            <a:schemeClr val="tx1"/>
                          </a:solidFill>
                          <a:latin typeface="HG創英角ｺﾞｼｯｸUB"/>
                          <a:ea typeface="HG創英角ｺﾞｼｯｸUB"/>
                        </a:defRPr>
                      </a:lvl1pPr>
                      <a:lvl2pPr marL="457200" algn="l" defTabSz="914400" rtl="0" eaLnBrk="1" latinLnBrk="0" hangingPunct="1">
                        <a:defRPr kumimoji="1" sz="1800" kern="1200">
                          <a:solidFill>
                            <a:schemeClr val="tx1"/>
                          </a:solidFill>
                          <a:latin typeface="HG創英角ｺﾞｼｯｸUB"/>
                          <a:ea typeface="HG創英角ｺﾞｼｯｸUB"/>
                        </a:defRPr>
                      </a:lvl2pPr>
                      <a:lvl3pPr marL="914400" algn="l" defTabSz="914400" rtl="0" eaLnBrk="1" latinLnBrk="0" hangingPunct="1">
                        <a:defRPr kumimoji="1" sz="1800" kern="1200">
                          <a:solidFill>
                            <a:schemeClr val="tx1"/>
                          </a:solidFill>
                          <a:latin typeface="HG創英角ｺﾞｼｯｸUB"/>
                          <a:ea typeface="HG創英角ｺﾞｼｯｸUB"/>
                        </a:defRPr>
                      </a:lvl3pPr>
                      <a:lvl4pPr marL="1371600" algn="l" defTabSz="914400" rtl="0" eaLnBrk="1" latinLnBrk="0" hangingPunct="1">
                        <a:defRPr kumimoji="1" sz="1800" kern="1200">
                          <a:solidFill>
                            <a:schemeClr val="tx1"/>
                          </a:solidFill>
                          <a:latin typeface="HG創英角ｺﾞｼｯｸUB"/>
                          <a:ea typeface="HG創英角ｺﾞｼｯｸUB"/>
                        </a:defRPr>
                      </a:lvl4pPr>
                      <a:lvl5pPr marL="1828800" algn="l" defTabSz="914400" rtl="0" eaLnBrk="1" latinLnBrk="0" hangingPunct="1">
                        <a:defRPr kumimoji="1" sz="1800" kern="1200">
                          <a:solidFill>
                            <a:schemeClr val="tx1"/>
                          </a:solidFill>
                          <a:latin typeface="HG創英角ｺﾞｼｯｸUB"/>
                          <a:ea typeface="HG創英角ｺﾞｼｯｸUB"/>
                        </a:defRPr>
                      </a:lvl5pPr>
                      <a:lvl6pPr marL="2286000" algn="l" defTabSz="914400" rtl="0" eaLnBrk="1" latinLnBrk="0" hangingPunct="1">
                        <a:defRPr kumimoji="1" sz="1800" kern="1200">
                          <a:solidFill>
                            <a:schemeClr val="tx1"/>
                          </a:solidFill>
                          <a:latin typeface="HG創英角ｺﾞｼｯｸUB"/>
                          <a:ea typeface="HG創英角ｺﾞｼｯｸUB"/>
                        </a:defRPr>
                      </a:lvl6pPr>
                      <a:lvl7pPr marL="2743200" algn="l" defTabSz="914400" rtl="0" eaLnBrk="1" latinLnBrk="0" hangingPunct="1">
                        <a:defRPr kumimoji="1" sz="1800" kern="1200">
                          <a:solidFill>
                            <a:schemeClr val="tx1"/>
                          </a:solidFill>
                          <a:latin typeface="HG創英角ｺﾞｼｯｸUB"/>
                          <a:ea typeface="HG創英角ｺﾞｼｯｸUB"/>
                        </a:defRPr>
                      </a:lvl7pPr>
                      <a:lvl8pPr marL="3200400" algn="l" defTabSz="914400" rtl="0" eaLnBrk="1" latinLnBrk="0" hangingPunct="1">
                        <a:defRPr kumimoji="1" sz="1800" kern="1200">
                          <a:solidFill>
                            <a:schemeClr val="tx1"/>
                          </a:solidFill>
                          <a:latin typeface="HG創英角ｺﾞｼｯｸUB"/>
                          <a:ea typeface="HG創英角ｺﾞｼｯｸUB"/>
                        </a:defRPr>
                      </a:lvl8pPr>
                      <a:lvl9pPr marL="3657600" algn="l" defTabSz="914400" rtl="0" eaLnBrk="1" latinLnBrk="0" hangingPunct="1">
                        <a:defRPr kumimoji="1" sz="1800" kern="1200">
                          <a:solidFill>
                            <a:schemeClr val="tx1"/>
                          </a:solidFill>
                          <a:latin typeface="HG創英角ｺﾞｼｯｸUB"/>
                          <a:ea typeface="HG創英角ｺﾞｼｯｸUB"/>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PISTON</a:t>
                      </a:r>
                    </a:p>
                  </a:txBody>
                  <a:tcPr marL="72000" marR="72000" marT="18000" marB="18000" anchor="ctr" horzOverflow="overflow">
                    <a:noFill/>
                  </a:tcPr>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A</a:t>
                      </a:r>
                    </a:p>
                  </a:txBody>
                  <a:tcPr marL="72000" marR="72000" marT="18000" marB="18000" anchor="ctr">
                    <a:solidFill>
                      <a:srgbClr val="CCECFF"/>
                    </a:solidFill>
                  </a:tcPr>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A</a:t>
                      </a:r>
                    </a:p>
                  </a:txBody>
                  <a:tcPr marL="72000" marR="72000" marT="18000" marB="18000" anchor="ctr">
                    <a:solidFill>
                      <a:srgbClr val="CCECFF"/>
                    </a:solidFill>
                  </a:tcPr>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A</a:t>
                      </a:r>
                    </a:p>
                  </a:txBody>
                  <a:tcPr marL="72000" marR="72000" marT="18000" marB="18000" anchor="ctr">
                    <a:solidFill>
                      <a:srgbClr val="CCECFF"/>
                    </a:solidFill>
                  </a:tcPr>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algn="l" rtl="0" fontAlgn="ctr"/>
                      <a:endParaRPr lang="en-US" sz="1400" b="0" i="0" u="none" strike="noStrike" dirty="0">
                        <a:solidFill>
                          <a:schemeClr val="tx1"/>
                        </a:solidFill>
                        <a:effectLst/>
                        <a:latin typeface="Meiryo UI" panose="020B0604030504040204" pitchFamily="50" charset="-128"/>
                        <a:ea typeface="Meiryo UI" panose="020B0604030504040204" pitchFamily="50" charset="-128"/>
                      </a:endParaRPr>
                    </a:p>
                  </a:txBody>
                  <a:tcPr marL="72000" marR="72000" marT="18000" marB="18000" anchor="ctr"/>
                </a:tc>
                <a:extLst>
                  <a:ext uri="{0D108BD9-81ED-4DB2-BD59-A6C34878D82A}">
                    <a16:rowId xmlns:a16="http://schemas.microsoft.com/office/drawing/2014/main" val="525188765"/>
                  </a:ext>
                </a:extLst>
              </a:tr>
              <a:tr h="104455">
                <a:tc>
                  <a:txBody>
                    <a:bodyPr/>
                    <a:lstStyle>
                      <a:lvl1pPr marL="0" algn="l" defTabSz="914400" rtl="0" eaLnBrk="1" latinLnBrk="0" hangingPunct="1">
                        <a:defRPr kumimoji="1" sz="1800" kern="1200">
                          <a:solidFill>
                            <a:schemeClr val="tx1"/>
                          </a:solidFill>
                          <a:latin typeface="HG創英角ｺﾞｼｯｸUB"/>
                          <a:ea typeface="HG創英角ｺﾞｼｯｸUB"/>
                        </a:defRPr>
                      </a:lvl1pPr>
                      <a:lvl2pPr marL="457200" algn="l" defTabSz="914400" rtl="0" eaLnBrk="1" latinLnBrk="0" hangingPunct="1">
                        <a:defRPr kumimoji="1" sz="1800" kern="1200">
                          <a:solidFill>
                            <a:schemeClr val="tx1"/>
                          </a:solidFill>
                          <a:latin typeface="HG創英角ｺﾞｼｯｸUB"/>
                          <a:ea typeface="HG創英角ｺﾞｼｯｸUB"/>
                        </a:defRPr>
                      </a:lvl2pPr>
                      <a:lvl3pPr marL="914400" algn="l" defTabSz="914400" rtl="0" eaLnBrk="1" latinLnBrk="0" hangingPunct="1">
                        <a:defRPr kumimoji="1" sz="1800" kern="1200">
                          <a:solidFill>
                            <a:schemeClr val="tx1"/>
                          </a:solidFill>
                          <a:latin typeface="HG創英角ｺﾞｼｯｸUB"/>
                          <a:ea typeface="HG創英角ｺﾞｼｯｸUB"/>
                        </a:defRPr>
                      </a:lvl3pPr>
                      <a:lvl4pPr marL="1371600" algn="l" defTabSz="914400" rtl="0" eaLnBrk="1" latinLnBrk="0" hangingPunct="1">
                        <a:defRPr kumimoji="1" sz="1800" kern="1200">
                          <a:solidFill>
                            <a:schemeClr val="tx1"/>
                          </a:solidFill>
                          <a:latin typeface="HG創英角ｺﾞｼｯｸUB"/>
                          <a:ea typeface="HG創英角ｺﾞｼｯｸUB"/>
                        </a:defRPr>
                      </a:lvl4pPr>
                      <a:lvl5pPr marL="1828800" algn="l" defTabSz="914400" rtl="0" eaLnBrk="1" latinLnBrk="0" hangingPunct="1">
                        <a:defRPr kumimoji="1" sz="1800" kern="1200">
                          <a:solidFill>
                            <a:schemeClr val="tx1"/>
                          </a:solidFill>
                          <a:latin typeface="HG創英角ｺﾞｼｯｸUB"/>
                          <a:ea typeface="HG創英角ｺﾞｼｯｸUB"/>
                        </a:defRPr>
                      </a:lvl5pPr>
                      <a:lvl6pPr marL="2286000" algn="l" defTabSz="914400" rtl="0" eaLnBrk="1" latinLnBrk="0" hangingPunct="1">
                        <a:defRPr kumimoji="1" sz="1800" kern="1200">
                          <a:solidFill>
                            <a:schemeClr val="tx1"/>
                          </a:solidFill>
                          <a:latin typeface="HG創英角ｺﾞｼｯｸUB"/>
                          <a:ea typeface="HG創英角ｺﾞｼｯｸUB"/>
                        </a:defRPr>
                      </a:lvl6pPr>
                      <a:lvl7pPr marL="2743200" algn="l" defTabSz="914400" rtl="0" eaLnBrk="1" latinLnBrk="0" hangingPunct="1">
                        <a:defRPr kumimoji="1" sz="1800" kern="1200">
                          <a:solidFill>
                            <a:schemeClr val="tx1"/>
                          </a:solidFill>
                          <a:latin typeface="HG創英角ｺﾞｼｯｸUB"/>
                          <a:ea typeface="HG創英角ｺﾞｼｯｸUB"/>
                        </a:defRPr>
                      </a:lvl7pPr>
                      <a:lvl8pPr marL="3200400" algn="l" defTabSz="914400" rtl="0" eaLnBrk="1" latinLnBrk="0" hangingPunct="1">
                        <a:defRPr kumimoji="1" sz="1800" kern="1200">
                          <a:solidFill>
                            <a:schemeClr val="tx1"/>
                          </a:solidFill>
                          <a:latin typeface="HG創英角ｺﾞｼｯｸUB"/>
                          <a:ea typeface="HG創英角ｺﾞｼｯｸUB"/>
                        </a:defRPr>
                      </a:lvl8pPr>
                      <a:lvl9pPr marL="3657600" algn="l" defTabSz="914400" rtl="0" eaLnBrk="1" latinLnBrk="0" hangingPunct="1">
                        <a:defRPr kumimoji="1" sz="1800" kern="1200">
                          <a:solidFill>
                            <a:schemeClr val="tx1"/>
                          </a:solidFill>
                          <a:latin typeface="HG創英角ｺﾞｼｯｸUB"/>
                          <a:ea typeface="HG創英角ｺﾞｼｯｸUB"/>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CONNROD</a:t>
                      </a:r>
                    </a:p>
                  </a:txBody>
                  <a:tcPr marL="72000" marR="72000" marT="18000" marB="18000" anchor="ctr" horzOverflow="overflow">
                    <a:noFill/>
                  </a:tcPr>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A</a:t>
                      </a:r>
                    </a:p>
                  </a:txBody>
                  <a:tcPr marL="72000" marR="72000" marT="18000" marB="18000" anchor="ctr">
                    <a:solidFill>
                      <a:srgbClr val="CCECFF"/>
                    </a:solidFill>
                  </a:tcPr>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A</a:t>
                      </a:r>
                    </a:p>
                  </a:txBody>
                  <a:tcPr marL="72000" marR="72000" marT="18000" marB="18000" anchor="ctr">
                    <a:solidFill>
                      <a:srgbClr val="CCECFF"/>
                    </a:solidFill>
                  </a:tcPr>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A</a:t>
                      </a:r>
                    </a:p>
                  </a:txBody>
                  <a:tcPr marL="72000" marR="72000" marT="18000" marB="18000" anchor="ctr">
                    <a:solidFill>
                      <a:srgbClr val="CCECFF"/>
                    </a:solidFill>
                  </a:tcPr>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l" defTabSz="914227" rtl="0" eaLnBrk="1" fontAlgn="ctr" latinLnBrk="0" hangingPunct="1">
                        <a:lnSpc>
                          <a:spcPct val="100000"/>
                        </a:lnSpc>
                        <a:spcBef>
                          <a:spcPts val="0"/>
                        </a:spcBef>
                        <a:spcAft>
                          <a:spcPts val="0"/>
                        </a:spcAft>
                        <a:buClrTx/>
                        <a:buSzTx/>
                        <a:buFontTx/>
                        <a:buNone/>
                        <a:tabLst/>
                        <a:defRPr/>
                      </a:pPr>
                      <a:endPar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endParaRPr>
                    </a:p>
                  </a:txBody>
                  <a:tcPr marL="72000" marR="72000" marT="18000" marB="18000" anchor="ctr"/>
                </a:tc>
                <a:extLst>
                  <a:ext uri="{0D108BD9-81ED-4DB2-BD59-A6C34878D82A}">
                    <a16:rowId xmlns:a16="http://schemas.microsoft.com/office/drawing/2014/main" val="1412972031"/>
                  </a:ext>
                </a:extLst>
              </a:tr>
              <a:tr h="104455">
                <a:tc>
                  <a:txBody>
                    <a:bodyPr/>
                    <a:lstStyle>
                      <a:lvl1pPr marL="0" algn="l" defTabSz="914400" rtl="0" eaLnBrk="1" latinLnBrk="0" hangingPunct="1">
                        <a:defRPr kumimoji="1" sz="1800" kern="1200">
                          <a:solidFill>
                            <a:schemeClr val="tx1"/>
                          </a:solidFill>
                          <a:latin typeface="HG創英角ｺﾞｼｯｸUB"/>
                          <a:ea typeface="HG創英角ｺﾞｼｯｸUB"/>
                        </a:defRPr>
                      </a:lvl1pPr>
                      <a:lvl2pPr marL="457200" algn="l" defTabSz="914400" rtl="0" eaLnBrk="1" latinLnBrk="0" hangingPunct="1">
                        <a:defRPr kumimoji="1" sz="1800" kern="1200">
                          <a:solidFill>
                            <a:schemeClr val="tx1"/>
                          </a:solidFill>
                          <a:latin typeface="HG創英角ｺﾞｼｯｸUB"/>
                          <a:ea typeface="HG創英角ｺﾞｼｯｸUB"/>
                        </a:defRPr>
                      </a:lvl2pPr>
                      <a:lvl3pPr marL="914400" algn="l" defTabSz="914400" rtl="0" eaLnBrk="1" latinLnBrk="0" hangingPunct="1">
                        <a:defRPr kumimoji="1" sz="1800" kern="1200">
                          <a:solidFill>
                            <a:schemeClr val="tx1"/>
                          </a:solidFill>
                          <a:latin typeface="HG創英角ｺﾞｼｯｸUB"/>
                          <a:ea typeface="HG創英角ｺﾞｼｯｸUB"/>
                        </a:defRPr>
                      </a:lvl3pPr>
                      <a:lvl4pPr marL="1371600" algn="l" defTabSz="914400" rtl="0" eaLnBrk="1" latinLnBrk="0" hangingPunct="1">
                        <a:defRPr kumimoji="1" sz="1800" kern="1200">
                          <a:solidFill>
                            <a:schemeClr val="tx1"/>
                          </a:solidFill>
                          <a:latin typeface="HG創英角ｺﾞｼｯｸUB"/>
                          <a:ea typeface="HG創英角ｺﾞｼｯｸUB"/>
                        </a:defRPr>
                      </a:lvl4pPr>
                      <a:lvl5pPr marL="1828800" algn="l" defTabSz="914400" rtl="0" eaLnBrk="1" latinLnBrk="0" hangingPunct="1">
                        <a:defRPr kumimoji="1" sz="1800" kern="1200">
                          <a:solidFill>
                            <a:schemeClr val="tx1"/>
                          </a:solidFill>
                          <a:latin typeface="HG創英角ｺﾞｼｯｸUB"/>
                          <a:ea typeface="HG創英角ｺﾞｼｯｸUB"/>
                        </a:defRPr>
                      </a:lvl5pPr>
                      <a:lvl6pPr marL="2286000" algn="l" defTabSz="914400" rtl="0" eaLnBrk="1" latinLnBrk="0" hangingPunct="1">
                        <a:defRPr kumimoji="1" sz="1800" kern="1200">
                          <a:solidFill>
                            <a:schemeClr val="tx1"/>
                          </a:solidFill>
                          <a:latin typeface="HG創英角ｺﾞｼｯｸUB"/>
                          <a:ea typeface="HG創英角ｺﾞｼｯｸUB"/>
                        </a:defRPr>
                      </a:lvl6pPr>
                      <a:lvl7pPr marL="2743200" algn="l" defTabSz="914400" rtl="0" eaLnBrk="1" latinLnBrk="0" hangingPunct="1">
                        <a:defRPr kumimoji="1" sz="1800" kern="1200">
                          <a:solidFill>
                            <a:schemeClr val="tx1"/>
                          </a:solidFill>
                          <a:latin typeface="HG創英角ｺﾞｼｯｸUB"/>
                          <a:ea typeface="HG創英角ｺﾞｼｯｸUB"/>
                        </a:defRPr>
                      </a:lvl7pPr>
                      <a:lvl8pPr marL="3200400" algn="l" defTabSz="914400" rtl="0" eaLnBrk="1" latinLnBrk="0" hangingPunct="1">
                        <a:defRPr kumimoji="1" sz="1800" kern="1200">
                          <a:solidFill>
                            <a:schemeClr val="tx1"/>
                          </a:solidFill>
                          <a:latin typeface="HG創英角ｺﾞｼｯｸUB"/>
                          <a:ea typeface="HG創英角ｺﾞｼｯｸUB"/>
                        </a:defRPr>
                      </a:lvl8pPr>
                      <a:lvl9pPr marL="3657600" algn="l" defTabSz="914400" rtl="0" eaLnBrk="1" latinLnBrk="0" hangingPunct="1">
                        <a:defRPr kumimoji="1" sz="1800" kern="1200">
                          <a:solidFill>
                            <a:schemeClr val="tx1"/>
                          </a:solidFill>
                          <a:latin typeface="HG創英角ｺﾞｼｯｸUB"/>
                          <a:ea typeface="HG創英角ｺﾞｼｯｸUB"/>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CRANK SHAFT</a:t>
                      </a:r>
                    </a:p>
                  </a:txBody>
                  <a:tcPr marL="72000" marR="72000" marT="18000" marB="18000" anchor="ctr" horzOverflow="overflow">
                    <a:noFill/>
                  </a:tcPr>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A</a:t>
                      </a:r>
                    </a:p>
                  </a:txBody>
                  <a:tcPr marL="72000" marR="72000" marT="18000" marB="18000" anchor="ctr">
                    <a:solidFill>
                      <a:srgbClr val="CCECFF"/>
                    </a:solidFill>
                  </a:tcPr>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A</a:t>
                      </a:r>
                    </a:p>
                  </a:txBody>
                  <a:tcPr marL="72000" marR="72000" marT="18000" marB="18000" anchor="ctr">
                    <a:solidFill>
                      <a:srgbClr val="CCECFF"/>
                    </a:solidFill>
                  </a:tcPr>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A</a:t>
                      </a:r>
                    </a:p>
                  </a:txBody>
                  <a:tcPr marL="72000" marR="72000" marT="18000" marB="18000" anchor="ctr">
                    <a:solidFill>
                      <a:srgbClr val="CCECFF"/>
                    </a:solidFill>
                  </a:tcPr>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l" defTabSz="914227" rtl="0" eaLnBrk="1" fontAlgn="ctr" latinLnBrk="0" hangingPunct="1">
                        <a:lnSpc>
                          <a:spcPct val="100000"/>
                        </a:lnSpc>
                        <a:spcBef>
                          <a:spcPts val="0"/>
                        </a:spcBef>
                        <a:spcAft>
                          <a:spcPts val="0"/>
                        </a:spcAft>
                        <a:buClrTx/>
                        <a:buSzTx/>
                        <a:buFontTx/>
                        <a:buNone/>
                        <a:tabLst/>
                        <a:defRPr/>
                      </a:pPr>
                      <a:endPar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endParaRPr>
                    </a:p>
                  </a:txBody>
                  <a:tcPr marL="72000" marR="72000" marT="18000" marB="18000" anchor="ctr"/>
                </a:tc>
                <a:extLst>
                  <a:ext uri="{0D108BD9-81ED-4DB2-BD59-A6C34878D82A}">
                    <a16:rowId xmlns:a16="http://schemas.microsoft.com/office/drawing/2014/main" val="2947367680"/>
                  </a:ext>
                </a:extLst>
              </a:tr>
              <a:tr h="104455">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CRANK PULLY</a:t>
                      </a:r>
                    </a:p>
                  </a:txBody>
                  <a:tcPr marL="72000" marR="72000" marT="18000" marB="18000" anchor="ctr" horzOverflow="overflow"/>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A</a:t>
                      </a:r>
                    </a:p>
                  </a:txBody>
                  <a:tcPr marL="72000" marR="72000" marT="18000" marB="18000" anchor="ctr">
                    <a:solidFill>
                      <a:srgbClr val="CCECFF"/>
                    </a:solidFill>
                  </a:tcPr>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A</a:t>
                      </a:r>
                    </a:p>
                  </a:txBody>
                  <a:tcPr marL="72000" marR="72000" marT="18000" marB="18000" anchor="ctr">
                    <a:solidFill>
                      <a:srgbClr val="CCECFF"/>
                    </a:solidFill>
                  </a:tcPr>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A</a:t>
                      </a:r>
                    </a:p>
                  </a:txBody>
                  <a:tcPr marL="72000" marR="72000" marT="18000" marB="18000" anchor="ctr">
                    <a:solidFill>
                      <a:srgbClr val="CCECFF"/>
                    </a:solidFill>
                  </a:tcPr>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l" defTabSz="914227" rtl="0" eaLnBrk="1" fontAlgn="ctr" latinLnBrk="0" hangingPunct="1">
                        <a:lnSpc>
                          <a:spcPct val="100000"/>
                        </a:lnSpc>
                        <a:spcBef>
                          <a:spcPts val="0"/>
                        </a:spcBef>
                        <a:spcAft>
                          <a:spcPts val="0"/>
                        </a:spcAft>
                        <a:buClrTx/>
                        <a:buSzTx/>
                        <a:buFontTx/>
                        <a:buNone/>
                        <a:tabLst/>
                        <a:defRPr/>
                      </a:pPr>
                      <a:endPar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endParaRPr>
                    </a:p>
                  </a:txBody>
                  <a:tcPr marL="72000" marR="72000" marT="18000" marB="18000" anchor="ctr"/>
                </a:tc>
                <a:extLst>
                  <a:ext uri="{0D108BD9-81ED-4DB2-BD59-A6C34878D82A}">
                    <a16:rowId xmlns:a16="http://schemas.microsoft.com/office/drawing/2014/main" val="1582975509"/>
                  </a:ext>
                </a:extLst>
              </a:tr>
              <a:tr h="104455">
                <a:tc>
                  <a:txBody>
                    <a:bodyPr/>
                    <a:lstStyle>
                      <a:lvl1pPr marL="0" algn="l" defTabSz="914400" rtl="0" eaLnBrk="1" latinLnBrk="0" hangingPunct="1">
                        <a:defRPr kumimoji="1" sz="1800" kern="1200">
                          <a:solidFill>
                            <a:schemeClr val="tx1"/>
                          </a:solidFill>
                          <a:latin typeface="HG創英角ｺﾞｼｯｸUB"/>
                          <a:ea typeface="HG創英角ｺﾞｼｯｸUB"/>
                        </a:defRPr>
                      </a:lvl1pPr>
                      <a:lvl2pPr marL="457200" algn="l" defTabSz="914400" rtl="0" eaLnBrk="1" latinLnBrk="0" hangingPunct="1">
                        <a:defRPr kumimoji="1" sz="1800" kern="1200">
                          <a:solidFill>
                            <a:schemeClr val="tx1"/>
                          </a:solidFill>
                          <a:latin typeface="HG創英角ｺﾞｼｯｸUB"/>
                          <a:ea typeface="HG創英角ｺﾞｼｯｸUB"/>
                        </a:defRPr>
                      </a:lvl2pPr>
                      <a:lvl3pPr marL="914400" algn="l" defTabSz="914400" rtl="0" eaLnBrk="1" latinLnBrk="0" hangingPunct="1">
                        <a:defRPr kumimoji="1" sz="1800" kern="1200">
                          <a:solidFill>
                            <a:schemeClr val="tx1"/>
                          </a:solidFill>
                          <a:latin typeface="HG創英角ｺﾞｼｯｸUB"/>
                          <a:ea typeface="HG創英角ｺﾞｼｯｸUB"/>
                        </a:defRPr>
                      </a:lvl3pPr>
                      <a:lvl4pPr marL="1371600" algn="l" defTabSz="914400" rtl="0" eaLnBrk="1" latinLnBrk="0" hangingPunct="1">
                        <a:defRPr kumimoji="1" sz="1800" kern="1200">
                          <a:solidFill>
                            <a:schemeClr val="tx1"/>
                          </a:solidFill>
                          <a:latin typeface="HG創英角ｺﾞｼｯｸUB"/>
                          <a:ea typeface="HG創英角ｺﾞｼｯｸUB"/>
                        </a:defRPr>
                      </a:lvl4pPr>
                      <a:lvl5pPr marL="1828800" algn="l" defTabSz="914400" rtl="0" eaLnBrk="1" latinLnBrk="0" hangingPunct="1">
                        <a:defRPr kumimoji="1" sz="1800" kern="1200">
                          <a:solidFill>
                            <a:schemeClr val="tx1"/>
                          </a:solidFill>
                          <a:latin typeface="HG創英角ｺﾞｼｯｸUB"/>
                          <a:ea typeface="HG創英角ｺﾞｼｯｸUB"/>
                        </a:defRPr>
                      </a:lvl5pPr>
                      <a:lvl6pPr marL="2286000" algn="l" defTabSz="914400" rtl="0" eaLnBrk="1" latinLnBrk="0" hangingPunct="1">
                        <a:defRPr kumimoji="1" sz="1800" kern="1200">
                          <a:solidFill>
                            <a:schemeClr val="tx1"/>
                          </a:solidFill>
                          <a:latin typeface="HG創英角ｺﾞｼｯｸUB"/>
                          <a:ea typeface="HG創英角ｺﾞｼｯｸUB"/>
                        </a:defRPr>
                      </a:lvl6pPr>
                      <a:lvl7pPr marL="2743200" algn="l" defTabSz="914400" rtl="0" eaLnBrk="1" latinLnBrk="0" hangingPunct="1">
                        <a:defRPr kumimoji="1" sz="1800" kern="1200">
                          <a:solidFill>
                            <a:schemeClr val="tx1"/>
                          </a:solidFill>
                          <a:latin typeface="HG創英角ｺﾞｼｯｸUB"/>
                          <a:ea typeface="HG創英角ｺﾞｼｯｸUB"/>
                        </a:defRPr>
                      </a:lvl7pPr>
                      <a:lvl8pPr marL="3200400" algn="l" defTabSz="914400" rtl="0" eaLnBrk="1" latinLnBrk="0" hangingPunct="1">
                        <a:defRPr kumimoji="1" sz="1800" kern="1200">
                          <a:solidFill>
                            <a:schemeClr val="tx1"/>
                          </a:solidFill>
                          <a:latin typeface="HG創英角ｺﾞｼｯｸUB"/>
                          <a:ea typeface="HG創英角ｺﾞｼｯｸUB"/>
                        </a:defRPr>
                      </a:lvl8pPr>
                      <a:lvl9pPr marL="3657600" algn="l" defTabSz="914400" rtl="0" eaLnBrk="1" latinLnBrk="0" hangingPunct="1">
                        <a:defRPr kumimoji="1" sz="1800" kern="1200">
                          <a:solidFill>
                            <a:schemeClr val="tx1"/>
                          </a:solidFill>
                          <a:latin typeface="HG創英角ｺﾞｼｯｸUB"/>
                          <a:ea typeface="HG創英角ｺﾞｼｯｸUB"/>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CAMSHAFT IN/EX</a:t>
                      </a:r>
                    </a:p>
                  </a:txBody>
                  <a:tcPr marL="72000" marR="72000" marT="18000" marB="18000" anchor="ctr" horzOverflow="overflow">
                    <a:noFill/>
                  </a:tcPr>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A/A</a:t>
                      </a:r>
                    </a:p>
                  </a:txBody>
                  <a:tcPr marL="72000" marR="72000" marT="18000" marB="18000" anchor="ctr">
                    <a:solidFill>
                      <a:srgbClr val="CCECFF"/>
                    </a:solidFill>
                  </a:tcPr>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A/A</a:t>
                      </a:r>
                    </a:p>
                  </a:txBody>
                  <a:tcPr marL="72000" marR="72000" marT="18000" marB="18000" anchor="ctr">
                    <a:solidFill>
                      <a:srgbClr val="CCECFF"/>
                    </a:solidFill>
                  </a:tcPr>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A/A</a:t>
                      </a:r>
                    </a:p>
                  </a:txBody>
                  <a:tcPr marL="72000" marR="72000" marT="18000" marB="18000" anchor="ctr">
                    <a:solidFill>
                      <a:srgbClr val="CCECFF"/>
                    </a:solidFill>
                  </a:tcPr>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l" defTabSz="914227" rtl="0" eaLnBrk="1" fontAlgn="ctr" latinLnBrk="0" hangingPunct="1">
                        <a:lnSpc>
                          <a:spcPct val="100000"/>
                        </a:lnSpc>
                        <a:spcBef>
                          <a:spcPts val="0"/>
                        </a:spcBef>
                        <a:spcAft>
                          <a:spcPts val="0"/>
                        </a:spcAft>
                        <a:buClrTx/>
                        <a:buSzTx/>
                        <a:buFontTx/>
                        <a:buNone/>
                        <a:tabLst/>
                        <a:defRPr/>
                      </a:pPr>
                      <a:endPar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endParaRPr>
                    </a:p>
                  </a:txBody>
                  <a:tcPr marL="72000" marR="72000" marT="18000" marB="18000" anchor="ctr"/>
                </a:tc>
                <a:extLst>
                  <a:ext uri="{0D108BD9-81ED-4DB2-BD59-A6C34878D82A}">
                    <a16:rowId xmlns:a16="http://schemas.microsoft.com/office/drawing/2014/main" val="2441293469"/>
                  </a:ext>
                </a:extLst>
              </a:tr>
              <a:tr h="104455">
                <a:tc>
                  <a:txBody>
                    <a:bodyPr/>
                    <a:lstStyle>
                      <a:lvl1pPr marL="0" algn="l" defTabSz="914400" rtl="0" eaLnBrk="1" latinLnBrk="0" hangingPunct="1">
                        <a:defRPr kumimoji="1" sz="1800" kern="1200">
                          <a:solidFill>
                            <a:schemeClr val="tx1"/>
                          </a:solidFill>
                          <a:latin typeface="HG創英角ｺﾞｼｯｸUB"/>
                          <a:ea typeface="HG創英角ｺﾞｼｯｸUB"/>
                        </a:defRPr>
                      </a:lvl1pPr>
                      <a:lvl2pPr marL="457200" algn="l" defTabSz="914400" rtl="0" eaLnBrk="1" latinLnBrk="0" hangingPunct="1">
                        <a:defRPr kumimoji="1" sz="1800" kern="1200">
                          <a:solidFill>
                            <a:schemeClr val="tx1"/>
                          </a:solidFill>
                          <a:latin typeface="HG創英角ｺﾞｼｯｸUB"/>
                          <a:ea typeface="HG創英角ｺﾞｼｯｸUB"/>
                        </a:defRPr>
                      </a:lvl2pPr>
                      <a:lvl3pPr marL="914400" algn="l" defTabSz="914400" rtl="0" eaLnBrk="1" latinLnBrk="0" hangingPunct="1">
                        <a:defRPr kumimoji="1" sz="1800" kern="1200">
                          <a:solidFill>
                            <a:schemeClr val="tx1"/>
                          </a:solidFill>
                          <a:latin typeface="HG創英角ｺﾞｼｯｸUB"/>
                          <a:ea typeface="HG創英角ｺﾞｼｯｸUB"/>
                        </a:defRPr>
                      </a:lvl3pPr>
                      <a:lvl4pPr marL="1371600" algn="l" defTabSz="914400" rtl="0" eaLnBrk="1" latinLnBrk="0" hangingPunct="1">
                        <a:defRPr kumimoji="1" sz="1800" kern="1200">
                          <a:solidFill>
                            <a:schemeClr val="tx1"/>
                          </a:solidFill>
                          <a:latin typeface="HG創英角ｺﾞｼｯｸUB"/>
                          <a:ea typeface="HG創英角ｺﾞｼｯｸUB"/>
                        </a:defRPr>
                      </a:lvl4pPr>
                      <a:lvl5pPr marL="1828800" algn="l" defTabSz="914400" rtl="0" eaLnBrk="1" latinLnBrk="0" hangingPunct="1">
                        <a:defRPr kumimoji="1" sz="1800" kern="1200">
                          <a:solidFill>
                            <a:schemeClr val="tx1"/>
                          </a:solidFill>
                          <a:latin typeface="HG創英角ｺﾞｼｯｸUB"/>
                          <a:ea typeface="HG創英角ｺﾞｼｯｸUB"/>
                        </a:defRPr>
                      </a:lvl5pPr>
                      <a:lvl6pPr marL="2286000" algn="l" defTabSz="914400" rtl="0" eaLnBrk="1" latinLnBrk="0" hangingPunct="1">
                        <a:defRPr kumimoji="1" sz="1800" kern="1200">
                          <a:solidFill>
                            <a:schemeClr val="tx1"/>
                          </a:solidFill>
                          <a:latin typeface="HG創英角ｺﾞｼｯｸUB"/>
                          <a:ea typeface="HG創英角ｺﾞｼｯｸUB"/>
                        </a:defRPr>
                      </a:lvl6pPr>
                      <a:lvl7pPr marL="2743200" algn="l" defTabSz="914400" rtl="0" eaLnBrk="1" latinLnBrk="0" hangingPunct="1">
                        <a:defRPr kumimoji="1" sz="1800" kern="1200">
                          <a:solidFill>
                            <a:schemeClr val="tx1"/>
                          </a:solidFill>
                          <a:latin typeface="HG創英角ｺﾞｼｯｸUB"/>
                          <a:ea typeface="HG創英角ｺﾞｼｯｸUB"/>
                        </a:defRPr>
                      </a:lvl7pPr>
                      <a:lvl8pPr marL="3200400" algn="l" defTabSz="914400" rtl="0" eaLnBrk="1" latinLnBrk="0" hangingPunct="1">
                        <a:defRPr kumimoji="1" sz="1800" kern="1200">
                          <a:solidFill>
                            <a:schemeClr val="tx1"/>
                          </a:solidFill>
                          <a:latin typeface="HG創英角ｺﾞｼｯｸUB"/>
                          <a:ea typeface="HG創英角ｺﾞｼｯｸUB"/>
                        </a:defRPr>
                      </a:lvl8pPr>
                      <a:lvl9pPr marL="3657600" algn="l" defTabSz="914400" rtl="0" eaLnBrk="1" latinLnBrk="0" hangingPunct="1">
                        <a:defRPr kumimoji="1" sz="1800" kern="1200">
                          <a:solidFill>
                            <a:schemeClr val="tx1"/>
                          </a:solidFill>
                          <a:latin typeface="HG創英角ｺﾞｼｯｸUB"/>
                          <a:ea typeface="HG創英角ｺﾞｼｯｸUB"/>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IN/EX VALVE</a:t>
                      </a:r>
                    </a:p>
                  </a:txBody>
                  <a:tcPr marL="72000" marR="72000" marT="18000" marB="18000" anchor="ctr" horzOverflow="overflow"/>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A/A</a:t>
                      </a:r>
                    </a:p>
                  </a:txBody>
                  <a:tcPr marL="72000" marR="72000" marT="18000" marB="18000" anchor="ctr">
                    <a:solidFill>
                      <a:srgbClr val="CCECFF"/>
                    </a:solidFill>
                  </a:tcPr>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A/A</a:t>
                      </a:r>
                    </a:p>
                  </a:txBody>
                  <a:tcPr marL="72000" marR="72000" marT="18000" marB="18000" anchor="ctr">
                    <a:solidFill>
                      <a:srgbClr val="CCECFF"/>
                    </a:solidFill>
                  </a:tcPr>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A/A</a:t>
                      </a:r>
                    </a:p>
                  </a:txBody>
                  <a:tcPr marL="72000" marR="72000" marT="18000" marB="18000" anchor="ctr">
                    <a:solidFill>
                      <a:srgbClr val="CCECFF"/>
                    </a:solidFill>
                  </a:tcPr>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l" defTabSz="914227" rtl="0" eaLnBrk="1" fontAlgn="ctr" latinLnBrk="0" hangingPunct="1">
                        <a:lnSpc>
                          <a:spcPct val="100000"/>
                        </a:lnSpc>
                        <a:spcBef>
                          <a:spcPts val="0"/>
                        </a:spcBef>
                        <a:spcAft>
                          <a:spcPts val="0"/>
                        </a:spcAft>
                        <a:buClrTx/>
                        <a:buSzTx/>
                        <a:buFontTx/>
                        <a:buNone/>
                        <a:tabLst/>
                        <a:defRPr/>
                      </a:pPr>
                      <a:endPar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endParaRPr>
                    </a:p>
                  </a:txBody>
                  <a:tcPr marL="72000" marR="72000" marT="18000" marB="18000" anchor="ctr"/>
                </a:tc>
                <a:extLst>
                  <a:ext uri="{0D108BD9-81ED-4DB2-BD59-A6C34878D82A}">
                    <a16:rowId xmlns:a16="http://schemas.microsoft.com/office/drawing/2014/main" val="2736215272"/>
                  </a:ext>
                </a:extLst>
              </a:tr>
              <a:tr h="104455">
                <a:tc>
                  <a:txBody>
                    <a:bodyPr/>
                    <a:lstStyle>
                      <a:lvl1pPr marL="0" algn="l" defTabSz="914400" rtl="0" eaLnBrk="1" latinLnBrk="0" hangingPunct="1">
                        <a:defRPr kumimoji="1" sz="1800" kern="1200">
                          <a:solidFill>
                            <a:schemeClr val="tx1"/>
                          </a:solidFill>
                          <a:latin typeface="HG創英角ｺﾞｼｯｸUB"/>
                          <a:ea typeface="HG創英角ｺﾞｼｯｸUB"/>
                        </a:defRPr>
                      </a:lvl1pPr>
                      <a:lvl2pPr marL="457200" algn="l" defTabSz="914400" rtl="0" eaLnBrk="1" latinLnBrk="0" hangingPunct="1">
                        <a:defRPr kumimoji="1" sz="1800" kern="1200">
                          <a:solidFill>
                            <a:schemeClr val="tx1"/>
                          </a:solidFill>
                          <a:latin typeface="HG創英角ｺﾞｼｯｸUB"/>
                          <a:ea typeface="HG創英角ｺﾞｼｯｸUB"/>
                        </a:defRPr>
                      </a:lvl2pPr>
                      <a:lvl3pPr marL="914400" algn="l" defTabSz="914400" rtl="0" eaLnBrk="1" latinLnBrk="0" hangingPunct="1">
                        <a:defRPr kumimoji="1" sz="1800" kern="1200">
                          <a:solidFill>
                            <a:schemeClr val="tx1"/>
                          </a:solidFill>
                          <a:latin typeface="HG創英角ｺﾞｼｯｸUB"/>
                          <a:ea typeface="HG創英角ｺﾞｼｯｸUB"/>
                        </a:defRPr>
                      </a:lvl3pPr>
                      <a:lvl4pPr marL="1371600" algn="l" defTabSz="914400" rtl="0" eaLnBrk="1" latinLnBrk="0" hangingPunct="1">
                        <a:defRPr kumimoji="1" sz="1800" kern="1200">
                          <a:solidFill>
                            <a:schemeClr val="tx1"/>
                          </a:solidFill>
                          <a:latin typeface="HG創英角ｺﾞｼｯｸUB"/>
                          <a:ea typeface="HG創英角ｺﾞｼｯｸUB"/>
                        </a:defRPr>
                      </a:lvl4pPr>
                      <a:lvl5pPr marL="1828800" algn="l" defTabSz="914400" rtl="0" eaLnBrk="1" latinLnBrk="0" hangingPunct="1">
                        <a:defRPr kumimoji="1" sz="1800" kern="1200">
                          <a:solidFill>
                            <a:schemeClr val="tx1"/>
                          </a:solidFill>
                          <a:latin typeface="HG創英角ｺﾞｼｯｸUB"/>
                          <a:ea typeface="HG創英角ｺﾞｼｯｸUB"/>
                        </a:defRPr>
                      </a:lvl5pPr>
                      <a:lvl6pPr marL="2286000" algn="l" defTabSz="914400" rtl="0" eaLnBrk="1" latinLnBrk="0" hangingPunct="1">
                        <a:defRPr kumimoji="1" sz="1800" kern="1200">
                          <a:solidFill>
                            <a:schemeClr val="tx1"/>
                          </a:solidFill>
                          <a:latin typeface="HG創英角ｺﾞｼｯｸUB"/>
                          <a:ea typeface="HG創英角ｺﾞｼｯｸUB"/>
                        </a:defRPr>
                      </a:lvl6pPr>
                      <a:lvl7pPr marL="2743200" algn="l" defTabSz="914400" rtl="0" eaLnBrk="1" latinLnBrk="0" hangingPunct="1">
                        <a:defRPr kumimoji="1" sz="1800" kern="1200">
                          <a:solidFill>
                            <a:schemeClr val="tx1"/>
                          </a:solidFill>
                          <a:latin typeface="HG創英角ｺﾞｼｯｸUB"/>
                          <a:ea typeface="HG創英角ｺﾞｼｯｸUB"/>
                        </a:defRPr>
                      </a:lvl7pPr>
                      <a:lvl8pPr marL="3200400" algn="l" defTabSz="914400" rtl="0" eaLnBrk="1" latinLnBrk="0" hangingPunct="1">
                        <a:defRPr kumimoji="1" sz="1800" kern="1200">
                          <a:solidFill>
                            <a:schemeClr val="tx1"/>
                          </a:solidFill>
                          <a:latin typeface="HG創英角ｺﾞｼｯｸUB"/>
                          <a:ea typeface="HG創英角ｺﾞｼｯｸUB"/>
                        </a:defRPr>
                      </a:lvl8pPr>
                      <a:lvl9pPr marL="3657600" algn="l" defTabSz="914400" rtl="0" eaLnBrk="1" latinLnBrk="0" hangingPunct="1">
                        <a:defRPr kumimoji="1" sz="1800" kern="1200">
                          <a:solidFill>
                            <a:schemeClr val="tx1"/>
                          </a:solidFill>
                          <a:latin typeface="HG創英角ｺﾞｼｯｸUB"/>
                          <a:ea typeface="HG創英角ｺﾞｼｯｸUB"/>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IN/EX ROCKER</a:t>
                      </a:r>
                      <a:r>
                        <a:rPr kumimoji="1" lang="ja-JP" altLang="en-US" sz="14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 </a:t>
                      </a:r>
                      <a:r>
                        <a:rPr kumimoji="1" lang="en-US" altLang="ja-JP" sz="14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ARM</a:t>
                      </a:r>
                    </a:p>
                  </a:txBody>
                  <a:tcPr marL="72000" marR="72000" marT="18000" marB="18000" anchor="ctr" horzOverflow="overflow"/>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A/A</a:t>
                      </a:r>
                    </a:p>
                  </a:txBody>
                  <a:tcPr marL="72000" marR="72000" marT="18000" marB="18000" anchor="ctr">
                    <a:solidFill>
                      <a:srgbClr val="CCECFF"/>
                    </a:solidFill>
                  </a:tcPr>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A/A</a:t>
                      </a:r>
                    </a:p>
                  </a:txBody>
                  <a:tcPr marL="72000" marR="72000" marT="18000" marB="18000" anchor="ctr">
                    <a:solidFill>
                      <a:srgbClr val="CCECFF"/>
                    </a:solidFill>
                  </a:tcPr>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A/A</a:t>
                      </a:r>
                    </a:p>
                  </a:txBody>
                  <a:tcPr marL="72000" marR="72000" marT="18000" marB="18000" anchor="ctr">
                    <a:solidFill>
                      <a:srgbClr val="CCECFF"/>
                    </a:solidFill>
                  </a:tcPr>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l" defTabSz="914227" rtl="0" eaLnBrk="1" fontAlgn="ctr" latinLnBrk="0" hangingPunct="1">
                        <a:lnSpc>
                          <a:spcPct val="100000"/>
                        </a:lnSpc>
                        <a:spcBef>
                          <a:spcPts val="0"/>
                        </a:spcBef>
                        <a:spcAft>
                          <a:spcPts val="0"/>
                        </a:spcAft>
                        <a:buClrTx/>
                        <a:buSzTx/>
                        <a:buFontTx/>
                        <a:buNone/>
                        <a:tabLst/>
                        <a:defRPr/>
                      </a:pPr>
                      <a:endPar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endParaRPr>
                    </a:p>
                  </a:txBody>
                  <a:tcPr marL="72000" marR="72000" marT="18000" marB="18000" anchor="ctr"/>
                </a:tc>
                <a:extLst>
                  <a:ext uri="{0D108BD9-81ED-4DB2-BD59-A6C34878D82A}">
                    <a16:rowId xmlns:a16="http://schemas.microsoft.com/office/drawing/2014/main" val="2436873439"/>
                  </a:ext>
                </a:extLst>
              </a:tr>
              <a:tr h="104455">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VTC</a:t>
                      </a:r>
                    </a:p>
                  </a:txBody>
                  <a:tcPr marL="72000" marR="72000" marT="18000" marB="18000" anchor="ctr" horzOverflow="overflow"/>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A</a:t>
                      </a:r>
                    </a:p>
                  </a:txBody>
                  <a:tcPr marL="72000" marR="72000" marT="18000" marB="18000" anchor="ctr">
                    <a:solidFill>
                      <a:srgbClr val="CCECFF"/>
                    </a:solidFill>
                  </a:tcPr>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A</a:t>
                      </a:r>
                    </a:p>
                  </a:txBody>
                  <a:tcPr marL="72000" marR="72000" marT="18000" marB="18000" anchor="ctr">
                    <a:solidFill>
                      <a:srgbClr val="CCECFF"/>
                    </a:solidFill>
                  </a:tcPr>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A</a:t>
                      </a:r>
                    </a:p>
                  </a:txBody>
                  <a:tcPr marL="72000" marR="72000" marT="18000" marB="18000" anchor="ctr">
                    <a:solidFill>
                      <a:srgbClr val="CCECFF"/>
                    </a:solidFill>
                  </a:tcPr>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l" defTabSz="914227" rtl="0" eaLnBrk="1" fontAlgn="ctr" latinLnBrk="0" hangingPunct="1">
                        <a:lnSpc>
                          <a:spcPct val="100000"/>
                        </a:lnSpc>
                        <a:spcBef>
                          <a:spcPts val="0"/>
                        </a:spcBef>
                        <a:spcAft>
                          <a:spcPts val="0"/>
                        </a:spcAft>
                        <a:buClrTx/>
                        <a:buSzTx/>
                        <a:buFontTx/>
                        <a:buNone/>
                        <a:tabLst/>
                        <a:defRPr/>
                      </a:pPr>
                      <a:endPar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endParaRPr>
                    </a:p>
                  </a:txBody>
                  <a:tcPr marL="72000" marR="72000" marT="18000" marB="18000" anchor="ctr"/>
                </a:tc>
                <a:extLst>
                  <a:ext uri="{0D108BD9-81ED-4DB2-BD59-A6C34878D82A}">
                    <a16:rowId xmlns:a16="http://schemas.microsoft.com/office/drawing/2014/main" val="3780167948"/>
                  </a:ext>
                </a:extLst>
              </a:tr>
              <a:tr h="104455">
                <a:tc>
                  <a:txBody>
                    <a:bodyPr/>
                    <a:lstStyle>
                      <a:lvl1pPr marL="0" algn="l" defTabSz="914400" rtl="0" eaLnBrk="1" latinLnBrk="0" hangingPunct="1">
                        <a:defRPr kumimoji="1" sz="1800" kern="1200">
                          <a:solidFill>
                            <a:schemeClr val="tx1"/>
                          </a:solidFill>
                          <a:latin typeface="HG創英角ｺﾞｼｯｸUB"/>
                          <a:ea typeface="HG創英角ｺﾞｼｯｸUB"/>
                        </a:defRPr>
                      </a:lvl1pPr>
                      <a:lvl2pPr marL="457200" algn="l" defTabSz="914400" rtl="0" eaLnBrk="1" latinLnBrk="0" hangingPunct="1">
                        <a:defRPr kumimoji="1" sz="1800" kern="1200">
                          <a:solidFill>
                            <a:schemeClr val="tx1"/>
                          </a:solidFill>
                          <a:latin typeface="HG創英角ｺﾞｼｯｸUB"/>
                          <a:ea typeface="HG創英角ｺﾞｼｯｸUB"/>
                        </a:defRPr>
                      </a:lvl2pPr>
                      <a:lvl3pPr marL="914400" algn="l" defTabSz="914400" rtl="0" eaLnBrk="1" latinLnBrk="0" hangingPunct="1">
                        <a:defRPr kumimoji="1" sz="1800" kern="1200">
                          <a:solidFill>
                            <a:schemeClr val="tx1"/>
                          </a:solidFill>
                          <a:latin typeface="HG創英角ｺﾞｼｯｸUB"/>
                          <a:ea typeface="HG創英角ｺﾞｼｯｸUB"/>
                        </a:defRPr>
                      </a:lvl3pPr>
                      <a:lvl4pPr marL="1371600" algn="l" defTabSz="914400" rtl="0" eaLnBrk="1" latinLnBrk="0" hangingPunct="1">
                        <a:defRPr kumimoji="1" sz="1800" kern="1200">
                          <a:solidFill>
                            <a:schemeClr val="tx1"/>
                          </a:solidFill>
                          <a:latin typeface="HG創英角ｺﾞｼｯｸUB"/>
                          <a:ea typeface="HG創英角ｺﾞｼｯｸUB"/>
                        </a:defRPr>
                      </a:lvl4pPr>
                      <a:lvl5pPr marL="1828800" algn="l" defTabSz="914400" rtl="0" eaLnBrk="1" latinLnBrk="0" hangingPunct="1">
                        <a:defRPr kumimoji="1" sz="1800" kern="1200">
                          <a:solidFill>
                            <a:schemeClr val="tx1"/>
                          </a:solidFill>
                          <a:latin typeface="HG創英角ｺﾞｼｯｸUB"/>
                          <a:ea typeface="HG創英角ｺﾞｼｯｸUB"/>
                        </a:defRPr>
                      </a:lvl5pPr>
                      <a:lvl6pPr marL="2286000" algn="l" defTabSz="914400" rtl="0" eaLnBrk="1" latinLnBrk="0" hangingPunct="1">
                        <a:defRPr kumimoji="1" sz="1800" kern="1200">
                          <a:solidFill>
                            <a:schemeClr val="tx1"/>
                          </a:solidFill>
                          <a:latin typeface="HG創英角ｺﾞｼｯｸUB"/>
                          <a:ea typeface="HG創英角ｺﾞｼｯｸUB"/>
                        </a:defRPr>
                      </a:lvl6pPr>
                      <a:lvl7pPr marL="2743200" algn="l" defTabSz="914400" rtl="0" eaLnBrk="1" latinLnBrk="0" hangingPunct="1">
                        <a:defRPr kumimoji="1" sz="1800" kern="1200">
                          <a:solidFill>
                            <a:schemeClr val="tx1"/>
                          </a:solidFill>
                          <a:latin typeface="HG創英角ｺﾞｼｯｸUB"/>
                          <a:ea typeface="HG創英角ｺﾞｼｯｸUB"/>
                        </a:defRPr>
                      </a:lvl7pPr>
                      <a:lvl8pPr marL="3200400" algn="l" defTabSz="914400" rtl="0" eaLnBrk="1" latinLnBrk="0" hangingPunct="1">
                        <a:defRPr kumimoji="1" sz="1800" kern="1200">
                          <a:solidFill>
                            <a:schemeClr val="tx1"/>
                          </a:solidFill>
                          <a:latin typeface="HG創英角ｺﾞｼｯｸUB"/>
                          <a:ea typeface="HG創英角ｺﾞｼｯｸUB"/>
                        </a:defRPr>
                      </a:lvl8pPr>
                      <a:lvl9pPr marL="3657600" algn="l" defTabSz="914400" rtl="0" eaLnBrk="1" latinLnBrk="0" hangingPunct="1">
                        <a:defRPr kumimoji="1" sz="1800" kern="1200">
                          <a:solidFill>
                            <a:schemeClr val="tx1"/>
                          </a:solidFill>
                          <a:latin typeface="HG創英角ｺﾞｼｯｸUB"/>
                          <a:ea typeface="HG創英角ｺﾞｼｯｸUB"/>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CHAIN/TENSIONER</a:t>
                      </a:r>
                    </a:p>
                  </a:txBody>
                  <a:tcPr marL="72000" marR="72000" marT="18000" marB="18000" anchor="ctr" horzOverflow="overflow"/>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A/A</a:t>
                      </a:r>
                    </a:p>
                  </a:txBody>
                  <a:tcPr marL="72000" marR="72000" marT="18000" marB="18000" anchor="ctr">
                    <a:solidFill>
                      <a:srgbClr val="CCECFF"/>
                    </a:solidFill>
                  </a:tcPr>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A/A</a:t>
                      </a:r>
                    </a:p>
                  </a:txBody>
                  <a:tcPr marL="72000" marR="72000" marT="18000" marB="18000" anchor="ctr">
                    <a:solidFill>
                      <a:srgbClr val="CCECFF"/>
                    </a:solidFill>
                  </a:tcPr>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A/A</a:t>
                      </a:r>
                    </a:p>
                  </a:txBody>
                  <a:tcPr marL="72000" marR="72000" marT="18000" marB="18000" anchor="ctr">
                    <a:solidFill>
                      <a:srgbClr val="CCECFF"/>
                    </a:solidFill>
                  </a:tcPr>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l" defTabSz="914227" rtl="0" eaLnBrk="1" fontAlgn="ctr" latinLnBrk="0" hangingPunct="1">
                        <a:lnSpc>
                          <a:spcPct val="100000"/>
                        </a:lnSpc>
                        <a:spcBef>
                          <a:spcPts val="0"/>
                        </a:spcBef>
                        <a:spcAft>
                          <a:spcPts val="0"/>
                        </a:spcAft>
                        <a:buClrTx/>
                        <a:buSzTx/>
                        <a:buFontTx/>
                        <a:buNone/>
                        <a:tabLst/>
                        <a:defRPr/>
                      </a:pPr>
                      <a:endPar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endParaRPr>
                    </a:p>
                  </a:txBody>
                  <a:tcPr marL="72000" marR="72000" marT="18000" marB="18000" anchor="ctr"/>
                </a:tc>
                <a:extLst>
                  <a:ext uri="{0D108BD9-81ED-4DB2-BD59-A6C34878D82A}">
                    <a16:rowId xmlns:a16="http://schemas.microsoft.com/office/drawing/2014/main" val="967460360"/>
                  </a:ext>
                </a:extLst>
              </a:tr>
              <a:tr h="104455">
                <a:tc>
                  <a:txBody>
                    <a:bodyPr/>
                    <a:lstStyle>
                      <a:lvl1pPr marL="0" algn="l" defTabSz="914400" rtl="0" eaLnBrk="1" latinLnBrk="0" hangingPunct="1">
                        <a:defRPr kumimoji="1" sz="1800" kern="1200">
                          <a:solidFill>
                            <a:schemeClr val="tx1"/>
                          </a:solidFill>
                          <a:latin typeface="HG創英角ｺﾞｼｯｸUB"/>
                          <a:ea typeface="HG創英角ｺﾞｼｯｸUB"/>
                        </a:defRPr>
                      </a:lvl1pPr>
                      <a:lvl2pPr marL="457200" algn="l" defTabSz="914400" rtl="0" eaLnBrk="1" latinLnBrk="0" hangingPunct="1">
                        <a:defRPr kumimoji="1" sz="1800" kern="1200">
                          <a:solidFill>
                            <a:schemeClr val="tx1"/>
                          </a:solidFill>
                          <a:latin typeface="HG創英角ｺﾞｼｯｸUB"/>
                          <a:ea typeface="HG創英角ｺﾞｼｯｸUB"/>
                        </a:defRPr>
                      </a:lvl2pPr>
                      <a:lvl3pPr marL="914400" algn="l" defTabSz="914400" rtl="0" eaLnBrk="1" latinLnBrk="0" hangingPunct="1">
                        <a:defRPr kumimoji="1" sz="1800" kern="1200">
                          <a:solidFill>
                            <a:schemeClr val="tx1"/>
                          </a:solidFill>
                          <a:latin typeface="HG創英角ｺﾞｼｯｸUB"/>
                          <a:ea typeface="HG創英角ｺﾞｼｯｸUB"/>
                        </a:defRPr>
                      </a:lvl3pPr>
                      <a:lvl4pPr marL="1371600" algn="l" defTabSz="914400" rtl="0" eaLnBrk="1" latinLnBrk="0" hangingPunct="1">
                        <a:defRPr kumimoji="1" sz="1800" kern="1200">
                          <a:solidFill>
                            <a:schemeClr val="tx1"/>
                          </a:solidFill>
                          <a:latin typeface="HG創英角ｺﾞｼｯｸUB"/>
                          <a:ea typeface="HG創英角ｺﾞｼｯｸUB"/>
                        </a:defRPr>
                      </a:lvl4pPr>
                      <a:lvl5pPr marL="1828800" algn="l" defTabSz="914400" rtl="0" eaLnBrk="1" latinLnBrk="0" hangingPunct="1">
                        <a:defRPr kumimoji="1" sz="1800" kern="1200">
                          <a:solidFill>
                            <a:schemeClr val="tx1"/>
                          </a:solidFill>
                          <a:latin typeface="HG創英角ｺﾞｼｯｸUB"/>
                          <a:ea typeface="HG創英角ｺﾞｼｯｸUB"/>
                        </a:defRPr>
                      </a:lvl5pPr>
                      <a:lvl6pPr marL="2286000" algn="l" defTabSz="914400" rtl="0" eaLnBrk="1" latinLnBrk="0" hangingPunct="1">
                        <a:defRPr kumimoji="1" sz="1800" kern="1200">
                          <a:solidFill>
                            <a:schemeClr val="tx1"/>
                          </a:solidFill>
                          <a:latin typeface="HG創英角ｺﾞｼｯｸUB"/>
                          <a:ea typeface="HG創英角ｺﾞｼｯｸUB"/>
                        </a:defRPr>
                      </a:lvl6pPr>
                      <a:lvl7pPr marL="2743200" algn="l" defTabSz="914400" rtl="0" eaLnBrk="1" latinLnBrk="0" hangingPunct="1">
                        <a:defRPr kumimoji="1" sz="1800" kern="1200">
                          <a:solidFill>
                            <a:schemeClr val="tx1"/>
                          </a:solidFill>
                          <a:latin typeface="HG創英角ｺﾞｼｯｸUB"/>
                          <a:ea typeface="HG創英角ｺﾞｼｯｸUB"/>
                        </a:defRPr>
                      </a:lvl7pPr>
                      <a:lvl8pPr marL="3200400" algn="l" defTabSz="914400" rtl="0" eaLnBrk="1" latinLnBrk="0" hangingPunct="1">
                        <a:defRPr kumimoji="1" sz="1800" kern="1200">
                          <a:solidFill>
                            <a:schemeClr val="tx1"/>
                          </a:solidFill>
                          <a:latin typeface="HG創英角ｺﾞｼｯｸUB"/>
                          <a:ea typeface="HG創英角ｺﾞｼｯｸUB"/>
                        </a:defRPr>
                      </a:lvl8pPr>
                      <a:lvl9pPr marL="3657600" algn="l" defTabSz="914400" rtl="0" eaLnBrk="1" latinLnBrk="0" hangingPunct="1">
                        <a:defRPr kumimoji="1" sz="1800" kern="1200">
                          <a:solidFill>
                            <a:schemeClr val="tx1"/>
                          </a:solidFill>
                          <a:latin typeface="HG創英角ｺﾞｼｯｸUB"/>
                          <a:ea typeface="HG創英角ｺﾞｼｯｸUB"/>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OIL</a:t>
                      </a:r>
                      <a:r>
                        <a:rPr kumimoji="1" lang="ja-JP" altLang="en-US" sz="14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 </a:t>
                      </a:r>
                      <a:r>
                        <a:rPr kumimoji="1" lang="en-US" altLang="ja-JP" sz="14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PUMP</a:t>
                      </a:r>
                    </a:p>
                  </a:txBody>
                  <a:tcPr marL="72000" marR="72000" marT="18000" marB="18000" anchor="ctr" horzOverflow="overflow">
                    <a:noFill/>
                  </a:tcPr>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A</a:t>
                      </a:r>
                    </a:p>
                  </a:txBody>
                  <a:tcPr marL="72000" marR="72000" marT="18000" marB="18000" anchor="ctr">
                    <a:solidFill>
                      <a:srgbClr val="CCECFF"/>
                    </a:solidFill>
                  </a:tcPr>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A</a:t>
                      </a:r>
                    </a:p>
                  </a:txBody>
                  <a:tcPr marL="72000" marR="72000" marT="18000" marB="18000" anchor="ctr">
                    <a:solidFill>
                      <a:srgbClr val="CCECFF"/>
                    </a:solidFill>
                  </a:tcPr>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A</a:t>
                      </a:r>
                    </a:p>
                  </a:txBody>
                  <a:tcPr marL="72000" marR="72000" marT="18000" marB="18000" anchor="ctr">
                    <a:solidFill>
                      <a:srgbClr val="CCECFF"/>
                    </a:solidFill>
                  </a:tcPr>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l" defTabSz="914227" rtl="0" eaLnBrk="1" fontAlgn="ctr" latinLnBrk="0" hangingPunct="1">
                        <a:lnSpc>
                          <a:spcPct val="100000"/>
                        </a:lnSpc>
                        <a:spcBef>
                          <a:spcPts val="0"/>
                        </a:spcBef>
                        <a:spcAft>
                          <a:spcPts val="0"/>
                        </a:spcAft>
                        <a:buClrTx/>
                        <a:buSzTx/>
                        <a:buFontTx/>
                        <a:buNone/>
                        <a:tabLst/>
                        <a:defRPr/>
                      </a:pPr>
                      <a:endPar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endParaRPr>
                    </a:p>
                  </a:txBody>
                  <a:tcPr marL="72000" marR="72000" marT="18000" marB="18000" anchor="ctr"/>
                </a:tc>
                <a:extLst>
                  <a:ext uri="{0D108BD9-81ED-4DB2-BD59-A6C34878D82A}">
                    <a16:rowId xmlns:a16="http://schemas.microsoft.com/office/drawing/2014/main" val="4164409904"/>
                  </a:ext>
                </a:extLst>
              </a:tr>
              <a:tr h="10445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FUEL FEED HOSE</a:t>
                      </a:r>
                    </a:p>
                  </a:txBody>
                  <a:tcPr marL="72000" marR="72000" marT="18000" marB="18000" anchor="ctr" horzOverflow="overflow"/>
                </a:tc>
                <a:tc>
                  <a:txBody>
                    <a:body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A</a:t>
                      </a:r>
                    </a:p>
                  </a:txBody>
                  <a:tcPr marL="72000" marR="72000" marT="18000" marB="18000" anchor="ctr">
                    <a:solidFill>
                      <a:srgbClr val="CCECFF"/>
                    </a:solidFill>
                  </a:tcPr>
                </a:tc>
                <a:tc>
                  <a:txBody>
                    <a:body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B</a:t>
                      </a:r>
                    </a:p>
                  </a:txBody>
                  <a:tcPr marL="72000" marR="72000" marT="18000" marB="18000" anchor="ctr">
                    <a:solidFill>
                      <a:srgbClr val="FFCC99"/>
                    </a:solidFill>
                  </a:tcPr>
                </a:tc>
                <a:tc>
                  <a:txBody>
                    <a:body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B</a:t>
                      </a:r>
                    </a:p>
                  </a:txBody>
                  <a:tcPr marL="72000" marR="72000" marT="18000" marB="18000" anchor="ctr">
                    <a:solidFill>
                      <a:srgbClr val="FFCC99"/>
                    </a:solidFill>
                  </a:tcPr>
                </a:tc>
                <a:tc>
                  <a:txBody>
                    <a:bodyPr/>
                    <a:lstStyle/>
                    <a:p>
                      <a:pPr marL="0" marR="0" lvl="0" indent="0" algn="l" defTabSz="914227" rtl="0" eaLnBrk="1" fontAlgn="ctr" latinLnBrk="0" hangingPunct="1">
                        <a:lnSpc>
                          <a:spcPct val="100000"/>
                        </a:lnSpc>
                        <a:spcBef>
                          <a:spcPts val="0"/>
                        </a:spcBef>
                        <a:spcAft>
                          <a:spcPts val="0"/>
                        </a:spcAft>
                        <a:buClrTx/>
                        <a:buSzTx/>
                        <a:buFontTx/>
                        <a:buNone/>
                        <a:tabLst/>
                        <a:defRPr/>
                      </a:pPr>
                      <a:r>
                        <a:rPr kumimoji="1" lang="en-US" altLang="ja-JP" sz="11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ENG room design difference</a:t>
                      </a:r>
                    </a:p>
                  </a:txBody>
                  <a:tcPr marL="72000" marR="72000" marT="18000" marB="18000" anchor="ctr"/>
                </a:tc>
                <a:extLst>
                  <a:ext uri="{0D108BD9-81ED-4DB2-BD59-A6C34878D82A}">
                    <a16:rowId xmlns:a16="http://schemas.microsoft.com/office/drawing/2014/main" val="3587245052"/>
                  </a:ext>
                </a:extLst>
              </a:tr>
              <a:tr h="104455">
                <a:tc>
                  <a:txBody>
                    <a:bodyPr/>
                    <a:lstStyle>
                      <a:lvl1pPr marL="0" algn="l" defTabSz="914400" rtl="0" eaLnBrk="1" latinLnBrk="0" hangingPunct="1">
                        <a:defRPr kumimoji="1" sz="1800" kern="1200">
                          <a:solidFill>
                            <a:schemeClr val="tx1"/>
                          </a:solidFill>
                          <a:latin typeface="HG創英角ｺﾞｼｯｸUB"/>
                          <a:ea typeface="HG創英角ｺﾞｼｯｸUB"/>
                        </a:defRPr>
                      </a:lvl1pPr>
                      <a:lvl2pPr marL="457200" algn="l" defTabSz="914400" rtl="0" eaLnBrk="1" latinLnBrk="0" hangingPunct="1">
                        <a:defRPr kumimoji="1" sz="1800" kern="1200">
                          <a:solidFill>
                            <a:schemeClr val="tx1"/>
                          </a:solidFill>
                          <a:latin typeface="HG創英角ｺﾞｼｯｸUB"/>
                          <a:ea typeface="HG創英角ｺﾞｼｯｸUB"/>
                        </a:defRPr>
                      </a:lvl2pPr>
                      <a:lvl3pPr marL="914400" algn="l" defTabSz="914400" rtl="0" eaLnBrk="1" latinLnBrk="0" hangingPunct="1">
                        <a:defRPr kumimoji="1" sz="1800" kern="1200">
                          <a:solidFill>
                            <a:schemeClr val="tx1"/>
                          </a:solidFill>
                          <a:latin typeface="HG創英角ｺﾞｼｯｸUB"/>
                          <a:ea typeface="HG創英角ｺﾞｼｯｸUB"/>
                        </a:defRPr>
                      </a:lvl3pPr>
                      <a:lvl4pPr marL="1371600" algn="l" defTabSz="914400" rtl="0" eaLnBrk="1" latinLnBrk="0" hangingPunct="1">
                        <a:defRPr kumimoji="1" sz="1800" kern="1200">
                          <a:solidFill>
                            <a:schemeClr val="tx1"/>
                          </a:solidFill>
                          <a:latin typeface="HG創英角ｺﾞｼｯｸUB"/>
                          <a:ea typeface="HG創英角ｺﾞｼｯｸUB"/>
                        </a:defRPr>
                      </a:lvl4pPr>
                      <a:lvl5pPr marL="1828800" algn="l" defTabSz="914400" rtl="0" eaLnBrk="1" latinLnBrk="0" hangingPunct="1">
                        <a:defRPr kumimoji="1" sz="1800" kern="1200">
                          <a:solidFill>
                            <a:schemeClr val="tx1"/>
                          </a:solidFill>
                          <a:latin typeface="HG創英角ｺﾞｼｯｸUB"/>
                          <a:ea typeface="HG創英角ｺﾞｼｯｸUB"/>
                        </a:defRPr>
                      </a:lvl5pPr>
                      <a:lvl6pPr marL="2286000" algn="l" defTabSz="914400" rtl="0" eaLnBrk="1" latinLnBrk="0" hangingPunct="1">
                        <a:defRPr kumimoji="1" sz="1800" kern="1200">
                          <a:solidFill>
                            <a:schemeClr val="tx1"/>
                          </a:solidFill>
                          <a:latin typeface="HG創英角ｺﾞｼｯｸUB"/>
                          <a:ea typeface="HG創英角ｺﾞｼｯｸUB"/>
                        </a:defRPr>
                      </a:lvl6pPr>
                      <a:lvl7pPr marL="2743200" algn="l" defTabSz="914400" rtl="0" eaLnBrk="1" latinLnBrk="0" hangingPunct="1">
                        <a:defRPr kumimoji="1" sz="1800" kern="1200">
                          <a:solidFill>
                            <a:schemeClr val="tx1"/>
                          </a:solidFill>
                          <a:latin typeface="HG創英角ｺﾞｼｯｸUB"/>
                          <a:ea typeface="HG創英角ｺﾞｼｯｸUB"/>
                        </a:defRPr>
                      </a:lvl7pPr>
                      <a:lvl8pPr marL="3200400" algn="l" defTabSz="914400" rtl="0" eaLnBrk="1" latinLnBrk="0" hangingPunct="1">
                        <a:defRPr kumimoji="1" sz="1800" kern="1200">
                          <a:solidFill>
                            <a:schemeClr val="tx1"/>
                          </a:solidFill>
                          <a:latin typeface="HG創英角ｺﾞｼｯｸUB"/>
                          <a:ea typeface="HG創英角ｺﾞｼｯｸUB"/>
                        </a:defRPr>
                      </a:lvl8pPr>
                      <a:lvl9pPr marL="3657600" algn="l" defTabSz="914400" rtl="0" eaLnBrk="1" latinLnBrk="0" hangingPunct="1">
                        <a:defRPr kumimoji="1" sz="1800" kern="1200">
                          <a:solidFill>
                            <a:schemeClr val="tx1"/>
                          </a:solidFill>
                          <a:latin typeface="HG創英角ｺﾞｼｯｸUB"/>
                          <a:ea typeface="HG創英角ｺﾞｼｯｸUB"/>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ETHANOL</a:t>
                      </a:r>
                      <a:r>
                        <a:rPr kumimoji="1" lang="ja-JP" altLang="en-US" sz="14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 </a:t>
                      </a:r>
                      <a:r>
                        <a:rPr kumimoji="1" lang="en-US" altLang="ja-JP" sz="14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SENSOR BRKT</a:t>
                      </a:r>
                    </a:p>
                  </a:txBody>
                  <a:tcPr marL="72000" marR="72000" marT="18000" marB="18000" anchor="ctr" horzOverflow="overflow"/>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A</a:t>
                      </a:r>
                    </a:p>
                  </a:txBody>
                  <a:tcPr marL="72000" marR="72000" marT="18000" marB="18000" anchor="ctr">
                    <a:solidFill>
                      <a:srgbClr val="CCECFF"/>
                    </a:solidFill>
                  </a:tcPr>
                </a:tc>
                <a:tc>
                  <a:txBody>
                    <a:body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B</a:t>
                      </a:r>
                    </a:p>
                  </a:txBody>
                  <a:tcPr marL="72000" marR="72000" marT="18000" marB="18000" anchor="ctr">
                    <a:solidFill>
                      <a:srgbClr val="FFCC99"/>
                    </a:solidFill>
                  </a:tcPr>
                </a:tc>
                <a:tc>
                  <a:txBody>
                    <a:body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B</a:t>
                      </a:r>
                    </a:p>
                  </a:txBody>
                  <a:tcPr marL="72000" marR="72000" marT="18000" marB="18000" anchor="ctr">
                    <a:solidFill>
                      <a:srgbClr val="FFCC99"/>
                    </a:solidFill>
                  </a:tcPr>
                </a:tc>
                <a:tc>
                  <a:txBody>
                    <a:bodyPr/>
                    <a:lstStyle/>
                    <a:p>
                      <a:pPr marL="0" marR="0" lvl="0" indent="0" algn="l" defTabSz="914227" rtl="0" eaLnBrk="1" fontAlgn="ctr" latinLnBrk="0" hangingPunct="1">
                        <a:lnSpc>
                          <a:spcPct val="100000"/>
                        </a:lnSpc>
                        <a:spcBef>
                          <a:spcPts val="0"/>
                        </a:spcBef>
                        <a:spcAft>
                          <a:spcPts val="0"/>
                        </a:spcAft>
                        <a:buClrTx/>
                        <a:buSzTx/>
                        <a:buFontTx/>
                        <a:buNone/>
                        <a:tabLst/>
                        <a:defRPr/>
                      </a:pPr>
                      <a:r>
                        <a:rPr kumimoji="1" lang="en-US" altLang="ja-JP" sz="11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ENG room design difference</a:t>
                      </a:r>
                    </a:p>
                  </a:txBody>
                  <a:tcPr marL="72000" marR="72000" marT="18000" marB="18000" anchor="ctr"/>
                </a:tc>
                <a:extLst>
                  <a:ext uri="{0D108BD9-81ED-4DB2-BD59-A6C34878D82A}">
                    <a16:rowId xmlns:a16="http://schemas.microsoft.com/office/drawing/2014/main" val="3160839185"/>
                  </a:ext>
                </a:extLst>
              </a:tr>
            </a:tbl>
          </a:graphicData>
        </a:graphic>
      </p:graphicFrame>
      <p:pic>
        <p:nvPicPr>
          <p:cNvPr id="5" name="Picture 4"/>
          <p:cNvPicPr>
            <a:picLocks noChangeAspect="1"/>
          </p:cNvPicPr>
          <p:nvPr/>
        </p:nvPicPr>
        <p:blipFill rotWithShape="1">
          <a:blip r:embed="rId2"/>
          <a:srcRect l="24367" t="7017" r="24690" b="1202"/>
          <a:stretch/>
        </p:blipFill>
        <p:spPr>
          <a:xfrm>
            <a:off x="6865632" y="1736435"/>
            <a:ext cx="2230935" cy="1810869"/>
          </a:xfrm>
          <a:prstGeom prst="rect">
            <a:avLst/>
          </a:prstGeom>
        </p:spPr>
      </p:pic>
      <p:cxnSp>
        <p:nvCxnSpPr>
          <p:cNvPr id="9" name="Straight Arrow Connector 8"/>
          <p:cNvCxnSpPr>
            <a:stCxn id="10" idx="2"/>
          </p:cNvCxnSpPr>
          <p:nvPr/>
        </p:nvCxnSpPr>
        <p:spPr bwMode="auto">
          <a:xfrm>
            <a:off x="8378500" y="1443346"/>
            <a:ext cx="342170" cy="506104"/>
          </a:xfrm>
          <a:prstGeom prst="straightConnector1">
            <a:avLst/>
          </a:prstGeom>
          <a:solidFill>
            <a:schemeClr val="accent1"/>
          </a:solidFill>
          <a:ln w="9525" cap="flat" cmpd="sng" algn="ctr">
            <a:solidFill>
              <a:schemeClr val="tx1"/>
            </a:solidFill>
            <a:prstDash val="solid"/>
            <a:round/>
            <a:headEnd type="none" w="med" len="med"/>
            <a:tailEnd type="oval"/>
          </a:ln>
          <a:effectLst>
            <a:glow rad="101600">
              <a:schemeClr val="bg1">
                <a:alpha val="60000"/>
              </a:schemeClr>
            </a:glow>
          </a:effectLst>
        </p:spPr>
      </p:cxnSp>
      <p:sp>
        <p:nvSpPr>
          <p:cNvPr id="10" name="TextBox 9"/>
          <p:cNvSpPr txBox="1"/>
          <p:nvPr/>
        </p:nvSpPr>
        <p:spPr>
          <a:xfrm>
            <a:off x="7891828" y="1181736"/>
            <a:ext cx="973344" cy="261610"/>
          </a:xfrm>
          <a:prstGeom prst="rect">
            <a:avLst/>
          </a:prstGeom>
          <a:solidFill>
            <a:schemeClr val="bg1"/>
          </a:solidFill>
          <a:ln>
            <a:solidFill>
              <a:schemeClr val="tx1"/>
            </a:solidFill>
          </a:ln>
        </p:spPr>
        <p:txBody>
          <a:bodyPr wrap="none" rtlCol="0">
            <a:spAutoFit/>
          </a:bodyPr>
          <a:lstStyle/>
          <a:p>
            <a:r>
              <a:rPr lang="en-US" sz="1100" dirty="0">
                <a:latin typeface="Arial Narrow" panose="020B0606020202030204" pitchFamily="34" charset="0"/>
              </a:rPr>
              <a:t>Ethanol Sensor</a:t>
            </a:r>
          </a:p>
        </p:txBody>
      </p:sp>
      <p:cxnSp>
        <p:nvCxnSpPr>
          <p:cNvPr id="13" name="Straight Arrow Connector 12"/>
          <p:cNvCxnSpPr>
            <a:stCxn id="17" idx="0"/>
          </p:cNvCxnSpPr>
          <p:nvPr/>
        </p:nvCxnSpPr>
        <p:spPr bwMode="auto">
          <a:xfrm flipH="1" flipV="1">
            <a:off x="8221870" y="2932484"/>
            <a:ext cx="462919" cy="508941"/>
          </a:xfrm>
          <a:prstGeom prst="straightConnector1">
            <a:avLst/>
          </a:prstGeom>
          <a:solidFill>
            <a:schemeClr val="accent1"/>
          </a:solidFill>
          <a:ln w="9525" cap="flat" cmpd="sng" algn="ctr">
            <a:solidFill>
              <a:schemeClr val="tx1"/>
            </a:solidFill>
            <a:prstDash val="solid"/>
            <a:round/>
            <a:headEnd type="none" w="med" len="med"/>
            <a:tailEnd type="oval"/>
          </a:ln>
          <a:effectLst>
            <a:glow rad="101600">
              <a:schemeClr val="bg1">
                <a:alpha val="60000"/>
              </a:schemeClr>
            </a:glow>
          </a:effectLst>
        </p:spPr>
      </p:cxnSp>
      <p:sp>
        <p:nvSpPr>
          <p:cNvPr id="17" name="TextBox 16"/>
          <p:cNvSpPr txBox="1"/>
          <p:nvPr/>
        </p:nvSpPr>
        <p:spPr>
          <a:xfrm>
            <a:off x="8281473" y="3441425"/>
            <a:ext cx="806631" cy="261610"/>
          </a:xfrm>
          <a:prstGeom prst="rect">
            <a:avLst/>
          </a:prstGeom>
          <a:solidFill>
            <a:schemeClr val="bg1"/>
          </a:solidFill>
          <a:ln>
            <a:solidFill>
              <a:schemeClr val="tx1"/>
            </a:solidFill>
          </a:ln>
        </p:spPr>
        <p:txBody>
          <a:bodyPr wrap="none" rtlCol="0">
            <a:spAutoFit/>
          </a:bodyPr>
          <a:lstStyle/>
          <a:p>
            <a:r>
              <a:rPr lang="en-US" sz="1100" dirty="0">
                <a:latin typeface="Arial Narrow" panose="020B0606020202030204" pitchFamily="34" charset="0"/>
              </a:rPr>
              <a:t>CYLN Block</a:t>
            </a:r>
          </a:p>
        </p:txBody>
      </p:sp>
      <p:cxnSp>
        <p:nvCxnSpPr>
          <p:cNvPr id="21" name="Straight Arrow Connector 20"/>
          <p:cNvCxnSpPr>
            <a:stCxn id="20" idx="0"/>
          </p:cNvCxnSpPr>
          <p:nvPr/>
        </p:nvCxnSpPr>
        <p:spPr bwMode="auto">
          <a:xfrm flipV="1">
            <a:off x="7228280" y="3182195"/>
            <a:ext cx="94345" cy="396588"/>
          </a:xfrm>
          <a:prstGeom prst="straightConnector1">
            <a:avLst/>
          </a:prstGeom>
          <a:solidFill>
            <a:schemeClr val="accent1"/>
          </a:solidFill>
          <a:ln w="9525" cap="flat" cmpd="sng" algn="ctr">
            <a:solidFill>
              <a:schemeClr val="tx1"/>
            </a:solidFill>
            <a:prstDash val="solid"/>
            <a:round/>
            <a:headEnd type="none" w="med" len="med"/>
            <a:tailEnd type="oval"/>
          </a:ln>
          <a:effectLst>
            <a:glow rad="101600">
              <a:schemeClr val="bg1">
                <a:alpha val="60000"/>
              </a:schemeClr>
            </a:glow>
          </a:effectLst>
        </p:spPr>
      </p:cxnSp>
      <p:sp>
        <p:nvSpPr>
          <p:cNvPr id="20" name="TextBox 19"/>
          <p:cNvSpPr txBox="1"/>
          <p:nvPr/>
        </p:nvSpPr>
        <p:spPr>
          <a:xfrm>
            <a:off x="6946792" y="3578783"/>
            <a:ext cx="562975" cy="261610"/>
          </a:xfrm>
          <a:prstGeom prst="rect">
            <a:avLst/>
          </a:prstGeom>
          <a:solidFill>
            <a:schemeClr val="bg1"/>
          </a:solidFill>
          <a:ln>
            <a:solidFill>
              <a:schemeClr val="tx1"/>
            </a:solidFill>
          </a:ln>
        </p:spPr>
        <p:txBody>
          <a:bodyPr wrap="none" rtlCol="0">
            <a:spAutoFit/>
          </a:bodyPr>
          <a:lstStyle/>
          <a:p>
            <a:r>
              <a:rPr lang="en-US" sz="1100" dirty="0">
                <a:latin typeface="Arial Narrow" panose="020B0606020202030204" pitchFamily="34" charset="0"/>
              </a:rPr>
              <a:t>Oil Pan</a:t>
            </a:r>
          </a:p>
        </p:txBody>
      </p:sp>
      <p:cxnSp>
        <p:nvCxnSpPr>
          <p:cNvPr id="24" name="Straight Arrow Connector 23"/>
          <p:cNvCxnSpPr>
            <a:stCxn id="26" idx="2"/>
          </p:cNvCxnSpPr>
          <p:nvPr/>
        </p:nvCxnSpPr>
        <p:spPr bwMode="auto">
          <a:xfrm flipH="1">
            <a:off x="7250219" y="1540151"/>
            <a:ext cx="72406" cy="432535"/>
          </a:xfrm>
          <a:prstGeom prst="straightConnector1">
            <a:avLst/>
          </a:prstGeom>
          <a:solidFill>
            <a:schemeClr val="accent1"/>
          </a:solidFill>
          <a:ln w="9525" cap="flat" cmpd="sng" algn="ctr">
            <a:solidFill>
              <a:schemeClr val="tx1"/>
            </a:solidFill>
            <a:prstDash val="solid"/>
            <a:round/>
            <a:headEnd type="none" w="med" len="med"/>
            <a:tailEnd type="oval"/>
          </a:ln>
          <a:effectLst>
            <a:glow rad="101600">
              <a:schemeClr val="bg1">
                <a:alpha val="60000"/>
              </a:schemeClr>
            </a:glow>
          </a:effectLst>
        </p:spPr>
      </p:cxnSp>
      <p:sp>
        <p:nvSpPr>
          <p:cNvPr id="26" name="TextBox 25"/>
          <p:cNvSpPr txBox="1"/>
          <p:nvPr/>
        </p:nvSpPr>
        <p:spPr>
          <a:xfrm>
            <a:off x="6922515" y="1278541"/>
            <a:ext cx="800219" cy="261610"/>
          </a:xfrm>
          <a:prstGeom prst="rect">
            <a:avLst/>
          </a:prstGeom>
          <a:solidFill>
            <a:schemeClr val="bg1"/>
          </a:solidFill>
          <a:ln>
            <a:solidFill>
              <a:schemeClr val="tx1"/>
            </a:solidFill>
          </a:ln>
        </p:spPr>
        <p:txBody>
          <a:bodyPr wrap="none" rtlCol="0">
            <a:spAutoFit/>
          </a:bodyPr>
          <a:lstStyle/>
          <a:p>
            <a:r>
              <a:rPr lang="en-US" sz="1100" dirty="0">
                <a:latin typeface="Arial Narrow" panose="020B0606020202030204" pitchFamily="34" charset="0"/>
              </a:rPr>
              <a:t>CYLN Head</a:t>
            </a:r>
          </a:p>
        </p:txBody>
      </p:sp>
      <p:pic>
        <p:nvPicPr>
          <p:cNvPr id="29" name="Picture 28"/>
          <p:cNvPicPr>
            <a:picLocks noChangeAspect="1"/>
          </p:cNvPicPr>
          <p:nvPr/>
        </p:nvPicPr>
        <p:blipFill rotWithShape="1">
          <a:blip r:embed="rId3"/>
          <a:srcRect l="33636" t="5764" r="31542" b="3886"/>
          <a:stretch/>
        </p:blipFill>
        <p:spPr>
          <a:xfrm>
            <a:off x="7165549" y="4497183"/>
            <a:ext cx="1410414" cy="1648748"/>
          </a:xfrm>
          <a:prstGeom prst="rect">
            <a:avLst/>
          </a:prstGeom>
        </p:spPr>
      </p:pic>
      <p:cxnSp>
        <p:nvCxnSpPr>
          <p:cNvPr id="30" name="Straight Arrow Connector 29"/>
          <p:cNvCxnSpPr>
            <a:stCxn id="35" idx="2"/>
          </p:cNvCxnSpPr>
          <p:nvPr/>
        </p:nvCxnSpPr>
        <p:spPr bwMode="auto">
          <a:xfrm>
            <a:off x="7264260" y="4257737"/>
            <a:ext cx="255183" cy="479363"/>
          </a:xfrm>
          <a:prstGeom prst="straightConnector1">
            <a:avLst/>
          </a:prstGeom>
          <a:solidFill>
            <a:schemeClr val="accent1"/>
          </a:solidFill>
          <a:ln w="9525" cap="flat" cmpd="sng" algn="ctr">
            <a:solidFill>
              <a:schemeClr val="tx1"/>
            </a:solidFill>
            <a:prstDash val="solid"/>
            <a:round/>
            <a:headEnd type="none" w="med" len="med"/>
            <a:tailEnd type="oval"/>
          </a:ln>
          <a:effectLst>
            <a:glow rad="101600">
              <a:schemeClr val="bg1">
                <a:alpha val="60000"/>
              </a:schemeClr>
            </a:glow>
          </a:effectLst>
        </p:spPr>
      </p:cxnSp>
      <p:cxnSp>
        <p:nvCxnSpPr>
          <p:cNvPr id="33" name="Straight Arrow Connector 32"/>
          <p:cNvCxnSpPr>
            <a:stCxn id="37" idx="2"/>
          </p:cNvCxnSpPr>
          <p:nvPr/>
        </p:nvCxnSpPr>
        <p:spPr bwMode="auto">
          <a:xfrm flipH="1">
            <a:off x="7816908" y="4246655"/>
            <a:ext cx="117459" cy="490445"/>
          </a:xfrm>
          <a:prstGeom prst="straightConnector1">
            <a:avLst/>
          </a:prstGeom>
          <a:solidFill>
            <a:schemeClr val="accent1"/>
          </a:solidFill>
          <a:ln w="9525" cap="flat" cmpd="sng" algn="ctr">
            <a:solidFill>
              <a:schemeClr val="tx1"/>
            </a:solidFill>
            <a:prstDash val="solid"/>
            <a:round/>
            <a:headEnd type="none" w="med" len="med"/>
            <a:tailEnd type="oval"/>
          </a:ln>
          <a:effectLst>
            <a:glow rad="101600">
              <a:schemeClr val="bg1">
                <a:alpha val="60000"/>
              </a:schemeClr>
            </a:glow>
          </a:effectLst>
        </p:spPr>
      </p:cxnSp>
      <p:sp>
        <p:nvSpPr>
          <p:cNvPr id="35" name="TextBox 34"/>
          <p:cNvSpPr txBox="1"/>
          <p:nvPr/>
        </p:nvSpPr>
        <p:spPr>
          <a:xfrm>
            <a:off x="6969948" y="3996127"/>
            <a:ext cx="588623" cy="261610"/>
          </a:xfrm>
          <a:prstGeom prst="rect">
            <a:avLst/>
          </a:prstGeom>
          <a:solidFill>
            <a:schemeClr val="bg1"/>
          </a:solidFill>
          <a:ln>
            <a:solidFill>
              <a:schemeClr val="tx1"/>
            </a:solidFill>
          </a:ln>
        </p:spPr>
        <p:txBody>
          <a:bodyPr wrap="none" rtlCol="0">
            <a:spAutoFit/>
          </a:bodyPr>
          <a:lstStyle/>
          <a:p>
            <a:r>
              <a:rPr lang="en-US" sz="1100" dirty="0">
                <a:latin typeface="Arial Narrow" panose="020B0606020202030204" pitchFamily="34" charset="0"/>
              </a:rPr>
              <a:t>CAM IN</a:t>
            </a:r>
          </a:p>
        </p:txBody>
      </p:sp>
      <p:sp>
        <p:nvSpPr>
          <p:cNvPr id="37" name="TextBox 36"/>
          <p:cNvSpPr txBox="1"/>
          <p:nvPr/>
        </p:nvSpPr>
        <p:spPr>
          <a:xfrm>
            <a:off x="7620819" y="3985045"/>
            <a:ext cx="627095" cy="261610"/>
          </a:xfrm>
          <a:prstGeom prst="rect">
            <a:avLst/>
          </a:prstGeom>
          <a:solidFill>
            <a:schemeClr val="bg1"/>
          </a:solidFill>
          <a:ln>
            <a:solidFill>
              <a:schemeClr val="tx1"/>
            </a:solidFill>
          </a:ln>
        </p:spPr>
        <p:txBody>
          <a:bodyPr wrap="none" rtlCol="0">
            <a:spAutoFit/>
          </a:bodyPr>
          <a:lstStyle/>
          <a:p>
            <a:r>
              <a:rPr lang="en-US" sz="1100" dirty="0">
                <a:latin typeface="Arial Narrow" panose="020B0606020202030204" pitchFamily="34" charset="0"/>
              </a:rPr>
              <a:t>CAM EX</a:t>
            </a:r>
          </a:p>
        </p:txBody>
      </p:sp>
      <p:cxnSp>
        <p:nvCxnSpPr>
          <p:cNvPr id="39" name="Straight Arrow Connector 38"/>
          <p:cNvCxnSpPr>
            <a:stCxn id="42" idx="1"/>
          </p:cNvCxnSpPr>
          <p:nvPr/>
        </p:nvCxnSpPr>
        <p:spPr bwMode="auto">
          <a:xfrm flipH="1">
            <a:off x="8264869" y="5254625"/>
            <a:ext cx="266574" cy="130805"/>
          </a:xfrm>
          <a:prstGeom prst="straightConnector1">
            <a:avLst/>
          </a:prstGeom>
          <a:solidFill>
            <a:schemeClr val="accent1"/>
          </a:solidFill>
          <a:ln w="9525" cap="flat" cmpd="sng" algn="ctr">
            <a:solidFill>
              <a:schemeClr val="tx1"/>
            </a:solidFill>
            <a:prstDash val="solid"/>
            <a:round/>
            <a:headEnd type="none" w="med" len="med"/>
            <a:tailEnd type="oval"/>
          </a:ln>
          <a:effectLst>
            <a:glow rad="101600">
              <a:schemeClr val="bg1">
                <a:alpha val="60000"/>
              </a:schemeClr>
            </a:glow>
          </a:effectLst>
        </p:spPr>
      </p:cxnSp>
      <p:sp>
        <p:nvSpPr>
          <p:cNvPr id="42" name="TextBox 41"/>
          <p:cNvSpPr txBox="1"/>
          <p:nvPr/>
        </p:nvSpPr>
        <p:spPr>
          <a:xfrm>
            <a:off x="8531443" y="5123820"/>
            <a:ext cx="505268" cy="261610"/>
          </a:xfrm>
          <a:prstGeom prst="rect">
            <a:avLst/>
          </a:prstGeom>
          <a:solidFill>
            <a:schemeClr val="bg1"/>
          </a:solidFill>
          <a:ln>
            <a:solidFill>
              <a:schemeClr val="tx1"/>
            </a:solidFill>
          </a:ln>
        </p:spPr>
        <p:txBody>
          <a:bodyPr wrap="none" rtlCol="0">
            <a:spAutoFit/>
          </a:bodyPr>
          <a:lstStyle/>
          <a:p>
            <a:r>
              <a:rPr lang="en-US" sz="1100" dirty="0">
                <a:latin typeface="Arial Narrow" panose="020B0606020202030204" pitchFamily="34" charset="0"/>
              </a:rPr>
              <a:t>Piston</a:t>
            </a:r>
          </a:p>
        </p:txBody>
      </p:sp>
      <p:cxnSp>
        <p:nvCxnSpPr>
          <p:cNvPr id="45" name="Straight Arrow Connector 44"/>
          <p:cNvCxnSpPr>
            <a:stCxn id="44" idx="1"/>
          </p:cNvCxnSpPr>
          <p:nvPr/>
        </p:nvCxnSpPr>
        <p:spPr bwMode="auto">
          <a:xfrm flipH="1" flipV="1">
            <a:off x="8195454" y="5624876"/>
            <a:ext cx="329397" cy="9999"/>
          </a:xfrm>
          <a:prstGeom prst="straightConnector1">
            <a:avLst/>
          </a:prstGeom>
          <a:solidFill>
            <a:schemeClr val="accent1"/>
          </a:solidFill>
          <a:ln w="9525" cap="flat" cmpd="sng" algn="ctr">
            <a:solidFill>
              <a:schemeClr val="tx1"/>
            </a:solidFill>
            <a:prstDash val="solid"/>
            <a:round/>
            <a:headEnd type="none" w="med" len="med"/>
            <a:tailEnd type="oval"/>
          </a:ln>
          <a:effectLst>
            <a:glow rad="101600">
              <a:schemeClr val="bg1">
                <a:alpha val="60000"/>
              </a:schemeClr>
            </a:glow>
          </a:effectLst>
        </p:spPr>
      </p:cxnSp>
      <p:sp>
        <p:nvSpPr>
          <p:cNvPr id="44" name="TextBox 43"/>
          <p:cNvSpPr txBox="1"/>
          <p:nvPr/>
        </p:nvSpPr>
        <p:spPr>
          <a:xfrm>
            <a:off x="8524851" y="5504070"/>
            <a:ext cx="562975" cy="261610"/>
          </a:xfrm>
          <a:prstGeom prst="rect">
            <a:avLst/>
          </a:prstGeom>
          <a:solidFill>
            <a:schemeClr val="bg1"/>
          </a:solidFill>
          <a:ln>
            <a:solidFill>
              <a:schemeClr val="tx1"/>
            </a:solidFill>
          </a:ln>
        </p:spPr>
        <p:txBody>
          <a:bodyPr wrap="none" rtlCol="0">
            <a:spAutoFit/>
          </a:bodyPr>
          <a:lstStyle/>
          <a:p>
            <a:r>
              <a:rPr lang="en-US" sz="1100" dirty="0" err="1">
                <a:latin typeface="Arial Narrow" panose="020B0606020202030204" pitchFamily="34" charset="0"/>
              </a:rPr>
              <a:t>Conrod</a:t>
            </a:r>
            <a:endParaRPr lang="en-US" sz="1100" dirty="0">
              <a:latin typeface="Arial Narrow" panose="020B0606020202030204" pitchFamily="34" charset="0"/>
            </a:endParaRPr>
          </a:p>
        </p:txBody>
      </p:sp>
      <p:cxnSp>
        <p:nvCxnSpPr>
          <p:cNvPr id="47" name="Straight Arrow Connector 46"/>
          <p:cNvCxnSpPr>
            <a:stCxn id="50" idx="0"/>
          </p:cNvCxnSpPr>
          <p:nvPr/>
        </p:nvCxnSpPr>
        <p:spPr bwMode="auto">
          <a:xfrm flipH="1" flipV="1">
            <a:off x="8360153" y="6005126"/>
            <a:ext cx="205009" cy="195125"/>
          </a:xfrm>
          <a:prstGeom prst="straightConnector1">
            <a:avLst/>
          </a:prstGeom>
          <a:solidFill>
            <a:schemeClr val="accent1"/>
          </a:solidFill>
          <a:ln w="9525" cap="flat" cmpd="sng" algn="ctr">
            <a:solidFill>
              <a:schemeClr val="tx1"/>
            </a:solidFill>
            <a:prstDash val="solid"/>
            <a:round/>
            <a:headEnd type="none" w="med" len="med"/>
            <a:tailEnd type="oval"/>
          </a:ln>
          <a:effectLst>
            <a:glow rad="101600">
              <a:schemeClr val="bg1">
                <a:alpha val="60000"/>
              </a:schemeClr>
            </a:glow>
          </a:effectLst>
        </p:spPr>
      </p:cxnSp>
      <p:sp>
        <p:nvSpPr>
          <p:cNvPr id="50" name="TextBox 49"/>
          <p:cNvSpPr txBox="1"/>
          <p:nvPr/>
        </p:nvSpPr>
        <p:spPr>
          <a:xfrm>
            <a:off x="8193906" y="6200251"/>
            <a:ext cx="742511" cy="261610"/>
          </a:xfrm>
          <a:prstGeom prst="rect">
            <a:avLst/>
          </a:prstGeom>
          <a:solidFill>
            <a:schemeClr val="bg1"/>
          </a:solidFill>
          <a:ln>
            <a:solidFill>
              <a:schemeClr val="tx1"/>
            </a:solidFill>
          </a:ln>
        </p:spPr>
        <p:txBody>
          <a:bodyPr wrap="none" rtlCol="0">
            <a:spAutoFit/>
          </a:bodyPr>
          <a:lstStyle/>
          <a:p>
            <a:r>
              <a:rPr lang="en-US" sz="1100" dirty="0">
                <a:latin typeface="Arial Narrow" panose="020B0606020202030204" pitchFamily="34" charset="0"/>
              </a:rPr>
              <a:t>Crankshaft</a:t>
            </a:r>
          </a:p>
        </p:txBody>
      </p:sp>
      <p:cxnSp>
        <p:nvCxnSpPr>
          <p:cNvPr id="53" name="Straight Arrow Connector 52"/>
          <p:cNvCxnSpPr>
            <a:stCxn id="52" idx="0"/>
          </p:cNvCxnSpPr>
          <p:nvPr/>
        </p:nvCxnSpPr>
        <p:spPr bwMode="auto">
          <a:xfrm flipV="1">
            <a:off x="7237955" y="5780676"/>
            <a:ext cx="34319" cy="261610"/>
          </a:xfrm>
          <a:prstGeom prst="straightConnector1">
            <a:avLst/>
          </a:prstGeom>
          <a:solidFill>
            <a:schemeClr val="accent1"/>
          </a:solidFill>
          <a:ln w="9525" cap="flat" cmpd="sng" algn="ctr">
            <a:solidFill>
              <a:schemeClr val="tx1"/>
            </a:solidFill>
            <a:prstDash val="solid"/>
            <a:round/>
            <a:headEnd type="none" w="med" len="med"/>
            <a:tailEnd type="oval"/>
          </a:ln>
          <a:effectLst>
            <a:glow rad="101600">
              <a:schemeClr val="bg1">
                <a:alpha val="60000"/>
              </a:schemeClr>
            </a:glow>
          </a:effectLst>
        </p:spPr>
      </p:cxnSp>
      <p:sp>
        <p:nvSpPr>
          <p:cNvPr id="52" name="TextBox 51"/>
          <p:cNvSpPr txBox="1"/>
          <p:nvPr/>
        </p:nvSpPr>
        <p:spPr>
          <a:xfrm>
            <a:off x="6850669" y="6042286"/>
            <a:ext cx="774571" cy="261610"/>
          </a:xfrm>
          <a:prstGeom prst="rect">
            <a:avLst/>
          </a:prstGeom>
          <a:solidFill>
            <a:schemeClr val="bg1"/>
          </a:solidFill>
          <a:ln>
            <a:solidFill>
              <a:schemeClr val="tx1"/>
            </a:solidFill>
          </a:ln>
        </p:spPr>
        <p:txBody>
          <a:bodyPr wrap="none" rtlCol="0">
            <a:spAutoFit/>
          </a:bodyPr>
          <a:lstStyle/>
          <a:p>
            <a:r>
              <a:rPr lang="en-US" sz="1100" dirty="0">
                <a:latin typeface="Arial Narrow" panose="020B0606020202030204" pitchFamily="34" charset="0"/>
              </a:rPr>
              <a:t>CRK Pulley</a:t>
            </a:r>
          </a:p>
        </p:txBody>
      </p:sp>
      <p:cxnSp>
        <p:nvCxnSpPr>
          <p:cNvPr id="57" name="Straight Arrow Connector 56"/>
          <p:cNvCxnSpPr>
            <a:stCxn id="56" idx="0"/>
          </p:cNvCxnSpPr>
          <p:nvPr/>
        </p:nvCxnSpPr>
        <p:spPr bwMode="auto">
          <a:xfrm flipH="1" flipV="1">
            <a:off x="8693252" y="2221586"/>
            <a:ext cx="125034" cy="269960"/>
          </a:xfrm>
          <a:prstGeom prst="straightConnector1">
            <a:avLst/>
          </a:prstGeom>
          <a:solidFill>
            <a:schemeClr val="accent1"/>
          </a:solidFill>
          <a:ln w="9525" cap="flat" cmpd="sng" algn="ctr">
            <a:solidFill>
              <a:schemeClr val="tx1"/>
            </a:solidFill>
            <a:prstDash val="solid"/>
            <a:round/>
            <a:headEnd type="none" w="med" len="med"/>
            <a:tailEnd type="oval"/>
          </a:ln>
          <a:effectLst>
            <a:glow rad="101600">
              <a:schemeClr val="bg1">
                <a:alpha val="60000"/>
              </a:schemeClr>
            </a:glow>
          </a:effectLst>
        </p:spPr>
      </p:cxnSp>
      <p:sp>
        <p:nvSpPr>
          <p:cNvPr id="56" name="TextBox 55"/>
          <p:cNvSpPr txBox="1"/>
          <p:nvPr/>
        </p:nvSpPr>
        <p:spPr>
          <a:xfrm>
            <a:off x="8540004" y="2491546"/>
            <a:ext cx="556563" cy="261610"/>
          </a:xfrm>
          <a:prstGeom prst="rect">
            <a:avLst/>
          </a:prstGeom>
          <a:solidFill>
            <a:schemeClr val="bg1"/>
          </a:solidFill>
          <a:ln>
            <a:solidFill>
              <a:schemeClr val="tx1"/>
            </a:solidFill>
          </a:ln>
        </p:spPr>
        <p:txBody>
          <a:bodyPr wrap="none" rtlCol="0">
            <a:spAutoFit/>
          </a:bodyPr>
          <a:lstStyle/>
          <a:p>
            <a:r>
              <a:rPr lang="en-US" sz="1100" dirty="0">
                <a:latin typeface="Arial Narrow" panose="020B0606020202030204" pitchFamily="34" charset="0"/>
              </a:rPr>
              <a:t>F/Hose</a:t>
            </a:r>
          </a:p>
        </p:txBody>
      </p:sp>
      <p:sp>
        <p:nvSpPr>
          <p:cNvPr id="60" name="Left Arrow 59"/>
          <p:cNvSpPr/>
          <p:nvPr/>
        </p:nvSpPr>
        <p:spPr bwMode="auto">
          <a:xfrm rot="20611597">
            <a:off x="6727883" y="2978569"/>
            <a:ext cx="446809" cy="385041"/>
          </a:xfrm>
          <a:prstGeom prst="leftArrow">
            <a:avLst/>
          </a:prstGeom>
          <a:solidFill>
            <a:srgbClr val="FFFF99"/>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sz="1200" b="0" i="0" u="none" strike="noStrike" cap="none" normalizeH="0" baseline="0" dirty="0">
                <a:ln>
                  <a:noFill/>
                </a:ln>
                <a:solidFill>
                  <a:sysClr val="windowText" lastClr="000000"/>
                </a:solidFill>
                <a:effectLst/>
                <a:latin typeface="Arial Narrow" panose="020B0606020202030204" pitchFamily="34" charset="0"/>
                <a:ea typeface="ＭＳ Ｐゴシック" pitchFamily="50" charset="-128"/>
              </a:rPr>
              <a:t>FR</a:t>
            </a:r>
          </a:p>
        </p:txBody>
      </p:sp>
      <p:sp>
        <p:nvSpPr>
          <p:cNvPr id="61" name="Left Arrow 60"/>
          <p:cNvSpPr/>
          <p:nvPr/>
        </p:nvSpPr>
        <p:spPr bwMode="auto">
          <a:xfrm rot="20611597">
            <a:off x="6780042" y="5147856"/>
            <a:ext cx="446809" cy="385041"/>
          </a:xfrm>
          <a:prstGeom prst="leftArrow">
            <a:avLst/>
          </a:prstGeom>
          <a:solidFill>
            <a:srgbClr val="FFFF99"/>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sz="1200" b="0" i="0" u="none" strike="noStrike" cap="none" normalizeH="0" baseline="0" dirty="0">
                <a:ln>
                  <a:noFill/>
                </a:ln>
                <a:solidFill>
                  <a:sysClr val="windowText" lastClr="000000"/>
                </a:solidFill>
                <a:effectLst/>
                <a:latin typeface="Arial Narrow" panose="020B0606020202030204" pitchFamily="34" charset="0"/>
                <a:ea typeface="ＭＳ Ｐゴシック" pitchFamily="50" charset="-128"/>
              </a:rPr>
              <a:t>FR</a:t>
            </a:r>
          </a:p>
        </p:txBody>
      </p:sp>
    </p:spTree>
    <p:extLst>
      <p:ext uri="{BB962C8B-B14F-4D97-AF65-F5344CB8AC3E}">
        <p14:creationId xmlns:p14="http://schemas.microsoft.com/office/powerpoint/2010/main" val="246823619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a:spLocks noChangeArrowheads="1"/>
          </p:cNvSpPr>
          <p:nvPr/>
        </p:nvSpPr>
        <p:spPr bwMode="auto">
          <a:xfrm>
            <a:off x="107510" y="620716"/>
            <a:ext cx="8928992"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180975" marR="0" lvl="0" indent="-180975" algn="l" defTabSz="914400" rtl="0" eaLnBrk="1" fontAlgn="base" latinLnBrk="0" hangingPunct="1">
              <a:lnSpc>
                <a:spcPct val="100000"/>
              </a:lnSpc>
              <a:spcBef>
                <a:spcPct val="0"/>
              </a:spcBef>
              <a:spcAft>
                <a:spcPct val="0"/>
              </a:spcAft>
              <a:buClrTx/>
              <a:buSzTx/>
              <a:buFontTx/>
              <a:buNone/>
              <a:tabLst/>
              <a:defRPr/>
            </a:pPr>
            <a:r>
              <a:rPr kumimoji="1" lang="en-US" altLang="ja-JP"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Honda </a:t>
            </a:r>
            <a:r>
              <a:rPr kumimoji="1" lang="ja-JP" altLang="en-US"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内製適用部品リストの目的：適用部品の情報共有</a:t>
            </a:r>
          </a:p>
        </p:txBody>
      </p:sp>
      <p:sp>
        <p:nvSpPr>
          <p:cNvPr id="4" name="Text Box 2"/>
          <p:cNvSpPr txBox="1">
            <a:spLocks noChangeArrowheads="1"/>
          </p:cNvSpPr>
          <p:nvPr/>
        </p:nvSpPr>
        <p:spPr bwMode="auto">
          <a:xfrm>
            <a:off x="97454" y="836712"/>
            <a:ext cx="8928992"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180975" marR="0" lvl="0" indent="-180975" algn="l" defTabSz="914400" rtl="0" eaLnBrk="1" fontAlgn="base" latinLnBrk="0" hangingPunct="1">
              <a:lnSpc>
                <a:spcPct val="100000"/>
              </a:lnSpc>
              <a:spcBef>
                <a:spcPct val="0"/>
              </a:spcBef>
              <a:spcAft>
                <a:spcPct val="0"/>
              </a:spcAft>
              <a:buClrTx/>
              <a:buSzTx/>
              <a:buFontTx/>
              <a:buNone/>
              <a:tabLst>
                <a:tab pos="85725" algn="l"/>
              </a:tabLst>
              <a:defRPr/>
            </a:pPr>
            <a:r>
              <a:rPr kumimoji="1" lang="en-US" altLang="ja-JP"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Purpose of Honda production list : to share the ENG structure information. </a:t>
            </a:r>
            <a:endParaRPr kumimoji="1" lang="ja-JP" altLang="en-US"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endParaRPr>
          </a:p>
        </p:txBody>
      </p:sp>
      <p:sp>
        <p:nvSpPr>
          <p:cNvPr id="7" name="Text Box 2">
            <a:extLst>
              <a:ext uri="{FF2B5EF4-FFF2-40B4-BE49-F238E27FC236}">
                <a16:creationId xmlns:a16="http://schemas.microsoft.com/office/drawing/2014/main" id="{BEFA5A06-F9F9-4BEB-AA80-AA0CBE7A7A23}"/>
              </a:ext>
            </a:extLst>
          </p:cNvPr>
          <p:cNvSpPr txBox="1">
            <a:spLocks noChangeArrowheads="1"/>
          </p:cNvSpPr>
          <p:nvPr/>
        </p:nvSpPr>
        <p:spPr bwMode="auto">
          <a:xfrm>
            <a:off x="133270" y="70577"/>
            <a:ext cx="88931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ctr" eaLnBrk="1" fontAlgn="base" hangingPunct="1">
              <a:spcBef>
                <a:spcPct val="0"/>
              </a:spcBef>
              <a:spcAft>
                <a:spcPct val="0"/>
              </a:spcAft>
            </a:pPr>
            <a:r>
              <a:rPr lang="en-US" altLang="ja-JP" sz="1800" dirty="0">
                <a:solidFill>
                  <a:srgbClr val="FFFFFF"/>
                </a:solidFill>
                <a:latin typeface="Meiryo UI" panose="020B0604030504040204" pitchFamily="50" charset="-128"/>
                <a:ea typeface="Meiryo UI" panose="020B0604030504040204" pitchFamily="50" charset="-128"/>
                <a:cs typeface="Arial" pitchFamily="34" charset="0"/>
              </a:rPr>
              <a:t>13.</a:t>
            </a:r>
            <a:r>
              <a:rPr lang="ja-JP" altLang="en-US" sz="1800" dirty="0">
                <a:solidFill>
                  <a:srgbClr val="FFFFFF"/>
                </a:solidFill>
                <a:latin typeface="Meiryo UI" panose="020B0604030504040204" pitchFamily="50" charset="-128"/>
                <a:ea typeface="Meiryo UI" panose="020B0604030504040204" pitchFamily="50" charset="-128"/>
                <a:cs typeface="Arial" pitchFamily="34" charset="0"/>
              </a:rPr>
              <a:t> </a:t>
            </a:r>
            <a:r>
              <a:rPr lang="en-US" altLang="ja-JP" sz="1800" dirty="0">
                <a:solidFill>
                  <a:srgbClr val="FFFFFF"/>
                </a:solidFill>
                <a:latin typeface="Meiryo UI" panose="020B0604030504040204" pitchFamily="50" charset="-128"/>
                <a:ea typeface="Meiryo UI" panose="020B0604030504040204" pitchFamily="50" charset="-128"/>
                <a:cs typeface="Arial" pitchFamily="34" charset="0"/>
              </a:rPr>
              <a:t>ENG Spec Comparison from Base model (1/7)</a:t>
            </a:r>
            <a:endParaRPr lang="en-US" altLang="ja-JP" sz="1050" dirty="0">
              <a:solidFill>
                <a:srgbClr val="FFFFFF"/>
              </a:solidFill>
              <a:latin typeface="Meiryo UI" panose="020B0604030504040204" pitchFamily="50" charset="-128"/>
              <a:ea typeface="Meiryo UI" panose="020B0604030504040204" pitchFamily="50" charset="-128"/>
              <a:cs typeface="Arial" pitchFamily="34" charset="0"/>
            </a:endParaRPr>
          </a:p>
        </p:txBody>
      </p:sp>
      <p:graphicFrame>
        <p:nvGraphicFramePr>
          <p:cNvPr id="9" name="表 16">
            <a:extLst>
              <a:ext uri="{FF2B5EF4-FFF2-40B4-BE49-F238E27FC236}">
                <a16:creationId xmlns:a16="http://schemas.microsoft.com/office/drawing/2014/main" id="{0D098C95-FF4F-4CD5-832E-FD7373B8C0E4}"/>
              </a:ext>
            </a:extLst>
          </p:cNvPr>
          <p:cNvGraphicFramePr>
            <a:graphicFrameLocks noGrp="1"/>
          </p:cNvGraphicFramePr>
          <p:nvPr>
            <p:extLst>
              <p:ext uri="{D42A27DB-BD31-4B8C-83A1-F6EECF244321}">
                <p14:modId xmlns:p14="http://schemas.microsoft.com/office/powerpoint/2010/main" val="2712347759"/>
              </p:ext>
            </p:extLst>
          </p:nvPr>
        </p:nvGraphicFramePr>
        <p:xfrm>
          <a:off x="107510" y="1177872"/>
          <a:ext cx="6146898" cy="5352960"/>
        </p:xfrm>
        <a:graphic>
          <a:graphicData uri="http://schemas.openxmlformats.org/drawingml/2006/table">
            <a:tbl>
              <a:tblPr firstRow="1" bandRow="1">
                <a:tableStyleId>{5940675A-B579-460E-94D1-54222C63F5DA}</a:tableStyleId>
              </a:tblPr>
              <a:tblGrid>
                <a:gridCol w="1779502">
                  <a:extLst>
                    <a:ext uri="{9D8B030D-6E8A-4147-A177-3AD203B41FA5}">
                      <a16:colId xmlns:a16="http://schemas.microsoft.com/office/drawing/2014/main" val="1064326632"/>
                    </a:ext>
                  </a:extLst>
                </a:gridCol>
                <a:gridCol w="634008">
                  <a:extLst>
                    <a:ext uri="{9D8B030D-6E8A-4147-A177-3AD203B41FA5}">
                      <a16:colId xmlns:a16="http://schemas.microsoft.com/office/drawing/2014/main" val="958295894"/>
                    </a:ext>
                  </a:extLst>
                </a:gridCol>
                <a:gridCol w="815545">
                  <a:extLst>
                    <a:ext uri="{9D8B030D-6E8A-4147-A177-3AD203B41FA5}">
                      <a16:colId xmlns:a16="http://schemas.microsoft.com/office/drawing/2014/main" val="692873631"/>
                    </a:ext>
                  </a:extLst>
                </a:gridCol>
                <a:gridCol w="1189715">
                  <a:extLst>
                    <a:ext uri="{9D8B030D-6E8A-4147-A177-3AD203B41FA5}">
                      <a16:colId xmlns:a16="http://schemas.microsoft.com/office/drawing/2014/main" val="376423731"/>
                    </a:ext>
                  </a:extLst>
                </a:gridCol>
                <a:gridCol w="1728128">
                  <a:extLst>
                    <a:ext uri="{9D8B030D-6E8A-4147-A177-3AD203B41FA5}">
                      <a16:colId xmlns:a16="http://schemas.microsoft.com/office/drawing/2014/main" val="962503986"/>
                    </a:ext>
                  </a:extLst>
                </a:gridCol>
              </a:tblGrid>
              <a:tr h="129990">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Arial" panose="020B0604020202020204" pitchFamily="34" charset="0"/>
                        </a:rPr>
                        <a:t>Part Name</a:t>
                      </a:r>
                      <a:endParaRPr kumimoji="1" lang="ja-JP" altLang="en-US" sz="14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Arial" panose="020B0604020202020204" pitchFamily="34" charset="0"/>
                      </a:endParaRPr>
                    </a:p>
                  </a:txBody>
                  <a:tcPr marL="72000" marR="72000" marT="18000" marB="18000" anchor="ctr"/>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algn="ctr" defTabSz="914227" rtl="0" eaLnBrk="1" fontAlgn="ctr" latinLnBrk="0" hangingPunct="1"/>
                      <a:r>
                        <a:rPr kumimoji="1" lang="en-US" altLang="ja-JP" sz="1400" b="0" i="0" u="none" strike="noStrike" kern="1200" dirty="0">
                          <a:solidFill>
                            <a:schemeClr val="tx1"/>
                          </a:solidFill>
                          <a:effectLst/>
                          <a:latin typeface="Meiryo UI" panose="020B0604030504040204" pitchFamily="50" charset="-128"/>
                          <a:ea typeface="Meiryo UI" panose="020B0604030504040204" pitchFamily="50" charset="-128"/>
                          <a:cs typeface="+mn-cs"/>
                        </a:rPr>
                        <a:t>62XS</a:t>
                      </a:r>
                      <a:endParaRPr kumimoji="1" lang="en-US" sz="14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72000" marR="72000" marT="18000" marB="18000" anchor="ctr"/>
                </a:tc>
                <a:tc>
                  <a:txBody>
                    <a:body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dirty="0">
                          <a:solidFill>
                            <a:schemeClr val="tx1"/>
                          </a:solidFill>
                          <a:effectLst/>
                          <a:latin typeface="Meiryo UI" panose="020B0604030504040204" pitchFamily="50" charset="-128"/>
                          <a:ea typeface="Meiryo UI" panose="020B0604030504040204" pitchFamily="50" charset="-128"/>
                          <a:cs typeface="+mn-cs"/>
                        </a:rPr>
                        <a:t>6WZZ</a:t>
                      </a:r>
                    </a:p>
                  </a:txBody>
                  <a:tcPr marL="72000" marR="72000" marT="18000" marB="18000" anchor="ctr"/>
                </a:tc>
                <a:tc>
                  <a:txBody>
                    <a:bodyPr/>
                    <a:lstStyle/>
                    <a:p>
                      <a:pPr marL="0" algn="ctr" defTabSz="914227" rtl="0" eaLnBrk="1" fontAlgn="ctr" latinLnBrk="0" hangingPunct="1"/>
                      <a:r>
                        <a:rPr kumimoji="1" lang="en-US" sz="1400" b="0" i="0" u="none" strike="noStrike" kern="1200" dirty="0">
                          <a:solidFill>
                            <a:schemeClr val="tx1"/>
                          </a:solidFill>
                          <a:effectLst/>
                          <a:latin typeface="Meiryo UI" panose="020B0604030504040204" pitchFamily="50" charset="-128"/>
                          <a:ea typeface="Meiryo UI" panose="020B0604030504040204" pitchFamily="50" charset="-128"/>
                          <a:cs typeface="+mn-cs"/>
                        </a:rPr>
                        <a:t>6WZX</a:t>
                      </a:r>
                    </a:p>
                  </a:txBody>
                  <a:tcPr marL="72000" marR="72000" marT="18000" marB="18000" anchor="ctr"/>
                </a:tc>
                <a:tc rowSpan="2">
                  <a:txBody>
                    <a:bodyPr/>
                    <a:lstStyle/>
                    <a:p>
                      <a:pPr algn="ctr"/>
                      <a:r>
                        <a:rPr kumimoji="1" lang="en-US" altLang="ja-JP" sz="1400" dirty="0">
                          <a:latin typeface="Meiryo UI" panose="020B0604030504040204" pitchFamily="50" charset="-128"/>
                          <a:ea typeface="Meiryo UI" panose="020B0604030504040204" pitchFamily="50" charset="-128"/>
                        </a:rPr>
                        <a:t>NOTE</a:t>
                      </a:r>
                      <a:endParaRPr kumimoji="1" lang="ja-JP" altLang="en-US" sz="1400" dirty="0">
                        <a:latin typeface="Meiryo UI" panose="020B0604030504040204" pitchFamily="50" charset="-128"/>
                        <a:ea typeface="Meiryo UI" panose="020B0604030504040204" pitchFamily="50" charset="-128"/>
                      </a:endParaRPr>
                    </a:p>
                  </a:txBody>
                  <a:tcPr marL="72000" marR="72000" marT="18000" marB="18000" anchor="ctr"/>
                </a:tc>
                <a:extLst>
                  <a:ext uri="{0D108BD9-81ED-4DB2-BD59-A6C34878D82A}">
                    <a16:rowId xmlns:a16="http://schemas.microsoft.com/office/drawing/2014/main" val="3701587874"/>
                  </a:ext>
                </a:extLst>
              </a:tr>
              <a:tr h="129990">
                <a:tc vMerge="1">
                  <a:txBody>
                    <a:bodyPr/>
                    <a:lstStyle/>
                    <a:p>
                      <a:endParaRPr kumimoji="1" lang="ja-JP" altLang="en-US" sz="1400" dirty="0">
                        <a:latin typeface="Meiryo UI" panose="020B0604030504040204" pitchFamily="50" charset="-128"/>
                        <a:ea typeface="Meiryo UI" panose="020B0604030504040204" pitchFamily="50" charset="-128"/>
                      </a:endParaRPr>
                    </a:p>
                  </a:txBody>
                  <a:tcPr marL="72000" marR="72000" marT="18000" marB="18000"/>
                </a:tc>
                <a:tc gridSpan="3">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algn="ctr"/>
                      <a:r>
                        <a:rPr kumimoji="1" lang="en-US" altLang="ja-JP" sz="1400" b="0" baseline="0" dirty="0">
                          <a:solidFill>
                            <a:schemeClr val="tx1"/>
                          </a:solidFill>
                          <a:latin typeface="Meiryo UI" panose="020B0604030504040204" pitchFamily="50" charset="-128"/>
                          <a:ea typeface="Meiryo UI" pitchFamily="50" charset="-128"/>
                          <a:cs typeface="Arial" pitchFamily="34" charset="0"/>
                        </a:rPr>
                        <a:t>Brazil (FFV)</a:t>
                      </a:r>
                      <a:endParaRPr kumimoji="1" lang="ja-JP" altLang="en-US" sz="1400" b="0" baseline="0" dirty="0">
                        <a:solidFill>
                          <a:schemeClr val="tx1"/>
                        </a:solidFill>
                        <a:latin typeface="Meiryo UI" panose="020B0604030504040204" pitchFamily="50" charset="-128"/>
                        <a:ea typeface="Meiryo UI" pitchFamily="50" charset="-128"/>
                        <a:cs typeface="Arial" pitchFamily="34" charset="0"/>
                      </a:endParaRPr>
                    </a:p>
                  </a:txBody>
                  <a:tcPr marL="72000" marR="72000" marT="18000" marB="18000" anchor="ctr"/>
                </a:tc>
                <a:tc hMerge="1">
                  <a:txBody>
                    <a:bodyPr/>
                    <a:lstStyle/>
                    <a:p>
                      <a:endParaRPr kumimoji="1" lang="ja-JP" altLang="en-US"/>
                    </a:p>
                  </a:txBody>
                  <a:tcPr/>
                </a:tc>
                <a:tc hMerge="1">
                  <a:txBody>
                    <a:bodyPr/>
                    <a:lstStyle/>
                    <a:p>
                      <a:pPr algn="ctr"/>
                      <a:endParaRPr kumimoji="1" lang="ja-JP" altLang="en-US" sz="1400" b="0" baseline="0" dirty="0">
                        <a:solidFill>
                          <a:schemeClr val="tx1"/>
                        </a:solidFill>
                        <a:latin typeface="Meiryo UI" panose="020B0604030504040204" pitchFamily="50" charset="-128"/>
                        <a:ea typeface="Meiryo UI" pitchFamily="50" charset="-128"/>
                        <a:cs typeface="Arial" pitchFamily="34" charset="0"/>
                      </a:endParaRPr>
                    </a:p>
                  </a:txBody>
                  <a:tcPr marL="72000" marR="72000" marT="18000" marB="18000" anchor="ctr"/>
                </a:tc>
                <a:tc vMerge="1">
                  <a:txBody>
                    <a:bodyPr/>
                    <a:lstStyle/>
                    <a:p>
                      <a:endParaRPr kumimoji="1" lang="ja-JP" altLang="en-US" sz="1400">
                        <a:latin typeface="Meiryo UI" panose="020B0604030504040204" pitchFamily="50" charset="-128"/>
                        <a:ea typeface="Meiryo UI" panose="020B0604030504040204" pitchFamily="50" charset="-128"/>
                      </a:endParaRPr>
                    </a:p>
                  </a:txBody>
                  <a:tcPr marL="72000" marR="72000" marT="18000" marB="18000"/>
                </a:tc>
                <a:extLst>
                  <a:ext uri="{0D108BD9-81ED-4DB2-BD59-A6C34878D82A}">
                    <a16:rowId xmlns:a16="http://schemas.microsoft.com/office/drawing/2014/main" val="1130928988"/>
                  </a:ext>
                </a:extLst>
              </a:tr>
              <a:tr h="104455">
                <a:tc>
                  <a:txBody>
                    <a:bodyPr/>
                    <a:lstStyle>
                      <a:lvl1pPr marL="0" algn="l" defTabSz="914400" rtl="0" eaLnBrk="1" latinLnBrk="0" hangingPunct="1">
                        <a:defRPr kumimoji="1" sz="1800" kern="1200">
                          <a:solidFill>
                            <a:schemeClr val="tx1"/>
                          </a:solidFill>
                          <a:latin typeface="HG創英角ｺﾞｼｯｸUB"/>
                          <a:ea typeface="HG創英角ｺﾞｼｯｸUB"/>
                        </a:defRPr>
                      </a:lvl1pPr>
                      <a:lvl2pPr marL="457200" algn="l" defTabSz="914400" rtl="0" eaLnBrk="1" latinLnBrk="0" hangingPunct="1">
                        <a:defRPr kumimoji="1" sz="1800" kern="1200">
                          <a:solidFill>
                            <a:schemeClr val="tx1"/>
                          </a:solidFill>
                          <a:latin typeface="HG創英角ｺﾞｼｯｸUB"/>
                          <a:ea typeface="HG創英角ｺﾞｼｯｸUB"/>
                        </a:defRPr>
                      </a:lvl2pPr>
                      <a:lvl3pPr marL="914400" algn="l" defTabSz="914400" rtl="0" eaLnBrk="1" latinLnBrk="0" hangingPunct="1">
                        <a:defRPr kumimoji="1" sz="1800" kern="1200">
                          <a:solidFill>
                            <a:schemeClr val="tx1"/>
                          </a:solidFill>
                          <a:latin typeface="HG創英角ｺﾞｼｯｸUB"/>
                          <a:ea typeface="HG創英角ｺﾞｼｯｸUB"/>
                        </a:defRPr>
                      </a:lvl3pPr>
                      <a:lvl4pPr marL="1371600" algn="l" defTabSz="914400" rtl="0" eaLnBrk="1" latinLnBrk="0" hangingPunct="1">
                        <a:defRPr kumimoji="1" sz="1800" kern="1200">
                          <a:solidFill>
                            <a:schemeClr val="tx1"/>
                          </a:solidFill>
                          <a:latin typeface="HG創英角ｺﾞｼｯｸUB"/>
                          <a:ea typeface="HG創英角ｺﾞｼｯｸUB"/>
                        </a:defRPr>
                      </a:lvl4pPr>
                      <a:lvl5pPr marL="1828800" algn="l" defTabSz="914400" rtl="0" eaLnBrk="1" latinLnBrk="0" hangingPunct="1">
                        <a:defRPr kumimoji="1" sz="1800" kern="1200">
                          <a:solidFill>
                            <a:schemeClr val="tx1"/>
                          </a:solidFill>
                          <a:latin typeface="HG創英角ｺﾞｼｯｸUB"/>
                          <a:ea typeface="HG創英角ｺﾞｼｯｸUB"/>
                        </a:defRPr>
                      </a:lvl5pPr>
                      <a:lvl6pPr marL="2286000" algn="l" defTabSz="914400" rtl="0" eaLnBrk="1" latinLnBrk="0" hangingPunct="1">
                        <a:defRPr kumimoji="1" sz="1800" kern="1200">
                          <a:solidFill>
                            <a:schemeClr val="tx1"/>
                          </a:solidFill>
                          <a:latin typeface="HG創英角ｺﾞｼｯｸUB"/>
                          <a:ea typeface="HG創英角ｺﾞｼｯｸUB"/>
                        </a:defRPr>
                      </a:lvl6pPr>
                      <a:lvl7pPr marL="2743200" algn="l" defTabSz="914400" rtl="0" eaLnBrk="1" latinLnBrk="0" hangingPunct="1">
                        <a:defRPr kumimoji="1" sz="1800" kern="1200">
                          <a:solidFill>
                            <a:schemeClr val="tx1"/>
                          </a:solidFill>
                          <a:latin typeface="HG創英角ｺﾞｼｯｸUB"/>
                          <a:ea typeface="HG創英角ｺﾞｼｯｸUB"/>
                        </a:defRPr>
                      </a:lvl7pPr>
                      <a:lvl8pPr marL="3200400" algn="l" defTabSz="914400" rtl="0" eaLnBrk="1" latinLnBrk="0" hangingPunct="1">
                        <a:defRPr kumimoji="1" sz="1800" kern="1200">
                          <a:solidFill>
                            <a:schemeClr val="tx1"/>
                          </a:solidFill>
                          <a:latin typeface="HG創英角ｺﾞｼｯｸUB"/>
                          <a:ea typeface="HG創英角ｺﾞｼｯｸUB"/>
                        </a:defRPr>
                      </a:lvl8pPr>
                      <a:lvl9pPr marL="3657600" algn="l" defTabSz="914400" rtl="0" eaLnBrk="1" latinLnBrk="0" hangingPunct="1">
                        <a:defRPr kumimoji="1" sz="1800" kern="1200">
                          <a:solidFill>
                            <a:schemeClr val="tx1"/>
                          </a:solidFill>
                          <a:latin typeface="HG創英角ｺﾞｼｯｸUB"/>
                          <a:ea typeface="HG創英角ｺﾞｼｯｸUB"/>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INTAKE MANIFOLD</a:t>
                      </a:r>
                    </a:p>
                  </a:txBody>
                  <a:tcPr marL="36000" marR="36000" marT="18000" marB="18000" anchor="ctr" horzOverflow="overflow">
                    <a:noFill/>
                  </a:tcPr>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A</a:t>
                      </a:r>
                    </a:p>
                  </a:txBody>
                  <a:tcPr marL="72000" marR="72000" marT="18000" marB="18000" anchor="ctr">
                    <a:solidFill>
                      <a:srgbClr val="CCECFF"/>
                    </a:solidFill>
                  </a:tcPr>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A</a:t>
                      </a:r>
                    </a:p>
                  </a:txBody>
                  <a:tcPr marL="72000" marR="72000" marT="18000" marB="18000" anchor="ctr">
                    <a:solidFill>
                      <a:srgbClr val="CCECFF"/>
                    </a:solidFill>
                  </a:tcPr>
                </a:tc>
                <a:tc>
                  <a:txBody>
                    <a:body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chemeClr val="tx1"/>
                          </a:solidFill>
                          <a:effectLst/>
                          <a:uLnTx/>
                          <a:uFillTx/>
                          <a:latin typeface="Meiryo UI" panose="020B0604030504040204" pitchFamily="50" charset="-128"/>
                          <a:ea typeface="Meiryo UI" panose="020B0604030504040204" pitchFamily="50" charset="-128"/>
                          <a:cs typeface="+mn-cs"/>
                        </a:rPr>
                        <a:t>A</a:t>
                      </a:r>
                      <a:endPar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endParaRPr>
                    </a:p>
                  </a:txBody>
                  <a:tcPr marL="72000" marR="72000" marT="18000" marB="18000" anchor="ctr">
                    <a:solidFill>
                      <a:srgbClr val="CCECFF"/>
                    </a:solidFill>
                  </a:tcPr>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l" defTabSz="914227" rtl="0" eaLnBrk="1" fontAlgn="ctr" latinLnBrk="0" hangingPunct="1">
                        <a:lnSpc>
                          <a:spcPct val="100000"/>
                        </a:lnSpc>
                        <a:spcBef>
                          <a:spcPts val="0"/>
                        </a:spcBef>
                        <a:spcAft>
                          <a:spcPts val="0"/>
                        </a:spcAft>
                        <a:buClrTx/>
                        <a:buSzTx/>
                        <a:buFontTx/>
                        <a:buNone/>
                        <a:tabLst/>
                        <a:defRPr/>
                      </a:pPr>
                      <a:endParaRPr kumimoji="1" lang="en-US" altLang="ja-JP" sz="12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endParaRPr>
                    </a:p>
                  </a:txBody>
                  <a:tcPr marL="72000" marR="72000" marT="18000" marB="18000" anchor="ctr"/>
                </a:tc>
                <a:extLst>
                  <a:ext uri="{0D108BD9-81ED-4DB2-BD59-A6C34878D82A}">
                    <a16:rowId xmlns:a16="http://schemas.microsoft.com/office/drawing/2014/main" val="2992937786"/>
                  </a:ext>
                </a:extLst>
              </a:tr>
              <a:tr h="104455">
                <a:tc>
                  <a:txBody>
                    <a:bodyPr/>
                    <a:lstStyle>
                      <a:lvl1pPr marL="0" algn="l" defTabSz="914400" rtl="0" eaLnBrk="1" latinLnBrk="0" hangingPunct="1">
                        <a:defRPr kumimoji="1" sz="1800" kern="1200">
                          <a:solidFill>
                            <a:schemeClr val="tx1"/>
                          </a:solidFill>
                          <a:latin typeface="HG創英角ｺﾞｼｯｸUB"/>
                          <a:ea typeface="HG創英角ｺﾞｼｯｸUB"/>
                        </a:defRPr>
                      </a:lvl1pPr>
                      <a:lvl2pPr marL="457200" algn="l" defTabSz="914400" rtl="0" eaLnBrk="1" latinLnBrk="0" hangingPunct="1">
                        <a:defRPr kumimoji="1" sz="1800" kern="1200">
                          <a:solidFill>
                            <a:schemeClr val="tx1"/>
                          </a:solidFill>
                          <a:latin typeface="HG創英角ｺﾞｼｯｸUB"/>
                          <a:ea typeface="HG創英角ｺﾞｼｯｸUB"/>
                        </a:defRPr>
                      </a:lvl2pPr>
                      <a:lvl3pPr marL="914400" algn="l" defTabSz="914400" rtl="0" eaLnBrk="1" latinLnBrk="0" hangingPunct="1">
                        <a:defRPr kumimoji="1" sz="1800" kern="1200">
                          <a:solidFill>
                            <a:schemeClr val="tx1"/>
                          </a:solidFill>
                          <a:latin typeface="HG創英角ｺﾞｼｯｸUB"/>
                          <a:ea typeface="HG創英角ｺﾞｼｯｸUB"/>
                        </a:defRPr>
                      </a:lvl3pPr>
                      <a:lvl4pPr marL="1371600" algn="l" defTabSz="914400" rtl="0" eaLnBrk="1" latinLnBrk="0" hangingPunct="1">
                        <a:defRPr kumimoji="1" sz="1800" kern="1200">
                          <a:solidFill>
                            <a:schemeClr val="tx1"/>
                          </a:solidFill>
                          <a:latin typeface="HG創英角ｺﾞｼｯｸUB"/>
                          <a:ea typeface="HG創英角ｺﾞｼｯｸUB"/>
                        </a:defRPr>
                      </a:lvl4pPr>
                      <a:lvl5pPr marL="1828800" algn="l" defTabSz="914400" rtl="0" eaLnBrk="1" latinLnBrk="0" hangingPunct="1">
                        <a:defRPr kumimoji="1" sz="1800" kern="1200">
                          <a:solidFill>
                            <a:schemeClr val="tx1"/>
                          </a:solidFill>
                          <a:latin typeface="HG創英角ｺﾞｼｯｸUB"/>
                          <a:ea typeface="HG創英角ｺﾞｼｯｸUB"/>
                        </a:defRPr>
                      </a:lvl5pPr>
                      <a:lvl6pPr marL="2286000" algn="l" defTabSz="914400" rtl="0" eaLnBrk="1" latinLnBrk="0" hangingPunct="1">
                        <a:defRPr kumimoji="1" sz="1800" kern="1200">
                          <a:solidFill>
                            <a:schemeClr val="tx1"/>
                          </a:solidFill>
                          <a:latin typeface="HG創英角ｺﾞｼｯｸUB"/>
                          <a:ea typeface="HG創英角ｺﾞｼｯｸUB"/>
                        </a:defRPr>
                      </a:lvl6pPr>
                      <a:lvl7pPr marL="2743200" algn="l" defTabSz="914400" rtl="0" eaLnBrk="1" latinLnBrk="0" hangingPunct="1">
                        <a:defRPr kumimoji="1" sz="1800" kern="1200">
                          <a:solidFill>
                            <a:schemeClr val="tx1"/>
                          </a:solidFill>
                          <a:latin typeface="HG創英角ｺﾞｼｯｸUB"/>
                          <a:ea typeface="HG創英角ｺﾞｼｯｸUB"/>
                        </a:defRPr>
                      </a:lvl7pPr>
                      <a:lvl8pPr marL="3200400" algn="l" defTabSz="914400" rtl="0" eaLnBrk="1" latinLnBrk="0" hangingPunct="1">
                        <a:defRPr kumimoji="1" sz="1800" kern="1200">
                          <a:solidFill>
                            <a:schemeClr val="tx1"/>
                          </a:solidFill>
                          <a:latin typeface="HG創英角ｺﾞｼｯｸUB"/>
                          <a:ea typeface="HG創英角ｺﾞｼｯｸUB"/>
                        </a:defRPr>
                      </a:lvl8pPr>
                      <a:lvl9pPr marL="3657600" algn="l" defTabSz="914400" rtl="0" eaLnBrk="1" latinLnBrk="0" hangingPunct="1">
                        <a:defRPr kumimoji="1" sz="1800" kern="1200">
                          <a:solidFill>
                            <a:schemeClr val="tx1"/>
                          </a:solidFill>
                          <a:latin typeface="HG創英角ｺﾞｼｯｸUB"/>
                          <a:ea typeface="HG創英角ｺﾞｼｯｸUB"/>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AIR CLEANER</a:t>
                      </a:r>
                    </a:p>
                  </a:txBody>
                  <a:tcPr marL="36000" marR="36000" marT="18000" marB="18000" anchor="ctr" horzOverflow="overflow"/>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A</a:t>
                      </a:r>
                    </a:p>
                  </a:txBody>
                  <a:tcPr marL="72000" marR="72000" marT="18000" marB="18000" anchor="ctr">
                    <a:solidFill>
                      <a:srgbClr val="CCECFF"/>
                    </a:solidFill>
                  </a:tcPr>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A</a:t>
                      </a:r>
                    </a:p>
                  </a:txBody>
                  <a:tcPr marL="72000" marR="72000" marT="18000" marB="18000" anchor="ctr">
                    <a:solidFill>
                      <a:srgbClr val="CCECFF"/>
                    </a:solidFill>
                  </a:tcPr>
                </a:tc>
                <a:tc>
                  <a:txBody>
                    <a:body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A</a:t>
                      </a:r>
                    </a:p>
                  </a:txBody>
                  <a:tcPr marL="72000" marR="72000" marT="18000" marB="18000" anchor="ctr">
                    <a:solidFill>
                      <a:srgbClr val="CCECFF"/>
                    </a:solidFill>
                  </a:tcPr>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l" defTabSz="914227" rtl="0" eaLnBrk="1" fontAlgn="ctr" latinLnBrk="0" hangingPunct="1">
                        <a:lnSpc>
                          <a:spcPct val="100000"/>
                        </a:lnSpc>
                        <a:spcBef>
                          <a:spcPts val="0"/>
                        </a:spcBef>
                        <a:spcAft>
                          <a:spcPts val="0"/>
                        </a:spcAft>
                        <a:buClrTx/>
                        <a:buSzTx/>
                        <a:buFontTx/>
                        <a:buNone/>
                        <a:tabLst/>
                        <a:defRPr/>
                      </a:pPr>
                      <a:endParaRPr kumimoji="1" lang="en-US" altLang="ja-JP" sz="12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endParaRPr>
                    </a:p>
                  </a:txBody>
                  <a:tcPr marL="72000" marR="72000" marT="18000" marB="18000" anchor="ctr"/>
                </a:tc>
                <a:extLst>
                  <a:ext uri="{0D108BD9-81ED-4DB2-BD59-A6C34878D82A}">
                    <a16:rowId xmlns:a16="http://schemas.microsoft.com/office/drawing/2014/main" val="1162212944"/>
                  </a:ext>
                </a:extLst>
              </a:tr>
              <a:tr h="10445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INTAKE DUCT</a:t>
                      </a:r>
                    </a:p>
                  </a:txBody>
                  <a:tcPr marL="36000" marR="36000" marT="18000" marB="18000" anchor="ctr" horzOverflow="overflow"/>
                </a:tc>
                <a:tc>
                  <a:txBody>
                    <a:body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A</a:t>
                      </a:r>
                    </a:p>
                  </a:txBody>
                  <a:tcPr marL="72000" marR="72000" marT="18000" marB="18000" anchor="ctr">
                    <a:solidFill>
                      <a:srgbClr val="CCECFF"/>
                    </a:solidFill>
                  </a:tcPr>
                </a:tc>
                <a:tc>
                  <a:txBody>
                    <a:body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B</a:t>
                      </a:r>
                    </a:p>
                  </a:txBody>
                  <a:tcPr marL="72000" marR="72000" marT="18000" marB="18000" anchor="ctr">
                    <a:solidFill>
                      <a:srgbClr val="FFCC99"/>
                    </a:solidFill>
                  </a:tcPr>
                </a:tc>
                <a:tc>
                  <a:txBody>
                    <a:body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chemeClr val="tx1"/>
                          </a:solidFill>
                          <a:effectLst/>
                          <a:uLnTx/>
                          <a:uFillTx/>
                          <a:latin typeface="Meiryo UI" panose="020B0604030504040204" pitchFamily="50" charset="-128"/>
                          <a:ea typeface="Meiryo UI" panose="020B0604030504040204" pitchFamily="50" charset="-128"/>
                          <a:cs typeface="+mn-cs"/>
                        </a:rPr>
                        <a:t>B</a:t>
                      </a:r>
                      <a:endPar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endParaRPr>
                    </a:p>
                  </a:txBody>
                  <a:tcPr marL="72000" marR="72000" marT="18000" marB="18000" anchor="ctr">
                    <a:solidFill>
                      <a:srgbClr val="FFCC99"/>
                    </a:solidFill>
                  </a:tcPr>
                </a:tc>
                <a:tc>
                  <a:txBody>
                    <a:bodyPr/>
                    <a:lstStyle/>
                    <a:p>
                      <a:pPr marL="0" marR="0" lvl="0" indent="0" algn="l" defTabSz="914227" rtl="0" eaLnBrk="1" fontAlgn="ctr"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ENG room design</a:t>
                      </a:r>
                    </a:p>
                  </a:txBody>
                  <a:tcPr marL="72000" marR="72000" marT="18000" marB="18000" anchor="ctr"/>
                </a:tc>
                <a:extLst>
                  <a:ext uri="{0D108BD9-81ED-4DB2-BD59-A6C34878D82A}">
                    <a16:rowId xmlns:a16="http://schemas.microsoft.com/office/drawing/2014/main" val="1599580793"/>
                  </a:ext>
                </a:extLst>
              </a:tr>
              <a:tr h="10445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INTAKE TUBE</a:t>
                      </a:r>
                    </a:p>
                  </a:txBody>
                  <a:tcPr marL="36000" marR="36000" marT="18000" marB="18000" anchor="ctr" horzOverflow="overflow"/>
                </a:tc>
                <a:tc>
                  <a:txBody>
                    <a:body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A</a:t>
                      </a:r>
                    </a:p>
                  </a:txBody>
                  <a:tcPr marL="72000" marR="72000" marT="18000" marB="18000" anchor="ctr">
                    <a:solidFill>
                      <a:srgbClr val="CCECFF"/>
                    </a:solidFill>
                  </a:tcPr>
                </a:tc>
                <a:tc>
                  <a:txBody>
                    <a:body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B</a:t>
                      </a:r>
                    </a:p>
                  </a:txBody>
                  <a:tcPr marL="72000" marR="72000" marT="18000" marB="18000" anchor="ctr">
                    <a:solidFill>
                      <a:srgbClr val="FFCC99"/>
                    </a:solidFill>
                  </a:tcPr>
                </a:tc>
                <a:tc>
                  <a:txBody>
                    <a:body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B</a:t>
                      </a:r>
                    </a:p>
                  </a:txBody>
                  <a:tcPr marL="72000" marR="72000" marT="18000" marB="18000" anchor="ctr">
                    <a:solidFill>
                      <a:srgbClr val="FFCC99"/>
                    </a:solidFill>
                  </a:tcPr>
                </a:tc>
                <a:tc>
                  <a:txBody>
                    <a:body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a:t>
                      </a:r>
                      <a:endParaRPr kumimoji="1" lang="en-US" altLang="ja-JP" sz="12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endParaRPr>
                    </a:p>
                  </a:txBody>
                  <a:tcPr marL="72000" marR="72000" marT="18000" marB="18000" anchor="ctr"/>
                </a:tc>
                <a:extLst>
                  <a:ext uri="{0D108BD9-81ED-4DB2-BD59-A6C34878D82A}">
                    <a16:rowId xmlns:a16="http://schemas.microsoft.com/office/drawing/2014/main" val="3495616285"/>
                  </a:ext>
                </a:extLst>
              </a:tr>
              <a:tr h="10445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INTAKE RESONATOR</a:t>
                      </a:r>
                    </a:p>
                  </a:txBody>
                  <a:tcPr marL="36000" marR="36000" marT="18000" marB="18000" anchor="ctr" horzOverflow="overflow"/>
                </a:tc>
                <a:tc>
                  <a:txBody>
                    <a:body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A</a:t>
                      </a:r>
                    </a:p>
                  </a:txBody>
                  <a:tcPr marL="72000" marR="72000" marT="18000" marB="18000" anchor="ctr">
                    <a:solidFill>
                      <a:srgbClr val="CCECFF"/>
                    </a:solidFill>
                  </a:tcPr>
                </a:tc>
                <a:tc>
                  <a:txBody>
                    <a:body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B</a:t>
                      </a:r>
                    </a:p>
                  </a:txBody>
                  <a:tcPr marL="72000" marR="72000" marT="18000" marB="18000" anchor="ctr">
                    <a:solidFill>
                      <a:srgbClr val="FFCC99"/>
                    </a:solidFill>
                  </a:tcPr>
                </a:tc>
                <a:tc>
                  <a:txBody>
                    <a:body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B</a:t>
                      </a:r>
                    </a:p>
                  </a:txBody>
                  <a:tcPr marL="72000" marR="72000" marT="18000" marB="18000" anchor="ctr">
                    <a:solidFill>
                      <a:srgbClr val="FFCC99"/>
                    </a:solidFill>
                  </a:tcPr>
                </a:tc>
                <a:tc>
                  <a:txBody>
                    <a:body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a:t>
                      </a:r>
                      <a:endParaRPr kumimoji="1" lang="en-US" altLang="ja-JP" sz="12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endParaRPr>
                    </a:p>
                  </a:txBody>
                  <a:tcPr marL="72000" marR="72000" marT="18000" marB="18000" anchor="ctr"/>
                </a:tc>
                <a:extLst>
                  <a:ext uri="{0D108BD9-81ED-4DB2-BD59-A6C34878D82A}">
                    <a16:rowId xmlns:a16="http://schemas.microsoft.com/office/drawing/2014/main" val="2827753611"/>
                  </a:ext>
                </a:extLst>
              </a:tr>
              <a:tr h="104455">
                <a:tc>
                  <a:txBody>
                    <a:bodyPr/>
                    <a:lstStyle>
                      <a:lvl1pPr marL="0" algn="l" defTabSz="914400" rtl="0" eaLnBrk="1" latinLnBrk="0" hangingPunct="1">
                        <a:defRPr kumimoji="1" sz="1800" kern="1200">
                          <a:solidFill>
                            <a:schemeClr val="tx1"/>
                          </a:solidFill>
                          <a:latin typeface="HG創英角ｺﾞｼｯｸUB"/>
                          <a:ea typeface="HG創英角ｺﾞｼｯｸUB"/>
                        </a:defRPr>
                      </a:lvl1pPr>
                      <a:lvl2pPr marL="457200" algn="l" defTabSz="914400" rtl="0" eaLnBrk="1" latinLnBrk="0" hangingPunct="1">
                        <a:defRPr kumimoji="1" sz="1800" kern="1200">
                          <a:solidFill>
                            <a:schemeClr val="tx1"/>
                          </a:solidFill>
                          <a:latin typeface="HG創英角ｺﾞｼｯｸUB"/>
                          <a:ea typeface="HG創英角ｺﾞｼｯｸUB"/>
                        </a:defRPr>
                      </a:lvl2pPr>
                      <a:lvl3pPr marL="914400" algn="l" defTabSz="914400" rtl="0" eaLnBrk="1" latinLnBrk="0" hangingPunct="1">
                        <a:defRPr kumimoji="1" sz="1800" kern="1200">
                          <a:solidFill>
                            <a:schemeClr val="tx1"/>
                          </a:solidFill>
                          <a:latin typeface="HG創英角ｺﾞｼｯｸUB"/>
                          <a:ea typeface="HG創英角ｺﾞｼｯｸUB"/>
                        </a:defRPr>
                      </a:lvl3pPr>
                      <a:lvl4pPr marL="1371600" algn="l" defTabSz="914400" rtl="0" eaLnBrk="1" latinLnBrk="0" hangingPunct="1">
                        <a:defRPr kumimoji="1" sz="1800" kern="1200">
                          <a:solidFill>
                            <a:schemeClr val="tx1"/>
                          </a:solidFill>
                          <a:latin typeface="HG創英角ｺﾞｼｯｸUB"/>
                          <a:ea typeface="HG創英角ｺﾞｼｯｸUB"/>
                        </a:defRPr>
                      </a:lvl4pPr>
                      <a:lvl5pPr marL="1828800" algn="l" defTabSz="914400" rtl="0" eaLnBrk="1" latinLnBrk="0" hangingPunct="1">
                        <a:defRPr kumimoji="1" sz="1800" kern="1200">
                          <a:solidFill>
                            <a:schemeClr val="tx1"/>
                          </a:solidFill>
                          <a:latin typeface="HG創英角ｺﾞｼｯｸUB"/>
                          <a:ea typeface="HG創英角ｺﾞｼｯｸUB"/>
                        </a:defRPr>
                      </a:lvl5pPr>
                      <a:lvl6pPr marL="2286000" algn="l" defTabSz="914400" rtl="0" eaLnBrk="1" latinLnBrk="0" hangingPunct="1">
                        <a:defRPr kumimoji="1" sz="1800" kern="1200">
                          <a:solidFill>
                            <a:schemeClr val="tx1"/>
                          </a:solidFill>
                          <a:latin typeface="HG創英角ｺﾞｼｯｸUB"/>
                          <a:ea typeface="HG創英角ｺﾞｼｯｸUB"/>
                        </a:defRPr>
                      </a:lvl6pPr>
                      <a:lvl7pPr marL="2743200" algn="l" defTabSz="914400" rtl="0" eaLnBrk="1" latinLnBrk="0" hangingPunct="1">
                        <a:defRPr kumimoji="1" sz="1800" kern="1200">
                          <a:solidFill>
                            <a:schemeClr val="tx1"/>
                          </a:solidFill>
                          <a:latin typeface="HG創英角ｺﾞｼｯｸUB"/>
                          <a:ea typeface="HG創英角ｺﾞｼｯｸUB"/>
                        </a:defRPr>
                      </a:lvl7pPr>
                      <a:lvl8pPr marL="3200400" algn="l" defTabSz="914400" rtl="0" eaLnBrk="1" latinLnBrk="0" hangingPunct="1">
                        <a:defRPr kumimoji="1" sz="1800" kern="1200">
                          <a:solidFill>
                            <a:schemeClr val="tx1"/>
                          </a:solidFill>
                          <a:latin typeface="HG創英角ｺﾞｼｯｸUB"/>
                          <a:ea typeface="HG創英角ｺﾞｼｯｸUB"/>
                        </a:defRPr>
                      </a:lvl8pPr>
                      <a:lvl9pPr marL="3657600" algn="l" defTabSz="914400" rtl="0" eaLnBrk="1" latinLnBrk="0" hangingPunct="1">
                        <a:defRPr kumimoji="1" sz="1800" kern="1200">
                          <a:solidFill>
                            <a:schemeClr val="tx1"/>
                          </a:solidFill>
                          <a:latin typeface="HG創英角ｺﾞｼｯｸUB"/>
                          <a:ea typeface="HG創英角ｺﾞｼｯｸUB"/>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CONVERTER CC</a:t>
                      </a:r>
                    </a:p>
                  </a:txBody>
                  <a:tcPr marL="36000" marR="36000" marT="18000" marB="18000" anchor="ctr" horzOverflow="overflow"/>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A</a:t>
                      </a:r>
                    </a:p>
                  </a:txBody>
                  <a:tcPr marL="72000" marR="72000" marT="18000" marB="18000" anchor="ctr">
                    <a:solidFill>
                      <a:srgbClr val="CCECFF"/>
                    </a:solidFill>
                  </a:tcPr>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chemeClr val="tx1"/>
                          </a:solidFill>
                          <a:effectLst/>
                          <a:uLnTx/>
                          <a:uFillTx/>
                          <a:latin typeface="Meiryo UI" panose="020B0604030504040204" pitchFamily="50" charset="-128"/>
                          <a:ea typeface="Meiryo UI" panose="020B0604030504040204" pitchFamily="50" charset="-128"/>
                          <a:cs typeface="+mn-cs"/>
                        </a:rPr>
                        <a:t>A</a:t>
                      </a:r>
                      <a:endPar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endParaRPr>
                    </a:p>
                  </a:txBody>
                  <a:tcPr marL="72000" marR="72000" marT="18000" marB="18000" anchor="ctr">
                    <a:solidFill>
                      <a:srgbClr val="CCECFF"/>
                    </a:solidFill>
                  </a:tcPr>
                </a:tc>
                <a:tc>
                  <a:txBody>
                    <a:body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chemeClr val="tx1"/>
                          </a:solidFill>
                          <a:effectLst/>
                          <a:uLnTx/>
                          <a:uFillTx/>
                          <a:latin typeface="Meiryo UI" panose="020B0604030504040204" pitchFamily="50" charset="-128"/>
                          <a:ea typeface="Meiryo UI" panose="020B0604030504040204" pitchFamily="50" charset="-128"/>
                          <a:cs typeface="+mn-cs"/>
                        </a:rPr>
                        <a:t>A</a:t>
                      </a:r>
                      <a:endPar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endParaRPr>
                    </a:p>
                  </a:txBody>
                  <a:tcPr marL="72000" marR="72000" marT="18000" marB="18000" anchor="ctr">
                    <a:solidFill>
                      <a:srgbClr val="CCECFF"/>
                    </a:solidFill>
                  </a:tcPr>
                </a:tc>
                <a:tc rowSpan="2">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l" defTabSz="914227" rtl="0" eaLnBrk="1" fontAlgn="ctr" latinLnBrk="0" hangingPunct="1">
                        <a:lnSpc>
                          <a:spcPct val="100000"/>
                        </a:lnSpc>
                        <a:spcBef>
                          <a:spcPts val="0"/>
                        </a:spcBef>
                        <a:spcAft>
                          <a:spcPts val="0"/>
                        </a:spcAft>
                        <a:buClrTx/>
                        <a:buSzTx/>
                        <a:buFontTx/>
                        <a:buNone/>
                        <a:tabLst/>
                        <a:defRPr/>
                      </a:pPr>
                      <a:endParaRPr kumimoji="1" lang="en-US" altLang="ja-JP" sz="12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endParaRPr>
                    </a:p>
                  </a:txBody>
                  <a:tcPr marL="72000" marR="72000" marT="18000" marB="18000" anchor="ctr"/>
                </a:tc>
                <a:extLst>
                  <a:ext uri="{0D108BD9-81ED-4DB2-BD59-A6C34878D82A}">
                    <a16:rowId xmlns:a16="http://schemas.microsoft.com/office/drawing/2014/main" val="677875316"/>
                  </a:ext>
                </a:extLst>
              </a:tr>
              <a:tr h="104455">
                <a:tc>
                  <a:txBody>
                    <a:bodyPr/>
                    <a:lstStyle>
                      <a:lvl1pPr marL="0" algn="l" defTabSz="914400" rtl="0" eaLnBrk="1" latinLnBrk="0" hangingPunct="1">
                        <a:defRPr kumimoji="1" sz="1800" kern="1200">
                          <a:solidFill>
                            <a:schemeClr val="tx1"/>
                          </a:solidFill>
                          <a:latin typeface="HG創英角ｺﾞｼｯｸUB"/>
                          <a:ea typeface="HG創英角ｺﾞｼｯｸUB"/>
                        </a:defRPr>
                      </a:lvl1pPr>
                      <a:lvl2pPr marL="457200" algn="l" defTabSz="914400" rtl="0" eaLnBrk="1" latinLnBrk="0" hangingPunct="1">
                        <a:defRPr kumimoji="1" sz="1800" kern="1200">
                          <a:solidFill>
                            <a:schemeClr val="tx1"/>
                          </a:solidFill>
                          <a:latin typeface="HG創英角ｺﾞｼｯｸUB"/>
                          <a:ea typeface="HG創英角ｺﾞｼｯｸUB"/>
                        </a:defRPr>
                      </a:lvl2pPr>
                      <a:lvl3pPr marL="914400" algn="l" defTabSz="914400" rtl="0" eaLnBrk="1" latinLnBrk="0" hangingPunct="1">
                        <a:defRPr kumimoji="1" sz="1800" kern="1200">
                          <a:solidFill>
                            <a:schemeClr val="tx1"/>
                          </a:solidFill>
                          <a:latin typeface="HG創英角ｺﾞｼｯｸUB"/>
                          <a:ea typeface="HG創英角ｺﾞｼｯｸUB"/>
                        </a:defRPr>
                      </a:lvl3pPr>
                      <a:lvl4pPr marL="1371600" algn="l" defTabSz="914400" rtl="0" eaLnBrk="1" latinLnBrk="0" hangingPunct="1">
                        <a:defRPr kumimoji="1" sz="1800" kern="1200">
                          <a:solidFill>
                            <a:schemeClr val="tx1"/>
                          </a:solidFill>
                          <a:latin typeface="HG創英角ｺﾞｼｯｸUB"/>
                          <a:ea typeface="HG創英角ｺﾞｼｯｸUB"/>
                        </a:defRPr>
                      </a:lvl4pPr>
                      <a:lvl5pPr marL="1828800" algn="l" defTabSz="914400" rtl="0" eaLnBrk="1" latinLnBrk="0" hangingPunct="1">
                        <a:defRPr kumimoji="1" sz="1800" kern="1200">
                          <a:solidFill>
                            <a:schemeClr val="tx1"/>
                          </a:solidFill>
                          <a:latin typeface="HG創英角ｺﾞｼｯｸUB"/>
                          <a:ea typeface="HG創英角ｺﾞｼｯｸUB"/>
                        </a:defRPr>
                      </a:lvl5pPr>
                      <a:lvl6pPr marL="2286000" algn="l" defTabSz="914400" rtl="0" eaLnBrk="1" latinLnBrk="0" hangingPunct="1">
                        <a:defRPr kumimoji="1" sz="1800" kern="1200">
                          <a:solidFill>
                            <a:schemeClr val="tx1"/>
                          </a:solidFill>
                          <a:latin typeface="HG創英角ｺﾞｼｯｸUB"/>
                          <a:ea typeface="HG創英角ｺﾞｼｯｸUB"/>
                        </a:defRPr>
                      </a:lvl6pPr>
                      <a:lvl7pPr marL="2743200" algn="l" defTabSz="914400" rtl="0" eaLnBrk="1" latinLnBrk="0" hangingPunct="1">
                        <a:defRPr kumimoji="1" sz="1800" kern="1200">
                          <a:solidFill>
                            <a:schemeClr val="tx1"/>
                          </a:solidFill>
                          <a:latin typeface="HG創英角ｺﾞｼｯｸUB"/>
                          <a:ea typeface="HG創英角ｺﾞｼｯｸUB"/>
                        </a:defRPr>
                      </a:lvl7pPr>
                      <a:lvl8pPr marL="3200400" algn="l" defTabSz="914400" rtl="0" eaLnBrk="1" latinLnBrk="0" hangingPunct="1">
                        <a:defRPr kumimoji="1" sz="1800" kern="1200">
                          <a:solidFill>
                            <a:schemeClr val="tx1"/>
                          </a:solidFill>
                          <a:latin typeface="HG創英角ｺﾞｼｯｸUB"/>
                          <a:ea typeface="HG創英角ｺﾞｼｯｸUB"/>
                        </a:defRPr>
                      </a:lvl8pPr>
                      <a:lvl9pPr marL="3657600" algn="l" defTabSz="914400" rtl="0" eaLnBrk="1" latinLnBrk="0" hangingPunct="1">
                        <a:defRPr kumimoji="1" sz="1800" kern="1200">
                          <a:solidFill>
                            <a:schemeClr val="tx1"/>
                          </a:solidFill>
                          <a:latin typeface="HG創英角ｺﾞｼｯｸUB"/>
                          <a:ea typeface="HG創英角ｺﾞｼｯｸUB"/>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CONVERTER</a:t>
                      </a:r>
                      <a:r>
                        <a:rPr kumimoji="1" lang="ja-JP" altLang="en-US" sz="14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 </a:t>
                      </a:r>
                      <a:r>
                        <a:rPr kumimoji="1" lang="en-US" altLang="ja-JP" sz="14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UF</a:t>
                      </a:r>
                    </a:p>
                  </a:txBody>
                  <a:tcPr marL="36000" marR="36000" marT="18000" marB="18000" anchor="ctr" horzOverflow="overflow"/>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A</a:t>
                      </a:r>
                    </a:p>
                  </a:txBody>
                  <a:tcPr marL="72000" marR="72000" marT="18000" marB="18000" anchor="ctr">
                    <a:solidFill>
                      <a:srgbClr val="CCECFF"/>
                    </a:solidFill>
                  </a:tcPr>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algn="ctr" rtl="0" fontAlgn="ctr"/>
                      <a:r>
                        <a:rPr lang="en-US" sz="1400" b="0" i="0" u="none" strike="noStrike">
                          <a:solidFill>
                            <a:schemeClr val="tx1"/>
                          </a:solidFill>
                          <a:effectLst/>
                          <a:latin typeface="Meiryo UI" panose="020B0604030504040204" pitchFamily="50" charset="-128"/>
                          <a:ea typeface="Meiryo UI" panose="020B0604030504040204" pitchFamily="50" charset="-128"/>
                        </a:rPr>
                        <a:t>A</a:t>
                      </a:r>
                      <a:endParaRPr lang="en-US" sz="1400" b="0" i="0" u="none" strike="noStrike" dirty="0">
                        <a:solidFill>
                          <a:schemeClr val="tx1"/>
                        </a:solidFill>
                        <a:effectLst/>
                        <a:latin typeface="Meiryo UI" panose="020B0604030504040204" pitchFamily="50" charset="-128"/>
                        <a:ea typeface="Meiryo UI" panose="020B0604030504040204" pitchFamily="50" charset="-128"/>
                      </a:endParaRPr>
                    </a:p>
                  </a:txBody>
                  <a:tcPr marL="72000" marR="72000" marT="18000" marB="18000" anchor="ctr">
                    <a:solidFill>
                      <a:srgbClr val="CCECFF"/>
                    </a:solidFill>
                  </a:tcPr>
                </a:tc>
                <a:tc>
                  <a:txBody>
                    <a:bodyPr/>
                    <a:lstStyle/>
                    <a:p>
                      <a:pPr algn="ctr" rtl="0" fontAlgn="ctr"/>
                      <a:r>
                        <a:rPr lang="en-US" sz="1400" b="0" i="0" u="none" strike="noStrike">
                          <a:solidFill>
                            <a:schemeClr val="tx1"/>
                          </a:solidFill>
                          <a:effectLst/>
                          <a:latin typeface="Meiryo UI" panose="020B0604030504040204" pitchFamily="50" charset="-128"/>
                          <a:ea typeface="Meiryo UI" panose="020B0604030504040204" pitchFamily="50" charset="-128"/>
                        </a:rPr>
                        <a:t>A</a:t>
                      </a:r>
                      <a:endParaRPr lang="en-US" sz="1400" b="0" i="0" u="none" strike="noStrike" dirty="0">
                        <a:solidFill>
                          <a:schemeClr val="tx1"/>
                        </a:solidFill>
                        <a:effectLst/>
                        <a:latin typeface="Meiryo UI" panose="020B0604030504040204" pitchFamily="50" charset="-128"/>
                        <a:ea typeface="Meiryo UI" panose="020B0604030504040204" pitchFamily="50" charset="-128"/>
                      </a:endParaRPr>
                    </a:p>
                  </a:txBody>
                  <a:tcPr marL="72000" marR="72000" marT="18000" marB="18000" anchor="ctr">
                    <a:solidFill>
                      <a:srgbClr val="CCECFF"/>
                    </a:solidFill>
                  </a:tcPr>
                </a:tc>
                <a:tc vMerge="1">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l" defTabSz="914227" rtl="0" eaLnBrk="1" fontAlgn="ctr" latinLnBrk="0" hangingPunct="1">
                        <a:lnSpc>
                          <a:spcPct val="100000"/>
                        </a:lnSpc>
                        <a:spcBef>
                          <a:spcPts val="0"/>
                        </a:spcBef>
                        <a:spcAft>
                          <a:spcPts val="0"/>
                        </a:spcAft>
                        <a:buClrTx/>
                        <a:buSzTx/>
                        <a:buFontTx/>
                        <a:buNone/>
                        <a:tabLst/>
                        <a:defRPr/>
                      </a:pPr>
                      <a:endParaRPr kumimoji="1" lang="ja-JP" altLang="en-US" sz="1400" dirty="0">
                        <a:latin typeface="Meiryo UI" panose="020B0604030504040204" pitchFamily="50" charset="-128"/>
                        <a:ea typeface="Meiryo UI" panose="020B0604030504040204" pitchFamily="50" charset="-128"/>
                      </a:endParaRPr>
                    </a:p>
                  </a:txBody>
                  <a:tcPr marL="72000" marR="72000" marT="18000" marB="18000" anchor="ctr"/>
                </a:tc>
                <a:extLst>
                  <a:ext uri="{0D108BD9-81ED-4DB2-BD59-A6C34878D82A}">
                    <a16:rowId xmlns:a16="http://schemas.microsoft.com/office/drawing/2014/main" val="1681099103"/>
                  </a:ext>
                </a:extLst>
              </a:tr>
              <a:tr h="104455">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EGR PIPE</a:t>
                      </a:r>
                    </a:p>
                  </a:txBody>
                  <a:tcPr marL="36000" marR="36000" marT="18000" marB="18000" anchor="ctr" horzOverflow="overflow">
                    <a:noFill/>
                  </a:tcPr>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A</a:t>
                      </a:r>
                    </a:p>
                  </a:txBody>
                  <a:tcPr marL="72000" marR="72000" marT="18000" marB="18000" anchor="ctr">
                    <a:solidFill>
                      <a:srgbClr val="CCECFF"/>
                    </a:solidFill>
                  </a:tcPr>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chemeClr val="tx1"/>
                          </a:solidFill>
                          <a:effectLst/>
                          <a:uLnTx/>
                          <a:uFillTx/>
                          <a:latin typeface="Meiryo UI" panose="020B0604030504040204" pitchFamily="50" charset="-128"/>
                          <a:ea typeface="Meiryo UI" panose="020B0604030504040204" pitchFamily="50" charset="-128"/>
                          <a:cs typeface="+mn-cs"/>
                        </a:rPr>
                        <a:t>A</a:t>
                      </a:r>
                      <a:endPar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endParaRPr>
                    </a:p>
                  </a:txBody>
                  <a:tcPr marL="72000" marR="72000" marT="18000" marB="18000" anchor="ctr">
                    <a:solidFill>
                      <a:srgbClr val="CCECFF"/>
                    </a:solidFill>
                  </a:tcPr>
                </a:tc>
                <a:tc>
                  <a:txBody>
                    <a:body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chemeClr val="tx1"/>
                          </a:solidFill>
                          <a:effectLst/>
                          <a:uLnTx/>
                          <a:uFillTx/>
                          <a:latin typeface="Meiryo UI" panose="020B0604030504040204" pitchFamily="50" charset="-128"/>
                          <a:ea typeface="Meiryo UI" panose="020B0604030504040204" pitchFamily="50" charset="-128"/>
                          <a:cs typeface="+mn-cs"/>
                        </a:rPr>
                        <a:t>A</a:t>
                      </a:r>
                      <a:endPar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endParaRPr>
                    </a:p>
                  </a:txBody>
                  <a:tcPr marL="72000" marR="72000" marT="18000" marB="18000" anchor="ctr">
                    <a:solidFill>
                      <a:srgbClr val="CCECFF"/>
                    </a:solidFill>
                  </a:tcPr>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algn="l" rtl="0" fontAlgn="ctr"/>
                      <a:endParaRPr lang="en-US" sz="1200" b="0" i="0" u="none" strike="noStrike" dirty="0">
                        <a:solidFill>
                          <a:schemeClr val="tx1"/>
                        </a:solidFill>
                        <a:effectLst/>
                        <a:latin typeface="Meiryo UI" panose="020B0604030504040204" pitchFamily="50" charset="-128"/>
                        <a:ea typeface="Meiryo UI" panose="020B0604030504040204" pitchFamily="50" charset="-128"/>
                      </a:endParaRPr>
                    </a:p>
                  </a:txBody>
                  <a:tcPr marL="72000" marR="72000" marT="18000" marB="18000" anchor="ctr"/>
                </a:tc>
                <a:extLst>
                  <a:ext uri="{0D108BD9-81ED-4DB2-BD59-A6C34878D82A}">
                    <a16:rowId xmlns:a16="http://schemas.microsoft.com/office/drawing/2014/main" val="1794404666"/>
                  </a:ext>
                </a:extLst>
              </a:tr>
              <a:tr h="104455">
                <a:tc>
                  <a:txBody>
                    <a:bodyPr/>
                    <a:lstStyle>
                      <a:lvl1pPr marL="0" algn="l" defTabSz="914400" rtl="0" eaLnBrk="1" latinLnBrk="0" hangingPunct="1">
                        <a:defRPr kumimoji="1" sz="1800" kern="1200">
                          <a:solidFill>
                            <a:schemeClr val="tx1"/>
                          </a:solidFill>
                          <a:latin typeface="HG創英角ｺﾞｼｯｸUB"/>
                          <a:ea typeface="HG創英角ｺﾞｼｯｸUB"/>
                        </a:defRPr>
                      </a:lvl1pPr>
                      <a:lvl2pPr marL="457200" algn="l" defTabSz="914400" rtl="0" eaLnBrk="1" latinLnBrk="0" hangingPunct="1">
                        <a:defRPr kumimoji="1" sz="1800" kern="1200">
                          <a:solidFill>
                            <a:schemeClr val="tx1"/>
                          </a:solidFill>
                          <a:latin typeface="HG創英角ｺﾞｼｯｸUB"/>
                          <a:ea typeface="HG創英角ｺﾞｼｯｸUB"/>
                        </a:defRPr>
                      </a:lvl2pPr>
                      <a:lvl3pPr marL="914400" algn="l" defTabSz="914400" rtl="0" eaLnBrk="1" latinLnBrk="0" hangingPunct="1">
                        <a:defRPr kumimoji="1" sz="1800" kern="1200">
                          <a:solidFill>
                            <a:schemeClr val="tx1"/>
                          </a:solidFill>
                          <a:latin typeface="HG創英角ｺﾞｼｯｸUB"/>
                          <a:ea typeface="HG創英角ｺﾞｼｯｸUB"/>
                        </a:defRPr>
                      </a:lvl3pPr>
                      <a:lvl4pPr marL="1371600" algn="l" defTabSz="914400" rtl="0" eaLnBrk="1" latinLnBrk="0" hangingPunct="1">
                        <a:defRPr kumimoji="1" sz="1800" kern="1200">
                          <a:solidFill>
                            <a:schemeClr val="tx1"/>
                          </a:solidFill>
                          <a:latin typeface="HG創英角ｺﾞｼｯｸUB"/>
                          <a:ea typeface="HG創英角ｺﾞｼｯｸUB"/>
                        </a:defRPr>
                      </a:lvl4pPr>
                      <a:lvl5pPr marL="1828800" algn="l" defTabSz="914400" rtl="0" eaLnBrk="1" latinLnBrk="0" hangingPunct="1">
                        <a:defRPr kumimoji="1" sz="1800" kern="1200">
                          <a:solidFill>
                            <a:schemeClr val="tx1"/>
                          </a:solidFill>
                          <a:latin typeface="HG創英角ｺﾞｼｯｸUB"/>
                          <a:ea typeface="HG創英角ｺﾞｼｯｸUB"/>
                        </a:defRPr>
                      </a:lvl5pPr>
                      <a:lvl6pPr marL="2286000" algn="l" defTabSz="914400" rtl="0" eaLnBrk="1" latinLnBrk="0" hangingPunct="1">
                        <a:defRPr kumimoji="1" sz="1800" kern="1200">
                          <a:solidFill>
                            <a:schemeClr val="tx1"/>
                          </a:solidFill>
                          <a:latin typeface="HG創英角ｺﾞｼｯｸUB"/>
                          <a:ea typeface="HG創英角ｺﾞｼｯｸUB"/>
                        </a:defRPr>
                      </a:lvl6pPr>
                      <a:lvl7pPr marL="2743200" algn="l" defTabSz="914400" rtl="0" eaLnBrk="1" latinLnBrk="0" hangingPunct="1">
                        <a:defRPr kumimoji="1" sz="1800" kern="1200">
                          <a:solidFill>
                            <a:schemeClr val="tx1"/>
                          </a:solidFill>
                          <a:latin typeface="HG創英角ｺﾞｼｯｸUB"/>
                          <a:ea typeface="HG創英角ｺﾞｼｯｸUB"/>
                        </a:defRPr>
                      </a:lvl7pPr>
                      <a:lvl8pPr marL="3200400" algn="l" defTabSz="914400" rtl="0" eaLnBrk="1" latinLnBrk="0" hangingPunct="1">
                        <a:defRPr kumimoji="1" sz="1800" kern="1200">
                          <a:solidFill>
                            <a:schemeClr val="tx1"/>
                          </a:solidFill>
                          <a:latin typeface="HG創英角ｺﾞｼｯｸUB"/>
                          <a:ea typeface="HG創英角ｺﾞｼｯｸUB"/>
                        </a:defRPr>
                      </a:lvl8pPr>
                      <a:lvl9pPr marL="3657600" algn="l" defTabSz="914400" rtl="0" eaLnBrk="1" latinLnBrk="0" hangingPunct="1">
                        <a:defRPr kumimoji="1" sz="1800" kern="1200">
                          <a:solidFill>
                            <a:schemeClr val="tx1"/>
                          </a:solidFill>
                          <a:latin typeface="HG創英角ｺﾞｼｯｸUB"/>
                          <a:ea typeface="HG創英角ｺﾞｼｯｸUB"/>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EGR VALVE</a:t>
                      </a:r>
                    </a:p>
                  </a:txBody>
                  <a:tcPr marL="36000" marR="36000" marT="18000" marB="18000" anchor="ctr" horzOverflow="overflow">
                    <a:noFill/>
                  </a:tcPr>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A</a:t>
                      </a:r>
                    </a:p>
                  </a:txBody>
                  <a:tcPr marL="72000" marR="72000" marT="18000" marB="18000" anchor="ctr">
                    <a:solidFill>
                      <a:srgbClr val="CCECFF"/>
                    </a:solidFill>
                  </a:tcPr>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A</a:t>
                      </a:r>
                      <a:endParaRPr kumimoji="1" lang="en-US" altLang="ja-JP"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a:txBody>
                  <a:tcPr marL="72000" marR="72000" marT="18000" marB="18000" anchor="ctr">
                    <a:solidFill>
                      <a:srgbClr val="CCECFF"/>
                    </a:solidFill>
                  </a:tcPr>
                </a:tc>
                <a:tc>
                  <a:txBody>
                    <a:body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A</a:t>
                      </a:r>
                      <a:endParaRPr kumimoji="1" lang="en-US" altLang="ja-JP"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a:txBody>
                  <a:tcPr marL="72000" marR="72000" marT="18000" marB="18000" anchor="ctr">
                    <a:solidFill>
                      <a:srgbClr val="CCECFF"/>
                    </a:solidFill>
                  </a:tcPr>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l" defTabSz="914227" rtl="0" eaLnBrk="1" fontAlgn="ctr" latinLnBrk="0" hangingPunct="1">
                        <a:lnSpc>
                          <a:spcPct val="100000"/>
                        </a:lnSpc>
                        <a:spcBef>
                          <a:spcPts val="0"/>
                        </a:spcBef>
                        <a:spcAft>
                          <a:spcPts val="0"/>
                        </a:spcAft>
                        <a:buClrTx/>
                        <a:buSzTx/>
                        <a:buFontTx/>
                        <a:buNone/>
                        <a:tabLst/>
                        <a:defRPr/>
                      </a:pPr>
                      <a:endParaRPr kumimoji="1" lang="en-US" altLang="ja-JP" sz="12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endParaRPr>
                    </a:p>
                  </a:txBody>
                  <a:tcPr marL="72000" marR="72000" marT="18000" marB="18000" anchor="ctr"/>
                </a:tc>
                <a:extLst>
                  <a:ext uri="{0D108BD9-81ED-4DB2-BD59-A6C34878D82A}">
                    <a16:rowId xmlns:a16="http://schemas.microsoft.com/office/drawing/2014/main" val="3930921952"/>
                  </a:ext>
                </a:extLst>
              </a:tr>
              <a:tr h="111928">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EGR PASSAGE</a:t>
                      </a:r>
                    </a:p>
                  </a:txBody>
                  <a:tcPr marL="36000" marR="36000" marT="18000" marB="18000" anchor="ctr" horzOverflow="overflow">
                    <a:noFill/>
                  </a:tcPr>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A</a:t>
                      </a:r>
                    </a:p>
                  </a:txBody>
                  <a:tcPr marL="72000" marR="72000" marT="18000" marB="18000" anchor="ctr">
                    <a:solidFill>
                      <a:srgbClr val="CCECFF"/>
                    </a:solidFill>
                  </a:tcPr>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A</a:t>
                      </a:r>
                      <a:endParaRPr kumimoji="1" lang="en-US" altLang="ja-JP"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a:txBody>
                  <a:tcPr marL="72000" marR="72000" marT="18000" marB="18000" anchor="ctr">
                    <a:solidFill>
                      <a:srgbClr val="CCECFF"/>
                    </a:solidFill>
                  </a:tcPr>
                </a:tc>
                <a:tc>
                  <a:txBody>
                    <a:body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A</a:t>
                      </a:r>
                      <a:endParaRPr kumimoji="1" lang="en-US" altLang="ja-JP"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a:txBody>
                  <a:tcPr marL="72000" marR="72000" marT="18000" marB="18000" anchor="ctr">
                    <a:solidFill>
                      <a:srgbClr val="CCECFF"/>
                    </a:solidFill>
                  </a:tcPr>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l" defTabSz="914227" rtl="0" eaLnBrk="1" fontAlgn="ctr" latinLnBrk="0" hangingPunct="1">
                        <a:lnSpc>
                          <a:spcPct val="100000"/>
                        </a:lnSpc>
                        <a:spcBef>
                          <a:spcPts val="0"/>
                        </a:spcBef>
                        <a:spcAft>
                          <a:spcPts val="0"/>
                        </a:spcAft>
                        <a:buClrTx/>
                        <a:buSzTx/>
                        <a:buFontTx/>
                        <a:buNone/>
                        <a:tabLst/>
                        <a:defRPr/>
                      </a:pPr>
                      <a:endParaRPr kumimoji="1" lang="en-US" altLang="ja-JP" sz="12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endParaRPr>
                    </a:p>
                  </a:txBody>
                  <a:tcPr marL="72000" marR="72000" marT="18000" marB="18000" anchor="ctr"/>
                </a:tc>
                <a:extLst>
                  <a:ext uri="{0D108BD9-81ED-4DB2-BD59-A6C34878D82A}">
                    <a16:rowId xmlns:a16="http://schemas.microsoft.com/office/drawing/2014/main" val="911112543"/>
                  </a:ext>
                </a:extLst>
              </a:tr>
              <a:tr h="104455">
                <a:tc>
                  <a:txBody>
                    <a:bodyPr/>
                    <a:lstStyle>
                      <a:lvl1pPr marL="0" algn="l" defTabSz="914400" rtl="0" eaLnBrk="1" latinLnBrk="0" hangingPunct="1">
                        <a:defRPr kumimoji="1" sz="1800" kern="1200">
                          <a:solidFill>
                            <a:schemeClr val="tx1"/>
                          </a:solidFill>
                          <a:latin typeface="HG創英角ｺﾞｼｯｸUB"/>
                          <a:ea typeface="HG創英角ｺﾞｼｯｸUB"/>
                        </a:defRPr>
                      </a:lvl1pPr>
                      <a:lvl2pPr marL="457200" algn="l" defTabSz="914400" rtl="0" eaLnBrk="1" latinLnBrk="0" hangingPunct="1">
                        <a:defRPr kumimoji="1" sz="1800" kern="1200">
                          <a:solidFill>
                            <a:schemeClr val="tx1"/>
                          </a:solidFill>
                          <a:latin typeface="HG創英角ｺﾞｼｯｸUB"/>
                          <a:ea typeface="HG創英角ｺﾞｼｯｸUB"/>
                        </a:defRPr>
                      </a:lvl2pPr>
                      <a:lvl3pPr marL="914400" algn="l" defTabSz="914400" rtl="0" eaLnBrk="1" latinLnBrk="0" hangingPunct="1">
                        <a:defRPr kumimoji="1" sz="1800" kern="1200">
                          <a:solidFill>
                            <a:schemeClr val="tx1"/>
                          </a:solidFill>
                          <a:latin typeface="HG創英角ｺﾞｼｯｸUB"/>
                          <a:ea typeface="HG創英角ｺﾞｼｯｸUB"/>
                        </a:defRPr>
                      </a:lvl3pPr>
                      <a:lvl4pPr marL="1371600" algn="l" defTabSz="914400" rtl="0" eaLnBrk="1" latinLnBrk="0" hangingPunct="1">
                        <a:defRPr kumimoji="1" sz="1800" kern="1200">
                          <a:solidFill>
                            <a:schemeClr val="tx1"/>
                          </a:solidFill>
                          <a:latin typeface="HG創英角ｺﾞｼｯｸUB"/>
                          <a:ea typeface="HG創英角ｺﾞｼｯｸUB"/>
                        </a:defRPr>
                      </a:lvl4pPr>
                      <a:lvl5pPr marL="1828800" algn="l" defTabSz="914400" rtl="0" eaLnBrk="1" latinLnBrk="0" hangingPunct="1">
                        <a:defRPr kumimoji="1" sz="1800" kern="1200">
                          <a:solidFill>
                            <a:schemeClr val="tx1"/>
                          </a:solidFill>
                          <a:latin typeface="HG創英角ｺﾞｼｯｸUB"/>
                          <a:ea typeface="HG創英角ｺﾞｼｯｸUB"/>
                        </a:defRPr>
                      </a:lvl5pPr>
                      <a:lvl6pPr marL="2286000" algn="l" defTabSz="914400" rtl="0" eaLnBrk="1" latinLnBrk="0" hangingPunct="1">
                        <a:defRPr kumimoji="1" sz="1800" kern="1200">
                          <a:solidFill>
                            <a:schemeClr val="tx1"/>
                          </a:solidFill>
                          <a:latin typeface="HG創英角ｺﾞｼｯｸUB"/>
                          <a:ea typeface="HG創英角ｺﾞｼｯｸUB"/>
                        </a:defRPr>
                      </a:lvl6pPr>
                      <a:lvl7pPr marL="2743200" algn="l" defTabSz="914400" rtl="0" eaLnBrk="1" latinLnBrk="0" hangingPunct="1">
                        <a:defRPr kumimoji="1" sz="1800" kern="1200">
                          <a:solidFill>
                            <a:schemeClr val="tx1"/>
                          </a:solidFill>
                          <a:latin typeface="HG創英角ｺﾞｼｯｸUB"/>
                          <a:ea typeface="HG創英角ｺﾞｼｯｸUB"/>
                        </a:defRPr>
                      </a:lvl7pPr>
                      <a:lvl8pPr marL="3200400" algn="l" defTabSz="914400" rtl="0" eaLnBrk="1" latinLnBrk="0" hangingPunct="1">
                        <a:defRPr kumimoji="1" sz="1800" kern="1200">
                          <a:solidFill>
                            <a:schemeClr val="tx1"/>
                          </a:solidFill>
                          <a:latin typeface="HG創英角ｺﾞｼｯｸUB"/>
                          <a:ea typeface="HG創英角ｺﾞｼｯｸUB"/>
                        </a:defRPr>
                      </a:lvl8pPr>
                      <a:lvl9pPr marL="3657600" algn="l" defTabSz="914400" rtl="0" eaLnBrk="1" latinLnBrk="0" hangingPunct="1">
                        <a:defRPr kumimoji="1" sz="1800" kern="1200">
                          <a:solidFill>
                            <a:schemeClr val="tx1"/>
                          </a:solidFill>
                          <a:latin typeface="HG創英角ｺﾞｼｯｸUB"/>
                          <a:ea typeface="HG創英角ｺﾞｼｯｸUB"/>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WATER</a:t>
                      </a:r>
                      <a:r>
                        <a:rPr kumimoji="1" lang="ja-JP" altLang="en-US" sz="14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 </a:t>
                      </a:r>
                      <a:r>
                        <a:rPr kumimoji="1" lang="en-US" altLang="ja-JP" sz="14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PUMP</a:t>
                      </a:r>
                    </a:p>
                  </a:txBody>
                  <a:tcPr marL="36000" marR="36000" marT="18000" marB="18000" anchor="ctr" horzOverflow="overflow"/>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A</a:t>
                      </a:r>
                    </a:p>
                  </a:txBody>
                  <a:tcPr marL="72000" marR="72000" marT="18000" marB="18000" anchor="ctr">
                    <a:solidFill>
                      <a:srgbClr val="CCECFF"/>
                    </a:solidFill>
                  </a:tcPr>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chemeClr val="tx1"/>
                          </a:solidFill>
                          <a:effectLst/>
                          <a:uLnTx/>
                          <a:uFillTx/>
                          <a:latin typeface="Meiryo UI" panose="020B0604030504040204" pitchFamily="50" charset="-128"/>
                          <a:ea typeface="Meiryo UI" panose="020B0604030504040204" pitchFamily="50" charset="-128"/>
                          <a:cs typeface="+mn-cs"/>
                        </a:rPr>
                        <a:t>A</a:t>
                      </a:r>
                      <a:endPar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endParaRPr>
                    </a:p>
                  </a:txBody>
                  <a:tcPr marL="72000" marR="72000" marT="18000" marB="18000" anchor="ctr">
                    <a:solidFill>
                      <a:srgbClr val="CCECFF"/>
                    </a:solidFill>
                  </a:tcPr>
                </a:tc>
                <a:tc>
                  <a:txBody>
                    <a:body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A</a:t>
                      </a:r>
                    </a:p>
                  </a:txBody>
                  <a:tcPr marL="72000" marR="72000" marT="18000" marB="18000" anchor="ctr">
                    <a:solidFill>
                      <a:srgbClr val="CCECFF"/>
                    </a:solidFill>
                  </a:tcPr>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l" defTabSz="914227" rtl="0" eaLnBrk="1" fontAlgn="ctr" latinLnBrk="0" hangingPunct="1">
                        <a:lnSpc>
                          <a:spcPct val="100000"/>
                        </a:lnSpc>
                        <a:spcBef>
                          <a:spcPts val="0"/>
                        </a:spcBef>
                        <a:spcAft>
                          <a:spcPts val="0"/>
                        </a:spcAft>
                        <a:buClrTx/>
                        <a:buSzTx/>
                        <a:buFontTx/>
                        <a:buNone/>
                        <a:tabLst/>
                        <a:defRPr/>
                      </a:pPr>
                      <a:endParaRPr kumimoji="1" lang="en-US" altLang="ja-JP" sz="12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endParaRPr>
                    </a:p>
                  </a:txBody>
                  <a:tcPr marL="72000" marR="72000" marT="18000" marB="18000" anchor="ctr"/>
                </a:tc>
                <a:extLst>
                  <a:ext uri="{0D108BD9-81ED-4DB2-BD59-A6C34878D82A}">
                    <a16:rowId xmlns:a16="http://schemas.microsoft.com/office/drawing/2014/main" val="3899122796"/>
                  </a:ext>
                </a:extLst>
              </a:tr>
              <a:tr h="104455">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RADIATOR</a:t>
                      </a:r>
                    </a:p>
                  </a:txBody>
                  <a:tcPr marL="36000" marR="36000" marT="18000" marB="18000" anchor="ctr" horzOverflow="overflow"/>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A</a:t>
                      </a:r>
                    </a:p>
                  </a:txBody>
                  <a:tcPr marL="72000" marR="72000" marT="18000" marB="18000" anchor="ctr">
                    <a:solidFill>
                      <a:srgbClr val="CCECFF"/>
                    </a:solidFill>
                  </a:tcPr>
                </a:tc>
                <a:tc>
                  <a:txBody>
                    <a:body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B</a:t>
                      </a:r>
                    </a:p>
                  </a:txBody>
                  <a:tcPr marL="72000" marR="72000" marT="18000" marB="18000" anchor="ctr">
                    <a:solidFill>
                      <a:srgbClr val="FFCC99"/>
                    </a:solidFill>
                  </a:tcPr>
                </a:tc>
                <a:tc>
                  <a:txBody>
                    <a:body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B</a:t>
                      </a:r>
                    </a:p>
                  </a:txBody>
                  <a:tcPr marL="72000" marR="72000" marT="18000" marB="18000" anchor="ctr">
                    <a:solidFill>
                      <a:srgbClr val="FFCC99"/>
                    </a:solidFill>
                  </a:tcPr>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indent="0" algn="l" defTabSz="914227" rtl="0" eaLnBrk="1" fontAlgn="ctr" latinLnBrk="0" hangingPunct="1">
                        <a:lnSpc>
                          <a:spcPct val="100000"/>
                        </a:lnSpc>
                        <a:spcBef>
                          <a:spcPts val="0"/>
                        </a:spcBef>
                        <a:spcAft>
                          <a:spcPts val="0"/>
                        </a:spcAft>
                        <a:buClrTx/>
                        <a:buSzTx/>
                        <a:buFontTx/>
                        <a:buNone/>
                        <a:tabLst/>
                        <a:defRPr/>
                      </a:pPr>
                      <a:r>
                        <a:rPr lang="en-US" altLang="ja-JP" sz="1200" b="0" i="0" u="none" strike="noStrike" dirty="0">
                          <a:solidFill>
                            <a:schemeClr val="tx1"/>
                          </a:solidFill>
                          <a:effectLst/>
                          <a:latin typeface="Meiryo UI" panose="020B0604030504040204" pitchFamily="50" charset="-128"/>
                          <a:ea typeface="Meiryo UI" panose="020B0604030504040204" pitchFamily="50" charset="-128"/>
                        </a:rPr>
                        <a:t>ENG room design</a:t>
                      </a:r>
                    </a:p>
                  </a:txBody>
                  <a:tcPr marL="72000" marR="72000" marT="18000" marB="18000" anchor="ctr"/>
                </a:tc>
                <a:extLst>
                  <a:ext uri="{0D108BD9-81ED-4DB2-BD59-A6C34878D82A}">
                    <a16:rowId xmlns:a16="http://schemas.microsoft.com/office/drawing/2014/main" val="2640432606"/>
                  </a:ext>
                </a:extLst>
              </a:tr>
              <a:tr h="104455">
                <a:tc>
                  <a:txBody>
                    <a:bodyPr/>
                    <a:lstStyle>
                      <a:lvl1pPr marL="0" algn="l" defTabSz="914400" rtl="0" eaLnBrk="1" latinLnBrk="0" hangingPunct="1">
                        <a:defRPr kumimoji="1" sz="1800" kern="1200">
                          <a:solidFill>
                            <a:schemeClr val="tx1"/>
                          </a:solidFill>
                          <a:latin typeface="HG創英角ｺﾞｼｯｸUB"/>
                          <a:ea typeface="HG創英角ｺﾞｼｯｸUB"/>
                        </a:defRPr>
                      </a:lvl1pPr>
                      <a:lvl2pPr marL="457200" algn="l" defTabSz="914400" rtl="0" eaLnBrk="1" latinLnBrk="0" hangingPunct="1">
                        <a:defRPr kumimoji="1" sz="1800" kern="1200">
                          <a:solidFill>
                            <a:schemeClr val="tx1"/>
                          </a:solidFill>
                          <a:latin typeface="HG創英角ｺﾞｼｯｸUB"/>
                          <a:ea typeface="HG創英角ｺﾞｼｯｸUB"/>
                        </a:defRPr>
                      </a:lvl2pPr>
                      <a:lvl3pPr marL="914400" algn="l" defTabSz="914400" rtl="0" eaLnBrk="1" latinLnBrk="0" hangingPunct="1">
                        <a:defRPr kumimoji="1" sz="1800" kern="1200">
                          <a:solidFill>
                            <a:schemeClr val="tx1"/>
                          </a:solidFill>
                          <a:latin typeface="HG創英角ｺﾞｼｯｸUB"/>
                          <a:ea typeface="HG創英角ｺﾞｼｯｸUB"/>
                        </a:defRPr>
                      </a:lvl3pPr>
                      <a:lvl4pPr marL="1371600" algn="l" defTabSz="914400" rtl="0" eaLnBrk="1" latinLnBrk="0" hangingPunct="1">
                        <a:defRPr kumimoji="1" sz="1800" kern="1200">
                          <a:solidFill>
                            <a:schemeClr val="tx1"/>
                          </a:solidFill>
                          <a:latin typeface="HG創英角ｺﾞｼｯｸUB"/>
                          <a:ea typeface="HG創英角ｺﾞｼｯｸUB"/>
                        </a:defRPr>
                      </a:lvl4pPr>
                      <a:lvl5pPr marL="1828800" algn="l" defTabSz="914400" rtl="0" eaLnBrk="1" latinLnBrk="0" hangingPunct="1">
                        <a:defRPr kumimoji="1" sz="1800" kern="1200">
                          <a:solidFill>
                            <a:schemeClr val="tx1"/>
                          </a:solidFill>
                          <a:latin typeface="HG創英角ｺﾞｼｯｸUB"/>
                          <a:ea typeface="HG創英角ｺﾞｼｯｸUB"/>
                        </a:defRPr>
                      </a:lvl5pPr>
                      <a:lvl6pPr marL="2286000" algn="l" defTabSz="914400" rtl="0" eaLnBrk="1" latinLnBrk="0" hangingPunct="1">
                        <a:defRPr kumimoji="1" sz="1800" kern="1200">
                          <a:solidFill>
                            <a:schemeClr val="tx1"/>
                          </a:solidFill>
                          <a:latin typeface="HG創英角ｺﾞｼｯｸUB"/>
                          <a:ea typeface="HG創英角ｺﾞｼｯｸUB"/>
                        </a:defRPr>
                      </a:lvl6pPr>
                      <a:lvl7pPr marL="2743200" algn="l" defTabSz="914400" rtl="0" eaLnBrk="1" latinLnBrk="0" hangingPunct="1">
                        <a:defRPr kumimoji="1" sz="1800" kern="1200">
                          <a:solidFill>
                            <a:schemeClr val="tx1"/>
                          </a:solidFill>
                          <a:latin typeface="HG創英角ｺﾞｼｯｸUB"/>
                          <a:ea typeface="HG創英角ｺﾞｼｯｸUB"/>
                        </a:defRPr>
                      </a:lvl7pPr>
                      <a:lvl8pPr marL="3200400" algn="l" defTabSz="914400" rtl="0" eaLnBrk="1" latinLnBrk="0" hangingPunct="1">
                        <a:defRPr kumimoji="1" sz="1800" kern="1200">
                          <a:solidFill>
                            <a:schemeClr val="tx1"/>
                          </a:solidFill>
                          <a:latin typeface="HG創英角ｺﾞｼｯｸUB"/>
                          <a:ea typeface="HG創英角ｺﾞｼｯｸUB"/>
                        </a:defRPr>
                      </a:lvl8pPr>
                      <a:lvl9pPr marL="3657600" algn="l" defTabSz="914400" rtl="0" eaLnBrk="1" latinLnBrk="0" hangingPunct="1">
                        <a:defRPr kumimoji="1" sz="1800" kern="1200">
                          <a:solidFill>
                            <a:schemeClr val="tx1"/>
                          </a:solidFill>
                          <a:latin typeface="HG創英角ｺﾞｼｯｸUB"/>
                          <a:ea typeface="HG創英角ｺﾞｼｯｸUB"/>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PTC</a:t>
                      </a:r>
                    </a:p>
                  </a:txBody>
                  <a:tcPr marL="36000" marR="36000" marT="18000" marB="18000" anchor="ctr" horzOverflow="overflow"/>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A</a:t>
                      </a:r>
                    </a:p>
                  </a:txBody>
                  <a:tcPr marL="72000" marR="72000" marT="18000" marB="18000" anchor="ctr">
                    <a:solidFill>
                      <a:srgbClr val="CCECFF"/>
                    </a:solidFill>
                  </a:tcPr>
                </a:tc>
                <a:tc>
                  <a:txBody>
                    <a:body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A</a:t>
                      </a:r>
                    </a:p>
                  </a:txBody>
                  <a:tcPr marL="72000" marR="72000" marT="18000" marB="18000" anchor="ctr">
                    <a:solidFill>
                      <a:srgbClr val="CCECFF"/>
                    </a:solidFill>
                  </a:tcPr>
                </a:tc>
                <a:tc>
                  <a:txBody>
                    <a:body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chemeClr val="tx1"/>
                          </a:solidFill>
                          <a:effectLst/>
                          <a:uLnTx/>
                          <a:uFillTx/>
                          <a:latin typeface="Meiryo UI" panose="020B0604030504040204" pitchFamily="50" charset="-128"/>
                          <a:ea typeface="Meiryo UI" panose="020B0604030504040204" pitchFamily="50" charset="-128"/>
                          <a:cs typeface="+mn-cs"/>
                        </a:rPr>
                        <a:t>A</a:t>
                      </a:r>
                      <a:endPar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endParaRPr>
                    </a:p>
                  </a:txBody>
                  <a:tcPr marL="72000" marR="72000" marT="18000" marB="18000" anchor="ctr">
                    <a:solidFill>
                      <a:srgbClr val="CCECFF"/>
                    </a:solidFill>
                  </a:tcPr>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l" defTabSz="914227" rtl="0" eaLnBrk="1" fontAlgn="ctr" latinLnBrk="0" hangingPunct="1">
                        <a:lnSpc>
                          <a:spcPct val="100000"/>
                        </a:lnSpc>
                        <a:spcBef>
                          <a:spcPts val="0"/>
                        </a:spcBef>
                        <a:spcAft>
                          <a:spcPts val="0"/>
                        </a:spcAft>
                        <a:buClrTx/>
                        <a:buSzTx/>
                        <a:buFontTx/>
                        <a:buNone/>
                        <a:tabLst/>
                        <a:defRPr/>
                      </a:pPr>
                      <a:endParaRPr kumimoji="1" lang="en-US" altLang="ja-JP" sz="12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endParaRPr>
                    </a:p>
                  </a:txBody>
                  <a:tcPr marL="72000" marR="72000" marT="18000" marB="18000" anchor="ctr"/>
                </a:tc>
                <a:extLst>
                  <a:ext uri="{0D108BD9-81ED-4DB2-BD59-A6C34878D82A}">
                    <a16:rowId xmlns:a16="http://schemas.microsoft.com/office/drawing/2014/main" val="3322747747"/>
                  </a:ext>
                </a:extLst>
              </a:tr>
              <a:tr h="104455">
                <a:tc>
                  <a:txBody>
                    <a:bodyPr/>
                    <a:lstStyle>
                      <a:lvl1pPr marL="0" algn="l" defTabSz="914400" rtl="0" eaLnBrk="1" latinLnBrk="0" hangingPunct="1">
                        <a:defRPr kumimoji="1" sz="1800" kern="1200">
                          <a:solidFill>
                            <a:schemeClr val="tx1"/>
                          </a:solidFill>
                          <a:latin typeface="HG創英角ｺﾞｼｯｸUB"/>
                          <a:ea typeface="HG創英角ｺﾞｼｯｸUB"/>
                        </a:defRPr>
                      </a:lvl1pPr>
                      <a:lvl2pPr marL="457200" algn="l" defTabSz="914400" rtl="0" eaLnBrk="1" latinLnBrk="0" hangingPunct="1">
                        <a:defRPr kumimoji="1" sz="1800" kern="1200">
                          <a:solidFill>
                            <a:schemeClr val="tx1"/>
                          </a:solidFill>
                          <a:latin typeface="HG創英角ｺﾞｼｯｸUB"/>
                          <a:ea typeface="HG創英角ｺﾞｼｯｸUB"/>
                        </a:defRPr>
                      </a:lvl2pPr>
                      <a:lvl3pPr marL="914400" algn="l" defTabSz="914400" rtl="0" eaLnBrk="1" latinLnBrk="0" hangingPunct="1">
                        <a:defRPr kumimoji="1" sz="1800" kern="1200">
                          <a:solidFill>
                            <a:schemeClr val="tx1"/>
                          </a:solidFill>
                          <a:latin typeface="HG創英角ｺﾞｼｯｸUB"/>
                          <a:ea typeface="HG創英角ｺﾞｼｯｸUB"/>
                        </a:defRPr>
                      </a:lvl3pPr>
                      <a:lvl4pPr marL="1371600" algn="l" defTabSz="914400" rtl="0" eaLnBrk="1" latinLnBrk="0" hangingPunct="1">
                        <a:defRPr kumimoji="1" sz="1800" kern="1200">
                          <a:solidFill>
                            <a:schemeClr val="tx1"/>
                          </a:solidFill>
                          <a:latin typeface="HG創英角ｺﾞｼｯｸUB"/>
                          <a:ea typeface="HG創英角ｺﾞｼｯｸUB"/>
                        </a:defRPr>
                      </a:lvl4pPr>
                      <a:lvl5pPr marL="1828800" algn="l" defTabSz="914400" rtl="0" eaLnBrk="1" latinLnBrk="0" hangingPunct="1">
                        <a:defRPr kumimoji="1" sz="1800" kern="1200">
                          <a:solidFill>
                            <a:schemeClr val="tx1"/>
                          </a:solidFill>
                          <a:latin typeface="HG創英角ｺﾞｼｯｸUB"/>
                          <a:ea typeface="HG創英角ｺﾞｼｯｸUB"/>
                        </a:defRPr>
                      </a:lvl5pPr>
                      <a:lvl6pPr marL="2286000" algn="l" defTabSz="914400" rtl="0" eaLnBrk="1" latinLnBrk="0" hangingPunct="1">
                        <a:defRPr kumimoji="1" sz="1800" kern="1200">
                          <a:solidFill>
                            <a:schemeClr val="tx1"/>
                          </a:solidFill>
                          <a:latin typeface="HG創英角ｺﾞｼｯｸUB"/>
                          <a:ea typeface="HG創英角ｺﾞｼｯｸUB"/>
                        </a:defRPr>
                      </a:lvl6pPr>
                      <a:lvl7pPr marL="2743200" algn="l" defTabSz="914400" rtl="0" eaLnBrk="1" latinLnBrk="0" hangingPunct="1">
                        <a:defRPr kumimoji="1" sz="1800" kern="1200">
                          <a:solidFill>
                            <a:schemeClr val="tx1"/>
                          </a:solidFill>
                          <a:latin typeface="HG創英角ｺﾞｼｯｸUB"/>
                          <a:ea typeface="HG創英角ｺﾞｼｯｸUB"/>
                        </a:defRPr>
                      </a:lvl7pPr>
                      <a:lvl8pPr marL="3200400" algn="l" defTabSz="914400" rtl="0" eaLnBrk="1" latinLnBrk="0" hangingPunct="1">
                        <a:defRPr kumimoji="1" sz="1800" kern="1200">
                          <a:solidFill>
                            <a:schemeClr val="tx1"/>
                          </a:solidFill>
                          <a:latin typeface="HG創英角ｺﾞｼｯｸUB"/>
                          <a:ea typeface="HG創英角ｺﾞｼｯｸUB"/>
                        </a:defRPr>
                      </a:lvl8pPr>
                      <a:lvl9pPr marL="3657600" algn="l" defTabSz="914400" rtl="0" eaLnBrk="1" latinLnBrk="0" hangingPunct="1">
                        <a:defRPr kumimoji="1" sz="1800" kern="1200">
                          <a:solidFill>
                            <a:schemeClr val="tx1"/>
                          </a:solidFill>
                          <a:latin typeface="HG創英角ｺﾞｼｯｸUB"/>
                          <a:ea typeface="HG創英角ｺﾞｼｯｸUB"/>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ACG</a:t>
                      </a:r>
                    </a:p>
                  </a:txBody>
                  <a:tcPr marL="36000" marR="36000" marT="18000" marB="18000" anchor="ctr" horzOverflow="overflow">
                    <a:noFill/>
                  </a:tcPr>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A</a:t>
                      </a:r>
                    </a:p>
                  </a:txBody>
                  <a:tcPr marL="72000" marR="72000" marT="18000" marB="18000" anchor="ctr">
                    <a:solidFill>
                      <a:srgbClr val="CCECFF"/>
                    </a:solidFill>
                  </a:tcPr>
                </a:tc>
                <a:tc>
                  <a:txBody>
                    <a:body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A</a:t>
                      </a:r>
                    </a:p>
                  </a:txBody>
                  <a:tcPr marL="72000" marR="72000" marT="18000" marB="18000" anchor="ctr">
                    <a:solidFill>
                      <a:srgbClr val="CCECFF"/>
                    </a:solidFill>
                  </a:tcPr>
                </a:tc>
                <a:tc>
                  <a:txBody>
                    <a:body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chemeClr val="tx1"/>
                          </a:solidFill>
                          <a:effectLst/>
                          <a:uLnTx/>
                          <a:uFillTx/>
                          <a:latin typeface="Meiryo UI" panose="020B0604030504040204" pitchFamily="50" charset="-128"/>
                          <a:ea typeface="Meiryo UI" panose="020B0604030504040204" pitchFamily="50" charset="-128"/>
                          <a:cs typeface="+mn-cs"/>
                        </a:rPr>
                        <a:t>A</a:t>
                      </a:r>
                      <a:endPar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endParaRPr>
                    </a:p>
                  </a:txBody>
                  <a:tcPr marL="72000" marR="72000" marT="18000" marB="18000" anchor="ctr">
                    <a:solidFill>
                      <a:srgbClr val="CCECFF"/>
                    </a:solidFill>
                  </a:tcPr>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indent="0" algn="l" defTabSz="914227" rtl="0" eaLnBrk="1" fontAlgn="ctr" latinLnBrk="0" hangingPunct="1">
                        <a:lnSpc>
                          <a:spcPct val="100000"/>
                        </a:lnSpc>
                        <a:spcBef>
                          <a:spcPts val="0"/>
                        </a:spcBef>
                        <a:spcAft>
                          <a:spcPts val="0"/>
                        </a:spcAft>
                        <a:buClrTx/>
                        <a:buSzTx/>
                        <a:buFontTx/>
                        <a:buNone/>
                        <a:tabLst/>
                        <a:defRPr/>
                      </a:pPr>
                      <a:endParaRPr lang="en-US" altLang="ja-JP" sz="1200" b="0" i="0" u="none" strike="noStrike" dirty="0">
                        <a:solidFill>
                          <a:schemeClr val="tx1"/>
                        </a:solidFill>
                        <a:effectLst/>
                        <a:latin typeface="Meiryo UI" panose="020B0604030504040204" pitchFamily="50" charset="-128"/>
                        <a:ea typeface="Meiryo UI" panose="020B0604030504040204" pitchFamily="50" charset="-128"/>
                      </a:endParaRPr>
                    </a:p>
                  </a:txBody>
                  <a:tcPr marL="72000" marR="72000" marT="18000" marB="18000" anchor="ctr"/>
                </a:tc>
                <a:extLst>
                  <a:ext uri="{0D108BD9-81ED-4DB2-BD59-A6C34878D82A}">
                    <a16:rowId xmlns:a16="http://schemas.microsoft.com/office/drawing/2014/main" val="525188765"/>
                  </a:ext>
                </a:extLst>
              </a:tr>
              <a:tr h="104455">
                <a:tc>
                  <a:txBody>
                    <a:bodyPr/>
                    <a:lstStyle>
                      <a:lvl1pPr marL="0" algn="l" defTabSz="914400" rtl="0" eaLnBrk="1" latinLnBrk="0" hangingPunct="1">
                        <a:defRPr kumimoji="1" sz="1800" kern="1200">
                          <a:solidFill>
                            <a:schemeClr val="tx1"/>
                          </a:solidFill>
                          <a:latin typeface="HG創英角ｺﾞｼｯｸUB"/>
                          <a:ea typeface="HG創英角ｺﾞｼｯｸUB"/>
                        </a:defRPr>
                      </a:lvl1pPr>
                      <a:lvl2pPr marL="457200" algn="l" defTabSz="914400" rtl="0" eaLnBrk="1" latinLnBrk="0" hangingPunct="1">
                        <a:defRPr kumimoji="1" sz="1800" kern="1200">
                          <a:solidFill>
                            <a:schemeClr val="tx1"/>
                          </a:solidFill>
                          <a:latin typeface="HG創英角ｺﾞｼｯｸUB"/>
                          <a:ea typeface="HG創英角ｺﾞｼｯｸUB"/>
                        </a:defRPr>
                      </a:lvl2pPr>
                      <a:lvl3pPr marL="914400" algn="l" defTabSz="914400" rtl="0" eaLnBrk="1" latinLnBrk="0" hangingPunct="1">
                        <a:defRPr kumimoji="1" sz="1800" kern="1200">
                          <a:solidFill>
                            <a:schemeClr val="tx1"/>
                          </a:solidFill>
                          <a:latin typeface="HG創英角ｺﾞｼｯｸUB"/>
                          <a:ea typeface="HG創英角ｺﾞｼｯｸUB"/>
                        </a:defRPr>
                      </a:lvl3pPr>
                      <a:lvl4pPr marL="1371600" algn="l" defTabSz="914400" rtl="0" eaLnBrk="1" latinLnBrk="0" hangingPunct="1">
                        <a:defRPr kumimoji="1" sz="1800" kern="1200">
                          <a:solidFill>
                            <a:schemeClr val="tx1"/>
                          </a:solidFill>
                          <a:latin typeface="HG創英角ｺﾞｼｯｸUB"/>
                          <a:ea typeface="HG創英角ｺﾞｼｯｸUB"/>
                        </a:defRPr>
                      </a:lvl4pPr>
                      <a:lvl5pPr marL="1828800" algn="l" defTabSz="914400" rtl="0" eaLnBrk="1" latinLnBrk="0" hangingPunct="1">
                        <a:defRPr kumimoji="1" sz="1800" kern="1200">
                          <a:solidFill>
                            <a:schemeClr val="tx1"/>
                          </a:solidFill>
                          <a:latin typeface="HG創英角ｺﾞｼｯｸUB"/>
                          <a:ea typeface="HG創英角ｺﾞｼｯｸUB"/>
                        </a:defRPr>
                      </a:lvl5pPr>
                      <a:lvl6pPr marL="2286000" algn="l" defTabSz="914400" rtl="0" eaLnBrk="1" latinLnBrk="0" hangingPunct="1">
                        <a:defRPr kumimoji="1" sz="1800" kern="1200">
                          <a:solidFill>
                            <a:schemeClr val="tx1"/>
                          </a:solidFill>
                          <a:latin typeface="HG創英角ｺﾞｼｯｸUB"/>
                          <a:ea typeface="HG創英角ｺﾞｼｯｸUB"/>
                        </a:defRPr>
                      </a:lvl6pPr>
                      <a:lvl7pPr marL="2743200" algn="l" defTabSz="914400" rtl="0" eaLnBrk="1" latinLnBrk="0" hangingPunct="1">
                        <a:defRPr kumimoji="1" sz="1800" kern="1200">
                          <a:solidFill>
                            <a:schemeClr val="tx1"/>
                          </a:solidFill>
                          <a:latin typeface="HG創英角ｺﾞｼｯｸUB"/>
                          <a:ea typeface="HG創英角ｺﾞｼｯｸUB"/>
                        </a:defRPr>
                      </a:lvl7pPr>
                      <a:lvl8pPr marL="3200400" algn="l" defTabSz="914400" rtl="0" eaLnBrk="1" latinLnBrk="0" hangingPunct="1">
                        <a:defRPr kumimoji="1" sz="1800" kern="1200">
                          <a:solidFill>
                            <a:schemeClr val="tx1"/>
                          </a:solidFill>
                          <a:latin typeface="HG創英角ｺﾞｼｯｸUB"/>
                          <a:ea typeface="HG創英角ｺﾞｼｯｸUB"/>
                        </a:defRPr>
                      </a:lvl8pPr>
                      <a:lvl9pPr marL="3657600" algn="l" defTabSz="914400" rtl="0" eaLnBrk="1" latinLnBrk="0" hangingPunct="1">
                        <a:defRPr kumimoji="1" sz="1800" kern="1200">
                          <a:solidFill>
                            <a:schemeClr val="tx1"/>
                          </a:solidFill>
                          <a:latin typeface="HG創英角ｺﾞｼｯｸUB"/>
                          <a:ea typeface="HG創英角ｺﾞｼｯｸUB"/>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TENSSIONER</a:t>
                      </a:r>
                    </a:p>
                  </a:txBody>
                  <a:tcPr marL="36000" marR="36000" marT="18000" marB="18000" anchor="ctr" horzOverflow="overflow">
                    <a:noFill/>
                  </a:tcPr>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A</a:t>
                      </a:r>
                    </a:p>
                  </a:txBody>
                  <a:tcPr marL="72000" marR="72000" marT="18000" marB="18000" anchor="ctr">
                    <a:solidFill>
                      <a:srgbClr val="CCECFF"/>
                    </a:solidFill>
                  </a:tcPr>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A</a:t>
                      </a:r>
                    </a:p>
                  </a:txBody>
                  <a:tcPr marL="72000" marR="72000" marT="18000" marB="18000" anchor="ctr">
                    <a:solidFill>
                      <a:srgbClr val="CCECFF"/>
                    </a:solidFill>
                  </a:tcPr>
                </a:tc>
                <a:tc>
                  <a:txBody>
                    <a:body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chemeClr val="tx1"/>
                          </a:solidFill>
                          <a:effectLst/>
                          <a:uLnTx/>
                          <a:uFillTx/>
                          <a:latin typeface="Meiryo UI" panose="020B0604030504040204" pitchFamily="50" charset="-128"/>
                          <a:ea typeface="Meiryo UI" panose="020B0604030504040204" pitchFamily="50" charset="-128"/>
                          <a:cs typeface="+mn-cs"/>
                        </a:rPr>
                        <a:t>A</a:t>
                      </a:r>
                      <a:endPar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endParaRPr>
                    </a:p>
                  </a:txBody>
                  <a:tcPr marL="72000" marR="72000" marT="18000" marB="18000" anchor="ctr">
                    <a:solidFill>
                      <a:srgbClr val="CCECFF"/>
                    </a:solidFill>
                  </a:tcPr>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indent="0" algn="l" defTabSz="914227" rtl="0" eaLnBrk="1" fontAlgn="ctr" latinLnBrk="0" hangingPunct="1">
                        <a:lnSpc>
                          <a:spcPct val="100000"/>
                        </a:lnSpc>
                        <a:spcBef>
                          <a:spcPts val="0"/>
                        </a:spcBef>
                        <a:spcAft>
                          <a:spcPts val="0"/>
                        </a:spcAft>
                        <a:buClrTx/>
                        <a:buSzTx/>
                        <a:buFontTx/>
                        <a:buNone/>
                        <a:tabLst/>
                        <a:defRPr/>
                      </a:pPr>
                      <a:endParaRPr lang="en-US" altLang="ja-JP" sz="1200" b="0" i="0" u="none" strike="noStrike" dirty="0">
                        <a:solidFill>
                          <a:schemeClr val="tx1"/>
                        </a:solidFill>
                        <a:effectLst/>
                        <a:latin typeface="Meiryo UI" panose="020B0604030504040204" pitchFamily="50" charset="-128"/>
                        <a:ea typeface="Meiryo UI" panose="020B0604030504040204" pitchFamily="50" charset="-128"/>
                      </a:endParaRPr>
                    </a:p>
                  </a:txBody>
                  <a:tcPr marL="72000" marR="72000" marT="18000" marB="18000" anchor="ctr"/>
                </a:tc>
                <a:extLst>
                  <a:ext uri="{0D108BD9-81ED-4DB2-BD59-A6C34878D82A}">
                    <a16:rowId xmlns:a16="http://schemas.microsoft.com/office/drawing/2014/main" val="1412972031"/>
                  </a:ext>
                </a:extLst>
              </a:tr>
              <a:tr h="10445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STARTER</a:t>
                      </a:r>
                    </a:p>
                  </a:txBody>
                  <a:tcPr marL="36000" marR="36000" marT="18000" marB="18000" anchor="ctr" horzOverflow="overflow">
                    <a:noFill/>
                  </a:tcPr>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A</a:t>
                      </a:r>
                    </a:p>
                  </a:txBody>
                  <a:tcPr marL="72000" marR="72000" marT="18000" marB="18000" anchor="ctr">
                    <a:solidFill>
                      <a:srgbClr val="CCECFF"/>
                    </a:solidFill>
                  </a:tcPr>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A</a:t>
                      </a:r>
                    </a:p>
                  </a:txBody>
                  <a:tcPr marL="72000" marR="72000" marT="18000" marB="18000" anchor="ctr">
                    <a:solidFill>
                      <a:srgbClr val="CCECFF"/>
                    </a:solidFill>
                  </a:tcPr>
                </a:tc>
                <a:tc>
                  <a:txBody>
                    <a:body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A</a:t>
                      </a:r>
                    </a:p>
                  </a:txBody>
                  <a:tcPr marL="72000" marR="72000" marT="18000" marB="18000" anchor="ctr">
                    <a:solidFill>
                      <a:srgbClr val="CCECFF"/>
                    </a:solidFill>
                  </a:tcPr>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l" defTabSz="914227" rtl="0" eaLnBrk="1" fontAlgn="ctr" latinLnBrk="0" hangingPunct="1">
                        <a:lnSpc>
                          <a:spcPct val="100000"/>
                        </a:lnSpc>
                        <a:spcBef>
                          <a:spcPts val="0"/>
                        </a:spcBef>
                        <a:spcAft>
                          <a:spcPts val="0"/>
                        </a:spcAft>
                        <a:buClrTx/>
                        <a:buSzTx/>
                        <a:buFontTx/>
                        <a:buNone/>
                        <a:tabLst/>
                        <a:defRPr/>
                      </a:pPr>
                      <a:endParaRPr kumimoji="1" lang="en-US" altLang="ja-JP" sz="12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endParaRPr>
                    </a:p>
                  </a:txBody>
                  <a:tcPr marL="72000" marR="72000" marT="18000" marB="18000" anchor="ctr"/>
                </a:tc>
                <a:extLst>
                  <a:ext uri="{0D108BD9-81ED-4DB2-BD59-A6C34878D82A}">
                    <a16:rowId xmlns:a16="http://schemas.microsoft.com/office/drawing/2014/main" val="2947367680"/>
                  </a:ext>
                </a:extLst>
              </a:tr>
              <a:tr h="10445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ENG HARNESS</a:t>
                      </a:r>
                    </a:p>
                  </a:txBody>
                  <a:tcPr marL="36000" marR="36000" marT="18000" marB="18000" anchor="ctr" horzOverflow="overflow"/>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A</a:t>
                      </a:r>
                    </a:p>
                  </a:txBody>
                  <a:tcPr marL="72000" marR="72000" marT="18000" marB="18000" anchor="ctr">
                    <a:solidFill>
                      <a:srgbClr val="CCECFF"/>
                    </a:solidFill>
                  </a:tcPr>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B</a:t>
                      </a:r>
                    </a:p>
                  </a:txBody>
                  <a:tcPr marL="72000" marR="72000" marT="18000" marB="18000" anchor="ctr">
                    <a:solidFill>
                      <a:srgbClr val="FFCC99"/>
                    </a:solidFill>
                  </a:tcPr>
                </a:tc>
                <a:tc>
                  <a:txBody>
                    <a:body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C</a:t>
                      </a:r>
                    </a:p>
                  </a:txBody>
                  <a:tcPr marL="72000" marR="72000" marT="18000" marB="18000" anchor="ctr">
                    <a:solidFill>
                      <a:srgbClr val="FFC000"/>
                    </a:solidFill>
                  </a:tcPr>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l" defTabSz="914227" rtl="0" eaLnBrk="1" fontAlgn="ctr" latinLnBrk="0" hangingPunct="1">
                        <a:lnSpc>
                          <a:spcPct val="100000"/>
                        </a:lnSpc>
                        <a:spcBef>
                          <a:spcPts val="0"/>
                        </a:spcBef>
                        <a:spcAft>
                          <a:spcPts val="0"/>
                        </a:spcAft>
                        <a:buClrTx/>
                        <a:buSzTx/>
                        <a:buFontTx/>
                        <a:buNone/>
                        <a:tabLst/>
                        <a:defRPr/>
                      </a:pPr>
                      <a:r>
                        <a:rPr lang="en-US" altLang="ja-JP" sz="1200" b="0" i="0" u="none" strike="noStrike" dirty="0">
                          <a:solidFill>
                            <a:schemeClr val="tx1"/>
                          </a:solidFill>
                          <a:effectLst/>
                          <a:latin typeface="Meiryo UI" panose="020B0604030504040204" pitchFamily="50" charset="-128"/>
                          <a:ea typeface="Meiryo UI" panose="020B0604030504040204" pitchFamily="50" charset="-128"/>
                        </a:rPr>
                        <a:t>ECU&amp;ENG room design</a:t>
                      </a:r>
                    </a:p>
                  </a:txBody>
                  <a:tcPr marL="72000" marR="72000" marT="18000" marB="18000" anchor="ctr"/>
                </a:tc>
                <a:extLst>
                  <a:ext uri="{0D108BD9-81ED-4DB2-BD59-A6C34878D82A}">
                    <a16:rowId xmlns:a16="http://schemas.microsoft.com/office/drawing/2014/main" val="1582975509"/>
                  </a:ext>
                </a:extLst>
              </a:tr>
              <a:tr h="104455">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PCS</a:t>
                      </a:r>
                    </a:p>
                  </a:txBody>
                  <a:tcPr marL="36000" marR="36000" marT="18000" marB="18000" anchor="ctr" horzOverflow="overflow"/>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A</a:t>
                      </a:r>
                    </a:p>
                  </a:txBody>
                  <a:tcPr marL="72000" marR="72000" marT="18000" marB="18000" anchor="ctr">
                    <a:solidFill>
                      <a:srgbClr val="CCECFF"/>
                    </a:solidFill>
                  </a:tcPr>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A</a:t>
                      </a:r>
                    </a:p>
                  </a:txBody>
                  <a:tcPr marL="72000" marR="72000" marT="18000" marB="18000" anchor="ctr">
                    <a:solidFill>
                      <a:srgbClr val="CCECFF"/>
                    </a:solidFill>
                  </a:tcPr>
                </a:tc>
                <a:tc>
                  <a:txBody>
                    <a:bodyPr/>
                    <a:lstStyle/>
                    <a:p>
                      <a:pPr marL="0" marR="0" lvl="0" indent="0" algn="ctr" defTabSz="914227"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A</a:t>
                      </a:r>
                    </a:p>
                  </a:txBody>
                  <a:tcPr marL="72000" marR="72000" marT="18000" marB="18000" anchor="ctr">
                    <a:solidFill>
                      <a:srgbClr val="CCECFF"/>
                    </a:solidFill>
                  </a:tcPr>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l" defTabSz="914227" rtl="0" eaLnBrk="1" fontAlgn="ctr" latinLnBrk="0" hangingPunct="1">
                        <a:lnSpc>
                          <a:spcPct val="100000"/>
                        </a:lnSpc>
                        <a:spcBef>
                          <a:spcPts val="0"/>
                        </a:spcBef>
                        <a:spcAft>
                          <a:spcPts val="0"/>
                        </a:spcAft>
                        <a:buClrTx/>
                        <a:buSzTx/>
                        <a:buFontTx/>
                        <a:buNone/>
                        <a:tabLst/>
                        <a:defRPr/>
                      </a:pPr>
                      <a:endParaRPr kumimoji="1" lang="en-US" altLang="ja-JP" sz="12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endParaRPr>
                    </a:p>
                  </a:txBody>
                  <a:tcPr marL="72000" marR="72000" marT="18000" marB="18000" anchor="ctr"/>
                </a:tc>
                <a:extLst>
                  <a:ext uri="{0D108BD9-81ED-4DB2-BD59-A6C34878D82A}">
                    <a16:rowId xmlns:a16="http://schemas.microsoft.com/office/drawing/2014/main" val="2436873439"/>
                  </a:ext>
                </a:extLst>
              </a:tr>
            </a:tbl>
          </a:graphicData>
        </a:graphic>
      </p:graphicFrame>
      <p:pic>
        <p:nvPicPr>
          <p:cNvPr id="5" name="Picture 4"/>
          <p:cNvPicPr>
            <a:picLocks noChangeAspect="1"/>
          </p:cNvPicPr>
          <p:nvPr/>
        </p:nvPicPr>
        <p:blipFill rotWithShape="1">
          <a:blip r:embed="rId2"/>
          <a:srcRect l="31057" t="7374" r="23319" b="2634"/>
          <a:stretch/>
        </p:blipFill>
        <p:spPr>
          <a:xfrm>
            <a:off x="6257739" y="1593637"/>
            <a:ext cx="2728066" cy="2424413"/>
          </a:xfrm>
          <a:prstGeom prst="rect">
            <a:avLst/>
          </a:prstGeom>
        </p:spPr>
      </p:pic>
      <p:pic>
        <p:nvPicPr>
          <p:cNvPr id="6" name="Picture 5"/>
          <p:cNvPicPr>
            <a:picLocks noChangeAspect="1"/>
          </p:cNvPicPr>
          <p:nvPr/>
        </p:nvPicPr>
        <p:blipFill rotWithShape="1">
          <a:blip r:embed="rId3"/>
          <a:srcRect l="22593" t="6122" r="30332" b="10326"/>
          <a:stretch/>
        </p:blipFill>
        <p:spPr>
          <a:xfrm>
            <a:off x="6289000" y="4340223"/>
            <a:ext cx="2737445" cy="2189019"/>
          </a:xfrm>
          <a:prstGeom prst="rect">
            <a:avLst/>
          </a:prstGeom>
        </p:spPr>
      </p:pic>
      <p:sp>
        <p:nvSpPr>
          <p:cNvPr id="10" name="Left Arrow 9"/>
          <p:cNvSpPr/>
          <p:nvPr/>
        </p:nvSpPr>
        <p:spPr bwMode="auto">
          <a:xfrm rot="20611597">
            <a:off x="6343802" y="3443123"/>
            <a:ext cx="446809" cy="385041"/>
          </a:xfrm>
          <a:prstGeom prst="leftArrow">
            <a:avLst/>
          </a:prstGeom>
          <a:solidFill>
            <a:srgbClr val="FFFF99"/>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sz="1200" b="0" i="0" u="none" strike="noStrike" cap="none" normalizeH="0" baseline="0" dirty="0">
                <a:ln>
                  <a:noFill/>
                </a:ln>
                <a:solidFill>
                  <a:sysClr val="windowText" lastClr="000000"/>
                </a:solidFill>
                <a:effectLst/>
                <a:latin typeface="Arial Narrow" panose="020B0606020202030204" pitchFamily="34" charset="0"/>
                <a:ea typeface="ＭＳ Ｐゴシック" pitchFamily="50" charset="-128"/>
              </a:rPr>
              <a:t>FR</a:t>
            </a:r>
          </a:p>
        </p:txBody>
      </p:sp>
      <p:sp>
        <p:nvSpPr>
          <p:cNvPr id="11" name="Left Arrow 10"/>
          <p:cNvSpPr/>
          <p:nvPr/>
        </p:nvSpPr>
        <p:spPr bwMode="auto">
          <a:xfrm rot="20611597" flipH="1">
            <a:off x="8775758" y="4623780"/>
            <a:ext cx="370500" cy="385041"/>
          </a:xfrm>
          <a:prstGeom prst="leftArrow">
            <a:avLst/>
          </a:prstGeom>
          <a:solidFill>
            <a:srgbClr val="FFFF99"/>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sz="1200" b="0" i="0" u="none" strike="noStrike" cap="none" normalizeH="0" baseline="0" dirty="0">
                <a:ln>
                  <a:noFill/>
                </a:ln>
                <a:solidFill>
                  <a:sysClr val="windowText" lastClr="000000"/>
                </a:solidFill>
                <a:effectLst/>
                <a:latin typeface="Arial Narrow" panose="020B0606020202030204" pitchFamily="34" charset="0"/>
                <a:ea typeface="ＭＳ Ｐゴシック" pitchFamily="50" charset="-128"/>
              </a:rPr>
              <a:t>FR</a:t>
            </a:r>
          </a:p>
        </p:txBody>
      </p:sp>
      <p:cxnSp>
        <p:nvCxnSpPr>
          <p:cNvPr id="12" name="Straight Arrow Connector 11"/>
          <p:cNvCxnSpPr>
            <a:stCxn id="13" idx="2"/>
          </p:cNvCxnSpPr>
          <p:nvPr/>
        </p:nvCxnSpPr>
        <p:spPr bwMode="auto">
          <a:xfrm>
            <a:off x="6836034" y="1439482"/>
            <a:ext cx="41122" cy="437609"/>
          </a:xfrm>
          <a:prstGeom prst="straightConnector1">
            <a:avLst/>
          </a:prstGeom>
          <a:solidFill>
            <a:schemeClr val="accent1"/>
          </a:solidFill>
          <a:ln w="9525" cap="flat" cmpd="sng" algn="ctr">
            <a:solidFill>
              <a:schemeClr val="tx1"/>
            </a:solidFill>
            <a:prstDash val="solid"/>
            <a:round/>
            <a:headEnd type="none" w="med" len="med"/>
            <a:tailEnd type="oval"/>
          </a:ln>
          <a:effectLst>
            <a:glow rad="101600">
              <a:schemeClr val="bg1">
                <a:alpha val="60000"/>
              </a:schemeClr>
            </a:glow>
          </a:effectLst>
        </p:spPr>
      </p:cxnSp>
      <p:sp>
        <p:nvSpPr>
          <p:cNvPr id="13" name="TextBox 12"/>
          <p:cNvSpPr txBox="1"/>
          <p:nvPr/>
        </p:nvSpPr>
        <p:spPr>
          <a:xfrm>
            <a:off x="6525692" y="1177872"/>
            <a:ext cx="620683" cy="261610"/>
          </a:xfrm>
          <a:prstGeom prst="rect">
            <a:avLst/>
          </a:prstGeom>
          <a:solidFill>
            <a:schemeClr val="bg1"/>
          </a:solidFill>
          <a:ln>
            <a:solidFill>
              <a:schemeClr val="tx1"/>
            </a:solidFill>
          </a:ln>
        </p:spPr>
        <p:txBody>
          <a:bodyPr wrap="none" rtlCol="0">
            <a:spAutoFit/>
          </a:bodyPr>
          <a:lstStyle/>
          <a:p>
            <a:r>
              <a:rPr lang="en-US" sz="1100" dirty="0">
                <a:latin typeface="Arial Narrow" panose="020B0606020202030204" pitchFamily="34" charset="0"/>
              </a:rPr>
              <a:t>IN MANI</a:t>
            </a:r>
          </a:p>
        </p:txBody>
      </p:sp>
      <p:cxnSp>
        <p:nvCxnSpPr>
          <p:cNvPr id="14" name="Straight Arrow Connector 13"/>
          <p:cNvCxnSpPr>
            <a:stCxn id="16" idx="2"/>
          </p:cNvCxnSpPr>
          <p:nvPr/>
        </p:nvCxnSpPr>
        <p:spPr bwMode="auto">
          <a:xfrm flipH="1">
            <a:off x="8210788" y="1344258"/>
            <a:ext cx="145811" cy="566271"/>
          </a:xfrm>
          <a:prstGeom prst="straightConnector1">
            <a:avLst/>
          </a:prstGeom>
          <a:solidFill>
            <a:schemeClr val="accent1"/>
          </a:solidFill>
          <a:ln w="9525" cap="flat" cmpd="sng" algn="ctr">
            <a:solidFill>
              <a:schemeClr val="tx1"/>
            </a:solidFill>
            <a:prstDash val="solid"/>
            <a:round/>
            <a:headEnd type="none" w="med" len="med"/>
            <a:tailEnd type="oval"/>
          </a:ln>
          <a:effectLst>
            <a:glow rad="101600">
              <a:schemeClr val="bg1">
                <a:alpha val="60000"/>
              </a:schemeClr>
            </a:glow>
          </a:effectLst>
        </p:spPr>
      </p:cxnSp>
      <p:sp>
        <p:nvSpPr>
          <p:cNvPr id="16" name="TextBox 15"/>
          <p:cNvSpPr txBox="1"/>
          <p:nvPr/>
        </p:nvSpPr>
        <p:spPr>
          <a:xfrm>
            <a:off x="8110377" y="1082648"/>
            <a:ext cx="492444" cy="261610"/>
          </a:xfrm>
          <a:prstGeom prst="rect">
            <a:avLst/>
          </a:prstGeom>
          <a:solidFill>
            <a:schemeClr val="bg1"/>
          </a:solidFill>
          <a:ln>
            <a:solidFill>
              <a:schemeClr val="tx1"/>
            </a:solidFill>
          </a:ln>
        </p:spPr>
        <p:txBody>
          <a:bodyPr wrap="none" rtlCol="0">
            <a:spAutoFit/>
          </a:bodyPr>
          <a:lstStyle/>
          <a:p>
            <a:r>
              <a:rPr lang="en-US" sz="1100" dirty="0">
                <a:latin typeface="Arial Narrow" panose="020B0606020202030204" pitchFamily="34" charset="0"/>
              </a:rPr>
              <a:t>AIR/C</a:t>
            </a:r>
          </a:p>
        </p:txBody>
      </p:sp>
      <p:cxnSp>
        <p:nvCxnSpPr>
          <p:cNvPr id="19" name="Straight Arrow Connector 18"/>
          <p:cNvCxnSpPr>
            <a:stCxn id="18" idx="2"/>
          </p:cNvCxnSpPr>
          <p:nvPr/>
        </p:nvCxnSpPr>
        <p:spPr bwMode="auto">
          <a:xfrm flipH="1">
            <a:off x="8572025" y="3223858"/>
            <a:ext cx="114157" cy="397095"/>
          </a:xfrm>
          <a:prstGeom prst="straightConnector1">
            <a:avLst/>
          </a:prstGeom>
          <a:solidFill>
            <a:schemeClr val="accent1"/>
          </a:solidFill>
          <a:ln w="9525" cap="flat" cmpd="sng" algn="ctr">
            <a:solidFill>
              <a:schemeClr val="tx1"/>
            </a:solidFill>
            <a:prstDash val="solid"/>
            <a:round/>
            <a:headEnd type="none" w="med" len="med"/>
            <a:tailEnd type="oval"/>
          </a:ln>
          <a:effectLst>
            <a:glow rad="101600">
              <a:schemeClr val="bg1">
                <a:alpha val="60000"/>
              </a:schemeClr>
            </a:glow>
          </a:effectLst>
        </p:spPr>
      </p:cxnSp>
      <p:sp>
        <p:nvSpPr>
          <p:cNvPr id="18" name="TextBox 17"/>
          <p:cNvSpPr txBox="1"/>
          <p:nvPr/>
        </p:nvSpPr>
        <p:spPr>
          <a:xfrm>
            <a:off x="8228364" y="2962248"/>
            <a:ext cx="915636" cy="261610"/>
          </a:xfrm>
          <a:prstGeom prst="rect">
            <a:avLst/>
          </a:prstGeom>
          <a:solidFill>
            <a:schemeClr val="bg1"/>
          </a:solidFill>
          <a:ln>
            <a:solidFill>
              <a:schemeClr val="tx1"/>
            </a:solidFill>
          </a:ln>
        </p:spPr>
        <p:txBody>
          <a:bodyPr wrap="none" rtlCol="0">
            <a:spAutoFit/>
          </a:bodyPr>
          <a:lstStyle/>
          <a:p>
            <a:r>
              <a:rPr lang="en-US" sz="1100" dirty="0">
                <a:latin typeface="Arial Narrow" panose="020B0606020202030204" pitchFamily="34" charset="0"/>
              </a:rPr>
              <a:t>RESONATOR</a:t>
            </a:r>
          </a:p>
        </p:txBody>
      </p:sp>
      <p:sp>
        <p:nvSpPr>
          <p:cNvPr id="21" name="TextBox 20"/>
          <p:cNvSpPr txBox="1"/>
          <p:nvPr/>
        </p:nvSpPr>
        <p:spPr>
          <a:xfrm>
            <a:off x="7323356" y="1111341"/>
            <a:ext cx="710451" cy="261610"/>
          </a:xfrm>
          <a:prstGeom prst="rect">
            <a:avLst/>
          </a:prstGeom>
          <a:solidFill>
            <a:schemeClr val="bg1"/>
          </a:solidFill>
          <a:ln>
            <a:solidFill>
              <a:schemeClr val="tx1"/>
            </a:solidFill>
          </a:ln>
        </p:spPr>
        <p:txBody>
          <a:bodyPr wrap="none" rtlCol="0">
            <a:spAutoFit/>
          </a:bodyPr>
          <a:lstStyle/>
          <a:p>
            <a:r>
              <a:rPr lang="en-US" sz="1100" dirty="0">
                <a:latin typeface="Arial Narrow" panose="020B0606020202030204" pitchFamily="34" charset="0"/>
              </a:rPr>
              <a:t>INT TUBE</a:t>
            </a:r>
          </a:p>
        </p:txBody>
      </p:sp>
      <p:cxnSp>
        <p:nvCxnSpPr>
          <p:cNvPr id="22" name="Straight Arrow Connector 21"/>
          <p:cNvCxnSpPr>
            <a:stCxn id="21" idx="2"/>
          </p:cNvCxnSpPr>
          <p:nvPr/>
        </p:nvCxnSpPr>
        <p:spPr bwMode="auto">
          <a:xfrm flipH="1">
            <a:off x="7632676" y="1372951"/>
            <a:ext cx="45906" cy="1038868"/>
          </a:xfrm>
          <a:prstGeom prst="straightConnector1">
            <a:avLst/>
          </a:prstGeom>
          <a:solidFill>
            <a:schemeClr val="accent1"/>
          </a:solidFill>
          <a:ln w="9525" cap="flat" cmpd="sng" algn="ctr">
            <a:solidFill>
              <a:schemeClr val="tx1"/>
            </a:solidFill>
            <a:prstDash val="solid"/>
            <a:round/>
            <a:headEnd type="none" w="med" len="med"/>
            <a:tailEnd type="oval"/>
          </a:ln>
          <a:effectLst>
            <a:glow rad="101600">
              <a:schemeClr val="bg1">
                <a:alpha val="60000"/>
              </a:schemeClr>
            </a:glow>
          </a:effectLst>
        </p:spPr>
      </p:cxnSp>
      <p:cxnSp>
        <p:nvCxnSpPr>
          <p:cNvPr id="25" name="Straight Arrow Connector 24"/>
          <p:cNvCxnSpPr>
            <a:stCxn id="27" idx="0"/>
          </p:cNvCxnSpPr>
          <p:nvPr/>
        </p:nvCxnSpPr>
        <p:spPr bwMode="auto">
          <a:xfrm flipH="1" flipV="1">
            <a:off x="7436003" y="2796292"/>
            <a:ext cx="262859" cy="825711"/>
          </a:xfrm>
          <a:prstGeom prst="straightConnector1">
            <a:avLst/>
          </a:prstGeom>
          <a:solidFill>
            <a:schemeClr val="accent1"/>
          </a:solidFill>
          <a:ln w="9525" cap="flat" cmpd="sng" algn="ctr">
            <a:solidFill>
              <a:schemeClr val="tx1"/>
            </a:solidFill>
            <a:prstDash val="solid"/>
            <a:round/>
            <a:headEnd type="none" w="med" len="med"/>
            <a:tailEnd type="oval"/>
          </a:ln>
          <a:effectLst>
            <a:glow rad="101600">
              <a:schemeClr val="bg1">
                <a:alpha val="60000"/>
              </a:schemeClr>
            </a:glow>
          </a:effectLst>
        </p:spPr>
      </p:cxnSp>
      <p:sp>
        <p:nvSpPr>
          <p:cNvPr id="27" name="TextBox 26"/>
          <p:cNvSpPr txBox="1"/>
          <p:nvPr/>
        </p:nvSpPr>
        <p:spPr>
          <a:xfrm>
            <a:off x="7337224" y="3622003"/>
            <a:ext cx="723275" cy="261610"/>
          </a:xfrm>
          <a:prstGeom prst="rect">
            <a:avLst/>
          </a:prstGeom>
          <a:solidFill>
            <a:schemeClr val="bg1"/>
          </a:solidFill>
          <a:ln>
            <a:solidFill>
              <a:schemeClr val="tx1"/>
            </a:solidFill>
          </a:ln>
        </p:spPr>
        <p:txBody>
          <a:bodyPr wrap="none" rtlCol="0">
            <a:spAutoFit/>
          </a:bodyPr>
          <a:lstStyle/>
          <a:p>
            <a:r>
              <a:rPr lang="en-US" sz="1100" dirty="0">
                <a:latin typeface="Arial Narrow" panose="020B0606020202030204" pitchFamily="34" charset="0"/>
              </a:rPr>
              <a:t>INT DUCT</a:t>
            </a:r>
          </a:p>
        </p:txBody>
      </p:sp>
      <p:sp>
        <p:nvSpPr>
          <p:cNvPr id="29" name="TextBox 28"/>
          <p:cNvSpPr txBox="1"/>
          <p:nvPr/>
        </p:nvSpPr>
        <p:spPr>
          <a:xfrm>
            <a:off x="6672046" y="6504781"/>
            <a:ext cx="819455" cy="261610"/>
          </a:xfrm>
          <a:prstGeom prst="rect">
            <a:avLst/>
          </a:prstGeom>
          <a:solidFill>
            <a:schemeClr val="bg1"/>
          </a:solidFill>
          <a:ln>
            <a:solidFill>
              <a:schemeClr val="tx1"/>
            </a:solidFill>
          </a:ln>
        </p:spPr>
        <p:txBody>
          <a:bodyPr wrap="none" rtlCol="0">
            <a:spAutoFit/>
          </a:bodyPr>
          <a:lstStyle/>
          <a:p>
            <a:r>
              <a:rPr lang="en-US" sz="1100" dirty="0">
                <a:latin typeface="Arial Narrow" panose="020B0606020202030204" pitchFamily="34" charset="0"/>
              </a:rPr>
              <a:t>UNF CONV.</a:t>
            </a:r>
          </a:p>
        </p:txBody>
      </p:sp>
      <p:cxnSp>
        <p:nvCxnSpPr>
          <p:cNvPr id="30" name="Straight Arrow Connector 29"/>
          <p:cNvCxnSpPr>
            <a:stCxn id="29" idx="0"/>
          </p:cNvCxnSpPr>
          <p:nvPr/>
        </p:nvCxnSpPr>
        <p:spPr bwMode="auto">
          <a:xfrm flipH="1" flipV="1">
            <a:off x="6877156" y="6138333"/>
            <a:ext cx="204618" cy="366448"/>
          </a:xfrm>
          <a:prstGeom prst="straightConnector1">
            <a:avLst/>
          </a:prstGeom>
          <a:solidFill>
            <a:schemeClr val="accent1"/>
          </a:solidFill>
          <a:ln w="9525" cap="flat" cmpd="sng" algn="ctr">
            <a:solidFill>
              <a:schemeClr val="tx1"/>
            </a:solidFill>
            <a:prstDash val="solid"/>
            <a:round/>
            <a:headEnd type="none" w="med" len="med"/>
            <a:tailEnd type="oval"/>
          </a:ln>
          <a:effectLst>
            <a:glow rad="101600">
              <a:schemeClr val="bg1">
                <a:alpha val="60000"/>
              </a:schemeClr>
            </a:glow>
          </a:effectLst>
        </p:spPr>
      </p:cxnSp>
      <p:cxnSp>
        <p:nvCxnSpPr>
          <p:cNvPr id="34" name="Straight Arrow Connector 33"/>
          <p:cNvCxnSpPr>
            <a:stCxn id="33" idx="0"/>
          </p:cNvCxnSpPr>
          <p:nvPr/>
        </p:nvCxnSpPr>
        <p:spPr bwMode="auto">
          <a:xfrm flipH="1" flipV="1">
            <a:off x="7861779" y="5562600"/>
            <a:ext cx="100859" cy="942181"/>
          </a:xfrm>
          <a:prstGeom prst="straightConnector1">
            <a:avLst/>
          </a:prstGeom>
          <a:solidFill>
            <a:schemeClr val="accent1"/>
          </a:solidFill>
          <a:ln w="9525" cap="flat" cmpd="sng" algn="ctr">
            <a:solidFill>
              <a:schemeClr val="tx1"/>
            </a:solidFill>
            <a:prstDash val="solid"/>
            <a:round/>
            <a:headEnd type="none" w="med" len="med"/>
            <a:tailEnd type="oval"/>
          </a:ln>
          <a:effectLst>
            <a:glow rad="101600">
              <a:schemeClr val="bg1">
                <a:alpha val="60000"/>
              </a:schemeClr>
            </a:glow>
          </a:effectLst>
        </p:spPr>
      </p:cxnSp>
      <p:sp>
        <p:nvSpPr>
          <p:cNvPr id="33" name="TextBox 32"/>
          <p:cNvSpPr txBox="1"/>
          <p:nvPr/>
        </p:nvSpPr>
        <p:spPr>
          <a:xfrm>
            <a:off x="7588176" y="6504781"/>
            <a:ext cx="748923" cy="261610"/>
          </a:xfrm>
          <a:prstGeom prst="rect">
            <a:avLst/>
          </a:prstGeom>
          <a:solidFill>
            <a:schemeClr val="bg1"/>
          </a:solidFill>
          <a:ln>
            <a:solidFill>
              <a:schemeClr val="tx1"/>
            </a:solidFill>
          </a:ln>
        </p:spPr>
        <p:txBody>
          <a:bodyPr wrap="none" rtlCol="0">
            <a:spAutoFit/>
          </a:bodyPr>
          <a:lstStyle/>
          <a:p>
            <a:r>
              <a:rPr lang="en-US" sz="1100" dirty="0">
                <a:latin typeface="Arial Narrow" panose="020B0606020202030204" pitchFamily="34" charset="0"/>
              </a:rPr>
              <a:t>CC CONV.</a:t>
            </a:r>
          </a:p>
        </p:txBody>
      </p:sp>
      <p:cxnSp>
        <p:nvCxnSpPr>
          <p:cNvPr id="37" name="Straight Arrow Connector 36"/>
          <p:cNvCxnSpPr>
            <a:stCxn id="36" idx="2"/>
          </p:cNvCxnSpPr>
          <p:nvPr/>
        </p:nvCxnSpPr>
        <p:spPr bwMode="auto">
          <a:xfrm flipH="1">
            <a:off x="7797641" y="4280402"/>
            <a:ext cx="81262" cy="465165"/>
          </a:xfrm>
          <a:prstGeom prst="straightConnector1">
            <a:avLst/>
          </a:prstGeom>
          <a:solidFill>
            <a:schemeClr val="accent1"/>
          </a:solidFill>
          <a:ln w="9525" cap="flat" cmpd="sng" algn="ctr">
            <a:solidFill>
              <a:schemeClr val="tx1"/>
            </a:solidFill>
            <a:prstDash val="solid"/>
            <a:round/>
            <a:headEnd type="none" w="med" len="med"/>
            <a:tailEnd type="oval"/>
          </a:ln>
          <a:effectLst>
            <a:glow rad="101600">
              <a:schemeClr val="bg1">
                <a:alpha val="60000"/>
              </a:schemeClr>
            </a:glow>
          </a:effectLst>
        </p:spPr>
      </p:cxnSp>
      <p:cxnSp>
        <p:nvCxnSpPr>
          <p:cNvPr id="40" name="Straight Arrow Connector 39"/>
          <p:cNvCxnSpPr>
            <a:stCxn id="36" idx="2"/>
          </p:cNvCxnSpPr>
          <p:nvPr/>
        </p:nvCxnSpPr>
        <p:spPr bwMode="auto">
          <a:xfrm>
            <a:off x="7878903" y="4280402"/>
            <a:ext cx="63244" cy="511731"/>
          </a:xfrm>
          <a:prstGeom prst="straightConnector1">
            <a:avLst/>
          </a:prstGeom>
          <a:solidFill>
            <a:schemeClr val="accent1"/>
          </a:solidFill>
          <a:ln w="9525" cap="flat" cmpd="sng" algn="ctr">
            <a:solidFill>
              <a:schemeClr val="tx1"/>
            </a:solidFill>
            <a:prstDash val="solid"/>
            <a:round/>
            <a:headEnd type="none" w="med" len="med"/>
            <a:tailEnd type="oval"/>
          </a:ln>
          <a:effectLst>
            <a:glow rad="101600">
              <a:schemeClr val="bg1">
                <a:alpha val="60000"/>
              </a:schemeClr>
            </a:glow>
          </a:effectLst>
        </p:spPr>
      </p:cxnSp>
      <p:cxnSp>
        <p:nvCxnSpPr>
          <p:cNvPr id="43" name="Straight Arrow Connector 42"/>
          <p:cNvCxnSpPr>
            <a:stCxn id="36" idx="2"/>
          </p:cNvCxnSpPr>
          <p:nvPr/>
        </p:nvCxnSpPr>
        <p:spPr bwMode="auto">
          <a:xfrm>
            <a:off x="7878903" y="4280402"/>
            <a:ext cx="203802" cy="563359"/>
          </a:xfrm>
          <a:prstGeom prst="straightConnector1">
            <a:avLst/>
          </a:prstGeom>
          <a:solidFill>
            <a:schemeClr val="accent1"/>
          </a:solidFill>
          <a:ln w="9525" cap="flat" cmpd="sng" algn="ctr">
            <a:solidFill>
              <a:schemeClr val="tx1"/>
            </a:solidFill>
            <a:prstDash val="solid"/>
            <a:round/>
            <a:headEnd type="none" w="med" len="med"/>
            <a:tailEnd type="oval"/>
          </a:ln>
          <a:effectLst>
            <a:glow rad="101600">
              <a:schemeClr val="bg1">
                <a:alpha val="60000"/>
              </a:schemeClr>
            </a:glow>
          </a:effectLst>
        </p:spPr>
      </p:cxnSp>
      <p:cxnSp>
        <p:nvCxnSpPr>
          <p:cNvPr id="46" name="Straight Arrow Connector 45"/>
          <p:cNvCxnSpPr>
            <a:stCxn id="36" idx="2"/>
          </p:cNvCxnSpPr>
          <p:nvPr/>
        </p:nvCxnSpPr>
        <p:spPr bwMode="auto">
          <a:xfrm>
            <a:off x="7878903" y="4280402"/>
            <a:ext cx="349461" cy="597498"/>
          </a:xfrm>
          <a:prstGeom prst="straightConnector1">
            <a:avLst/>
          </a:prstGeom>
          <a:solidFill>
            <a:schemeClr val="accent1"/>
          </a:solidFill>
          <a:ln w="9525" cap="flat" cmpd="sng" algn="ctr">
            <a:solidFill>
              <a:schemeClr val="tx1"/>
            </a:solidFill>
            <a:prstDash val="solid"/>
            <a:round/>
            <a:headEnd type="none" w="med" len="med"/>
            <a:tailEnd type="oval"/>
          </a:ln>
          <a:effectLst>
            <a:glow rad="101600">
              <a:schemeClr val="bg1">
                <a:alpha val="60000"/>
              </a:schemeClr>
            </a:glow>
          </a:effectLst>
        </p:spPr>
      </p:cxnSp>
      <p:sp>
        <p:nvSpPr>
          <p:cNvPr id="36" name="TextBox 35"/>
          <p:cNvSpPr txBox="1"/>
          <p:nvPr/>
        </p:nvSpPr>
        <p:spPr>
          <a:xfrm>
            <a:off x="7671153" y="4018792"/>
            <a:ext cx="415499" cy="261610"/>
          </a:xfrm>
          <a:prstGeom prst="rect">
            <a:avLst/>
          </a:prstGeom>
          <a:solidFill>
            <a:schemeClr val="bg1"/>
          </a:solidFill>
          <a:ln>
            <a:solidFill>
              <a:schemeClr val="tx1"/>
            </a:solidFill>
          </a:ln>
        </p:spPr>
        <p:txBody>
          <a:bodyPr wrap="none" rtlCol="0">
            <a:spAutoFit/>
          </a:bodyPr>
          <a:lstStyle/>
          <a:p>
            <a:r>
              <a:rPr lang="en-US" sz="1100" dirty="0">
                <a:latin typeface="Arial Narrow" panose="020B0606020202030204" pitchFamily="34" charset="0"/>
              </a:rPr>
              <a:t>PTC</a:t>
            </a:r>
          </a:p>
        </p:txBody>
      </p:sp>
      <p:sp>
        <p:nvSpPr>
          <p:cNvPr id="50" name="TextBox 49"/>
          <p:cNvSpPr txBox="1"/>
          <p:nvPr/>
        </p:nvSpPr>
        <p:spPr>
          <a:xfrm>
            <a:off x="6442931" y="3883613"/>
            <a:ext cx="723275" cy="261610"/>
          </a:xfrm>
          <a:prstGeom prst="rect">
            <a:avLst/>
          </a:prstGeom>
          <a:solidFill>
            <a:schemeClr val="bg1"/>
          </a:solidFill>
          <a:ln>
            <a:solidFill>
              <a:schemeClr val="tx1"/>
            </a:solidFill>
          </a:ln>
        </p:spPr>
        <p:txBody>
          <a:bodyPr wrap="none" rtlCol="0">
            <a:spAutoFit/>
          </a:bodyPr>
          <a:lstStyle/>
          <a:p>
            <a:r>
              <a:rPr lang="en-US" sz="1100" dirty="0">
                <a:latin typeface="Arial Narrow" panose="020B0606020202030204" pitchFamily="34" charset="0"/>
              </a:rPr>
              <a:t>STARTER</a:t>
            </a:r>
          </a:p>
        </p:txBody>
      </p:sp>
      <p:cxnSp>
        <p:nvCxnSpPr>
          <p:cNvPr id="51" name="Straight Arrow Connector 50"/>
          <p:cNvCxnSpPr>
            <a:stCxn id="50" idx="0"/>
          </p:cNvCxnSpPr>
          <p:nvPr/>
        </p:nvCxnSpPr>
        <p:spPr bwMode="auto">
          <a:xfrm flipV="1">
            <a:off x="6804569" y="2999833"/>
            <a:ext cx="362688" cy="883780"/>
          </a:xfrm>
          <a:prstGeom prst="straightConnector1">
            <a:avLst/>
          </a:prstGeom>
          <a:solidFill>
            <a:schemeClr val="accent1"/>
          </a:solidFill>
          <a:ln w="9525" cap="flat" cmpd="sng" algn="ctr">
            <a:solidFill>
              <a:schemeClr val="tx1"/>
            </a:solidFill>
            <a:prstDash val="solid"/>
            <a:round/>
            <a:headEnd type="none" w="med" len="med"/>
            <a:tailEnd type="oval"/>
          </a:ln>
          <a:effectLst>
            <a:glow rad="101600">
              <a:schemeClr val="bg1">
                <a:alpha val="60000"/>
              </a:schemeClr>
            </a:glow>
          </a:effectLst>
        </p:spPr>
      </p:cxnSp>
      <p:cxnSp>
        <p:nvCxnSpPr>
          <p:cNvPr id="55" name="Straight Arrow Connector 54"/>
          <p:cNvCxnSpPr>
            <a:stCxn id="54" idx="2"/>
          </p:cNvCxnSpPr>
          <p:nvPr/>
        </p:nvCxnSpPr>
        <p:spPr bwMode="auto">
          <a:xfrm>
            <a:off x="8593214" y="4343855"/>
            <a:ext cx="240450" cy="1125612"/>
          </a:xfrm>
          <a:prstGeom prst="straightConnector1">
            <a:avLst/>
          </a:prstGeom>
          <a:solidFill>
            <a:schemeClr val="accent1"/>
          </a:solidFill>
          <a:ln w="9525" cap="flat" cmpd="sng" algn="ctr">
            <a:solidFill>
              <a:schemeClr val="tx1"/>
            </a:solidFill>
            <a:prstDash val="solid"/>
            <a:round/>
            <a:headEnd type="none" w="med" len="med"/>
            <a:tailEnd type="oval"/>
          </a:ln>
          <a:effectLst>
            <a:glow rad="101600">
              <a:schemeClr val="bg1">
                <a:alpha val="60000"/>
              </a:schemeClr>
            </a:glow>
          </a:effectLst>
        </p:spPr>
      </p:cxnSp>
      <p:sp>
        <p:nvSpPr>
          <p:cNvPr id="54" name="TextBox 53"/>
          <p:cNvSpPr txBox="1"/>
          <p:nvPr/>
        </p:nvSpPr>
        <p:spPr>
          <a:xfrm>
            <a:off x="8375846" y="4082245"/>
            <a:ext cx="434735" cy="261610"/>
          </a:xfrm>
          <a:prstGeom prst="rect">
            <a:avLst/>
          </a:prstGeom>
          <a:solidFill>
            <a:schemeClr val="bg1"/>
          </a:solidFill>
          <a:ln>
            <a:solidFill>
              <a:schemeClr val="tx1"/>
            </a:solidFill>
          </a:ln>
        </p:spPr>
        <p:txBody>
          <a:bodyPr wrap="none" rtlCol="0">
            <a:spAutoFit/>
          </a:bodyPr>
          <a:lstStyle/>
          <a:p>
            <a:r>
              <a:rPr lang="en-US" sz="1100" dirty="0">
                <a:latin typeface="Arial Narrow" panose="020B0606020202030204" pitchFamily="34" charset="0"/>
              </a:rPr>
              <a:t>ACG</a:t>
            </a:r>
          </a:p>
        </p:txBody>
      </p:sp>
      <p:cxnSp>
        <p:nvCxnSpPr>
          <p:cNvPr id="60" name="Straight Arrow Connector 59"/>
          <p:cNvCxnSpPr>
            <a:stCxn id="59" idx="0"/>
          </p:cNvCxnSpPr>
          <p:nvPr/>
        </p:nvCxnSpPr>
        <p:spPr bwMode="auto">
          <a:xfrm flipV="1">
            <a:off x="8811332" y="5835809"/>
            <a:ext cx="22332" cy="667119"/>
          </a:xfrm>
          <a:prstGeom prst="straightConnector1">
            <a:avLst/>
          </a:prstGeom>
          <a:solidFill>
            <a:schemeClr val="accent1"/>
          </a:solidFill>
          <a:ln w="9525" cap="flat" cmpd="sng" algn="ctr">
            <a:solidFill>
              <a:schemeClr val="tx1"/>
            </a:solidFill>
            <a:prstDash val="solid"/>
            <a:round/>
            <a:headEnd type="none" w="med" len="med"/>
            <a:tailEnd type="oval"/>
          </a:ln>
          <a:effectLst>
            <a:glow rad="101600">
              <a:schemeClr val="bg1">
                <a:alpha val="60000"/>
              </a:schemeClr>
            </a:glow>
          </a:effectLst>
        </p:spPr>
      </p:cxnSp>
      <p:sp>
        <p:nvSpPr>
          <p:cNvPr id="59" name="TextBox 58"/>
          <p:cNvSpPr txBox="1"/>
          <p:nvPr/>
        </p:nvSpPr>
        <p:spPr>
          <a:xfrm>
            <a:off x="8481754" y="6502928"/>
            <a:ext cx="659155" cy="261610"/>
          </a:xfrm>
          <a:prstGeom prst="rect">
            <a:avLst/>
          </a:prstGeom>
          <a:solidFill>
            <a:schemeClr val="bg1"/>
          </a:solidFill>
          <a:ln>
            <a:solidFill>
              <a:schemeClr val="tx1"/>
            </a:solidFill>
          </a:ln>
        </p:spPr>
        <p:txBody>
          <a:bodyPr wrap="none" rtlCol="0">
            <a:spAutoFit/>
          </a:bodyPr>
          <a:lstStyle/>
          <a:p>
            <a:r>
              <a:rPr lang="en-US" sz="1100" dirty="0">
                <a:latin typeface="Arial Narrow" panose="020B0606020202030204" pitchFamily="34" charset="0"/>
              </a:rPr>
              <a:t>W/PUMP</a:t>
            </a:r>
          </a:p>
        </p:txBody>
      </p:sp>
      <p:sp>
        <p:nvSpPr>
          <p:cNvPr id="63" name="TextBox 62"/>
          <p:cNvSpPr txBox="1"/>
          <p:nvPr/>
        </p:nvSpPr>
        <p:spPr>
          <a:xfrm>
            <a:off x="6287527" y="5338662"/>
            <a:ext cx="684803" cy="261610"/>
          </a:xfrm>
          <a:prstGeom prst="rect">
            <a:avLst/>
          </a:prstGeom>
          <a:solidFill>
            <a:schemeClr val="bg1"/>
          </a:solidFill>
          <a:ln>
            <a:solidFill>
              <a:schemeClr val="tx1"/>
            </a:solidFill>
          </a:ln>
        </p:spPr>
        <p:txBody>
          <a:bodyPr wrap="none" rtlCol="0">
            <a:spAutoFit/>
          </a:bodyPr>
          <a:lstStyle/>
          <a:p>
            <a:r>
              <a:rPr lang="en-US" sz="1100" dirty="0">
                <a:latin typeface="Arial Narrow" panose="020B0606020202030204" pitchFamily="34" charset="0"/>
              </a:rPr>
              <a:t>EGR VLV</a:t>
            </a:r>
          </a:p>
        </p:txBody>
      </p:sp>
      <p:cxnSp>
        <p:nvCxnSpPr>
          <p:cNvPr id="64" name="Straight Arrow Connector 63"/>
          <p:cNvCxnSpPr>
            <a:stCxn id="63" idx="3"/>
          </p:cNvCxnSpPr>
          <p:nvPr/>
        </p:nvCxnSpPr>
        <p:spPr bwMode="auto">
          <a:xfrm flipV="1">
            <a:off x="6972330" y="4914899"/>
            <a:ext cx="463673" cy="554568"/>
          </a:xfrm>
          <a:prstGeom prst="straightConnector1">
            <a:avLst/>
          </a:prstGeom>
          <a:solidFill>
            <a:schemeClr val="accent1"/>
          </a:solidFill>
          <a:ln w="9525" cap="flat" cmpd="sng" algn="ctr">
            <a:solidFill>
              <a:schemeClr val="tx1"/>
            </a:solidFill>
            <a:prstDash val="solid"/>
            <a:round/>
            <a:headEnd type="none" w="med" len="med"/>
            <a:tailEnd type="oval"/>
          </a:ln>
          <a:effectLst>
            <a:glow rad="101600">
              <a:schemeClr val="bg1">
                <a:alpha val="60000"/>
              </a:schemeClr>
            </a:glow>
          </a:effectLst>
        </p:spPr>
      </p:cxnSp>
    </p:spTree>
    <p:extLst>
      <p:ext uri="{BB962C8B-B14F-4D97-AF65-F5344CB8AC3E}">
        <p14:creationId xmlns:p14="http://schemas.microsoft.com/office/powerpoint/2010/main" val="422106100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正方形/長方形 3"/>
          <p:cNvSpPr/>
          <p:nvPr/>
        </p:nvSpPr>
        <p:spPr>
          <a:xfrm>
            <a:off x="259667" y="1035919"/>
            <a:ext cx="5906040" cy="1477328"/>
          </a:xfrm>
          <a:prstGeom prst="rect">
            <a:avLst/>
          </a:prstGeom>
        </p:spPr>
        <p:txBody>
          <a:bodyPr wrap="none">
            <a:spAutoFit/>
          </a:bodyPr>
          <a:lstStyle/>
          <a:p>
            <a:pPr algn="l">
              <a:spcBef>
                <a:spcPts val="600"/>
              </a:spcBef>
            </a:pPr>
            <a:r>
              <a:rPr lang="en-US" altLang="ja-JP" sz="1400" dirty="0">
                <a:latin typeface="Meiryo UI" panose="020B0604030504040204" pitchFamily="50" charset="-128"/>
                <a:ea typeface="Meiryo UI" panose="020B0604030504040204" pitchFamily="50" charset="-128"/>
              </a:rPr>
              <a:t>Please refer to</a:t>
            </a:r>
            <a:r>
              <a:rPr lang="ja-JP" altLang="en-US" sz="1400" dirty="0">
                <a:latin typeface="Meiryo UI" panose="020B0604030504040204" pitchFamily="50" charset="-128"/>
                <a:ea typeface="Meiryo UI" panose="020B0604030504040204" pitchFamily="50" charset="-128"/>
              </a:rPr>
              <a:t> </a:t>
            </a:r>
            <a:r>
              <a:rPr lang="en-US" altLang="ja-JP" sz="1400" dirty="0">
                <a:solidFill>
                  <a:srgbClr val="FF0000"/>
                </a:solidFill>
                <a:latin typeface="Meiryo UI" panose="020B0604030504040204" pitchFamily="50" charset="-128"/>
                <a:ea typeface="Meiryo UI" panose="020B0604030504040204" pitchFamily="50" charset="-128"/>
              </a:rPr>
              <a:t>6WZZ</a:t>
            </a:r>
            <a:r>
              <a:rPr lang="en-US" altLang="ja-JP" sz="1400" dirty="0">
                <a:latin typeface="Meiryo UI" panose="020B0604030504040204" pitchFamily="50" charset="-128"/>
                <a:ea typeface="Meiryo UI" panose="020B0604030504040204" pitchFamily="50" charset="-128"/>
              </a:rPr>
              <a:t> Non</a:t>
            </a:r>
            <a:r>
              <a:rPr lang="ja-JP" altLang="en-US" sz="1400" dirty="0">
                <a:latin typeface="Meiryo UI" panose="020B0604030504040204" pitchFamily="50" charset="-128"/>
                <a:ea typeface="Meiryo UI" panose="020B0604030504040204" pitchFamily="50" charset="-128"/>
              </a:rPr>
              <a:t>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dirty="0">
                <a:latin typeface="Meiryo UI" panose="020B0604030504040204" pitchFamily="50" charset="-128"/>
                <a:ea typeface="Meiryo UI" panose="020B0604030504040204" pitchFamily="50" charset="-128"/>
              </a:rPr>
              <a:t> component.</a:t>
            </a:r>
          </a:p>
          <a:p>
            <a:pPr algn="l">
              <a:spcBef>
                <a:spcPts val="600"/>
              </a:spcBef>
            </a:pPr>
            <a:r>
              <a:rPr lang="en-US" altLang="ja-JP" sz="1400" dirty="0">
                <a:solidFill>
                  <a:srgbClr val="FF0000"/>
                </a:solidFill>
                <a:latin typeface="Meiryo UI" panose="020B0604030504040204" pitchFamily="50" charset="-128"/>
                <a:ea typeface="Meiryo UI" panose="020B0604030504040204" pitchFamily="50" charset="-128"/>
              </a:rPr>
              <a:t>Non-Bosch Component specification_for27MCityFFV_231018.xlsx</a:t>
            </a:r>
          </a:p>
          <a:p>
            <a:pPr algn="l">
              <a:spcBef>
                <a:spcPts val="600"/>
              </a:spcBef>
            </a:pPr>
            <a:endParaRPr lang="en-US" altLang="ja-JP" sz="1400" dirty="0">
              <a:latin typeface="Meiryo UI" panose="020B0604030504040204" pitchFamily="50" charset="-128"/>
              <a:ea typeface="Meiryo UI" panose="020B0604030504040204" pitchFamily="50" charset="-128"/>
            </a:endParaRPr>
          </a:p>
          <a:p>
            <a:pPr algn="l">
              <a:spcBef>
                <a:spcPts val="600"/>
              </a:spcBef>
            </a:pPr>
            <a:r>
              <a:rPr lang="en-US" altLang="ja-JP" sz="1400" dirty="0">
                <a:latin typeface="Meiryo UI" panose="020B0604030504040204" pitchFamily="50" charset="-128"/>
                <a:ea typeface="Meiryo UI" panose="020B0604030504040204" pitchFamily="50" charset="-128"/>
              </a:rPr>
              <a:t>No components will be changed from </a:t>
            </a:r>
            <a:r>
              <a:rPr lang="en-US" altLang="ja-JP" sz="1400" dirty="0">
                <a:solidFill>
                  <a:srgbClr val="FF0000"/>
                </a:solidFill>
                <a:latin typeface="Meiryo UI" panose="020B0604030504040204" pitchFamily="50" charset="-128"/>
                <a:ea typeface="Meiryo UI" panose="020B0604030504040204" pitchFamily="50" charset="-128"/>
              </a:rPr>
              <a:t>6WZZ</a:t>
            </a:r>
            <a:r>
              <a:rPr lang="en-US" altLang="ja-JP" sz="1400" dirty="0">
                <a:latin typeface="Meiryo UI" panose="020B0604030504040204" pitchFamily="50" charset="-128"/>
                <a:ea typeface="Meiryo UI" panose="020B0604030504040204" pitchFamily="50" charset="-128"/>
              </a:rPr>
              <a:t>. </a:t>
            </a:r>
          </a:p>
          <a:p>
            <a:pPr algn="l">
              <a:spcBef>
                <a:spcPts val="600"/>
              </a:spcBef>
            </a:pPr>
            <a:r>
              <a:rPr lang="en-US" altLang="ja-JP" sz="1400" dirty="0">
                <a:latin typeface="Meiryo UI" panose="020B0604030504040204" pitchFamily="50" charset="-128"/>
                <a:ea typeface="Meiryo UI" panose="020B0604030504040204" pitchFamily="50" charset="-128"/>
              </a:rPr>
              <a:t>HONDA are going to issue a file for this model by F2</a:t>
            </a:r>
            <a:r>
              <a:rPr lang="ja-JP" altLang="en-US" sz="1400" dirty="0">
                <a:latin typeface="Meiryo UI" panose="020B0604030504040204" pitchFamily="50" charset="-128"/>
                <a:ea typeface="Meiryo UI" panose="020B0604030504040204" pitchFamily="50" charset="-128"/>
              </a:rPr>
              <a:t> </a:t>
            </a:r>
            <a:r>
              <a:rPr lang="en-US" altLang="ja-JP" sz="1400" dirty="0">
                <a:latin typeface="Meiryo UI" panose="020B0604030504040204" pitchFamily="50" charset="-128"/>
                <a:ea typeface="Meiryo UI" panose="020B0604030504040204" pitchFamily="50" charset="-128"/>
              </a:rPr>
              <a:t>event.</a:t>
            </a:r>
            <a:r>
              <a:rPr lang="ja-JP" altLang="en-US" sz="1400" dirty="0">
                <a:latin typeface="Meiryo UI" panose="020B0604030504040204" pitchFamily="50" charset="-128"/>
                <a:ea typeface="Meiryo UI" panose="020B0604030504040204" pitchFamily="50" charset="-128"/>
              </a:rPr>
              <a:t> </a:t>
            </a:r>
          </a:p>
        </p:txBody>
      </p:sp>
      <p:sp>
        <p:nvSpPr>
          <p:cNvPr id="9" name="コンテンツ プレースホルダー 2">
            <a:extLst>
              <a:ext uri="{FF2B5EF4-FFF2-40B4-BE49-F238E27FC236}">
                <a16:creationId xmlns:a16="http://schemas.microsoft.com/office/drawing/2014/main" id="{5AEB4317-CB93-487B-8050-AC7D5A9681E6}"/>
              </a:ext>
            </a:extLst>
          </p:cNvPr>
          <p:cNvSpPr txBox="1">
            <a:spLocks/>
          </p:cNvSpPr>
          <p:nvPr>
            <p:custDataLst>
              <p:tags r:id="rId1"/>
            </p:custDataLst>
          </p:nvPr>
        </p:nvSpPr>
        <p:spPr bwMode="auto">
          <a:xfrm>
            <a:off x="845820" y="5451852"/>
            <a:ext cx="7980129" cy="508473"/>
          </a:xfrm>
          <a:prstGeom prst="rect">
            <a:avLst/>
          </a:prstGeom>
          <a:noFill/>
          <a:ln w="0">
            <a:noFill/>
            <a:miter lim="800000"/>
            <a:headEnd/>
            <a:tailEnd/>
          </a:ln>
          <a:effectLst/>
          <a:extLs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vert="horz" wrap="square" lIns="0" tIns="0" rIns="0" bIns="0" numCol="1" anchor="t" anchorCtr="0" compatLnSpc="1">
            <a:prstTxWarp prst="textNoShape">
              <a:avLst/>
            </a:prstTxWarp>
            <a:spAutoFit/>
          </a:bodyPr>
          <a:lstStyle>
            <a:lvl1pPr marL="251460" indent="-251460" algn="l" rtl="0" eaLnBrk="1" fontAlgn="base" hangingPunct="1">
              <a:lnSpc>
                <a:spcPts val="2300"/>
              </a:lnSpc>
              <a:spcBef>
                <a:spcPts val="500"/>
              </a:spcBef>
              <a:spcAft>
                <a:spcPct val="0"/>
              </a:spcAft>
              <a:buClrTx/>
              <a:buSzPct val="100000"/>
              <a:buFontTx/>
              <a:buNone/>
              <a:defRPr kumimoji="1" sz="1800" b="0" i="0" u="none">
                <a:solidFill>
                  <a:schemeClr val="tx1"/>
                </a:solidFill>
                <a:latin typeface="Bosch Office Sans" panose="020B0604020202020204" pitchFamily="34" charset="0"/>
                <a:ea typeface="+mn-ea"/>
                <a:cs typeface="Arial" pitchFamily="34" charset="0"/>
              </a:defRPr>
            </a:lvl1pPr>
            <a:lvl2pPr marL="467360" indent="-467360" algn="l" rtl="0" eaLnBrk="1" fontAlgn="base" hangingPunct="1">
              <a:lnSpc>
                <a:spcPts val="2000"/>
              </a:lnSpc>
              <a:spcBef>
                <a:spcPts val="500"/>
              </a:spcBef>
              <a:spcAft>
                <a:spcPct val="0"/>
              </a:spcAft>
              <a:buClrTx/>
              <a:buSzPct val="100000"/>
              <a:buFontTx/>
              <a:buNone/>
              <a:defRPr kumimoji="1" sz="1600" b="0" i="0" u="none">
                <a:solidFill>
                  <a:schemeClr val="tx1"/>
                </a:solidFill>
                <a:latin typeface="Bosch Office Sans" panose="020B0604020202020204" pitchFamily="34" charset="0"/>
                <a:cs typeface="Arial" pitchFamily="34" charset="0"/>
              </a:defRPr>
            </a:lvl2pPr>
            <a:lvl3pPr marL="647700" indent="-647700" algn="l" rtl="0" eaLnBrk="1" fontAlgn="base" hangingPunct="1">
              <a:lnSpc>
                <a:spcPts val="1700"/>
              </a:lnSpc>
              <a:spcBef>
                <a:spcPts val="500"/>
              </a:spcBef>
              <a:spcAft>
                <a:spcPct val="0"/>
              </a:spcAft>
              <a:buClrTx/>
              <a:buSzPct val="100000"/>
              <a:buFontTx/>
              <a:buNone/>
              <a:defRPr kumimoji="1" sz="1400" b="0" i="0" u="none">
                <a:solidFill>
                  <a:schemeClr val="tx1"/>
                </a:solidFill>
                <a:latin typeface="Bosch Office Sans" panose="020B0604020202020204" pitchFamily="34" charset="0"/>
                <a:cs typeface="Arial" pitchFamily="34" charset="0"/>
              </a:defRPr>
            </a:lvl3pPr>
            <a:lvl4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4pPr>
            <a:lvl5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5pPr>
            <a:lvl6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6pPr>
            <a:lvl7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7pPr>
            <a:lvl8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8pPr>
            <a:lvl9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9pPr>
          </a:lstStyle>
          <a:p>
            <a:pPr marL="0" indent="0">
              <a:lnSpc>
                <a:spcPct val="105000"/>
              </a:lnSpc>
              <a:spcBef>
                <a:spcPts val="600"/>
              </a:spcBef>
              <a:spcAft>
                <a:spcPts val="0"/>
              </a:spcAft>
            </a:pPr>
            <a:r>
              <a:rPr lang="en-US" altLang="ja-JP" sz="1400" b="1" kern="0" dirty="0">
                <a:latin typeface="Meiryo UI" panose="020B0604030504040204" pitchFamily="50" charset="-128"/>
              </a:rPr>
              <a:t>※</a:t>
            </a:r>
            <a:r>
              <a:rPr lang="ja-JP" altLang="en-US" sz="1400" b="1" kern="0" dirty="0">
                <a:latin typeface="Meiryo UI" panose="020B0604030504040204" pitchFamily="50" charset="-128"/>
              </a:rPr>
              <a:t> </a:t>
            </a:r>
            <a:r>
              <a:rPr lang="en-US" altLang="ja-JP" sz="1400" b="1" kern="0" dirty="0">
                <a:latin typeface="Meiryo UI" panose="020B0604030504040204" pitchFamily="50" charset="-128"/>
              </a:rPr>
              <a:t>Refer to “Non-Bosch Component specification_for6WZZ_MMC****.xlsx” file.</a:t>
            </a:r>
          </a:p>
          <a:p>
            <a:pPr marL="0" indent="0">
              <a:lnSpc>
                <a:spcPct val="105000"/>
              </a:lnSpc>
              <a:spcBef>
                <a:spcPts val="600"/>
              </a:spcBef>
              <a:spcAft>
                <a:spcPts val="0"/>
              </a:spcAft>
            </a:pPr>
            <a:r>
              <a:rPr lang="en-US" sz="1400" b="1" kern="0" dirty="0">
                <a:latin typeface="Meiryo UI" panose="020B0604030504040204" pitchFamily="50" charset="-128"/>
              </a:rPr>
              <a:t>In folder : “13. ENG Spec Comparison from Base model”</a:t>
            </a:r>
          </a:p>
        </p:txBody>
      </p:sp>
      <p:sp>
        <p:nvSpPr>
          <p:cNvPr id="12" name="正方形/長方形 11">
            <a:extLst>
              <a:ext uri="{FF2B5EF4-FFF2-40B4-BE49-F238E27FC236}">
                <a16:creationId xmlns:a16="http://schemas.microsoft.com/office/drawing/2014/main" id="{F2732FC1-8B47-4B08-AFBE-2E2038A69BAF}"/>
              </a:ext>
            </a:extLst>
          </p:cNvPr>
          <p:cNvSpPr/>
          <p:nvPr/>
        </p:nvSpPr>
        <p:spPr>
          <a:xfrm>
            <a:off x="259667" y="2913052"/>
            <a:ext cx="6040693" cy="1477328"/>
          </a:xfrm>
          <a:prstGeom prst="rect">
            <a:avLst/>
          </a:prstGeom>
        </p:spPr>
        <p:txBody>
          <a:bodyPr wrap="none">
            <a:spAutoFit/>
          </a:bodyPr>
          <a:lstStyle/>
          <a:p>
            <a:pPr algn="l">
              <a:spcBef>
                <a:spcPts val="600"/>
              </a:spcBef>
            </a:pPr>
            <a:r>
              <a:rPr lang="en-US" altLang="ja-JP" sz="1400" dirty="0">
                <a:solidFill>
                  <a:srgbClr val="FF0000"/>
                </a:solidFill>
                <a:latin typeface="Meiryo UI" panose="020B0604030504040204" pitchFamily="50" charset="-128"/>
                <a:ea typeface="Meiryo UI" panose="020B0604030504040204" pitchFamily="50" charset="-128"/>
              </a:rPr>
              <a:t>6WZZ</a:t>
            </a:r>
            <a:r>
              <a:rPr lang="en-US" altLang="ja-JP" sz="1400" dirty="0">
                <a:latin typeface="Meiryo UI" panose="020B0604030504040204" pitchFamily="50" charset="-128"/>
                <a:ea typeface="Meiryo UI" panose="020B0604030504040204" pitchFamily="50" charset="-128"/>
              </a:rPr>
              <a:t> Non</a:t>
            </a:r>
            <a:r>
              <a:rPr lang="ja-JP" altLang="en-US" sz="1400" dirty="0">
                <a:latin typeface="Meiryo UI" panose="020B0604030504040204" pitchFamily="50" charset="-128"/>
                <a:ea typeface="Meiryo UI" panose="020B0604030504040204" pitchFamily="50" charset="-128"/>
              </a:rPr>
              <a:t>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dirty="0">
                <a:latin typeface="Meiryo UI" panose="020B0604030504040204" pitchFamily="50" charset="-128"/>
                <a:ea typeface="Meiryo UI" panose="020B0604030504040204" pitchFamily="50" charset="-128"/>
              </a:rPr>
              <a:t> component</a:t>
            </a:r>
            <a:r>
              <a:rPr lang="ja-JP" altLang="en-US" sz="1400" dirty="0">
                <a:latin typeface="Meiryo UI" panose="020B0604030504040204" pitchFamily="50" charset="-128"/>
                <a:ea typeface="Meiryo UI" panose="020B0604030504040204" pitchFamily="50" charset="-128"/>
              </a:rPr>
              <a:t> の資料を参照してください。</a:t>
            </a:r>
            <a:endParaRPr lang="en-US" altLang="ja-JP" sz="1400" dirty="0">
              <a:latin typeface="Meiryo UI" panose="020B0604030504040204" pitchFamily="50" charset="-128"/>
              <a:ea typeface="Meiryo UI" panose="020B0604030504040204" pitchFamily="50" charset="-128"/>
            </a:endParaRPr>
          </a:p>
          <a:p>
            <a:pPr algn="l">
              <a:spcBef>
                <a:spcPts val="600"/>
              </a:spcBef>
            </a:pPr>
            <a:r>
              <a:rPr lang="en-US" altLang="ja-JP" sz="1400" dirty="0">
                <a:solidFill>
                  <a:srgbClr val="FF0000"/>
                </a:solidFill>
                <a:latin typeface="Meiryo UI" panose="020B0604030504040204" pitchFamily="50" charset="-128"/>
                <a:ea typeface="Meiryo UI" panose="020B0604030504040204" pitchFamily="50" charset="-128"/>
              </a:rPr>
              <a:t>Non-Bosch Component specification_for_6WZZ_MMC_231018.xlsx</a:t>
            </a:r>
          </a:p>
          <a:p>
            <a:pPr algn="l">
              <a:spcBef>
                <a:spcPts val="600"/>
              </a:spcBef>
            </a:pPr>
            <a:endParaRPr lang="en-US" altLang="ja-JP" sz="1400" dirty="0">
              <a:latin typeface="Meiryo UI" panose="020B0604030504040204" pitchFamily="50" charset="-128"/>
              <a:ea typeface="Meiryo UI" panose="020B0604030504040204" pitchFamily="50" charset="-128"/>
            </a:endParaRPr>
          </a:p>
          <a:p>
            <a:pPr algn="l">
              <a:spcBef>
                <a:spcPts val="600"/>
              </a:spcBef>
            </a:pPr>
            <a:r>
              <a:rPr lang="en-US" altLang="ja-JP" sz="1400" dirty="0">
                <a:solidFill>
                  <a:srgbClr val="FF0000"/>
                </a:solidFill>
                <a:latin typeface="Meiryo UI" panose="020B0604030504040204" pitchFamily="50" charset="-128"/>
                <a:ea typeface="Meiryo UI" panose="020B0604030504040204" pitchFamily="50" charset="-128"/>
              </a:rPr>
              <a:t>6WZZ</a:t>
            </a:r>
            <a:r>
              <a:rPr lang="ja-JP" altLang="en-US" sz="1400" dirty="0">
                <a:solidFill>
                  <a:srgbClr val="FF0000"/>
                </a:solidFill>
                <a:latin typeface="Meiryo UI" panose="020B0604030504040204" pitchFamily="50" charset="-128"/>
                <a:ea typeface="Meiryo UI" panose="020B0604030504040204" pitchFamily="50" charset="-128"/>
              </a:rPr>
              <a:t> </a:t>
            </a:r>
            <a:r>
              <a:rPr lang="ja-JP" altLang="en-US" sz="1400" dirty="0">
                <a:latin typeface="Meiryo UI" panose="020B0604030504040204" pitchFamily="50" charset="-128"/>
                <a:ea typeface="Meiryo UI" panose="020B0604030504040204" pitchFamily="50" charset="-128"/>
              </a:rPr>
              <a:t>からコンポーネントに変更の予定がない場合には、</a:t>
            </a:r>
            <a:endParaRPr lang="en-US" altLang="ja-JP" sz="1400" dirty="0">
              <a:latin typeface="Meiryo UI" panose="020B0604030504040204" pitchFamily="50" charset="-128"/>
              <a:ea typeface="Meiryo UI" panose="020B0604030504040204" pitchFamily="50" charset="-128"/>
            </a:endParaRPr>
          </a:p>
          <a:p>
            <a:pPr algn="l">
              <a:spcBef>
                <a:spcPts val="600"/>
              </a:spcBef>
            </a:pPr>
            <a:r>
              <a:rPr lang="ja-JP" altLang="en-US" sz="1400" dirty="0">
                <a:latin typeface="Meiryo UI" panose="020B0604030504040204" pitchFamily="50" charset="-128"/>
                <a:ea typeface="Meiryo UI" panose="020B0604030504040204" pitchFamily="50" charset="-128"/>
              </a:rPr>
              <a:t>この機種の</a:t>
            </a:r>
            <a:r>
              <a:rPr lang="en-US" altLang="ja-JP" sz="1400" dirty="0">
                <a:latin typeface="Meiryo UI" panose="020B0604030504040204" pitchFamily="50" charset="-128"/>
                <a:ea typeface="Meiryo UI" panose="020B0604030504040204" pitchFamily="50" charset="-128"/>
              </a:rPr>
              <a:t>F2</a:t>
            </a:r>
            <a:r>
              <a:rPr lang="ja-JP" altLang="en-US" sz="1400" dirty="0">
                <a:latin typeface="Meiryo UI" panose="020B0604030504040204" pitchFamily="50" charset="-128"/>
                <a:ea typeface="Meiryo UI" panose="020B0604030504040204" pitchFamily="50" charset="-128"/>
              </a:rPr>
              <a:t>イベントまでに、</a:t>
            </a:r>
            <a:r>
              <a:rPr lang="en-US" altLang="ja-JP" sz="1400" dirty="0">
                <a:latin typeface="Meiryo UI" panose="020B0604030504040204" pitchFamily="50" charset="-128"/>
                <a:ea typeface="Meiryo UI" panose="020B0604030504040204" pitchFamily="50" charset="-128"/>
              </a:rPr>
              <a:t>HONDA</a:t>
            </a:r>
            <a:r>
              <a:rPr lang="ja-JP" altLang="en-US" sz="1400" dirty="0">
                <a:latin typeface="Meiryo UI" panose="020B0604030504040204" pitchFamily="50" charset="-128"/>
                <a:ea typeface="Meiryo UI" panose="020B0604030504040204" pitchFamily="50" charset="-128"/>
              </a:rPr>
              <a:t>は資料を発行します。</a:t>
            </a:r>
            <a:endParaRPr lang="ja-JP" altLang="en-US" sz="1600" dirty="0">
              <a:latin typeface="Meiryo UI" panose="020B0604030504040204" pitchFamily="50" charset="-128"/>
              <a:ea typeface="Meiryo UI" panose="020B0604030504040204" pitchFamily="50" charset="-128"/>
            </a:endParaRPr>
          </a:p>
        </p:txBody>
      </p:sp>
      <p:sp>
        <p:nvSpPr>
          <p:cNvPr id="10" name="Text Box 2">
            <a:extLst>
              <a:ext uri="{FF2B5EF4-FFF2-40B4-BE49-F238E27FC236}">
                <a16:creationId xmlns:a16="http://schemas.microsoft.com/office/drawing/2014/main" id="{5948B4A3-D35B-4249-8F97-A643AF18674D}"/>
              </a:ext>
            </a:extLst>
          </p:cNvPr>
          <p:cNvSpPr txBox="1">
            <a:spLocks noChangeArrowheads="1"/>
          </p:cNvSpPr>
          <p:nvPr/>
        </p:nvSpPr>
        <p:spPr bwMode="auto">
          <a:xfrm>
            <a:off x="259667" y="573865"/>
            <a:ext cx="5465535" cy="3874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l" eaLnBrk="1" hangingPunct="1">
              <a:lnSpc>
                <a:spcPct val="120000"/>
              </a:lnSpc>
            </a:pPr>
            <a:r>
              <a:rPr lang="en-US" altLang="ja-JP" sz="1800" b="1" u="sng" dirty="0">
                <a:latin typeface="Meiryo UI" panose="020B0604030504040204" pitchFamily="50" charset="-128"/>
                <a:ea typeface="Meiryo UI" panose="020B0604030504040204" pitchFamily="50" charset="-128"/>
                <a:cs typeface="Arial" pitchFamily="34" charset="0"/>
              </a:rPr>
              <a:t>Appendix. Honda Parts Specification</a:t>
            </a:r>
            <a:r>
              <a:rPr lang="ja-JP" altLang="en-US" sz="1800" b="1" u="sng" dirty="0">
                <a:latin typeface="Meiryo UI" panose="020B0604030504040204" pitchFamily="50" charset="-128"/>
                <a:ea typeface="Meiryo UI" panose="020B0604030504040204" pitchFamily="50" charset="-128"/>
                <a:cs typeface="Arial" pitchFamily="34" charset="0"/>
              </a:rPr>
              <a:t>　</a:t>
            </a:r>
            <a:r>
              <a:rPr lang="en-US" altLang="ja-JP" sz="1800" b="1" u="sng" dirty="0">
                <a:latin typeface="Meiryo UI" panose="020B0604030504040204" pitchFamily="50" charset="-128"/>
                <a:ea typeface="Meiryo UI" panose="020B0604030504040204" pitchFamily="50" charset="-128"/>
                <a:cs typeface="Arial" pitchFamily="34" charset="0"/>
              </a:rPr>
              <a:t>(1/2)</a:t>
            </a:r>
            <a:endParaRPr lang="ja-JP" altLang="en-US" sz="1600" b="1" dirty="0">
              <a:latin typeface="Meiryo UI" panose="020B0604030504040204" pitchFamily="50" charset="-128"/>
              <a:ea typeface="Meiryo UI" panose="020B0604030504040204" pitchFamily="50" charset="-128"/>
              <a:cs typeface="Arial" pitchFamily="34" charset="0"/>
            </a:endParaRPr>
          </a:p>
        </p:txBody>
      </p:sp>
      <p:sp>
        <p:nvSpPr>
          <p:cNvPr id="13" name="Text Box 2">
            <a:extLst>
              <a:ext uri="{FF2B5EF4-FFF2-40B4-BE49-F238E27FC236}">
                <a16:creationId xmlns:a16="http://schemas.microsoft.com/office/drawing/2014/main" id="{8F29E0F2-16E9-4484-9DCC-B2AB915D0A7B}"/>
              </a:ext>
            </a:extLst>
          </p:cNvPr>
          <p:cNvSpPr txBox="1">
            <a:spLocks noChangeArrowheads="1"/>
          </p:cNvSpPr>
          <p:nvPr/>
        </p:nvSpPr>
        <p:spPr bwMode="auto">
          <a:xfrm>
            <a:off x="133270" y="70577"/>
            <a:ext cx="88931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ctr" eaLnBrk="1" fontAlgn="base" hangingPunct="1">
              <a:spcBef>
                <a:spcPct val="0"/>
              </a:spcBef>
              <a:spcAft>
                <a:spcPct val="0"/>
              </a:spcAft>
            </a:pPr>
            <a:r>
              <a:rPr lang="en-US" altLang="ja-JP" sz="1800" dirty="0">
                <a:solidFill>
                  <a:srgbClr val="FFFFFF"/>
                </a:solidFill>
                <a:latin typeface="Meiryo UI" panose="020B0604030504040204" pitchFamily="50" charset="-128"/>
                <a:ea typeface="Meiryo UI" panose="020B0604030504040204" pitchFamily="50" charset="-128"/>
                <a:cs typeface="Arial" pitchFamily="34" charset="0"/>
              </a:rPr>
              <a:t>13.</a:t>
            </a:r>
            <a:r>
              <a:rPr lang="ja-JP" altLang="en-US" sz="1800" dirty="0">
                <a:solidFill>
                  <a:srgbClr val="FFFFFF"/>
                </a:solidFill>
                <a:latin typeface="Meiryo UI" panose="020B0604030504040204" pitchFamily="50" charset="-128"/>
                <a:ea typeface="Meiryo UI" panose="020B0604030504040204" pitchFamily="50" charset="-128"/>
                <a:cs typeface="Arial" pitchFamily="34" charset="0"/>
              </a:rPr>
              <a:t> </a:t>
            </a:r>
            <a:r>
              <a:rPr lang="en-US" altLang="ja-JP" sz="1800" dirty="0">
                <a:solidFill>
                  <a:srgbClr val="FFFFFF"/>
                </a:solidFill>
                <a:latin typeface="Meiryo UI" panose="020B0604030504040204" pitchFamily="50" charset="-128"/>
                <a:ea typeface="Meiryo UI" panose="020B0604030504040204" pitchFamily="50" charset="-128"/>
                <a:cs typeface="Arial" pitchFamily="34" charset="0"/>
              </a:rPr>
              <a:t>ENG Spec Comparison from Base Model (5/7)</a:t>
            </a:r>
            <a:endParaRPr lang="en-US" altLang="ja-JP" sz="1050" dirty="0">
              <a:solidFill>
                <a:srgbClr val="FFFFFF"/>
              </a:solidFill>
              <a:latin typeface="Meiryo UI" panose="020B0604030504040204" pitchFamily="50" charset="-128"/>
              <a:ea typeface="Meiryo UI" panose="020B0604030504040204" pitchFamily="50" charset="-128"/>
              <a:cs typeface="Arial" pitchFamily="34" charset="0"/>
            </a:endParaRPr>
          </a:p>
        </p:txBody>
      </p:sp>
    </p:spTree>
    <p:extLst>
      <p:ext uri="{BB962C8B-B14F-4D97-AF65-F5344CB8AC3E}">
        <p14:creationId xmlns:p14="http://schemas.microsoft.com/office/powerpoint/2010/main" val="118397019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2">
            <a:extLst>
              <a:ext uri="{FF2B5EF4-FFF2-40B4-BE49-F238E27FC236}">
                <a16:creationId xmlns:a16="http://schemas.microsoft.com/office/drawing/2014/main" id="{489015E2-DCEA-411A-846F-F81C407C78F6}"/>
              </a:ext>
            </a:extLst>
          </p:cNvPr>
          <p:cNvSpPr txBox="1">
            <a:spLocks noChangeArrowheads="1"/>
          </p:cNvSpPr>
          <p:nvPr/>
        </p:nvSpPr>
        <p:spPr bwMode="auto">
          <a:xfrm>
            <a:off x="133270" y="70577"/>
            <a:ext cx="88931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800" b="0" i="0" u="none" strike="noStrike" kern="1200" cap="none" spc="0" normalizeH="0" baseline="0" noProof="0" dirty="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13.</a:t>
            </a:r>
            <a:r>
              <a:rPr kumimoji="1" lang="ja-JP" altLang="en-US" sz="1800" b="0" i="0" u="none" strike="noStrike" kern="1200" cap="none" spc="0" normalizeH="0" baseline="0" noProof="0" dirty="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 </a:t>
            </a:r>
            <a:r>
              <a:rPr lang="en-US" altLang="ja-JP" sz="1800" dirty="0">
                <a:solidFill>
                  <a:srgbClr val="FFFFFF"/>
                </a:solidFill>
                <a:latin typeface="Meiryo UI" panose="020B0604030504040204" pitchFamily="50" charset="-128"/>
                <a:ea typeface="Meiryo UI" panose="020B0604030504040204" pitchFamily="50" charset="-128"/>
                <a:cs typeface="Arial" pitchFamily="34" charset="0"/>
              </a:rPr>
              <a:t>ENG Spec Comparison from Base Model </a:t>
            </a:r>
            <a:r>
              <a:rPr kumimoji="1" lang="en-US" altLang="ja-JP" sz="1800" b="0" i="0" u="none" strike="noStrike" kern="1200" cap="none" spc="0" normalizeH="0" baseline="0" noProof="0" dirty="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a:t>
            </a:r>
            <a:r>
              <a:rPr lang="en-US" altLang="ja-JP" sz="1800" dirty="0">
                <a:solidFill>
                  <a:srgbClr val="FFFFFF"/>
                </a:solidFill>
                <a:latin typeface="Meiryo UI" panose="020B0604030504040204" pitchFamily="50" charset="-128"/>
                <a:ea typeface="Meiryo UI" panose="020B0604030504040204" pitchFamily="50" charset="-128"/>
                <a:cs typeface="Arial" pitchFamily="34" charset="0"/>
              </a:rPr>
              <a:t>6/7</a:t>
            </a:r>
            <a:r>
              <a:rPr kumimoji="1" lang="en-US" altLang="ja-JP" sz="1800" b="0" i="0" u="none" strike="noStrike" kern="1200" cap="none" spc="0" normalizeH="0" baseline="0" noProof="0" dirty="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a:t>
            </a:r>
            <a:endParaRPr kumimoji="1" lang="en-US" altLang="ja-JP" sz="1050" b="0" i="0" u="none" strike="noStrike" kern="1200" cap="none" spc="0" normalizeH="0" baseline="0" noProof="0" dirty="0">
              <a:ln>
                <a:noFill/>
              </a:ln>
              <a:solidFill>
                <a:srgbClr val="FFFFFF"/>
              </a:solidFill>
              <a:effectLst/>
              <a:uLnTx/>
              <a:uFillTx/>
              <a:latin typeface="Meiryo UI" panose="020B0604030504040204" pitchFamily="50" charset="-128"/>
              <a:ea typeface="Meiryo UI" panose="020B0604030504040204" pitchFamily="50" charset="-128"/>
              <a:cs typeface="Arial" pitchFamily="34" charset="0"/>
            </a:endParaRPr>
          </a:p>
        </p:txBody>
      </p:sp>
      <p:graphicFrame>
        <p:nvGraphicFramePr>
          <p:cNvPr id="4" name="表 10">
            <a:extLst>
              <a:ext uri="{FF2B5EF4-FFF2-40B4-BE49-F238E27FC236}">
                <a16:creationId xmlns:a16="http://schemas.microsoft.com/office/drawing/2014/main" id="{DB716B0D-A183-9054-D359-37B372091D89}"/>
              </a:ext>
            </a:extLst>
          </p:cNvPr>
          <p:cNvGraphicFramePr>
            <a:graphicFrameLocks noGrp="1"/>
          </p:cNvGraphicFramePr>
          <p:nvPr>
            <p:extLst>
              <p:ext uri="{D42A27DB-BD31-4B8C-83A1-F6EECF244321}">
                <p14:modId xmlns:p14="http://schemas.microsoft.com/office/powerpoint/2010/main" val="3343515560"/>
              </p:ext>
            </p:extLst>
          </p:nvPr>
        </p:nvGraphicFramePr>
        <p:xfrm>
          <a:off x="487234" y="1532935"/>
          <a:ext cx="8397122" cy="1712160"/>
        </p:xfrm>
        <a:graphic>
          <a:graphicData uri="http://schemas.openxmlformats.org/drawingml/2006/table">
            <a:tbl>
              <a:tblPr firstRow="1" bandRow="1">
                <a:tableStyleId>{5940675A-B579-460E-94D1-54222C63F5DA}</a:tableStyleId>
              </a:tblPr>
              <a:tblGrid>
                <a:gridCol w="4254099">
                  <a:extLst>
                    <a:ext uri="{9D8B030D-6E8A-4147-A177-3AD203B41FA5}">
                      <a16:colId xmlns:a16="http://schemas.microsoft.com/office/drawing/2014/main" val="2970375546"/>
                    </a:ext>
                  </a:extLst>
                </a:gridCol>
                <a:gridCol w="4143023">
                  <a:extLst>
                    <a:ext uri="{9D8B030D-6E8A-4147-A177-3AD203B41FA5}">
                      <a16:colId xmlns:a16="http://schemas.microsoft.com/office/drawing/2014/main" val="134914771"/>
                    </a:ext>
                  </a:extLst>
                </a:gridCol>
              </a:tblGrid>
              <a:tr h="0">
                <a:tc>
                  <a:txBody>
                    <a:bodyPr/>
                    <a:lstStyle/>
                    <a:p>
                      <a:pPr algn="ctr"/>
                      <a:r>
                        <a:rPr kumimoji="1" lang="en-US" altLang="ja-JP" sz="1400" dirty="0">
                          <a:latin typeface="Meiryo UI" panose="020B0604030504040204" pitchFamily="50" charset="-128"/>
                          <a:ea typeface="Meiryo UI" panose="020B0604030504040204" pitchFamily="50" charset="-128"/>
                        </a:rPr>
                        <a:t>Item</a:t>
                      </a:r>
                      <a:endParaRPr kumimoji="1" lang="ja-JP" altLang="en-US" sz="1400" dirty="0">
                        <a:latin typeface="Meiryo UI" panose="020B0604030504040204" pitchFamily="50" charset="-128"/>
                        <a:ea typeface="Meiryo UI" panose="020B0604030504040204" pitchFamily="50" charset="-128"/>
                      </a:endParaRPr>
                    </a:p>
                  </a:txBody>
                  <a:tcPr marL="72000" marR="72000" marT="36000" marB="36000"/>
                </a:tc>
                <a:tc>
                  <a:txBody>
                    <a:bodyPr/>
                    <a:lstStyle/>
                    <a:p>
                      <a:pPr algn="ctr"/>
                      <a:r>
                        <a:rPr kumimoji="1" lang="en-US" altLang="ja-JP" sz="1400" dirty="0">
                          <a:latin typeface="Meiryo UI" panose="020B0604030504040204" pitchFamily="50" charset="-128"/>
                          <a:ea typeface="Meiryo UI" panose="020B0604030504040204" pitchFamily="50" charset="-128"/>
                        </a:rPr>
                        <a:t>File</a:t>
                      </a:r>
                      <a:r>
                        <a:rPr kumimoji="1" lang="ja-JP" altLang="en-US" sz="1400" dirty="0">
                          <a:latin typeface="Meiryo UI" panose="020B0604030504040204" pitchFamily="50" charset="-128"/>
                          <a:ea typeface="Meiryo UI" panose="020B0604030504040204" pitchFamily="50" charset="-128"/>
                        </a:rPr>
                        <a:t> </a:t>
                      </a:r>
                      <a:r>
                        <a:rPr kumimoji="1" lang="en-US" altLang="ja-JP" sz="1400" dirty="0">
                          <a:latin typeface="Meiryo UI" panose="020B0604030504040204" pitchFamily="50" charset="-128"/>
                          <a:ea typeface="Meiryo UI" panose="020B0604030504040204" pitchFamily="50" charset="-128"/>
                        </a:rPr>
                        <a:t>name</a:t>
                      </a:r>
                      <a:endParaRPr kumimoji="1" lang="ja-JP" altLang="en-US" sz="1400" dirty="0">
                        <a:latin typeface="Meiryo UI" panose="020B0604030504040204" pitchFamily="50" charset="-128"/>
                        <a:ea typeface="Meiryo UI" panose="020B0604030504040204" pitchFamily="50" charset="-128"/>
                      </a:endParaRPr>
                    </a:p>
                  </a:txBody>
                  <a:tcPr marL="72000" marR="72000" marT="36000" marB="36000"/>
                </a:tc>
                <a:extLst>
                  <a:ext uri="{0D108BD9-81ED-4DB2-BD59-A6C34878D82A}">
                    <a16:rowId xmlns:a16="http://schemas.microsoft.com/office/drawing/2014/main" val="3086824331"/>
                  </a:ext>
                </a:extLst>
              </a:tr>
              <a:tr h="127709">
                <a:tc>
                  <a:txBody>
                    <a:bodyPr/>
                    <a:lstStyle/>
                    <a:p>
                      <a:r>
                        <a:rPr lang="en-US" altLang="ja-JP" sz="1400" dirty="0">
                          <a:latin typeface="Meiryo UI" panose="020B0604030504040204" pitchFamily="50" charset="-128"/>
                          <a:ea typeface="Meiryo UI" panose="020B0604030504040204" pitchFamily="50" charset="-128"/>
                        </a:rPr>
                        <a:t>1.</a:t>
                      </a:r>
                      <a:r>
                        <a:rPr lang="ja-JP" altLang="en-US" sz="1400" dirty="0">
                          <a:latin typeface="Meiryo UI" panose="020B0604030504040204" pitchFamily="50" charset="-128"/>
                          <a:ea typeface="Meiryo UI" panose="020B0604030504040204" pitchFamily="50" charset="-128"/>
                        </a:rPr>
                        <a:t> </a:t>
                      </a:r>
                      <a:r>
                        <a:rPr lang="en-US" altLang="ja-JP" sz="1400" dirty="0">
                          <a:latin typeface="Meiryo UI" panose="020B0604030504040204" pitchFamily="50" charset="-128"/>
                          <a:ea typeface="Meiryo UI" panose="020B0604030504040204" pitchFamily="50" charset="-128"/>
                        </a:rPr>
                        <a:t>VG characteristics of air flow meter</a:t>
                      </a:r>
                      <a:endParaRPr kumimoji="1" lang="ja-JP" altLang="en-US" sz="1400" dirty="0">
                        <a:latin typeface="Meiryo UI" panose="020B0604030504040204" pitchFamily="50" charset="-128"/>
                        <a:ea typeface="Meiryo UI" panose="020B0604030504040204" pitchFamily="50" charset="-128"/>
                      </a:endParaRPr>
                    </a:p>
                  </a:txBody>
                  <a:tcPr marL="72000" marR="72000" marT="36000" marB="3600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dirty="0">
                          <a:latin typeface="Meiryo UI" panose="020B0604030504040204" pitchFamily="50" charset="-128"/>
                          <a:ea typeface="Meiryo UI" panose="020B0604030504040204" pitchFamily="50" charset="-128"/>
                        </a:rPr>
                        <a:t>Same as 62XA</a:t>
                      </a:r>
                    </a:p>
                  </a:txBody>
                  <a:tcPr marL="72000" marR="72000" marT="36000" marB="36000"/>
                </a:tc>
                <a:extLst>
                  <a:ext uri="{0D108BD9-81ED-4DB2-BD59-A6C34878D82A}">
                    <a16:rowId xmlns:a16="http://schemas.microsoft.com/office/drawing/2014/main" val="176698670"/>
                  </a:ext>
                </a:extLst>
              </a:tr>
              <a:tr h="127709">
                <a:tc>
                  <a:txBody>
                    <a:bodyPr/>
                    <a:lstStyle/>
                    <a:p>
                      <a:r>
                        <a:rPr lang="en-US" altLang="ja-JP" sz="1400" dirty="0">
                          <a:latin typeface="Meiryo UI" panose="020B0604030504040204" pitchFamily="50" charset="-128"/>
                          <a:ea typeface="Meiryo UI" panose="020B0604030504040204" pitchFamily="50" charset="-128"/>
                        </a:rPr>
                        <a:t>2.</a:t>
                      </a:r>
                      <a:r>
                        <a:rPr lang="ja-JP" altLang="en-US" sz="1400" dirty="0">
                          <a:latin typeface="Meiryo UI" panose="020B0604030504040204" pitchFamily="50" charset="-128"/>
                          <a:ea typeface="Meiryo UI" panose="020B0604030504040204" pitchFamily="50" charset="-128"/>
                        </a:rPr>
                        <a:t> </a:t>
                      </a:r>
                      <a:r>
                        <a:rPr lang="en-US" altLang="ja-JP" sz="1400" dirty="0">
                          <a:latin typeface="Meiryo UI" panose="020B0604030504040204" pitchFamily="50" charset="-128"/>
                          <a:ea typeface="Meiryo UI" panose="020B0604030504040204" pitchFamily="50" charset="-128"/>
                        </a:rPr>
                        <a:t>Torque characteristics of the alternator</a:t>
                      </a:r>
                      <a:endParaRPr kumimoji="1" lang="ja-JP" altLang="en-US" sz="1400" dirty="0">
                        <a:latin typeface="Meiryo UI" panose="020B0604030504040204" pitchFamily="50" charset="-128"/>
                        <a:ea typeface="Meiryo UI" panose="020B0604030504040204" pitchFamily="50" charset="-128"/>
                      </a:endParaRPr>
                    </a:p>
                  </a:txBody>
                  <a:tcPr marL="72000" marR="72000" marT="36000" marB="36000"/>
                </a:tc>
                <a:tc>
                  <a:txBody>
                    <a:bodyPr/>
                    <a:lstStyle/>
                    <a:p>
                      <a:r>
                        <a:rPr kumimoji="1" lang="en-US" altLang="ja-JP" sz="1400" dirty="0">
                          <a:latin typeface="Meiryo UI" panose="020B0604030504040204" pitchFamily="50" charset="-128"/>
                          <a:ea typeface="Meiryo UI" panose="020B0604030504040204" pitchFamily="50" charset="-128"/>
                        </a:rPr>
                        <a:t>H3730-1 cSC1 If</a:t>
                      </a:r>
                      <a:r>
                        <a:rPr kumimoji="1" lang="ja-JP" altLang="en-US" sz="1400" dirty="0">
                          <a:latin typeface="Meiryo UI" panose="020B0604030504040204" pitchFamily="50" charset="-128"/>
                          <a:ea typeface="Meiryo UI" panose="020B0604030504040204" pitchFamily="50" charset="-128"/>
                        </a:rPr>
                        <a:t>毎出力、トルク</a:t>
                      </a:r>
                      <a:r>
                        <a:rPr kumimoji="1" lang="en-US" altLang="ja-JP" sz="1400" dirty="0">
                          <a:latin typeface="Meiryo UI" panose="020B0604030504040204" pitchFamily="50" charset="-128"/>
                          <a:ea typeface="Meiryo UI" panose="020B0604030504040204" pitchFamily="50" charset="-128"/>
                        </a:rPr>
                        <a:t>_pw.xlsx</a:t>
                      </a:r>
                    </a:p>
                  </a:txBody>
                  <a:tcPr marL="72000" marR="72000" marT="36000" marB="36000"/>
                </a:tc>
                <a:extLst>
                  <a:ext uri="{0D108BD9-81ED-4DB2-BD59-A6C34878D82A}">
                    <a16:rowId xmlns:a16="http://schemas.microsoft.com/office/drawing/2014/main" val="261946916"/>
                  </a:ext>
                </a:extLst>
              </a:tr>
              <a:tr h="127709">
                <a:tc>
                  <a:txBody>
                    <a:bodyPr/>
                    <a:lstStyle/>
                    <a:p>
                      <a:r>
                        <a:rPr lang="en-US" altLang="ja-JP" sz="1400" dirty="0">
                          <a:latin typeface="Meiryo UI" panose="020B0604030504040204" pitchFamily="50" charset="-128"/>
                          <a:ea typeface="Meiryo UI" panose="020B0604030504040204" pitchFamily="50" charset="-128"/>
                        </a:rPr>
                        <a:t>3.</a:t>
                      </a:r>
                      <a:r>
                        <a:rPr lang="ja-JP" altLang="en-US" sz="1400" dirty="0">
                          <a:latin typeface="Meiryo UI" panose="020B0604030504040204" pitchFamily="50" charset="-128"/>
                          <a:ea typeface="Meiryo UI" panose="020B0604030504040204" pitchFamily="50" charset="-128"/>
                        </a:rPr>
                        <a:t> </a:t>
                      </a:r>
                      <a:r>
                        <a:rPr lang="en-US" altLang="ja-JP" sz="1400" dirty="0">
                          <a:latin typeface="Meiryo UI" panose="020B0604030504040204" pitchFamily="50" charset="-128"/>
                          <a:ea typeface="Meiryo UI" panose="020B0604030504040204" pitchFamily="50" charset="-128"/>
                        </a:rPr>
                        <a:t>Torque characteristics of the air</a:t>
                      </a:r>
                      <a:r>
                        <a:rPr lang="ja-JP" altLang="en-US" sz="1400" dirty="0">
                          <a:latin typeface="Meiryo UI" panose="020B0604030504040204" pitchFamily="50" charset="-128"/>
                          <a:ea typeface="Meiryo UI" panose="020B0604030504040204" pitchFamily="50" charset="-128"/>
                        </a:rPr>
                        <a:t> </a:t>
                      </a:r>
                      <a:r>
                        <a:rPr lang="en-US" altLang="ja-JP" sz="1400" dirty="0">
                          <a:latin typeface="Meiryo UI" panose="020B0604030504040204" pitchFamily="50" charset="-128"/>
                          <a:ea typeface="Meiryo UI" panose="020B0604030504040204" pitchFamily="50" charset="-128"/>
                        </a:rPr>
                        <a:t>conditioner</a:t>
                      </a:r>
                      <a:r>
                        <a:rPr lang="ja-JP" altLang="en-US" sz="1400" dirty="0">
                          <a:latin typeface="Meiryo UI" panose="020B0604030504040204" pitchFamily="50" charset="-128"/>
                          <a:ea typeface="Meiryo UI" panose="020B0604030504040204" pitchFamily="50" charset="-128"/>
                        </a:rPr>
                        <a:t> </a:t>
                      </a:r>
                      <a:endParaRPr kumimoji="1" lang="ja-JP" altLang="en-US" sz="1400" dirty="0">
                        <a:latin typeface="Meiryo UI" panose="020B0604030504040204" pitchFamily="50" charset="-128"/>
                        <a:ea typeface="Meiryo UI" panose="020B0604030504040204" pitchFamily="50" charset="-128"/>
                      </a:endParaRPr>
                    </a:p>
                  </a:txBody>
                  <a:tcPr marL="72000" marR="72000" marT="36000" marB="3600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dirty="0">
                          <a:latin typeface="Meiryo UI" panose="020B0604030504040204" pitchFamily="50" charset="-128"/>
                          <a:ea typeface="Meiryo UI" panose="020B0604030504040204" pitchFamily="50" charset="-128"/>
                        </a:rPr>
                        <a:t>Same as 62XA</a:t>
                      </a:r>
                    </a:p>
                  </a:txBody>
                  <a:tcPr marL="72000" marR="72000" marT="36000" marB="36000"/>
                </a:tc>
                <a:extLst>
                  <a:ext uri="{0D108BD9-81ED-4DB2-BD59-A6C34878D82A}">
                    <a16:rowId xmlns:a16="http://schemas.microsoft.com/office/drawing/2014/main" val="1634702307"/>
                  </a:ext>
                </a:extLst>
              </a:tr>
              <a:tr h="127709">
                <a:tc>
                  <a:txBody>
                    <a:bodyPr/>
                    <a:lstStyle/>
                    <a:p>
                      <a:r>
                        <a:rPr lang="en-US" altLang="ja-JP" sz="1400" dirty="0">
                          <a:latin typeface="Meiryo UI" panose="020B0604030504040204" pitchFamily="50" charset="-128"/>
                          <a:ea typeface="Meiryo UI" panose="020B0604030504040204" pitchFamily="50" charset="-128"/>
                        </a:rPr>
                        <a:t>4.</a:t>
                      </a:r>
                      <a:r>
                        <a:rPr lang="ja-JP" altLang="en-US" sz="1400" dirty="0">
                          <a:latin typeface="Meiryo UI" panose="020B0604030504040204" pitchFamily="50" charset="-128"/>
                          <a:ea typeface="Meiryo UI" panose="020B0604030504040204" pitchFamily="50" charset="-128"/>
                        </a:rPr>
                        <a:t> </a:t>
                      </a:r>
                      <a:r>
                        <a:rPr lang="en-US" altLang="ja-JP" sz="1400" dirty="0">
                          <a:latin typeface="Meiryo UI" panose="020B0604030504040204" pitchFamily="50" charset="-128"/>
                          <a:ea typeface="Meiryo UI" panose="020B0604030504040204" pitchFamily="50" charset="-128"/>
                        </a:rPr>
                        <a:t>Characteristics of torque converter</a:t>
                      </a:r>
                    </a:p>
                  </a:txBody>
                  <a:tcPr marL="72000" marR="72000" marT="36000" marB="3600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dirty="0">
                          <a:latin typeface="Meiryo UI" panose="020B0604030504040204" pitchFamily="50" charset="-128"/>
                          <a:ea typeface="Meiryo UI" panose="020B0604030504040204" pitchFamily="50" charset="-128"/>
                        </a:rPr>
                        <a:t>Same as 62XA</a:t>
                      </a:r>
                    </a:p>
                  </a:txBody>
                  <a:tcPr marL="72000" marR="72000" marT="36000" marB="36000"/>
                </a:tc>
                <a:extLst>
                  <a:ext uri="{0D108BD9-81ED-4DB2-BD59-A6C34878D82A}">
                    <a16:rowId xmlns:a16="http://schemas.microsoft.com/office/drawing/2014/main" val="3144628837"/>
                  </a:ext>
                </a:extLst>
              </a:tr>
              <a:tr h="12770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5.</a:t>
                      </a:r>
                      <a:r>
                        <a:rPr kumimoji="1" lang="ja-JP" altLang="en-US"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 </a:t>
                      </a:r>
                      <a:r>
                        <a:rPr kumimoji="1" lang="en-US" altLang="ja-JP"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Fuel level sensor</a:t>
                      </a:r>
                      <a:endParaRPr kumimoji="1" lang="ja-JP" altLang="en-US" sz="1400" dirty="0">
                        <a:latin typeface="Meiryo UI" panose="020B0604030504040204" pitchFamily="50" charset="-128"/>
                        <a:ea typeface="Meiryo UI" panose="020B0604030504040204" pitchFamily="50" charset="-128"/>
                      </a:endParaRPr>
                    </a:p>
                  </a:txBody>
                  <a:tcPr marL="72000" marR="72000" marT="36000" marB="3600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dirty="0">
                          <a:solidFill>
                            <a:schemeClr val="tx1"/>
                          </a:solidFill>
                          <a:latin typeface="Meiryo UI" panose="020B0604030504040204" pitchFamily="50" charset="-128"/>
                          <a:ea typeface="Meiryo UI" panose="020B0604030504040204" pitchFamily="50" charset="-128"/>
                        </a:rPr>
                        <a:t>Same as 62XA</a:t>
                      </a:r>
                    </a:p>
                  </a:txBody>
                  <a:tcPr marL="72000" marR="72000" marT="36000" marB="36000"/>
                </a:tc>
                <a:extLst>
                  <a:ext uri="{0D108BD9-81ED-4DB2-BD59-A6C34878D82A}">
                    <a16:rowId xmlns:a16="http://schemas.microsoft.com/office/drawing/2014/main" val="2793725701"/>
                  </a:ext>
                </a:extLst>
              </a:tr>
            </a:tbl>
          </a:graphicData>
        </a:graphic>
      </p:graphicFrame>
      <p:sp>
        <p:nvSpPr>
          <p:cNvPr id="5" name="テキスト ボックス 4">
            <a:extLst>
              <a:ext uri="{FF2B5EF4-FFF2-40B4-BE49-F238E27FC236}">
                <a16:creationId xmlns:a16="http://schemas.microsoft.com/office/drawing/2014/main" id="{C342890D-7CF6-E55E-9421-5BD9D9BE6D03}"/>
              </a:ext>
            </a:extLst>
          </p:cNvPr>
          <p:cNvSpPr txBox="1"/>
          <p:nvPr/>
        </p:nvSpPr>
        <p:spPr>
          <a:xfrm>
            <a:off x="385760" y="974437"/>
            <a:ext cx="8758239" cy="523220"/>
          </a:xfrm>
          <a:prstGeom prst="rect">
            <a:avLst/>
          </a:prstGeom>
          <a:noFill/>
        </p:spPr>
        <p:txBody>
          <a:bodyPr wrap="square">
            <a:spAutoFit/>
          </a:bodyPr>
          <a:lstStyle/>
          <a:p>
            <a:pPr algn="l"/>
            <a:r>
              <a:rPr lang="en-US" altLang="ja-JP" sz="1400" dirty="0">
                <a:latin typeface="Meiryo UI" panose="020B0604030504040204" pitchFamily="50" charset="-128"/>
                <a:ea typeface="Meiryo UI" panose="020B0604030504040204" pitchFamily="50" charset="-128"/>
              </a:rPr>
              <a:t>The following characteristics</a:t>
            </a:r>
            <a:r>
              <a:rPr lang="ja-JP" altLang="en-US" sz="1400" dirty="0">
                <a:latin typeface="Meiryo UI" panose="020B0604030504040204" pitchFamily="50" charset="-128"/>
                <a:ea typeface="Meiryo UI" panose="020B0604030504040204" pitchFamily="50" charset="-128"/>
              </a:rPr>
              <a:t> </a:t>
            </a:r>
            <a:r>
              <a:rPr lang="en-US" altLang="ja-JP" sz="1400" dirty="0">
                <a:latin typeface="Meiryo UI" panose="020B0604030504040204" pitchFamily="50" charset="-128"/>
                <a:ea typeface="Meiryo UI" panose="020B0604030504040204" pitchFamily="50" charset="-128"/>
              </a:rPr>
              <a:t>data is not listed in the Non-BOSCH component, so refer to each file.</a:t>
            </a:r>
          </a:p>
          <a:p>
            <a:pPr algn="l"/>
            <a:r>
              <a:rPr lang="ja-JP" altLang="en-US" sz="1400" dirty="0">
                <a:latin typeface="Meiryo UI" panose="020B0604030504040204" pitchFamily="50" charset="-128"/>
                <a:ea typeface="Meiryo UI" panose="020B0604030504040204" pitchFamily="50" charset="-128"/>
              </a:rPr>
              <a:t>下記特性データは</a:t>
            </a:r>
            <a:r>
              <a:rPr lang="en-US" altLang="ja-JP" sz="1400" dirty="0">
                <a:latin typeface="Meiryo UI" panose="020B0604030504040204" pitchFamily="50" charset="-128"/>
                <a:ea typeface="Meiryo UI" panose="020B0604030504040204" pitchFamily="50" charset="-128"/>
              </a:rPr>
              <a:t>NBCS</a:t>
            </a:r>
            <a:r>
              <a:rPr lang="ja-JP" altLang="en-US" sz="1400" dirty="0">
                <a:latin typeface="Meiryo UI" panose="020B0604030504040204" pitchFamily="50" charset="-128"/>
                <a:ea typeface="Meiryo UI" panose="020B0604030504040204" pitchFamily="50" charset="-128"/>
              </a:rPr>
              <a:t>に含まれてないので、それぞれのファイルを参照お願いします。</a:t>
            </a:r>
            <a:endParaRPr lang="en-US" altLang="ja-JP" sz="1400" dirty="0">
              <a:latin typeface="Meiryo UI" panose="020B0604030504040204" pitchFamily="50" charset="-128"/>
              <a:ea typeface="Meiryo UI" panose="020B0604030504040204" pitchFamily="50" charset="-128"/>
            </a:endParaRPr>
          </a:p>
        </p:txBody>
      </p:sp>
      <p:sp>
        <p:nvSpPr>
          <p:cNvPr id="6" name="Text Box 2">
            <a:extLst>
              <a:ext uri="{FF2B5EF4-FFF2-40B4-BE49-F238E27FC236}">
                <a16:creationId xmlns:a16="http://schemas.microsoft.com/office/drawing/2014/main" id="{0B2803E4-60EE-1D00-B263-3BEB238164E1}"/>
              </a:ext>
            </a:extLst>
          </p:cNvPr>
          <p:cNvSpPr txBox="1">
            <a:spLocks noChangeArrowheads="1"/>
          </p:cNvSpPr>
          <p:nvPr/>
        </p:nvSpPr>
        <p:spPr bwMode="auto">
          <a:xfrm>
            <a:off x="259667" y="573865"/>
            <a:ext cx="5540876" cy="3874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l" eaLnBrk="1" hangingPunct="1">
              <a:lnSpc>
                <a:spcPct val="120000"/>
              </a:lnSpc>
            </a:pPr>
            <a:r>
              <a:rPr lang="en-US" altLang="ja-JP" sz="1800" b="1" u="sng" dirty="0">
                <a:latin typeface="Meiryo UI" panose="020B0604030504040204" pitchFamily="50" charset="-128"/>
                <a:ea typeface="Meiryo UI" panose="020B0604030504040204" pitchFamily="50" charset="-128"/>
                <a:cs typeface="Arial" pitchFamily="34" charset="0"/>
              </a:rPr>
              <a:t>Appendix. Honda Parts Specification</a:t>
            </a:r>
            <a:r>
              <a:rPr lang="ja-JP" altLang="en-US" sz="1800" b="1" u="sng" dirty="0">
                <a:latin typeface="Meiryo UI" panose="020B0604030504040204" pitchFamily="50" charset="-128"/>
                <a:ea typeface="Meiryo UI" panose="020B0604030504040204" pitchFamily="50" charset="-128"/>
                <a:cs typeface="Arial" pitchFamily="34" charset="0"/>
              </a:rPr>
              <a:t>　</a:t>
            </a:r>
            <a:r>
              <a:rPr lang="en-US" altLang="ja-JP" sz="1800" b="1" u="sng" dirty="0">
                <a:latin typeface="Meiryo UI" panose="020B0604030504040204" pitchFamily="50" charset="-128"/>
                <a:ea typeface="Meiryo UI" panose="020B0604030504040204" pitchFamily="50" charset="-128"/>
                <a:cs typeface="Arial" pitchFamily="34" charset="0"/>
              </a:rPr>
              <a:t>(2/2)</a:t>
            </a:r>
            <a:endParaRPr lang="ja-JP" altLang="en-US" sz="1600" b="1" dirty="0">
              <a:latin typeface="Meiryo UI" panose="020B0604030504040204" pitchFamily="50" charset="-128"/>
              <a:ea typeface="Meiryo UI" panose="020B0604030504040204" pitchFamily="50" charset="-128"/>
              <a:cs typeface="Arial" pitchFamily="34" charset="0"/>
            </a:endParaRPr>
          </a:p>
        </p:txBody>
      </p:sp>
      <p:sp>
        <p:nvSpPr>
          <p:cNvPr id="12" name="コンテンツ プレースホルダー 2">
            <a:extLst>
              <a:ext uri="{FF2B5EF4-FFF2-40B4-BE49-F238E27FC236}">
                <a16:creationId xmlns:a16="http://schemas.microsoft.com/office/drawing/2014/main" id="{EA238FA1-5C4E-65B4-728E-01EF15643069}"/>
              </a:ext>
            </a:extLst>
          </p:cNvPr>
          <p:cNvSpPr txBox="1">
            <a:spLocks/>
          </p:cNvSpPr>
          <p:nvPr>
            <p:custDataLst>
              <p:tags r:id="rId1"/>
            </p:custDataLst>
          </p:nvPr>
        </p:nvSpPr>
        <p:spPr bwMode="auto">
          <a:xfrm>
            <a:off x="3030105" y="4903535"/>
            <a:ext cx="5661806" cy="205313"/>
          </a:xfrm>
          <a:prstGeom prst="rect">
            <a:avLst/>
          </a:prstGeom>
          <a:noFill/>
          <a:ln w="0">
            <a:noFill/>
            <a:miter lim="800000"/>
            <a:headEnd/>
            <a:tailEnd/>
          </a:ln>
          <a:effectLst/>
          <a:extLs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vert="horz" wrap="none" lIns="0" tIns="0" rIns="0" bIns="0" numCol="1" anchor="t" anchorCtr="0" compatLnSpc="1">
            <a:prstTxWarp prst="textNoShape">
              <a:avLst/>
            </a:prstTxWarp>
            <a:spAutoFit/>
          </a:bodyPr>
          <a:lstStyle>
            <a:lvl1pPr marL="251460" indent="-251460" algn="l" rtl="0" eaLnBrk="1" fontAlgn="base" hangingPunct="1">
              <a:lnSpc>
                <a:spcPts val="2300"/>
              </a:lnSpc>
              <a:spcBef>
                <a:spcPts val="500"/>
              </a:spcBef>
              <a:spcAft>
                <a:spcPct val="0"/>
              </a:spcAft>
              <a:buClrTx/>
              <a:buSzPct val="100000"/>
              <a:buFontTx/>
              <a:buNone/>
              <a:defRPr kumimoji="1" sz="1800" b="0" i="0" u="none">
                <a:solidFill>
                  <a:schemeClr val="tx1"/>
                </a:solidFill>
                <a:latin typeface="Bosch Office Sans" panose="020B0604020202020204" pitchFamily="34" charset="0"/>
                <a:ea typeface="+mn-ea"/>
                <a:cs typeface="Arial" pitchFamily="34" charset="0"/>
              </a:defRPr>
            </a:lvl1pPr>
            <a:lvl2pPr marL="467360" indent="-467360" algn="l" rtl="0" eaLnBrk="1" fontAlgn="base" hangingPunct="1">
              <a:lnSpc>
                <a:spcPts val="2000"/>
              </a:lnSpc>
              <a:spcBef>
                <a:spcPts val="500"/>
              </a:spcBef>
              <a:spcAft>
                <a:spcPct val="0"/>
              </a:spcAft>
              <a:buClrTx/>
              <a:buSzPct val="100000"/>
              <a:buFontTx/>
              <a:buNone/>
              <a:defRPr kumimoji="1" sz="1600" b="0" i="0" u="none">
                <a:solidFill>
                  <a:schemeClr val="tx1"/>
                </a:solidFill>
                <a:latin typeface="Bosch Office Sans" panose="020B0604020202020204" pitchFamily="34" charset="0"/>
                <a:cs typeface="Arial" pitchFamily="34" charset="0"/>
              </a:defRPr>
            </a:lvl2pPr>
            <a:lvl3pPr marL="647700" indent="-647700" algn="l" rtl="0" eaLnBrk="1" fontAlgn="base" hangingPunct="1">
              <a:lnSpc>
                <a:spcPts val="1700"/>
              </a:lnSpc>
              <a:spcBef>
                <a:spcPts val="500"/>
              </a:spcBef>
              <a:spcAft>
                <a:spcPct val="0"/>
              </a:spcAft>
              <a:buClrTx/>
              <a:buSzPct val="100000"/>
              <a:buFontTx/>
              <a:buNone/>
              <a:defRPr kumimoji="1" sz="1400" b="0" i="0" u="none">
                <a:solidFill>
                  <a:schemeClr val="tx1"/>
                </a:solidFill>
                <a:latin typeface="Bosch Office Sans" panose="020B0604020202020204" pitchFamily="34" charset="0"/>
                <a:cs typeface="Arial" pitchFamily="34" charset="0"/>
              </a:defRPr>
            </a:lvl3pPr>
            <a:lvl4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4pPr>
            <a:lvl5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5pPr>
            <a:lvl6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6pPr>
            <a:lvl7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7pPr>
            <a:lvl8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8pPr>
            <a:lvl9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9pPr>
          </a:lstStyle>
          <a:p>
            <a:pPr marL="0" indent="0">
              <a:lnSpc>
                <a:spcPct val="105000"/>
              </a:lnSpc>
              <a:spcBef>
                <a:spcPts val="600"/>
              </a:spcBef>
              <a:spcAft>
                <a:spcPts val="0"/>
              </a:spcAft>
            </a:pPr>
            <a:r>
              <a:rPr lang="en-US" altLang="ja-JP" sz="1400" b="1" kern="0" dirty="0">
                <a:latin typeface="Meiryo UI" panose="020B0604030504040204" pitchFamily="50" charset="-128"/>
                <a:ea typeface="Meiryo UI" panose="020B0604030504040204" pitchFamily="50" charset="-128"/>
              </a:rPr>
              <a:t>※</a:t>
            </a:r>
            <a:r>
              <a:rPr lang="ja-JP" altLang="en-US" sz="1400" b="1" kern="0" dirty="0">
                <a:latin typeface="Meiryo UI" panose="020B0604030504040204" pitchFamily="50" charset="-128"/>
                <a:ea typeface="Meiryo UI" panose="020B0604030504040204" pitchFamily="50" charset="-128"/>
              </a:rPr>
              <a:t> </a:t>
            </a:r>
            <a:r>
              <a:rPr lang="en-US" sz="1400" b="1" kern="0" dirty="0">
                <a:latin typeface="Meiryo UI" panose="020B0604030504040204" pitchFamily="50" charset="-128"/>
                <a:ea typeface="Meiryo UI" panose="020B0604030504040204" pitchFamily="50" charset="-128"/>
              </a:rPr>
              <a:t>In folder : “</a:t>
            </a:r>
            <a:r>
              <a:rPr kumimoji="1" lang="en-US" altLang="ja-JP" sz="1400" b="1"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13.</a:t>
            </a:r>
            <a:r>
              <a:rPr kumimoji="1" lang="ja-JP" altLang="en-US" sz="1400" b="1"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 </a:t>
            </a:r>
            <a:r>
              <a:rPr kumimoji="1" lang="en-US" altLang="ja-JP" sz="1400" b="1"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ENG Spec Comparison from Base model </a:t>
            </a:r>
            <a:r>
              <a:rPr lang="en-US" sz="1400" b="1" kern="0" dirty="0">
                <a:latin typeface="Meiryo UI" panose="020B0604030504040204" pitchFamily="50" charset="-128"/>
                <a:ea typeface="Meiryo UI" panose="020B0604030504040204" pitchFamily="50" charset="-128"/>
              </a:rPr>
              <a:t>”</a:t>
            </a:r>
          </a:p>
        </p:txBody>
      </p:sp>
    </p:spTree>
    <p:extLst>
      <p:ext uri="{BB962C8B-B14F-4D97-AF65-F5344CB8AC3E}">
        <p14:creationId xmlns:p14="http://schemas.microsoft.com/office/powerpoint/2010/main" val="128208252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2">
            <a:extLst>
              <a:ext uri="{FF2B5EF4-FFF2-40B4-BE49-F238E27FC236}">
                <a16:creationId xmlns:a16="http://schemas.microsoft.com/office/drawing/2014/main" id="{F90CB43B-8163-48C4-8BB9-70B06248B3FE}"/>
              </a:ext>
            </a:extLst>
          </p:cNvPr>
          <p:cNvSpPr txBox="1">
            <a:spLocks noChangeArrowheads="1"/>
          </p:cNvSpPr>
          <p:nvPr/>
        </p:nvSpPr>
        <p:spPr bwMode="auto">
          <a:xfrm>
            <a:off x="133270" y="70577"/>
            <a:ext cx="88931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8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13.</a:t>
            </a:r>
            <a:r>
              <a:rPr kumimoji="1" lang="ja-JP" altLang="en-US" sz="18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 </a:t>
            </a:r>
            <a:r>
              <a:rPr lang="en-US" altLang="ja-JP" sz="1800">
                <a:solidFill>
                  <a:srgbClr val="FFFFFF"/>
                </a:solidFill>
                <a:latin typeface="Meiryo UI" panose="020B0604030504040204" pitchFamily="50" charset="-128"/>
                <a:ea typeface="Meiryo UI" panose="020B0604030504040204" pitchFamily="50" charset="-128"/>
                <a:cs typeface="Arial" pitchFamily="34" charset="0"/>
              </a:rPr>
              <a:t>ENG Spec Comparison from Base Model </a:t>
            </a:r>
            <a:r>
              <a:rPr kumimoji="1" lang="en-US" altLang="ja-JP" sz="18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(7/7)</a:t>
            </a:r>
            <a:endParaRPr kumimoji="1" lang="en-US" altLang="ja-JP" sz="105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endParaRPr>
          </a:p>
        </p:txBody>
      </p:sp>
      <p:sp>
        <p:nvSpPr>
          <p:cNvPr id="8" name="テキスト ボックス 7">
            <a:extLst>
              <a:ext uri="{FF2B5EF4-FFF2-40B4-BE49-F238E27FC236}">
                <a16:creationId xmlns:a16="http://schemas.microsoft.com/office/drawing/2014/main" id="{CC982BFB-4018-4C76-A818-02E6A8DF870B}"/>
              </a:ext>
            </a:extLst>
          </p:cNvPr>
          <p:cNvSpPr txBox="1"/>
          <p:nvPr/>
        </p:nvSpPr>
        <p:spPr>
          <a:xfrm>
            <a:off x="144236" y="592678"/>
            <a:ext cx="5873724" cy="3874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en-US"/>
            </a:defPPr>
            <a:lvl1pPr marL="457200" indent="-457200" algn="l" eaLnBrk="1" hangingPunct="1">
              <a:lnSpc>
                <a:spcPct val="120000"/>
              </a:lnSpc>
              <a:defRPr sz="1800" b="1" u="sng">
                <a:latin typeface="Meiryo UI" panose="020B0604030504040204" pitchFamily="50" charset="-128"/>
                <a:ea typeface="Meiryo UI" panose="020B0604030504040204" pitchFamily="50" charset="-128"/>
                <a:cs typeface="Arial" pitchFamily="34" charset="0"/>
              </a:defRPr>
            </a:lvl1pPr>
            <a:lvl2pPr marL="742950" indent="-285750" eaLnBrk="0" hangingPunct="0"/>
            <a:lvl3pPr marL="1143000" indent="-228600" eaLnBrk="0" hangingPunct="0"/>
            <a:lvl4pPr marL="1600200" indent="-228600" eaLnBrk="0" hangingPunct="0"/>
            <a:lvl5pPr marL="2057400" indent="-228600" eaLnBrk="0" hangingPunct="0"/>
            <a:lvl6pPr marL="2514600" indent="-228600" algn="ctr" eaLnBrk="0" fontAlgn="base" hangingPunct="0">
              <a:spcBef>
                <a:spcPct val="0"/>
              </a:spcBef>
              <a:spcAft>
                <a:spcPct val="0"/>
              </a:spcAft>
            </a:lvl6pPr>
            <a:lvl7pPr marL="2971800" indent="-228600" algn="ctr" eaLnBrk="0" fontAlgn="base" hangingPunct="0">
              <a:spcBef>
                <a:spcPct val="0"/>
              </a:spcBef>
              <a:spcAft>
                <a:spcPct val="0"/>
              </a:spcAft>
            </a:lvl7pPr>
            <a:lvl8pPr marL="3429000" indent="-228600" algn="ctr" eaLnBrk="0" fontAlgn="base" hangingPunct="0">
              <a:spcBef>
                <a:spcPct val="0"/>
              </a:spcBef>
              <a:spcAft>
                <a:spcPct val="0"/>
              </a:spcAft>
            </a:lvl8pPr>
            <a:lvl9pPr marL="3886200" indent="-228600" algn="ctr" eaLnBrk="0" fontAlgn="base" hangingPunct="0">
              <a:spcBef>
                <a:spcPct val="0"/>
              </a:spcBef>
              <a:spcAft>
                <a:spcPct val="0"/>
              </a:spcAft>
            </a:lvl9pPr>
          </a:lstStyle>
          <a:p>
            <a:r>
              <a:rPr lang="en-US" altLang="ja-JP"/>
              <a:t>VG/FG Characteristics of Air Flow Meter (AFM)</a:t>
            </a:r>
            <a:endParaRPr lang="ja-JP" altLang="en-US"/>
          </a:p>
        </p:txBody>
      </p:sp>
      <p:graphicFrame>
        <p:nvGraphicFramePr>
          <p:cNvPr id="9" name="表 5">
            <a:extLst>
              <a:ext uri="{FF2B5EF4-FFF2-40B4-BE49-F238E27FC236}">
                <a16:creationId xmlns:a16="http://schemas.microsoft.com/office/drawing/2014/main" id="{F38E8331-13BD-4FEA-842D-BE6440653186}"/>
              </a:ext>
            </a:extLst>
          </p:cNvPr>
          <p:cNvGraphicFramePr>
            <a:graphicFrameLocks noGrp="1"/>
          </p:cNvGraphicFramePr>
          <p:nvPr>
            <p:extLst>
              <p:ext uri="{D42A27DB-BD31-4B8C-83A1-F6EECF244321}">
                <p14:modId xmlns:p14="http://schemas.microsoft.com/office/powerpoint/2010/main" val="3601540941"/>
              </p:ext>
            </p:extLst>
          </p:nvPr>
        </p:nvGraphicFramePr>
        <p:xfrm>
          <a:off x="78539" y="2207847"/>
          <a:ext cx="9000239" cy="2066880"/>
        </p:xfrm>
        <a:graphic>
          <a:graphicData uri="http://schemas.openxmlformats.org/drawingml/2006/table">
            <a:tbl>
              <a:tblPr firstRow="1" bandRow="1">
                <a:tableStyleId>{5940675A-B579-460E-94D1-54222C63F5DA}</a:tableStyleId>
              </a:tblPr>
              <a:tblGrid>
                <a:gridCol w="3397876">
                  <a:extLst>
                    <a:ext uri="{9D8B030D-6E8A-4147-A177-3AD203B41FA5}">
                      <a16:colId xmlns:a16="http://schemas.microsoft.com/office/drawing/2014/main" val="2577792888"/>
                    </a:ext>
                  </a:extLst>
                </a:gridCol>
                <a:gridCol w="2383146">
                  <a:extLst>
                    <a:ext uri="{9D8B030D-6E8A-4147-A177-3AD203B41FA5}">
                      <a16:colId xmlns:a16="http://schemas.microsoft.com/office/drawing/2014/main" val="3005789725"/>
                    </a:ext>
                  </a:extLst>
                </a:gridCol>
                <a:gridCol w="1578277">
                  <a:extLst>
                    <a:ext uri="{9D8B030D-6E8A-4147-A177-3AD203B41FA5}">
                      <a16:colId xmlns:a16="http://schemas.microsoft.com/office/drawing/2014/main" val="2077700662"/>
                    </a:ext>
                  </a:extLst>
                </a:gridCol>
                <a:gridCol w="1640940">
                  <a:extLst>
                    <a:ext uri="{9D8B030D-6E8A-4147-A177-3AD203B41FA5}">
                      <a16:colId xmlns:a16="http://schemas.microsoft.com/office/drawing/2014/main" val="337314932"/>
                    </a:ext>
                  </a:extLst>
                </a:gridCol>
              </a:tblGrid>
              <a:tr h="0">
                <a:tc rowSpan="2">
                  <a:txBody>
                    <a:bodyPr/>
                    <a:lstStyle/>
                    <a:p>
                      <a:pPr algn="ctr"/>
                      <a:r>
                        <a:rPr kumimoji="1" lang="en-US" altLang="ja-JP" sz="1400">
                          <a:latin typeface="Meiryo UI" panose="020B0604030504040204" pitchFamily="50" charset="-128"/>
                          <a:ea typeface="Meiryo UI" panose="020B0604030504040204" pitchFamily="50" charset="-128"/>
                        </a:rPr>
                        <a:t>Object</a:t>
                      </a:r>
                      <a:endParaRPr kumimoji="1" lang="ja-JP" altLang="en-US" sz="1400">
                        <a:latin typeface="Meiryo UI" panose="020B0604030504040204" pitchFamily="50" charset="-128"/>
                        <a:ea typeface="Meiryo UI" panose="020B0604030504040204" pitchFamily="50" charset="-128"/>
                      </a:endParaRPr>
                    </a:p>
                  </a:txBody>
                  <a:tcPr marL="36000" marR="36000" marT="36000" marB="36000" anchor="ctr"/>
                </a:tc>
                <a:tc rowSpan="2">
                  <a:txBody>
                    <a:bodyPr/>
                    <a:lstStyle/>
                    <a:p>
                      <a:pPr algn="ctr"/>
                      <a:r>
                        <a:rPr kumimoji="1" lang="en-US" altLang="ja-JP" sz="1400">
                          <a:latin typeface="Meiryo UI" panose="020B0604030504040204" pitchFamily="50" charset="-128"/>
                          <a:ea typeface="Meiryo UI" panose="020B0604030504040204" pitchFamily="50" charset="-128"/>
                        </a:rPr>
                        <a:t>VG</a:t>
                      </a:r>
                      <a:r>
                        <a:rPr kumimoji="1" lang="ja-JP" altLang="en-US" sz="1400">
                          <a:latin typeface="Meiryo UI" panose="020B0604030504040204" pitchFamily="50" charset="-128"/>
                          <a:ea typeface="Meiryo UI" panose="020B0604030504040204" pitchFamily="50" charset="-128"/>
                        </a:rPr>
                        <a:t> </a:t>
                      </a:r>
                      <a:r>
                        <a:rPr kumimoji="1" lang="en-US" altLang="ja-JP" sz="1400">
                          <a:latin typeface="Meiryo UI" panose="020B0604030504040204" pitchFamily="50" charset="-128"/>
                          <a:ea typeface="Meiryo UI" panose="020B0604030504040204" pitchFamily="50" charset="-128"/>
                        </a:rPr>
                        <a:t>characteristics data</a:t>
                      </a:r>
                      <a:endParaRPr kumimoji="1" lang="ja-JP" altLang="en-US" sz="1400">
                        <a:latin typeface="Meiryo UI" panose="020B0604030504040204" pitchFamily="50" charset="-128"/>
                        <a:ea typeface="Meiryo UI" panose="020B0604030504040204" pitchFamily="50" charset="-128"/>
                      </a:endParaRPr>
                    </a:p>
                  </a:txBody>
                  <a:tcPr marL="36000" marR="36000" marT="36000" marB="36000" anchor="ctr"/>
                </a:tc>
                <a:tc gridSpan="2">
                  <a:txBody>
                    <a:bodyPr/>
                    <a:lstStyle/>
                    <a:p>
                      <a:pPr algn="ctr"/>
                      <a:r>
                        <a:rPr kumimoji="1" lang="en-US" altLang="ja-JP" sz="1400">
                          <a:latin typeface="Meiryo UI" panose="020B0604030504040204" pitchFamily="50" charset="-128"/>
                          <a:ea typeface="Meiryo UI" panose="020B0604030504040204" pitchFamily="50" charset="-128"/>
                        </a:rPr>
                        <a:t>Hardware</a:t>
                      </a:r>
                      <a:r>
                        <a:rPr kumimoji="1" lang="ja-JP" altLang="en-US" sz="1400">
                          <a:latin typeface="Meiryo UI" panose="020B0604030504040204" pitchFamily="50" charset="-128"/>
                          <a:ea typeface="Meiryo UI" panose="020B0604030504040204" pitchFamily="50" charset="-128"/>
                        </a:rPr>
                        <a:t> </a:t>
                      </a:r>
                      <a:r>
                        <a:rPr kumimoji="1" lang="en-US" altLang="ja-JP" sz="1400">
                          <a:latin typeface="Meiryo UI" panose="020B0604030504040204" pitchFamily="50" charset="-128"/>
                          <a:ea typeface="Meiryo UI" panose="020B0604030504040204" pitchFamily="50" charset="-128"/>
                        </a:rPr>
                        <a:t>of VG/FG measurement</a:t>
                      </a:r>
                      <a:endParaRPr kumimoji="1" lang="ja-JP" altLang="en-US" sz="1400">
                        <a:latin typeface="Meiryo UI" panose="020B0604030504040204" pitchFamily="50" charset="-128"/>
                        <a:ea typeface="Meiryo UI" panose="020B0604030504040204" pitchFamily="50" charset="-128"/>
                      </a:endParaRPr>
                    </a:p>
                  </a:txBody>
                  <a:tcPr marL="36000" marR="36000" marT="36000" marB="36000" anchor="ctr"/>
                </a:tc>
                <a:tc hMerge="1">
                  <a:txBody>
                    <a:bodyPr/>
                    <a:lstStyle/>
                    <a:p>
                      <a:pPr algn="ctr"/>
                      <a:endParaRPr kumimoji="1" lang="ja-JP" altLang="en-US" sz="1400">
                        <a:latin typeface="Meiryo UI" panose="020B0604030504040204" pitchFamily="50" charset="-128"/>
                        <a:ea typeface="Meiryo UI" panose="020B0604030504040204" pitchFamily="50" charset="-128"/>
                      </a:endParaRPr>
                    </a:p>
                  </a:txBody>
                  <a:tcPr marL="36000" marR="36000" marT="36000" marB="36000" anchor="ctr"/>
                </a:tc>
                <a:extLst>
                  <a:ext uri="{0D108BD9-81ED-4DB2-BD59-A6C34878D82A}">
                    <a16:rowId xmlns:a16="http://schemas.microsoft.com/office/drawing/2014/main" val="2628048544"/>
                  </a:ext>
                </a:extLst>
              </a:tr>
              <a:tr h="0">
                <a:tc vMerge="1">
                  <a:txBody>
                    <a:bodyPr/>
                    <a:lstStyle/>
                    <a:p>
                      <a:pPr algn="ctr"/>
                      <a:endParaRPr kumimoji="1" lang="ja-JP" altLang="en-US" sz="1400">
                        <a:latin typeface="Meiryo UI" panose="020B0604030504040204" pitchFamily="50" charset="-128"/>
                        <a:ea typeface="Meiryo UI" panose="020B0604030504040204" pitchFamily="50" charset="-128"/>
                      </a:endParaRPr>
                    </a:p>
                  </a:txBody>
                  <a:tcPr marL="36000" marR="36000" marT="36000" marB="36000" anchor="ctr"/>
                </a:tc>
                <a:tc vMerge="1">
                  <a:txBody>
                    <a:bodyPr/>
                    <a:lstStyle/>
                    <a:p>
                      <a:pPr algn="ctr"/>
                      <a:endParaRPr kumimoji="1" lang="ja-JP" altLang="en-US" sz="1400">
                        <a:latin typeface="Meiryo UI" panose="020B0604030504040204" pitchFamily="50" charset="-128"/>
                        <a:ea typeface="Meiryo UI" panose="020B0604030504040204" pitchFamily="50" charset="-128"/>
                      </a:endParaRPr>
                    </a:p>
                  </a:txBody>
                  <a:tcPr marL="36000" marR="36000" marT="36000" marB="36000" anchor="ctr"/>
                </a:tc>
                <a:tc>
                  <a:txBody>
                    <a:bodyPr/>
                    <a:lstStyle/>
                    <a:p>
                      <a:pPr algn="ctr"/>
                      <a:r>
                        <a:rPr kumimoji="1" lang="en-US" altLang="ja-JP" sz="1400">
                          <a:latin typeface="Meiryo UI" panose="020B0604030504040204" pitchFamily="50" charset="-128"/>
                          <a:ea typeface="Meiryo UI" panose="020B0604030504040204" pitchFamily="50" charset="-128"/>
                        </a:rPr>
                        <a:t>AFM</a:t>
                      </a:r>
                      <a:endParaRPr kumimoji="1" lang="ja-JP" altLang="en-US" sz="1400">
                        <a:latin typeface="Meiryo UI" panose="020B0604030504040204" pitchFamily="50" charset="-128"/>
                        <a:ea typeface="Meiryo UI" panose="020B0604030504040204" pitchFamily="50" charset="-128"/>
                      </a:endParaRPr>
                    </a:p>
                  </a:txBody>
                  <a:tcPr marL="36000" marR="36000" marT="36000" marB="36000" anchor="ctr"/>
                </a:tc>
                <a:tc>
                  <a:txBody>
                    <a:bodyPr/>
                    <a:lstStyle/>
                    <a:p>
                      <a:pPr algn="ctr"/>
                      <a:r>
                        <a:rPr kumimoji="1" lang="en-US" altLang="ja-JP" sz="1400">
                          <a:latin typeface="Meiryo UI" panose="020B0604030504040204" pitchFamily="50" charset="-128"/>
                          <a:ea typeface="Meiryo UI" panose="020B0604030504040204" pitchFamily="50" charset="-128"/>
                        </a:rPr>
                        <a:t>Air</a:t>
                      </a:r>
                      <a:r>
                        <a:rPr kumimoji="1" lang="ja-JP" altLang="en-US" sz="1400">
                          <a:latin typeface="Meiryo UI" panose="020B0604030504040204" pitchFamily="50" charset="-128"/>
                          <a:ea typeface="Meiryo UI" panose="020B0604030504040204" pitchFamily="50" charset="-128"/>
                        </a:rPr>
                        <a:t> </a:t>
                      </a:r>
                      <a:r>
                        <a:rPr kumimoji="1" lang="en-US" altLang="ja-JP" sz="1400">
                          <a:latin typeface="Meiryo UI" panose="020B0604030504040204" pitchFamily="50" charset="-128"/>
                          <a:ea typeface="Meiryo UI" panose="020B0604030504040204" pitchFamily="50" charset="-128"/>
                        </a:rPr>
                        <a:t>Cleaner</a:t>
                      </a:r>
                      <a:r>
                        <a:rPr kumimoji="1" lang="ja-JP" altLang="en-US" sz="1400">
                          <a:latin typeface="Meiryo UI" panose="020B0604030504040204" pitchFamily="50" charset="-128"/>
                          <a:ea typeface="Meiryo UI" panose="020B0604030504040204" pitchFamily="50" charset="-128"/>
                        </a:rPr>
                        <a:t> </a:t>
                      </a:r>
                      <a:r>
                        <a:rPr kumimoji="1" lang="en-US" altLang="ja-JP" sz="1400">
                          <a:latin typeface="Meiryo UI" panose="020B0604030504040204" pitchFamily="50" charset="-128"/>
                          <a:ea typeface="Meiryo UI" panose="020B0604030504040204" pitchFamily="50" charset="-128"/>
                        </a:rPr>
                        <a:t>Assy</a:t>
                      </a:r>
                      <a:endParaRPr kumimoji="1" lang="ja-JP" altLang="en-US" sz="1400">
                        <a:latin typeface="Meiryo UI" panose="020B0604030504040204" pitchFamily="50" charset="-128"/>
                        <a:ea typeface="Meiryo UI" panose="020B0604030504040204" pitchFamily="50" charset="-128"/>
                      </a:endParaRPr>
                    </a:p>
                  </a:txBody>
                  <a:tcPr marL="36000" marR="36000" marT="36000" marB="36000" anchor="ctr"/>
                </a:tc>
                <a:extLst>
                  <a:ext uri="{0D108BD9-81ED-4DB2-BD59-A6C34878D82A}">
                    <a16:rowId xmlns:a16="http://schemas.microsoft.com/office/drawing/2014/main" val="3323745591"/>
                  </a:ext>
                </a:extLst>
              </a:tr>
              <a:tr h="0">
                <a:tc>
                  <a:txBody>
                    <a:bodyPr/>
                    <a:lstStyle/>
                    <a:p>
                      <a:pPr algn="ctr"/>
                      <a:r>
                        <a:rPr kumimoji="1" lang="en-US" altLang="ja-JP" sz="1400">
                          <a:latin typeface="Meiryo UI" panose="020B0604030504040204" pitchFamily="50" charset="-128"/>
                          <a:ea typeface="Meiryo UI" panose="020B0604030504040204" pitchFamily="50" charset="-128"/>
                        </a:rPr>
                        <a:t>Engine Air charge calibration test </a:t>
                      </a:r>
                    </a:p>
                    <a:p>
                      <a:pPr algn="ctr"/>
                      <a:r>
                        <a:rPr kumimoji="1" lang="en-US" altLang="ja-JP" sz="1400">
                          <a:latin typeface="Meiryo UI" panose="020B0604030504040204" pitchFamily="50" charset="-128"/>
                          <a:ea typeface="Meiryo UI" panose="020B0604030504040204" pitchFamily="50" charset="-128"/>
                        </a:rPr>
                        <a:t>during development phase</a:t>
                      </a:r>
                    </a:p>
                  </a:txBody>
                  <a:tcPr marL="36000" marR="36000" marT="36000" marB="36000" anchor="ctr"/>
                </a:tc>
                <a:tc>
                  <a:txBody>
                    <a:bodyPr/>
                    <a:lstStyle/>
                    <a:p>
                      <a:pPr algn="ctr"/>
                      <a:r>
                        <a:rPr kumimoji="1" lang="en-US" altLang="ja-JP" sz="1400">
                          <a:latin typeface="Meiryo UI" panose="020B0604030504040204" pitchFamily="50" charset="-128"/>
                          <a:ea typeface="Meiryo UI" panose="020B0604030504040204" pitchFamily="50" charset="-128"/>
                        </a:rPr>
                        <a:t>Exclusive measurement </a:t>
                      </a:r>
                    </a:p>
                    <a:p>
                      <a:pPr algn="ctr"/>
                      <a:r>
                        <a:rPr kumimoji="1" lang="en-US" altLang="ja-JP" sz="1400">
                          <a:latin typeface="Meiryo UI" panose="020B0604030504040204" pitchFamily="50" charset="-128"/>
                          <a:ea typeface="Meiryo UI" panose="020B0604030504040204" pitchFamily="50" charset="-128"/>
                        </a:rPr>
                        <a:t>by AFM supplier</a:t>
                      </a:r>
                      <a:endParaRPr kumimoji="1" lang="ja-JP" altLang="en-US" sz="1400">
                        <a:latin typeface="Meiryo UI" panose="020B0604030504040204" pitchFamily="50" charset="-128"/>
                        <a:ea typeface="Meiryo UI" panose="020B0604030504040204" pitchFamily="50" charset="-128"/>
                      </a:endParaRPr>
                    </a:p>
                  </a:txBody>
                  <a:tcPr marL="36000" marR="36000" marT="36000" marB="36000" anchor="ctr">
                    <a:solidFill>
                      <a:srgbClr val="FFFF99"/>
                    </a:solidFill>
                  </a:tcPr>
                </a:tc>
                <a:tc gridSpan="2">
                  <a:txBody>
                    <a:bodyPr/>
                    <a:lstStyle/>
                    <a:p>
                      <a:pPr algn="ctr"/>
                      <a:r>
                        <a:rPr kumimoji="1" lang="en-US" altLang="ja-JP" sz="1400">
                          <a:latin typeface="Meiryo UI" panose="020B0604030504040204" pitchFamily="50" charset="-128"/>
                          <a:ea typeface="Meiryo UI" panose="020B0604030504040204" pitchFamily="50" charset="-128"/>
                        </a:rPr>
                        <a:t>Air Cleaner Assy with AFM </a:t>
                      </a:r>
                    </a:p>
                    <a:p>
                      <a:pPr algn="ctr"/>
                      <a:r>
                        <a:rPr kumimoji="1" lang="en-US" altLang="ja-JP" sz="1400">
                          <a:latin typeface="Meiryo UI" panose="020B0604030504040204" pitchFamily="50" charset="-128"/>
                          <a:ea typeface="Meiryo UI" panose="020B0604030504040204" pitchFamily="50" charset="-128"/>
                        </a:rPr>
                        <a:t>which has exclusive VG/FG data※</a:t>
                      </a:r>
                      <a:endParaRPr kumimoji="1" lang="ja-JP" altLang="en-US" sz="1400">
                        <a:latin typeface="Meiryo UI" panose="020B0604030504040204" pitchFamily="50" charset="-128"/>
                        <a:ea typeface="Meiryo UI" panose="020B0604030504040204" pitchFamily="50" charset="-128"/>
                      </a:endParaRPr>
                    </a:p>
                  </a:txBody>
                  <a:tcPr marL="36000" marR="36000" marT="36000" marB="36000" anchor="ctr">
                    <a:solidFill>
                      <a:srgbClr val="FFFF99"/>
                    </a:solidFill>
                  </a:tcPr>
                </a:tc>
                <a:tc hMerge="1">
                  <a:txBody>
                    <a:bodyPr/>
                    <a:lstStyle/>
                    <a:p>
                      <a:pPr algn="ctr"/>
                      <a:endParaRPr kumimoji="1" lang="ja-JP" altLang="en-US" sz="1000">
                        <a:latin typeface="Meiryo UI" panose="020B0604030504040204" pitchFamily="50" charset="-128"/>
                        <a:ea typeface="Meiryo UI" panose="020B0604030504040204" pitchFamily="50" charset="-128"/>
                      </a:endParaRPr>
                    </a:p>
                  </a:txBody>
                  <a:tcPr marL="36000" marR="36000" marT="36000" marB="36000" anchor="ctr"/>
                </a:tc>
                <a:extLst>
                  <a:ext uri="{0D108BD9-81ED-4DB2-BD59-A6C34878D82A}">
                    <a16:rowId xmlns:a16="http://schemas.microsoft.com/office/drawing/2014/main" val="697006669"/>
                  </a:ext>
                </a:extLst>
              </a:tr>
              <a:tr h="0">
                <a:tc>
                  <a:txBody>
                    <a:bodyPr/>
                    <a:lstStyle/>
                    <a:p>
                      <a:pPr algn="ctr"/>
                      <a:r>
                        <a:rPr kumimoji="1" lang="en-US" altLang="ja-JP" sz="1400">
                          <a:latin typeface="Meiryo UI" panose="020B0604030504040204" pitchFamily="50" charset="-128"/>
                          <a:ea typeface="Meiryo UI" panose="020B0604030504040204" pitchFamily="50" charset="-128"/>
                        </a:rPr>
                        <a:t>HEX</a:t>
                      </a:r>
                      <a:r>
                        <a:rPr kumimoji="1" lang="ja-JP" altLang="en-US" sz="1400">
                          <a:latin typeface="Meiryo UI" panose="020B0604030504040204" pitchFamily="50" charset="-128"/>
                          <a:ea typeface="Meiryo UI" panose="020B0604030504040204" pitchFamily="50" charset="-128"/>
                        </a:rPr>
                        <a:t> </a:t>
                      </a:r>
                      <a:r>
                        <a:rPr kumimoji="1" lang="en-US" altLang="ja-JP" sz="1400">
                          <a:latin typeface="Meiryo UI" panose="020B0604030504040204" pitchFamily="50" charset="-128"/>
                          <a:ea typeface="Meiryo UI" panose="020B0604030504040204" pitchFamily="50" charset="-128"/>
                        </a:rPr>
                        <a:t>data release</a:t>
                      </a:r>
                    </a:p>
                    <a:p>
                      <a:pPr algn="ctr"/>
                      <a:r>
                        <a:rPr kumimoji="1" lang="en-US" altLang="ja-JP" sz="1400">
                          <a:latin typeface="Meiryo UI" panose="020B0604030504040204" pitchFamily="50" charset="-128"/>
                          <a:ea typeface="Meiryo UI" panose="020B0604030504040204" pitchFamily="50" charset="-128"/>
                        </a:rPr>
                        <a:t>during development phase</a:t>
                      </a:r>
                      <a:endParaRPr kumimoji="1" lang="ja-JP" altLang="en-US" sz="1400">
                        <a:latin typeface="Meiryo UI" panose="020B0604030504040204" pitchFamily="50" charset="-128"/>
                        <a:ea typeface="Meiryo UI" panose="020B0604030504040204" pitchFamily="50" charset="-128"/>
                      </a:endParaRPr>
                    </a:p>
                  </a:txBody>
                  <a:tcPr marL="36000" marR="36000" marT="36000" marB="36000" anchor="ctr"/>
                </a:tc>
                <a:tc>
                  <a:txBody>
                    <a:bodyPr/>
                    <a:lstStyle/>
                    <a:p>
                      <a:pPr algn="ctr"/>
                      <a:r>
                        <a:rPr kumimoji="1" lang="en-US" altLang="ja-JP" sz="1400">
                          <a:latin typeface="Meiryo UI" panose="020B0604030504040204" pitchFamily="50" charset="-128"/>
                          <a:ea typeface="Meiryo UI" panose="020B0604030504040204" pitchFamily="50" charset="-128"/>
                        </a:rPr>
                        <a:t>Average</a:t>
                      </a:r>
                      <a:r>
                        <a:rPr kumimoji="1" lang="ja-JP" altLang="en-US" sz="1400">
                          <a:latin typeface="Meiryo UI" panose="020B0604030504040204" pitchFamily="50" charset="-128"/>
                          <a:ea typeface="Meiryo UI" panose="020B0604030504040204" pitchFamily="50" charset="-128"/>
                        </a:rPr>
                        <a:t> </a:t>
                      </a:r>
                      <a:r>
                        <a:rPr kumimoji="1" lang="en-US" altLang="ja-JP" sz="1400">
                          <a:latin typeface="Meiryo UI" panose="020B0604030504040204" pitchFamily="50" charset="-128"/>
                          <a:ea typeface="Meiryo UI" panose="020B0604030504040204" pitchFamily="50" charset="-128"/>
                        </a:rPr>
                        <a:t>of</a:t>
                      </a:r>
                      <a:r>
                        <a:rPr kumimoji="1" lang="ja-JP" altLang="en-US" sz="1400">
                          <a:latin typeface="Meiryo UI" panose="020B0604030504040204" pitchFamily="50" charset="-128"/>
                          <a:ea typeface="Meiryo UI" panose="020B0604030504040204" pitchFamily="50" charset="-128"/>
                        </a:rPr>
                        <a:t> </a:t>
                      </a:r>
                      <a:r>
                        <a:rPr kumimoji="1" lang="en-US" altLang="ja-JP" sz="1400">
                          <a:latin typeface="Meiryo UI" panose="020B0604030504040204" pitchFamily="50" charset="-128"/>
                          <a:ea typeface="Meiryo UI" panose="020B0604030504040204" pitchFamily="50" charset="-128"/>
                        </a:rPr>
                        <a:t>measurement </a:t>
                      </a:r>
                    </a:p>
                    <a:p>
                      <a:pPr algn="ctr"/>
                      <a:r>
                        <a:rPr kumimoji="1" lang="en-US" altLang="ja-JP" sz="1400">
                          <a:latin typeface="Meiryo UI" panose="020B0604030504040204" pitchFamily="50" charset="-128"/>
                          <a:ea typeface="Meiryo UI" panose="020B0604030504040204" pitchFamily="50" charset="-128"/>
                        </a:rPr>
                        <a:t>by AFM supplier</a:t>
                      </a:r>
                      <a:r>
                        <a:rPr kumimoji="1" lang="ja-JP" altLang="en-US" sz="1400">
                          <a:latin typeface="Meiryo UI" panose="020B0604030504040204" pitchFamily="50" charset="-128"/>
                          <a:ea typeface="Meiryo UI" panose="020B0604030504040204" pitchFamily="50" charset="-128"/>
                        </a:rPr>
                        <a:t> </a:t>
                      </a:r>
                      <a:endParaRPr kumimoji="1" lang="en-US" altLang="ja-JP" sz="1400">
                        <a:latin typeface="Meiryo UI" panose="020B0604030504040204" pitchFamily="50" charset="-128"/>
                        <a:ea typeface="Meiryo UI" panose="020B0604030504040204" pitchFamily="50" charset="-128"/>
                      </a:endParaRPr>
                    </a:p>
                  </a:txBody>
                  <a:tcPr marL="36000" marR="36000" marT="36000" marB="36000" anchor="ctr">
                    <a:solidFill>
                      <a:srgbClr val="FFFF99"/>
                    </a:solidFill>
                  </a:tcPr>
                </a:tc>
                <a:tc>
                  <a:txBody>
                    <a:bodyPr/>
                    <a:lstStyle/>
                    <a:p>
                      <a:pPr algn="ctr"/>
                      <a:r>
                        <a:rPr kumimoji="1" lang="en-US" altLang="ja-JP" sz="1400">
                          <a:latin typeface="Meiryo UI" panose="020B0604030504040204" pitchFamily="50" charset="-128"/>
                          <a:ea typeface="Meiryo UI" panose="020B0604030504040204" pitchFamily="50" charset="-128"/>
                        </a:rPr>
                        <a:t>Supplier</a:t>
                      </a:r>
                    </a:p>
                    <a:p>
                      <a:pPr algn="ctr"/>
                      <a:r>
                        <a:rPr kumimoji="1" lang="en-US" altLang="ja-JP" sz="1400">
                          <a:latin typeface="Meiryo UI" panose="020B0604030504040204" pitchFamily="50" charset="-128"/>
                          <a:ea typeface="Meiryo UI" panose="020B0604030504040204" pitchFamily="50" charset="-128"/>
                        </a:rPr>
                        <a:t>Master</a:t>
                      </a:r>
                      <a:r>
                        <a:rPr kumimoji="1" lang="ja-JP" altLang="en-US" sz="1400">
                          <a:latin typeface="Meiryo UI" panose="020B0604030504040204" pitchFamily="50" charset="-128"/>
                          <a:ea typeface="Meiryo UI" panose="020B0604030504040204" pitchFamily="50" charset="-128"/>
                        </a:rPr>
                        <a:t> </a:t>
                      </a:r>
                      <a:r>
                        <a:rPr kumimoji="1" lang="en-US" altLang="ja-JP" sz="1400">
                          <a:latin typeface="Meiryo UI" panose="020B0604030504040204" pitchFamily="50" charset="-128"/>
                          <a:ea typeface="Meiryo UI" panose="020B0604030504040204" pitchFamily="50" charset="-128"/>
                        </a:rPr>
                        <a:t>AFM</a:t>
                      </a:r>
                      <a:endParaRPr kumimoji="1" lang="ja-JP" altLang="en-US" sz="1400">
                        <a:latin typeface="Meiryo UI" panose="020B0604030504040204" pitchFamily="50" charset="-128"/>
                        <a:ea typeface="Meiryo UI" panose="020B0604030504040204" pitchFamily="50" charset="-128"/>
                      </a:endParaRPr>
                    </a:p>
                  </a:txBody>
                  <a:tcPr marL="36000" marR="36000" marT="36000" marB="36000" anchor="ctr"/>
                </a:tc>
                <a:tc>
                  <a:txBody>
                    <a:bodyPr/>
                    <a:lstStyle/>
                    <a:p>
                      <a:pPr algn="ctr"/>
                      <a:r>
                        <a:rPr kumimoji="1" lang="en-US" altLang="ja-JP" sz="1400">
                          <a:latin typeface="Meiryo UI" panose="020B0604030504040204" pitchFamily="50" charset="-128"/>
                          <a:ea typeface="Meiryo UI" panose="020B0604030504040204" pitchFamily="50" charset="-128"/>
                        </a:rPr>
                        <a:t>Prototype</a:t>
                      </a:r>
                    </a:p>
                  </a:txBody>
                  <a:tcPr marL="36000" marR="36000" marT="36000" marB="36000" anchor="ctr"/>
                </a:tc>
                <a:extLst>
                  <a:ext uri="{0D108BD9-81ED-4DB2-BD59-A6C34878D82A}">
                    <a16:rowId xmlns:a16="http://schemas.microsoft.com/office/drawing/2014/main" val="3779105579"/>
                  </a:ext>
                </a:extLst>
              </a:tr>
              <a:tr h="0">
                <a:tc>
                  <a:txBody>
                    <a:bodyPr/>
                    <a:lstStyle/>
                    <a:p>
                      <a:pPr algn="ctr"/>
                      <a:r>
                        <a:rPr kumimoji="1" lang="en-US" altLang="ja-JP" sz="1400">
                          <a:latin typeface="Meiryo UI" panose="020B0604030504040204" pitchFamily="50" charset="-128"/>
                          <a:ea typeface="Meiryo UI" panose="020B0604030504040204" pitchFamily="50" charset="-128"/>
                        </a:rPr>
                        <a:t>Mask HEX</a:t>
                      </a:r>
                      <a:r>
                        <a:rPr kumimoji="1" lang="ja-JP" altLang="en-US" sz="1400">
                          <a:latin typeface="Meiryo UI" panose="020B0604030504040204" pitchFamily="50" charset="-128"/>
                          <a:ea typeface="Meiryo UI" panose="020B0604030504040204" pitchFamily="50" charset="-128"/>
                        </a:rPr>
                        <a:t> </a:t>
                      </a:r>
                      <a:r>
                        <a:rPr kumimoji="1" lang="en-US" altLang="ja-JP" sz="1400">
                          <a:latin typeface="Meiryo UI" panose="020B0604030504040204" pitchFamily="50" charset="-128"/>
                          <a:ea typeface="Meiryo UI" panose="020B0604030504040204" pitchFamily="50" charset="-128"/>
                        </a:rPr>
                        <a:t>data release</a:t>
                      </a:r>
                    </a:p>
                  </a:txBody>
                  <a:tcPr marL="36000" marR="36000" marT="36000" marB="36000" anchor="ctr"/>
                </a:tc>
                <a:tc>
                  <a:txBody>
                    <a:bodyPr/>
                    <a:lstStyle/>
                    <a:p>
                      <a:pPr algn="ctr"/>
                      <a:r>
                        <a:rPr kumimoji="1" lang="en-US" altLang="ja-JP" sz="1400">
                          <a:latin typeface="Meiryo UI" panose="020B0604030504040204" pitchFamily="50" charset="-128"/>
                          <a:ea typeface="Meiryo UI" panose="020B0604030504040204" pitchFamily="50" charset="-128"/>
                        </a:rPr>
                        <a:t>Average</a:t>
                      </a:r>
                      <a:r>
                        <a:rPr kumimoji="1" lang="ja-JP" altLang="en-US" sz="1400">
                          <a:latin typeface="Meiryo UI" panose="020B0604030504040204" pitchFamily="50" charset="-128"/>
                          <a:ea typeface="Meiryo UI" panose="020B0604030504040204" pitchFamily="50" charset="-128"/>
                        </a:rPr>
                        <a:t> </a:t>
                      </a:r>
                      <a:r>
                        <a:rPr kumimoji="1" lang="en-US" altLang="ja-JP" sz="1400">
                          <a:latin typeface="Meiryo UI" panose="020B0604030504040204" pitchFamily="50" charset="-128"/>
                          <a:ea typeface="Meiryo UI" panose="020B0604030504040204" pitchFamily="50" charset="-128"/>
                        </a:rPr>
                        <a:t>of</a:t>
                      </a:r>
                      <a:r>
                        <a:rPr kumimoji="1" lang="ja-JP" altLang="en-US" sz="1400">
                          <a:latin typeface="Meiryo UI" panose="020B0604030504040204" pitchFamily="50" charset="-128"/>
                          <a:ea typeface="Meiryo UI" panose="020B0604030504040204" pitchFamily="50" charset="-128"/>
                        </a:rPr>
                        <a:t> </a:t>
                      </a:r>
                      <a:r>
                        <a:rPr kumimoji="1" lang="en-US" altLang="ja-JP" sz="1400">
                          <a:latin typeface="Meiryo UI" panose="020B0604030504040204" pitchFamily="50" charset="-128"/>
                          <a:ea typeface="Meiryo UI" panose="020B0604030504040204" pitchFamily="50" charset="-128"/>
                        </a:rPr>
                        <a:t>measurement </a:t>
                      </a:r>
                    </a:p>
                    <a:p>
                      <a:pPr algn="ctr"/>
                      <a:r>
                        <a:rPr kumimoji="1" lang="en-US" altLang="ja-JP" sz="1400">
                          <a:latin typeface="Meiryo UI" panose="020B0604030504040204" pitchFamily="50" charset="-128"/>
                          <a:ea typeface="Meiryo UI" panose="020B0604030504040204" pitchFamily="50" charset="-128"/>
                        </a:rPr>
                        <a:t>by AFM supplier</a:t>
                      </a:r>
                      <a:r>
                        <a:rPr kumimoji="1" lang="ja-JP" altLang="en-US" sz="1400">
                          <a:latin typeface="Meiryo UI" panose="020B0604030504040204" pitchFamily="50" charset="-128"/>
                          <a:ea typeface="Meiryo UI" panose="020B0604030504040204" pitchFamily="50" charset="-128"/>
                        </a:rPr>
                        <a:t> </a:t>
                      </a:r>
                      <a:endParaRPr kumimoji="1" lang="en-US" altLang="ja-JP" sz="1400">
                        <a:latin typeface="Meiryo UI" panose="020B0604030504040204" pitchFamily="50" charset="-128"/>
                        <a:ea typeface="Meiryo UI" panose="020B0604030504040204" pitchFamily="50" charset="-128"/>
                      </a:endParaRPr>
                    </a:p>
                  </a:txBody>
                  <a:tcPr marL="36000" marR="36000" marT="36000" marB="36000" anchor="ctr">
                    <a:solidFill>
                      <a:srgbClr val="FFFF99"/>
                    </a:solidFill>
                  </a:tcPr>
                </a:tc>
                <a:tc>
                  <a:txBody>
                    <a:bodyPr/>
                    <a:lstStyle/>
                    <a:p>
                      <a:pPr algn="ctr"/>
                      <a:r>
                        <a:rPr kumimoji="1" lang="en-US" altLang="ja-JP" sz="1400">
                          <a:latin typeface="Meiryo UI" panose="020B0604030504040204" pitchFamily="50" charset="-128"/>
                          <a:ea typeface="Meiryo UI" panose="020B0604030504040204" pitchFamily="50" charset="-128"/>
                        </a:rPr>
                        <a:t>Supplier</a:t>
                      </a:r>
                    </a:p>
                    <a:p>
                      <a:pPr algn="ctr"/>
                      <a:r>
                        <a:rPr kumimoji="1" lang="en-US" altLang="ja-JP" sz="1400">
                          <a:latin typeface="Meiryo UI" panose="020B0604030504040204" pitchFamily="50" charset="-128"/>
                          <a:ea typeface="Meiryo UI" panose="020B0604030504040204" pitchFamily="50" charset="-128"/>
                        </a:rPr>
                        <a:t>Master</a:t>
                      </a:r>
                      <a:r>
                        <a:rPr kumimoji="1" lang="ja-JP" altLang="en-US" sz="1400">
                          <a:latin typeface="Meiryo UI" panose="020B0604030504040204" pitchFamily="50" charset="-128"/>
                          <a:ea typeface="Meiryo UI" panose="020B0604030504040204" pitchFamily="50" charset="-128"/>
                        </a:rPr>
                        <a:t> </a:t>
                      </a:r>
                      <a:r>
                        <a:rPr kumimoji="1" lang="en-US" altLang="ja-JP" sz="1400">
                          <a:latin typeface="Meiryo UI" panose="020B0604030504040204" pitchFamily="50" charset="-128"/>
                          <a:ea typeface="Meiryo UI" panose="020B0604030504040204" pitchFamily="50" charset="-128"/>
                        </a:rPr>
                        <a:t>AFM</a:t>
                      </a:r>
                      <a:endParaRPr kumimoji="1" lang="ja-JP" altLang="en-US" sz="1400">
                        <a:latin typeface="Meiryo UI" panose="020B0604030504040204" pitchFamily="50" charset="-128"/>
                        <a:ea typeface="Meiryo UI" panose="020B0604030504040204" pitchFamily="50" charset="-128"/>
                      </a:endParaRPr>
                    </a:p>
                  </a:txBody>
                  <a:tcPr marL="36000" marR="36000" marT="36000" marB="36000" anchor="ctr"/>
                </a:tc>
                <a:tc>
                  <a:txBody>
                    <a:bodyPr/>
                    <a:lstStyle/>
                    <a:p>
                      <a:pPr algn="ctr"/>
                      <a:r>
                        <a:rPr kumimoji="1" lang="en-US" altLang="ja-JP" sz="1400">
                          <a:latin typeface="Meiryo UI" panose="020B0604030504040204" pitchFamily="50" charset="-128"/>
                          <a:ea typeface="Meiryo UI" panose="020B0604030504040204" pitchFamily="50" charset="-128"/>
                        </a:rPr>
                        <a:t>Mass production type</a:t>
                      </a:r>
                    </a:p>
                  </a:txBody>
                  <a:tcPr marL="36000" marR="36000" marT="36000" marB="36000" anchor="ctr"/>
                </a:tc>
                <a:extLst>
                  <a:ext uri="{0D108BD9-81ED-4DB2-BD59-A6C34878D82A}">
                    <a16:rowId xmlns:a16="http://schemas.microsoft.com/office/drawing/2014/main" val="1402589618"/>
                  </a:ext>
                </a:extLst>
              </a:tr>
            </a:tbl>
          </a:graphicData>
        </a:graphic>
      </p:graphicFrame>
      <p:sp>
        <p:nvSpPr>
          <p:cNvPr id="10" name="テキスト ボックス 9">
            <a:extLst>
              <a:ext uri="{FF2B5EF4-FFF2-40B4-BE49-F238E27FC236}">
                <a16:creationId xmlns:a16="http://schemas.microsoft.com/office/drawing/2014/main" id="{8F9E5AFF-B89C-4CE6-B4A4-B174972FD9A0}"/>
              </a:ext>
            </a:extLst>
          </p:cNvPr>
          <p:cNvSpPr txBox="1"/>
          <p:nvPr/>
        </p:nvSpPr>
        <p:spPr>
          <a:xfrm>
            <a:off x="-39073" y="4487642"/>
            <a:ext cx="9368604" cy="815608"/>
          </a:xfrm>
          <a:prstGeom prst="rect">
            <a:avLst/>
          </a:prstGeom>
          <a:noFill/>
        </p:spPr>
        <p:txBody>
          <a:bodyPr wrap="square">
            <a:spAutoFit/>
          </a:bodyPr>
          <a:lstStyle/>
          <a:p>
            <a:pPr algn="l">
              <a:spcBef>
                <a:spcPts val="300"/>
              </a:spcBef>
            </a:pPr>
            <a:r>
              <a:rPr lang="en-US" altLang="ja-JP" sz="1400">
                <a:latin typeface="Meiryo UI" panose="020B0604030504040204" pitchFamily="50" charset="-128"/>
                <a:ea typeface="Meiryo UI" panose="020B0604030504040204" pitchFamily="50" charset="-128"/>
              </a:rPr>
              <a:t>※ Don’t remove the air cleaner element</a:t>
            </a:r>
            <a:r>
              <a:rPr lang="ja-JP" altLang="en-US" sz="1400">
                <a:latin typeface="Meiryo UI" panose="020B0604030504040204" pitchFamily="50" charset="-128"/>
                <a:ea typeface="Meiryo UI" panose="020B0604030504040204" pitchFamily="50" charset="-128"/>
              </a:rPr>
              <a:t> </a:t>
            </a:r>
            <a:r>
              <a:rPr lang="en-US" altLang="ja-JP" sz="1400">
                <a:latin typeface="Meiryo UI" panose="020B0604030504040204" pitchFamily="50" charset="-128"/>
                <a:ea typeface="Meiryo UI" panose="020B0604030504040204" pitchFamily="50" charset="-128"/>
              </a:rPr>
              <a:t>and</a:t>
            </a:r>
            <a:r>
              <a:rPr lang="ja-JP" altLang="en-US" sz="1400">
                <a:latin typeface="Meiryo UI" panose="020B0604030504040204" pitchFamily="50" charset="-128"/>
                <a:ea typeface="Meiryo UI" panose="020B0604030504040204" pitchFamily="50" charset="-128"/>
              </a:rPr>
              <a:t> </a:t>
            </a:r>
            <a:r>
              <a:rPr lang="en-US" altLang="ja-JP" sz="1400">
                <a:latin typeface="Meiryo UI" panose="020B0604030504040204" pitchFamily="50" charset="-128"/>
                <a:ea typeface="Meiryo UI" panose="020B0604030504040204" pitchFamily="50" charset="-128"/>
              </a:rPr>
              <a:t>AFM unnecessarily to avoid VG/FG characteristics shifting</a:t>
            </a:r>
          </a:p>
          <a:p>
            <a:pPr algn="l">
              <a:spcBef>
                <a:spcPts val="300"/>
              </a:spcBef>
            </a:pPr>
            <a:r>
              <a:rPr lang="en-US" altLang="ja-JP" sz="1400">
                <a:latin typeface="Meiryo UI" panose="020B0604030504040204" pitchFamily="50" charset="-128"/>
                <a:ea typeface="Meiryo UI" panose="020B0604030504040204" pitchFamily="50" charset="-128"/>
              </a:rPr>
              <a:t>    in case of </a:t>
            </a:r>
            <a:r>
              <a:rPr kumimoji="1" lang="en-US" altLang="ja-JP" sz="1400">
                <a:latin typeface="Meiryo UI" panose="020B0604030504040204" pitchFamily="50" charset="-128"/>
                <a:ea typeface="Meiryo UI" panose="020B0604030504040204" pitchFamily="50" charset="-128"/>
              </a:rPr>
              <a:t>Air cleaner Assy with AFM which has exclusive VG/FG data</a:t>
            </a:r>
            <a:endParaRPr kumimoji="1" lang="ja-JP" altLang="en-US" sz="1400">
              <a:latin typeface="Meiryo UI" panose="020B0604030504040204" pitchFamily="50" charset="-128"/>
              <a:ea typeface="Meiryo UI" panose="020B0604030504040204" pitchFamily="50" charset="-128"/>
            </a:endParaRPr>
          </a:p>
          <a:p>
            <a:pPr algn="l">
              <a:spcBef>
                <a:spcPts val="300"/>
              </a:spcBef>
            </a:pPr>
            <a:r>
              <a:rPr lang="en-US" altLang="ja-JP" sz="1400">
                <a:latin typeface="Meiryo UI" panose="020B0604030504040204" pitchFamily="50" charset="-128"/>
                <a:ea typeface="Meiryo UI" panose="020B0604030504040204" pitchFamily="50" charset="-128"/>
              </a:rPr>
              <a:t>    </a:t>
            </a:r>
            <a:r>
              <a:rPr lang="ja-JP" altLang="en-US" sz="1400">
                <a:latin typeface="Meiryo UI" panose="020B0604030504040204" pitchFamily="50" charset="-128"/>
                <a:ea typeface="Meiryo UI" panose="020B0604030504040204" pitchFamily="50" charset="-128"/>
              </a:rPr>
              <a:t>特性データ付き</a:t>
            </a:r>
            <a:r>
              <a:rPr lang="en-US" altLang="ja-JP" sz="1400">
                <a:latin typeface="Meiryo UI" panose="020B0604030504040204" pitchFamily="50" charset="-128"/>
                <a:ea typeface="Meiryo UI" panose="020B0604030504040204" pitchFamily="50" charset="-128"/>
              </a:rPr>
              <a:t>Air Cleaner Assy</a:t>
            </a:r>
            <a:r>
              <a:rPr lang="ja-JP" altLang="en-US" sz="1400">
                <a:latin typeface="Meiryo UI" panose="020B0604030504040204" pitchFamily="50" charset="-128"/>
                <a:ea typeface="Meiryo UI" panose="020B0604030504040204" pitchFamily="50" charset="-128"/>
              </a:rPr>
              <a:t>は、むやみにエレメントや</a:t>
            </a:r>
            <a:r>
              <a:rPr lang="en-US" altLang="ja-JP" sz="1400">
                <a:latin typeface="Meiryo UI" panose="020B0604030504040204" pitchFamily="50" charset="-128"/>
                <a:ea typeface="Meiryo UI" panose="020B0604030504040204" pitchFamily="50" charset="-128"/>
              </a:rPr>
              <a:t>AFM</a:t>
            </a:r>
            <a:r>
              <a:rPr lang="ja-JP" altLang="en-US" sz="1400">
                <a:latin typeface="Meiryo UI" panose="020B0604030504040204" pitchFamily="50" charset="-128"/>
                <a:ea typeface="Meiryo UI" panose="020B0604030504040204" pitchFamily="50" charset="-128"/>
              </a:rPr>
              <a:t>を取り外しないでください。</a:t>
            </a:r>
            <a:r>
              <a:rPr lang="en-US" altLang="ja-JP" sz="1400">
                <a:latin typeface="Meiryo UI" panose="020B0604030504040204" pitchFamily="50" charset="-128"/>
                <a:ea typeface="Meiryo UI" panose="020B0604030504040204" pitchFamily="50" charset="-128"/>
              </a:rPr>
              <a:t>(VG/FG</a:t>
            </a:r>
            <a:r>
              <a:rPr lang="ja-JP" altLang="en-US" sz="1400">
                <a:latin typeface="Meiryo UI" panose="020B0604030504040204" pitchFamily="50" charset="-128"/>
                <a:ea typeface="Meiryo UI" panose="020B0604030504040204" pitchFamily="50" charset="-128"/>
              </a:rPr>
              <a:t>特性ずれが発生するため）</a:t>
            </a:r>
            <a:endParaRPr lang="en-US" altLang="ja-JP" sz="1400">
              <a:latin typeface="Meiryo UI" panose="020B0604030504040204" pitchFamily="50" charset="-128"/>
              <a:ea typeface="Meiryo UI" panose="020B0604030504040204" pitchFamily="50" charset="-128"/>
            </a:endParaRPr>
          </a:p>
        </p:txBody>
      </p:sp>
      <p:sp>
        <p:nvSpPr>
          <p:cNvPr id="11" name="テキスト ボックス 10">
            <a:extLst>
              <a:ext uri="{FF2B5EF4-FFF2-40B4-BE49-F238E27FC236}">
                <a16:creationId xmlns:a16="http://schemas.microsoft.com/office/drawing/2014/main" id="{BB06B09C-B4A3-4884-9806-8D1C8E83CA4B}"/>
              </a:ext>
            </a:extLst>
          </p:cNvPr>
          <p:cNvSpPr txBox="1"/>
          <p:nvPr/>
        </p:nvSpPr>
        <p:spPr>
          <a:xfrm>
            <a:off x="133270" y="980092"/>
            <a:ext cx="8782130" cy="1069524"/>
          </a:xfrm>
          <a:prstGeom prst="rect">
            <a:avLst/>
          </a:prstGeom>
          <a:noFill/>
        </p:spPr>
        <p:txBody>
          <a:bodyPr wrap="square">
            <a:spAutoFit/>
          </a:bodyPr>
          <a:lstStyle/>
          <a:p>
            <a:pPr algn="l">
              <a:spcBef>
                <a:spcPts val="300"/>
              </a:spcBef>
            </a:pPr>
            <a:r>
              <a:rPr lang="en-US" altLang="ja-JP" sz="1400">
                <a:latin typeface="Meiryo UI" pitchFamily="50" charset="-128"/>
                <a:ea typeface="Meiryo UI" pitchFamily="50" charset="-128"/>
                <a:cs typeface="Meiryo UI" pitchFamily="50" charset="-128"/>
              </a:rPr>
              <a:t>HONDA will provide Air Cleaner Assy with AFM which has exclusive VG/FG data.</a:t>
            </a:r>
            <a:r>
              <a:rPr lang="ja-JP" altLang="en-US" sz="1400">
                <a:latin typeface="Meiryo UI" pitchFamily="50" charset="-128"/>
                <a:ea typeface="Meiryo UI" pitchFamily="50" charset="-128"/>
                <a:cs typeface="Meiryo UI" pitchFamily="50" charset="-128"/>
              </a:rPr>
              <a:t> </a:t>
            </a:r>
            <a:r>
              <a:rPr lang="en-US" altLang="ja-JP" sz="1400">
                <a:latin typeface="Meiryo UI" pitchFamily="50" charset="-128"/>
                <a:ea typeface="Meiryo UI" pitchFamily="50" charset="-128"/>
                <a:cs typeface="Meiryo UI" pitchFamily="50" charset="-128"/>
              </a:rPr>
              <a:t>(Nominal version)</a:t>
            </a:r>
          </a:p>
          <a:p>
            <a:pPr algn="l">
              <a:spcBef>
                <a:spcPts val="300"/>
              </a:spcBef>
            </a:pPr>
            <a:r>
              <a:rPr lang="en-US" altLang="ja-JP" sz="1400">
                <a:latin typeface="Meiryo UI" pitchFamily="50" charset="-128"/>
                <a:ea typeface="Meiryo UI" pitchFamily="50" charset="-128"/>
                <a:cs typeface="Meiryo UI" pitchFamily="50" charset="-128"/>
              </a:rPr>
              <a:t>Please u</a:t>
            </a:r>
            <a:r>
              <a:rPr kumimoji="1" lang="en-US" altLang="ja-JP" sz="1400">
                <a:latin typeface="Meiryo UI" pitchFamily="50" charset="-128"/>
                <a:ea typeface="Meiryo UI" pitchFamily="50" charset="-128"/>
                <a:cs typeface="Meiryo UI" pitchFamily="50" charset="-128"/>
              </a:rPr>
              <a:t>se it to keep Air mass accurate in Engine calibration test during development phase </a:t>
            </a:r>
          </a:p>
          <a:p>
            <a:pPr algn="l">
              <a:spcBef>
                <a:spcPts val="300"/>
              </a:spcBef>
            </a:pPr>
            <a:r>
              <a:rPr lang="en-US" altLang="ja-JP" sz="1400">
                <a:latin typeface="Meiryo UI" pitchFamily="50" charset="-128"/>
                <a:ea typeface="Meiryo UI" pitchFamily="50" charset="-128"/>
                <a:cs typeface="Meiryo UI" pitchFamily="50" charset="-128"/>
              </a:rPr>
              <a:t>HONDA</a:t>
            </a:r>
            <a:r>
              <a:rPr lang="ja-JP" altLang="en-US" sz="1400">
                <a:latin typeface="Meiryo UI" pitchFamily="50" charset="-128"/>
                <a:ea typeface="Meiryo UI" pitchFamily="50" charset="-128"/>
                <a:cs typeface="Meiryo UI" pitchFamily="50" charset="-128"/>
              </a:rPr>
              <a:t>は</a:t>
            </a:r>
            <a:r>
              <a:rPr lang="en-US" altLang="ja-JP" sz="1400">
                <a:latin typeface="Meiryo UI" pitchFamily="50" charset="-128"/>
                <a:ea typeface="Meiryo UI" pitchFamily="50" charset="-128"/>
                <a:cs typeface="Meiryo UI" pitchFamily="50" charset="-128"/>
              </a:rPr>
              <a:t>VG/FG</a:t>
            </a:r>
            <a:r>
              <a:rPr lang="ja-JP" altLang="en-US" sz="1400">
                <a:latin typeface="Meiryo UI" pitchFamily="50" charset="-128"/>
                <a:ea typeface="Meiryo UI" pitchFamily="50" charset="-128"/>
                <a:cs typeface="Meiryo UI" pitchFamily="50" charset="-128"/>
              </a:rPr>
              <a:t>特性データと関連した</a:t>
            </a:r>
            <a:r>
              <a:rPr lang="en-US" altLang="ja-JP" sz="1400">
                <a:latin typeface="Meiryo UI" pitchFamily="50" charset="-128"/>
                <a:ea typeface="Meiryo UI" pitchFamily="50" charset="-128"/>
                <a:cs typeface="Meiryo UI" pitchFamily="50" charset="-128"/>
              </a:rPr>
              <a:t>AFM</a:t>
            </a:r>
            <a:r>
              <a:rPr lang="ja-JP" altLang="en-US" sz="1400">
                <a:latin typeface="Meiryo UI" pitchFamily="50" charset="-128"/>
                <a:ea typeface="Meiryo UI" pitchFamily="50" charset="-128"/>
                <a:cs typeface="Meiryo UI" pitchFamily="50" charset="-128"/>
              </a:rPr>
              <a:t>中央特性仕様の</a:t>
            </a:r>
            <a:r>
              <a:rPr lang="en-US" altLang="ja-JP" sz="1400">
                <a:latin typeface="Meiryo UI" pitchFamily="50" charset="-128"/>
                <a:ea typeface="Meiryo UI" pitchFamily="50" charset="-128"/>
                <a:cs typeface="Meiryo UI" pitchFamily="50" charset="-128"/>
              </a:rPr>
              <a:t>Air</a:t>
            </a:r>
            <a:r>
              <a:rPr lang="ja-JP" altLang="en-US" sz="1400">
                <a:latin typeface="Meiryo UI" pitchFamily="50" charset="-128"/>
                <a:ea typeface="Meiryo UI" pitchFamily="50" charset="-128"/>
                <a:cs typeface="Meiryo UI" pitchFamily="50" charset="-128"/>
              </a:rPr>
              <a:t> </a:t>
            </a:r>
            <a:r>
              <a:rPr lang="en-US" altLang="ja-JP" sz="1400">
                <a:latin typeface="Meiryo UI" pitchFamily="50" charset="-128"/>
                <a:ea typeface="Meiryo UI" pitchFamily="50" charset="-128"/>
                <a:cs typeface="Meiryo UI" pitchFamily="50" charset="-128"/>
              </a:rPr>
              <a:t>Cleaner</a:t>
            </a:r>
            <a:r>
              <a:rPr lang="ja-JP" altLang="en-US" sz="1400">
                <a:latin typeface="Meiryo UI" pitchFamily="50" charset="-128"/>
                <a:ea typeface="Meiryo UI" pitchFamily="50" charset="-128"/>
                <a:cs typeface="Meiryo UI" pitchFamily="50" charset="-128"/>
              </a:rPr>
              <a:t>セットを提供する。</a:t>
            </a:r>
            <a:endParaRPr kumimoji="1" lang="en-US" altLang="ja-JP" sz="1400">
              <a:latin typeface="Meiryo UI" pitchFamily="50" charset="-128"/>
              <a:ea typeface="Meiryo UI" pitchFamily="50" charset="-128"/>
              <a:cs typeface="Meiryo UI" pitchFamily="50" charset="-128"/>
            </a:endParaRPr>
          </a:p>
          <a:p>
            <a:pPr algn="l">
              <a:spcBef>
                <a:spcPts val="300"/>
              </a:spcBef>
            </a:pPr>
            <a:r>
              <a:rPr kumimoji="1" lang="ja-JP" altLang="en-US" sz="1400">
                <a:latin typeface="Meiryo UI" pitchFamily="50" charset="-128"/>
                <a:ea typeface="Meiryo UI" pitchFamily="50" charset="-128"/>
                <a:cs typeface="Meiryo UI" pitchFamily="50" charset="-128"/>
              </a:rPr>
              <a:t>開発中の</a:t>
            </a:r>
            <a:r>
              <a:rPr lang="ja-JP" altLang="en-US" sz="1400">
                <a:latin typeface="Meiryo UI" pitchFamily="50" charset="-128"/>
                <a:ea typeface="Meiryo UI" pitchFamily="50" charset="-128"/>
                <a:cs typeface="Meiryo UI" pitchFamily="50" charset="-128"/>
              </a:rPr>
              <a:t>エンジン</a:t>
            </a:r>
            <a:r>
              <a:rPr kumimoji="1" lang="ja-JP" altLang="en-US" sz="1400">
                <a:latin typeface="Meiryo UI" pitchFamily="50" charset="-128"/>
                <a:ea typeface="Meiryo UI" pitchFamily="50" charset="-128"/>
                <a:cs typeface="Meiryo UI" pitchFamily="50" charset="-128"/>
              </a:rPr>
              <a:t>適合に対しては</a:t>
            </a:r>
            <a:r>
              <a:rPr kumimoji="1" lang="en-US" altLang="ja-JP" sz="1400">
                <a:latin typeface="Meiryo UI" pitchFamily="50" charset="-128"/>
                <a:ea typeface="Meiryo UI" pitchFamily="50" charset="-128"/>
                <a:cs typeface="Meiryo UI" pitchFamily="50" charset="-128"/>
              </a:rPr>
              <a:t>ECU</a:t>
            </a:r>
            <a:r>
              <a:rPr kumimoji="1" lang="ja-JP" altLang="en-US" sz="1400">
                <a:latin typeface="Meiryo UI" pitchFamily="50" charset="-128"/>
                <a:ea typeface="Meiryo UI" pitchFamily="50" charset="-128"/>
                <a:cs typeface="Meiryo UI" pitchFamily="50" charset="-128"/>
              </a:rPr>
              <a:t>が空気流量を正確に認識できるよう、この「特性仕様セット」を使用する。</a:t>
            </a:r>
            <a:endParaRPr lang="en-US" altLang="ja-JP" sz="1400">
              <a:latin typeface="Meiryo UI" panose="020B0604030504040204" pitchFamily="50" charset="-128"/>
              <a:ea typeface="Meiryo UI" panose="020B0604030504040204" pitchFamily="50" charset="-128"/>
            </a:endParaRPr>
          </a:p>
        </p:txBody>
      </p:sp>
      <p:sp>
        <p:nvSpPr>
          <p:cNvPr id="12" name="テキスト ボックス 11">
            <a:extLst>
              <a:ext uri="{FF2B5EF4-FFF2-40B4-BE49-F238E27FC236}">
                <a16:creationId xmlns:a16="http://schemas.microsoft.com/office/drawing/2014/main" id="{354E7858-549F-4389-A417-C2F545A9BE6E}"/>
              </a:ext>
            </a:extLst>
          </p:cNvPr>
          <p:cNvSpPr txBox="1"/>
          <p:nvPr/>
        </p:nvSpPr>
        <p:spPr>
          <a:xfrm>
            <a:off x="221135" y="5418737"/>
            <a:ext cx="5673028" cy="3874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en-US"/>
            </a:defPPr>
            <a:lvl1pPr marL="457200" indent="-457200" algn="l" eaLnBrk="1" hangingPunct="1">
              <a:lnSpc>
                <a:spcPct val="120000"/>
              </a:lnSpc>
              <a:defRPr sz="1800" b="1" u="sng">
                <a:latin typeface="Meiryo UI" panose="020B0604030504040204" pitchFamily="50" charset="-128"/>
                <a:ea typeface="Meiryo UI" panose="020B0604030504040204" pitchFamily="50" charset="-128"/>
                <a:cs typeface="Arial" pitchFamily="34" charset="0"/>
              </a:defRPr>
            </a:lvl1pPr>
            <a:lvl2pPr marL="742950" indent="-285750" eaLnBrk="0" hangingPunct="0"/>
            <a:lvl3pPr marL="1143000" indent="-228600" eaLnBrk="0" hangingPunct="0"/>
            <a:lvl4pPr marL="1600200" indent="-228600" eaLnBrk="0" hangingPunct="0"/>
            <a:lvl5pPr marL="2057400" indent="-228600" eaLnBrk="0" hangingPunct="0"/>
            <a:lvl6pPr marL="2514600" indent="-228600" algn="ctr" eaLnBrk="0" fontAlgn="base" hangingPunct="0">
              <a:spcBef>
                <a:spcPct val="0"/>
              </a:spcBef>
              <a:spcAft>
                <a:spcPct val="0"/>
              </a:spcAft>
            </a:lvl6pPr>
            <a:lvl7pPr marL="2971800" indent="-228600" algn="ctr" eaLnBrk="0" fontAlgn="base" hangingPunct="0">
              <a:spcBef>
                <a:spcPct val="0"/>
              </a:spcBef>
              <a:spcAft>
                <a:spcPct val="0"/>
              </a:spcAft>
            </a:lvl7pPr>
            <a:lvl8pPr marL="3429000" indent="-228600" algn="ctr" eaLnBrk="0" fontAlgn="base" hangingPunct="0">
              <a:spcBef>
                <a:spcPct val="0"/>
              </a:spcBef>
              <a:spcAft>
                <a:spcPct val="0"/>
              </a:spcAft>
            </a:lvl8pPr>
            <a:lvl9pPr marL="3886200" indent="-228600" algn="ctr" eaLnBrk="0" fontAlgn="base" hangingPunct="0">
              <a:spcBef>
                <a:spcPct val="0"/>
              </a:spcBef>
              <a:spcAft>
                <a:spcPct val="0"/>
              </a:spcAft>
            </a:lvl9pPr>
          </a:lstStyle>
          <a:p>
            <a:r>
              <a:rPr kumimoji="1" lang="en-US" altLang="ja-JP" sz="1800" i="0" strike="noStrike" kern="1200" cap="none" spc="0" normalizeH="0" baseline="0" noProof="0">
                <a:ln>
                  <a:noFill/>
                </a:ln>
                <a:solidFill>
                  <a:srgbClr val="000000"/>
                </a:solidFill>
                <a:effectLst/>
                <a:uLnTx/>
                <a:uFillTx/>
                <a:cs typeface="+mn-cs"/>
              </a:rPr>
              <a:t>Tolerance of VG characteristics(AFM System)</a:t>
            </a:r>
            <a:endParaRPr lang="ja-JP" altLang="en-US"/>
          </a:p>
        </p:txBody>
      </p:sp>
      <p:sp>
        <p:nvSpPr>
          <p:cNvPr id="13" name="テキスト ボックス 12">
            <a:extLst>
              <a:ext uri="{FF2B5EF4-FFF2-40B4-BE49-F238E27FC236}">
                <a16:creationId xmlns:a16="http://schemas.microsoft.com/office/drawing/2014/main" id="{EDD17808-E65E-4AAA-9456-97D0174109FA}"/>
              </a:ext>
            </a:extLst>
          </p:cNvPr>
          <p:cNvSpPr txBox="1"/>
          <p:nvPr/>
        </p:nvSpPr>
        <p:spPr>
          <a:xfrm>
            <a:off x="221135" y="5806151"/>
            <a:ext cx="6741397" cy="523220"/>
          </a:xfrm>
          <a:prstGeom prst="rect">
            <a:avLst/>
          </a:prstGeom>
          <a:noFill/>
        </p:spPr>
        <p:txBody>
          <a:bodyPr wrap="none">
            <a:spAutoFit/>
          </a:bodyPr>
          <a:lstStyle/>
          <a:p>
            <a:pPr algn="l"/>
            <a:r>
              <a:rPr kumimoji="1"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rPr>
              <a:t>Consider -8%/+8% tolerance (Mass</a:t>
            </a:r>
            <a:r>
              <a:rPr kumimoji="1" lang="ja-JP" altLang="en-US"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rPr>
              <a:t> </a:t>
            </a:r>
            <a:r>
              <a:rPr kumimoji="1"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rPr>
              <a:t>production variation) for AFM systems</a:t>
            </a:r>
          </a:p>
          <a:p>
            <a:pPr algn="l"/>
            <a:r>
              <a:rPr lang="en-US" altLang="ja-JP" sz="1400">
                <a:latin typeface="Meiryo UI" panose="020B0604030504040204" pitchFamily="50" charset="-128"/>
                <a:ea typeface="Meiryo UI" panose="020B0604030504040204" pitchFamily="50" charset="-128"/>
              </a:rPr>
              <a:t>AFM</a:t>
            </a:r>
            <a:r>
              <a:rPr lang="ja-JP" altLang="en-US" sz="1400">
                <a:latin typeface="Meiryo UI" panose="020B0604030504040204" pitchFamily="50" charset="-128"/>
                <a:ea typeface="Meiryo UI" panose="020B0604030504040204" pitchFamily="50" charset="-128"/>
              </a:rPr>
              <a:t>システムでは、</a:t>
            </a:r>
            <a:r>
              <a:rPr lang="en-US" altLang="ja-JP" sz="1400">
                <a:latin typeface="Meiryo UI" panose="020B0604030504040204" pitchFamily="50" charset="-128"/>
                <a:ea typeface="Meiryo UI" panose="020B0604030504040204" pitchFamily="50" charset="-128"/>
              </a:rPr>
              <a:t>+8%/-8%</a:t>
            </a:r>
            <a:r>
              <a:rPr lang="ja-JP" altLang="en-US" sz="1400">
                <a:latin typeface="Meiryo UI" panose="020B0604030504040204" pitchFamily="50" charset="-128"/>
                <a:ea typeface="Meiryo UI" panose="020B0604030504040204" pitchFamily="50" charset="-128"/>
              </a:rPr>
              <a:t>公差</a:t>
            </a:r>
            <a:r>
              <a:rPr lang="en-US" altLang="ja-JP" sz="1400">
                <a:latin typeface="Meiryo UI" panose="020B0604030504040204" pitchFamily="50" charset="-128"/>
                <a:ea typeface="Meiryo UI" panose="020B0604030504040204" pitchFamily="50" charset="-128"/>
              </a:rPr>
              <a:t>(</a:t>
            </a:r>
            <a:r>
              <a:rPr lang="ja-JP" altLang="en-US" sz="1400">
                <a:latin typeface="Meiryo UI" panose="020B0604030504040204" pitchFamily="50" charset="-128"/>
                <a:ea typeface="Meiryo UI" panose="020B0604030504040204" pitchFamily="50" charset="-128"/>
              </a:rPr>
              <a:t>量産品バラツキ</a:t>
            </a:r>
            <a:r>
              <a:rPr lang="en-US" altLang="ja-JP" sz="1400">
                <a:latin typeface="Meiryo UI" panose="020B0604030504040204" pitchFamily="50" charset="-128"/>
                <a:ea typeface="Meiryo UI" panose="020B0604030504040204" pitchFamily="50" charset="-128"/>
              </a:rPr>
              <a:t>)</a:t>
            </a:r>
            <a:r>
              <a:rPr lang="ja-JP" altLang="en-US" sz="1400">
                <a:latin typeface="Meiryo UI" panose="020B0604030504040204" pitchFamily="50" charset="-128"/>
                <a:ea typeface="Meiryo UI" panose="020B0604030504040204" pitchFamily="50" charset="-128"/>
              </a:rPr>
              <a:t>を考慮する事</a:t>
            </a:r>
            <a:endParaRPr lang="en-US" altLang="ja-JP" sz="140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344206294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ext Box 2"/>
          <p:cNvSpPr txBox="1">
            <a:spLocks noChangeArrowheads="1"/>
          </p:cNvSpPr>
          <p:nvPr/>
        </p:nvSpPr>
        <p:spPr bwMode="auto">
          <a:xfrm>
            <a:off x="5017111" y="571728"/>
            <a:ext cx="4126889" cy="61247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キックオフミーティングの目的</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委託開発適用範囲</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委託元と</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Bosch</a:t>
            </a:r>
            <a:endPar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基本コンセプト</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成果物</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委託業務役割責任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RASIC</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要約）</a:t>
            </a: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前提条件</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判断（評価判断、委託完了判断・対価の判断）およびタイミング</a:t>
            </a:r>
            <a:b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b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支払い基準</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開発費定義　　　　　　　　　　　　　　　　　　　　　　　　　　　　　　　　　　　　　　　　　　　　　　</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プロジェクトマネージメント</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概要・基本諸元説明</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適用法規概要</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Engine</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Management</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System</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概要</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構成部品（</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Bosch</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部品）</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仕様差</a:t>
            </a:r>
            <a:b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b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・プロジェクト情報</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関連部品</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Spec</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説明</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車載機能・装備説明</a:t>
            </a:r>
            <a:endParaRPr kumimoji="1" lang="en-US" altLang="ja-JP" sz="14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信頼性保証要件</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要求＆ＣＲ</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成果物検証・品質検証</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シート</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エキスパート</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MTG</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について</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サポート業務</a:t>
            </a: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その他の開発ガイドライン</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開発日程</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開発体制表</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p:txBody>
      </p:sp>
      <p:sp>
        <p:nvSpPr>
          <p:cNvPr id="6" name="Text Box 2"/>
          <p:cNvSpPr txBox="1">
            <a:spLocks noChangeArrowheads="1"/>
          </p:cNvSpPr>
          <p:nvPr/>
        </p:nvSpPr>
        <p:spPr bwMode="auto">
          <a:xfrm>
            <a:off x="133262" y="44450"/>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20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Contents</a:t>
            </a:r>
            <a:r>
              <a:rPr kumimoji="1" lang="ja-JP" altLang="en-US" sz="20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　（目次）</a:t>
            </a:r>
            <a:endParaRPr kumimoji="1" lang="en-US" altLang="ja-JP" sz="1100" b="0" i="0" u="none" strike="noStrike" kern="1200" cap="none" spc="0" normalizeH="0" baseline="0" noProof="0">
              <a:ln>
                <a:noFill/>
              </a:ln>
              <a:solidFill>
                <a:srgbClr val="FFFFFF"/>
              </a:solidFill>
              <a:effectLst/>
              <a:uLnTx/>
              <a:uFillTx/>
              <a:latin typeface="HGPｺﾞｼｯｸE" pitchFamily="50" charset="-128"/>
              <a:ea typeface="HGPｺﾞｼｯｸE" pitchFamily="50" charset="-128"/>
              <a:cs typeface="Arial" pitchFamily="34" charset="0"/>
            </a:endParaRPr>
          </a:p>
        </p:txBody>
      </p:sp>
      <p:sp>
        <p:nvSpPr>
          <p:cNvPr id="7" name="Text Box 2"/>
          <p:cNvSpPr txBox="1">
            <a:spLocks noChangeArrowheads="1"/>
          </p:cNvSpPr>
          <p:nvPr/>
        </p:nvSpPr>
        <p:spPr bwMode="auto">
          <a:xfrm>
            <a:off x="106623" y="571728"/>
            <a:ext cx="4910488" cy="6124754"/>
          </a:xfrm>
          <a:prstGeom prst="rect">
            <a:avLst/>
          </a:prstGeom>
          <a:noFill/>
          <a:ln>
            <a:noFill/>
          </a:ln>
          <a:effec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Purpose of</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Kick-off Meeting</a:t>
            </a:r>
            <a:endPar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Scope of Development Work</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err="1">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Entrustor</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and </a:t>
            </a:r>
            <a:r>
              <a:rPr kumimoji="1" lang="en-US" altLang="ja-JP" sz="1400" b="0" i="0" u="none" strike="noStrike" kern="1200" cap="none" spc="0" normalizeH="0" baseline="0" noProof="0" dirty="0" err="1">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Entrustee</a:t>
            </a:r>
            <a:endPar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Basic Concept / Deliverables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Role</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&amp;</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Responsibility (Samples of RASIC)</a:t>
            </a:r>
            <a:endPar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Preconditions</a:t>
            </a:r>
          </a:p>
          <a:p>
            <a:pPr marL="450850" marR="0" lvl="0" indent="-45085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Judgments (on Evaluation, Completion of Development Work Entrusted by Honda and  Payment Amount) and Timings</a:t>
            </a:r>
            <a:b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b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Payment Criteria / Definition of Development Fee </a:t>
            </a:r>
          </a:p>
          <a:p>
            <a:pPr marL="450850" marR="0" lvl="0" indent="-45085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Project Management </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Engine Overview</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and</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Basic Specification </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Applicable Regulations Overview</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Engine</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Management</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System Overview</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 Components</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(Bosch components)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Engine Spec Comparison from Base Model</a:t>
            </a:r>
            <a:b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b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Project information / Non-Bosch</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Components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In-Vehicle</a:t>
            </a:r>
            <a:r>
              <a:rPr kumimoji="1" lang="ja-JP" altLang="en-US" sz="14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Functions</a:t>
            </a:r>
            <a:r>
              <a:rPr kumimoji="1" lang="ja-JP" altLang="en-US" sz="14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Relating</a:t>
            </a:r>
            <a:r>
              <a:rPr kumimoji="1" lang="ja-JP" altLang="en-US" sz="14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ECU and Features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Reliability</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Assurance</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 Requirement and CR </a:t>
            </a:r>
            <a:endParaRPr kumimoji="1" lang="ja-JP" altLang="en-US" sz="1400" b="0" i="0" u="none" strike="dbl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anose="020B0604020202020204" pitchFamily="34" charset="0"/>
              </a:rPr>
              <a:t>EMS Report Maturity and Quality Verification</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anose="020B0604020202020204" pitchFamily="34" charset="0"/>
              </a:rPr>
              <a:t>EMS Sheet</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anose="020B0604020202020204" pitchFamily="34" charset="0"/>
              </a:rPr>
              <a:t>Expert Meeting</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anose="020B0604020202020204" pitchFamily="34" charset="0"/>
              </a:rPr>
              <a:t>Necessary</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Support</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Miscellaneous Guidelines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Development Schedule</a:t>
            </a:r>
            <a:endPar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Development Organization Chart</a:t>
            </a:r>
          </a:p>
        </p:txBody>
      </p:sp>
    </p:spTree>
    <p:extLst>
      <p:ext uri="{BB962C8B-B14F-4D97-AF65-F5344CB8AC3E}">
        <p14:creationId xmlns:p14="http://schemas.microsoft.com/office/powerpoint/2010/main" val="203496427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 Box 2"/>
          <p:cNvSpPr txBox="1">
            <a:spLocks noChangeArrowheads="1"/>
          </p:cNvSpPr>
          <p:nvPr/>
        </p:nvSpPr>
        <p:spPr bwMode="auto">
          <a:xfrm>
            <a:off x="250829" y="44451"/>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2000" dirty="0">
                <a:solidFill>
                  <a:srgbClr val="FFFFFF"/>
                </a:solidFill>
                <a:latin typeface="Meiryo UI" panose="020B0604030504040204" pitchFamily="50" charset="-128"/>
                <a:ea typeface="Meiryo UI" panose="020B0604030504040204" pitchFamily="50" charset="-128"/>
                <a:cs typeface="Arial" pitchFamily="34" charset="0"/>
              </a:rPr>
              <a:t>14. Vehicle function relating ECU &amp; Feature</a:t>
            </a:r>
            <a:endParaRPr lang="en-US" altLang="ja-JP" sz="1100" dirty="0">
              <a:solidFill>
                <a:srgbClr val="FFFFFF"/>
              </a:solidFill>
              <a:latin typeface="HGPｺﾞｼｯｸE" pitchFamily="50" charset="-128"/>
              <a:ea typeface="HGPｺﾞｼｯｸE" pitchFamily="50" charset="-128"/>
              <a:cs typeface="Arial" pitchFamily="34" charset="0"/>
            </a:endParaRPr>
          </a:p>
        </p:txBody>
      </p:sp>
      <p:graphicFrame>
        <p:nvGraphicFramePr>
          <p:cNvPr id="14" name="表 13"/>
          <p:cNvGraphicFramePr>
            <a:graphicFrameLocks noGrp="1"/>
          </p:cNvGraphicFramePr>
          <p:nvPr>
            <p:extLst>
              <p:ext uri="{D42A27DB-BD31-4B8C-83A1-F6EECF244321}">
                <p14:modId xmlns:p14="http://schemas.microsoft.com/office/powerpoint/2010/main" val="394091753"/>
              </p:ext>
            </p:extLst>
          </p:nvPr>
        </p:nvGraphicFramePr>
        <p:xfrm>
          <a:off x="73002" y="941547"/>
          <a:ext cx="9007080" cy="5439690"/>
        </p:xfrm>
        <a:graphic>
          <a:graphicData uri="http://schemas.openxmlformats.org/drawingml/2006/table">
            <a:tbl>
              <a:tblPr/>
              <a:tblGrid>
                <a:gridCol w="1240804">
                  <a:extLst>
                    <a:ext uri="{9D8B030D-6E8A-4147-A177-3AD203B41FA5}">
                      <a16:colId xmlns:a16="http://schemas.microsoft.com/office/drawing/2014/main" val="20000"/>
                    </a:ext>
                  </a:extLst>
                </a:gridCol>
                <a:gridCol w="3880008">
                  <a:extLst>
                    <a:ext uri="{9D8B030D-6E8A-4147-A177-3AD203B41FA5}">
                      <a16:colId xmlns:a16="http://schemas.microsoft.com/office/drawing/2014/main" val="20001"/>
                    </a:ext>
                  </a:extLst>
                </a:gridCol>
                <a:gridCol w="565256">
                  <a:extLst>
                    <a:ext uri="{9D8B030D-6E8A-4147-A177-3AD203B41FA5}">
                      <a16:colId xmlns:a16="http://schemas.microsoft.com/office/drawing/2014/main" val="831066913"/>
                    </a:ext>
                  </a:extLst>
                </a:gridCol>
                <a:gridCol w="1107004">
                  <a:extLst>
                    <a:ext uri="{9D8B030D-6E8A-4147-A177-3AD203B41FA5}">
                      <a16:colId xmlns:a16="http://schemas.microsoft.com/office/drawing/2014/main" val="934181434"/>
                    </a:ext>
                  </a:extLst>
                </a:gridCol>
                <a:gridCol w="1107004">
                  <a:extLst>
                    <a:ext uri="{9D8B030D-6E8A-4147-A177-3AD203B41FA5}">
                      <a16:colId xmlns:a16="http://schemas.microsoft.com/office/drawing/2014/main" val="1428190703"/>
                    </a:ext>
                  </a:extLst>
                </a:gridCol>
                <a:gridCol w="1107004">
                  <a:extLst>
                    <a:ext uri="{9D8B030D-6E8A-4147-A177-3AD203B41FA5}">
                      <a16:colId xmlns:a16="http://schemas.microsoft.com/office/drawing/2014/main" val="20005"/>
                    </a:ext>
                  </a:extLst>
                </a:gridCol>
              </a:tblGrid>
              <a:tr h="0">
                <a:tc rowSpan="3">
                  <a:txBody>
                    <a:bodyPr/>
                    <a:lstStyle/>
                    <a:p>
                      <a:pPr algn="ctr" fontAlgn="ctr"/>
                      <a:r>
                        <a:rPr lang="en-US" altLang="ja-JP" sz="1200" b="0" i="0" u="none" strike="noStrike" dirty="0">
                          <a:solidFill>
                            <a:schemeClr val="tx1"/>
                          </a:solidFill>
                          <a:effectLst/>
                          <a:latin typeface="Meiryo UI" panose="020B0604030504040204" pitchFamily="50" charset="-128"/>
                          <a:ea typeface="Meiryo UI" panose="020B0604030504040204" pitchFamily="50" charset="-128"/>
                          <a:cs typeface="Arial" pitchFamily="34" charset="0"/>
                        </a:rPr>
                        <a:t>Classification</a:t>
                      </a:r>
                      <a:r>
                        <a:rPr lang="ja-JP" altLang="en-US" sz="1200" b="0" i="0" u="none" strike="noStrike" dirty="0">
                          <a:solidFill>
                            <a:schemeClr val="tx1"/>
                          </a:solidFill>
                          <a:effectLst/>
                          <a:latin typeface="Meiryo UI" panose="020B0604030504040204" pitchFamily="50" charset="-128"/>
                          <a:ea typeface="Meiryo UI" panose="020B0604030504040204" pitchFamily="50" charset="-128"/>
                          <a:cs typeface="Arial" pitchFamily="34" charset="0"/>
                        </a:rPr>
                        <a:t>　</a:t>
                      </a:r>
                    </a:p>
                  </a:txBody>
                  <a:tcPr marL="9525" marR="9525" marT="9525" marB="0" anchor="ctr">
                    <a:lnL w="28575"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28575"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rowSpan="3" gridSpan="2">
                  <a:txBody>
                    <a:bodyPr/>
                    <a:lstStyle/>
                    <a:p>
                      <a:pPr algn="ctr" fontAlgn="ctr"/>
                      <a:r>
                        <a:rPr lang="en-US" altLang="ja-JP" sz="1200" b="0" i="0" u="none" strike="noStrike" dirty="0">
                          <a:solidFill>
                            <a:schemeClr val="tx1"/>
                          </a:solidFill>
                          <a:effectLst/>
                          <a:latin typeface="Meiryo UI" panose="020B0604030504040204" pitchFamily="50" charset="-128"/>
                          <a:ea typeface="Meiryo UI" panose="020B0604030504040204" pitchFamily="50" charset="-128"/>
                          <a:cs typeface="Arial" pitchFamily="34" charset="0"/>
                        </a:rPr>
                        <a:t>Functions</a:t>
                      </a:r>
                      <a:endParaRPr lang="ja-JP" altLang="en-US" sz="1200" b="0" i="0" u="none" strike="noStrike" dirty="0">
                        <a:solidFill>
                          <a:schemeClr val="tx1"/>
                        </a:solidFill>
                        <a:effectLst/>
                        <a:latin typeface="Meiryo UI" panose="020B0604030504040204" pitchFamily="50" charset="-128"/>
                        <a:ea typeface="Meiryo UI" panose="020B0604030504040204" pitchFamily="50" charset="-128"/>
                        <a:cs typeface="Arial" pitchFamily="34" charset="0"/>
                      </a:endParaRPr>
                    </a:p>
                  </a:txBody>
                  <a:tcPr marL="9525" marR="9525" marT="9525" marB="0" anchor="ctr">
                    <a:lnL w="19050"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28575"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rowSpan="3" hMerge="1">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en-US" altLang="ja-JP" sz="1200" b="0" i="0" u="none" strike="noStrike" cap="none" normalizeH="0" baseline="0" dirty="0">
                        <a:ln>
                          <a:noFill/>
                        </a:ln>
                        <a:solidFill>
                          <a:srgbClr val="FF0000"/>
                        </a:solidFill>
                        <a:effectLst/>
                        <a:latin typeface="Meiryo UI" panose="020B0604030504040204" pitchFamily="50" charset="-128"/>
                        <a:ea typeface="Meiryo UI" panose="020B0604030504040204" pitchFamily="50" charset="-128"/>
                        <a:cs typeface="Arial" pitchFamily="34" charset="0"/>
                      </a:endParaRPr>
                    </a:p>
                  </a:txBody>
                  <a:tcPr marL="9525" marR="9525" marT="9525" marB="0" anchor="ctr">
                    <a:lnL w="19050"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28575"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2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rPr>
                        <a:t>62XS</a:t>
                      </a:r>
                    </a:p>
                  </a:txBody>
                  <a:tcPr marL="9525" marR="9525" marT="9525" marB="0" anchor="ctr">
                    <a:lnL w="19050" cap="flat" cmpd="sng" algn="ctr">
                      <a:solidFill>
                        <a:schemeClr val="bg1">
                          <a:lumMod val="65000"/>
                        </a:schemeClr>
                      </a:solidFill>
                      <a:prstDash val="solid"/>
                      <a:round/>
                      <a:headEnd type="none" w="med" len="med"/>
                      <a:tailEnd type="none" w="med" len="med"/>
                    </a:lnL>
                    <a:lnR w="28575" cap="flat" cmpd="sng" algn="ctr">
                      <a:solidFill>
                        <a:schemeClr val="bg1">
                          <a:lumMod val="65000"/>
                        </a:schemeClr>
                      </a:solidFill>
                      <a:prstDash val="solid"/>
                      <a:round/>
                      <a:headEnd type="none" w="med" len="med"/>
                      <a:tailEnd type="none" w="med" len="med"/>
                    </a:lnR>
                    <a:lnT w="28575"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1" lang="en-US" altLang="ja-JP" sz="12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rPr>
                        <a:t>6WZZ</a:t>
                      </a:r>
                    </a:p>
                  </a:txBody>
                  <a:tcPr marL="9525" marR="9525" marT="9525" marB="0" anchor="ctr">
                    <a:lnL w="28575" cap="flat" cmpd="sng" algn="ctr">
                      <a:solidFill>
                        <a:schemeClr val="bg1">
                          <a:lumMod val="65000"/>
                        </a:schemeClr>
                      </a:solidFill>
                      <a:prstDash val="solid"/>
                      <a:round/>
                      <a:headEnd type="none" w="med" len="med"/>
                      <a:tailEnd type="none" w="med" len="med"/>
                    </a:lnL>
                    <a:lnR w="28575" cap="flat" cmpd="sng" algn="ctr">
                      <a:solidFill>
                        <a:schemeClr val="bg1">
                          <a:lumMod val="65000"/>
                        </a:schemeClr>
                      </a:solidFill>
                      <a:prstDash val="solid"/>
                      <a:round/>
                      <a:headEnd type="none" w="med" len="med"/>
                      <a:tailEnd type="none" w="med" len="med"/>
                    </a:lnR>
                    <a:lnT w="28575"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200" b="0" i="0" u="none" strike="noStrike" cap="none" normalizeH="0" baseline="0" dirty="0">
                          <a:ln>
                            <a:noFill/>
                          </a:ln>
                          <a:solidFill>
                            <a:srgbClr val="FF0000"/>
                          </a:solidFill>
                          <a:effectLst/>
                          <a:latin typeface="Meiryo UI" panose="020B0604030504040204" pitchFamily="50" charset="-128"/>
                          <a:ea typeface="Meiryo UI" panose="020B0604030504040204" pitchFamily="50" charset="-128"/>
                          <a:cs typeface="Arial" pitchFamily="34" charset="0"/>
                        </a:rPr>
                        <a:t>6WZX</a:t>
                      </a:r>
                    </a:p>
                  </a:txBody>
                  <a:tcPr marL="9525" marR="9525" marT="9525" marB="0" anchor="ctr">
                    <a:lnL w="28575" cap="flat" cmpd="sng" algn="ctr">
                      <a:solidFill>
                        <a:schemeClr val="bg1">
                          <a:lumMod val="65000"/>
                        </a:schemeClr>
                      </a:solidFill>
                      <a:prstDash val="solid"/>
                      <a:round/>
                      <a:headEnd type="none" w="med" len="med"/>
                      <a:tailEnd type="none" w="med" len="med"/>
                    </a:lnL>
                    <a:lnR w="28575" cap="flat" cmpd="sng" algn="ctr">
                      <a:solidFill>
                        <a:schemeClr val="bg1">
                          <a:lumMod val="65000"/>
                        </a:schemeClr>
                      </a:solidFill>
                      <a:prstDash val="solid"/>
                      <a:round/>
                      <a:headEnd type="none" w="med" len="med"/>
                      <a:tailEnd type="none" w="med" len="med"/>
                    </a:lnR>
                    <a:lnT w="28575"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0">
                <a:tc vMerge="1">
                  <a:txBody>
                    <a:bodyPr/>
                    <a:lstStyle/>
                    <a:p>
                      <a:pPr algn="ctr" fontAlgn="ctr"/>
                      <a:endParaRPr lang="ja-JP" altLang="en-US" sz="1200" b="0" i="0" u="none" strike="noStrike" dirty="0">
                        <a:solidFill>
                          <a:schemeClr val="tx1"/>
                        </a:solidFill>
                        <a:effectLst/>
                        <a:latin typeface="Meiryo UI" panose="020B0604030504040204" pitchFamily="50" charset="-128"/>
                        <a:ea typeface="Meiryo UI" panose="020B0604030504040204" pitchFamily="50" charset="-128"/>
                        <a:cs typeface="Arial" pitchFamily="34" charset="0"/>
                      </a:endParaRPr>
                    </a:p>
                  </a:txBody>
                  <a:tcPr marL="9525" marR="9525" marT="9525" marB="0" anchor="ctr">
                    <a:lnL w="28575"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gridSpan="2" vMerge="1">
                  <a:txBody>
                    <a:bodyPr/>
                    <a:lstStyle/>
                    <a:p>
                      <a:pPr algn="ctr" fontAlgn="ctr"/>
                      <a:endParaRPr lang="ja-JP" altLang="en-US" sz="1200" b="0" i="0" u="none" strike="noStrike" dirty="0">
                        <a:solidFill>
                          <a:schemeClr val="tx1"/>
                        </a:solidFill>
                        <a:effectLst/>
                        <a:latin typeface="Meiryo UI" panose="020B0604030504040204" pitchFamily="50" charset="-128"/>
                        <a:ea typeface="Meiryo UI" panose="020B0604030504040204" pitchFamily="50" charset="-128"/>
                        <a:cs typeface="Arial" pitchFamily="34" charset="0"/>
                      </a:endParaRPr>
                    </a:p>
                  </a:txBody>
                  <a:tcPr marL="9525" marR="9525" marT="9525" marB="0" anchor="ctr">
                    <a:lnL w="19050"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hMerge="1" vMerge="1">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en-US" altLang="ja-JP" sz="1200" b="0" i="0" u="none" strike="noStrike" cap="none" normalizeH="0" baseline="0" dirty="0">
                        <a:ln>
                          <a:noFill/>
                        </a:ln>
                        <a:solidFill>
                          <a:srgbClr val="FF0000"/>
                        </a:solidFill>
                        <a:effectLst/>
                        <a:latin typeface="Meiryo UI" panose="020B0604030504040204" pitchFamily="50" charset="-128"/>
                        <a:ea typeface="Meiryo UI" panose="020B0604030504040204" pitchFamily="50" charset="-128"/>
                        <a:cs typeface="Arial" pitchFamily="34" charset="0"/>
                      </a:endParaRPr>
                    </a:p>
                  </a:txBody>
                  <a:tcPr marL="9525" marR="9525" marT="9525" marB="0" anchor="ctr">
                    <a:lnL w="19050"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2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rPr>
                        <a:t>AP2 DI FFV</a:t>
                      </a:r>
                    </a:p>
                  </a:txBody>
                  <a:tcPr marL="9525" marR="9525" marT="9525" marB="0" anchor="ctr">
                    <a:lnL w="19050"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2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rPr>
                        <a:t>AP2 DI FFV</a:t>
                      </a:r>
                    </a:p>
                  </a:txBody>
                  <a:tcPr marL="9525" marR="9525" marT="9525" marB="0" anchor="ctr">
                    <a:lnL w="19050"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200" b="0" i="0" u="none" strike="noStrike" cap="none" normalizeH="0" baseline="0" dirty="0">
                          <a:ln>
                            <a:noFill/>
                          </a:ln>
                          <a:solidFill>
                            <a:srgbClr val="FF0000"/>
                          </a:solidFill>
                          <a:effectLst/>
                          <a:latin typeface="Meiryo UI" panose="020B0604030504040204" pitchFamily="50" charset="-128"/>
                          <a:ea typeface="Meiryo UI" panose="020B0604030504040204" pitchFamily="50" charset="-128"/>
                          <a:cs typeface="Arial" pitchFamily="34" charset="0"/>
                        </a:rPr>
                        <a:t>AP2 DI FFV</a:t>
                      </a:r>
                    </a:p>
                  </a:txBody>
                  <a:tcPr marL="9525" marR="9525" marT="9525" marB="0" anchor="ctr">
                    <a:lnL w="19050" cap="flat" cmpd="sng" algn="ctr">
                      <a:solidFill>
                        <a:schemeClr val="bg1">
                          <a:lumMod val="65000"/>
                        </a:schemeClr>
                      </a:solidFill>
                      <a:prstDash val="solid"/>
                      <a:round/>
                      <a:headEnd type="none" w="med" len="med"/>
                      <a:tailEnd type="none" w="med" len="med"/>
                    </a:lnL>
                    <a:lnR w="28575"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514826257"/>
                  </a:ext>
                </a:extLst>
              </a:tr>
              <a:tr h="0">
                <a:tc vMerge="1">
                  <a:txBody>
                    <a:bodyPr/>
                    <a:lstStyle/>
                    <a:p>
                      <a:pPr algn="ctr" fontAlgn="ctr"/>
                      <a:endParaRPr lang="ja-JP" altLang="en-US" sz="1200" b="0" i="0" u="none" strike="noStrike" dirty="0">
                        <a:solidFill>
                          <a:schemeClr val="tx1"/>
                        </a:solidFill>
                        <a:effectLst/>
                        <a:latin typeface="Meiryo UI" panose="020B0604030504040204" pitchFamily="50" charset="-128"/>
                        <a:ea typeface="Meiryo UI" panose="020B0604030504040204" pitchFamily="50" charset="-128"/>
                        <a:cs typeface="Arial" pitchFamily="34" charset="0"/>
                      </a:endParaRPr>
                    </a:p>
                  </a:txBody>
                  <a:tcPr marL="9525" marR="9525" marT="9525" marB="0" anchor="ctr">
                    <a:lnL w="28575"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gridSpan="2" vMerge="1">
                  <a:txBody>
                    <a:bodyPr/>
                    <a:lstStyle/>
                    <a:p>
                      <a:pPr algn="ctr" fontAlgn="ctr"/>
                      <a:endParaRPr lang="ja-JP" altLang="en-US" sz="1200" b="0" i="0" u="none" strike="noStrike" dirty="0">
                        <a:solidFill>
                          <a:schemeClr val="tx1"/>
                        </a:solidFill>
                        <a:effectLst/>
                        <a:latin typeface="Meiryo UI" panose="020B0604030504040204" pitchFamily="50" charset="-128"/>
                        <a:ea typeface="Meiryo UI" panose="020B0604030504040204" pitchFamily="50" charset="-128"/>
                        <a:cs typeface="Arial" pitchFamily="34" charset="0"/>
                      </a:endParaRPr>
                    </a:p>
                  </a:txBody>
                  <a:tcPr marL="9525" marR="9525" marT="9525" marB="0" anchor="ctr">
                    <a:lnL w="19050"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hMerge="1" vMerge="1">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en-US" altLang="ja-JP" sz="1200" b="0" i="0" u="none" strike="noStrike" cap="none" normalizeH="0" baseline="0" dirty="0">
                        <a:ln>
                          <a:noFill/>
                        </a:ln>
                        <a:solidFill>
                          <a:srgbClr val="FF0000"/>
                        </a:solidFill>
                        <a:effectLst/>
                        <a:latin typeface="Meiryo UI" panose="020B0604030504040204" pitchFamily="50" charset="-128"/>
                        <a:ea typeface="Meiryo UI" panose="020B0604030504040204" pitchFamily="50" charset="-128"/>
                        <a:cs typeface="Arial" pitchFamily="34" charset="0"/>
                      </a:endParaRPr>
                    </a:p>
                  </a:txBody>
                  <a:tcPr marL="9525" marR="9525" marT="9525" marB="0" anchor="ctr">
                    <a:lnL w="19050"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2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rPr>
                        <a:t>-</a:t>
                      </a:r>
                    </a:p>
                  </a:txBody>
                  <a:tcPr marL="9525" marR="9525" marT="9525" marB="0" anchor="ctr">
                    <a:lnL w="19050"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2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Arial" pitchFamily="34" charset="0"/>
                        </a:rPr>
                        <a:t>-</a:t>
                      </a:r>
                    </a:p>
                  </a:txBody>
                  <a:tcPr marL="9525" marR="9525" marT="9525" marB="0" anchor="ctr">
                    <a:lnL w="19050"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200" b="0" i="0" u="none" strike="noStrike" cap="none" normalizeH="0" baseline="0" dirty="0">
                          <a:ln>
                            <a:noFill/>
                          </a:ln>
                          <a:solidFill>
                            <a:srgbClr val="FF0000"/>
                          </a:solidFill>
                          <a:effectLst/>
                          <a:latin typeface="Meiryo UI" panose="020B0604030504040204" pitchFamily="50" charset="-128"/>
                          <a:ea typeface="Meiryo UI" panose="020B0604030504040204" pitchFamily="50" charset="-128"/>
                          <a:cs typeface="Arial" pitchFamily="34" charset="0"/>
                        </a:rPr>
                        <a:t>-</a:t>
                      </a:r>
                    </a:p>
                  </a:txBody>
                  <a:tcPr marL="9525" marR="9525" marT="9525" marB="0" anchor="ctr">
                    <a:lnL w="19050" cap="flat" cmpd="sng" algn="ctr">
                      <a:solidFill>
                        <a:schemeClr val="bg1">
                          <a:lumMod val="65000"/>
                        </a:schemeClr>
                      </a:solidFill>
                      <a:prstDash val="solid"/>
                      <a:round/>
                      <a:headEnd type="none" w="med" len="med"/>
                      <a:tailEnd type="none" w="med" len="med"/>
                    </a:lnL>
                    <a:lnR w="28575"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025100122"/>
                  </a:ext>
                </a:extLst>
              </a:tr>
              <a:tr h="0">
                <a:tc>
                  <a:txBody>
                    <a:bodyPr/>
                    <a:lstStyle/>
                    <a:p>
                      <a:pPr algn="ctr" fontAlgn="ctr"/>
                      <a:r>
                        <a:rPr lang="en-US" sz="1200" b="0" i="0" u="none" strike="noStrike" dirty="0">
                          <a:solidFill>
                            <a:schemeClr val="tx1"/>
                          </a:solidFill>
                          <a:effectLst/>
                          <a:latin typeface="Meiryo UI" panose="020B0604030504040204" pitchFamily="50" charset="-128"/>
                          <a:ea typeface="Meiryo UI" panose="020B0604030504040204" pitchFamily="50" charset="-128"/>
                          <a:cs typeface="Arial" pitchFamily="34" charset="0"/>
                        </a:rPr>
                        <a:t>Target</a:t>
                      </a:r>
                    </a:p>
                  </a:txBody>
                  <a:tcPr marL="9525" marR="9525" marT="9525" marB="0" anchor="ctr">
                    <a:lnL w="28575"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gridSpan="2">
                  <a:txBody>
                    <a:bodyPr/>
                    <a:lstStyle/>
                    <a:p>
                      <a:pPr algn="ctr" fontAlgn="ctr"/>
                      <a:r>
                        <a:rPr lang="en-US" altLang="ja-JP" sz="1200" b="0" i="0" u="none" strike="noStrike" dirty="0">
                          <a:solidFill>
                            <a:schemeClr val="tx1"/>
                          </a:solidFill>
                          <a:effectLst/>
                          <a:latin typeface="Meiryo UI" panose="020B0604030504040204" pitchFamily="50" charset="-128"/>
                          <a:ea typeface="Meiryo UI" panose="020B0604030504040204" pitchFamily="50" charset="-128"/>
                          <a:cs typeface="Arial" pitchFamily="34" charset="0"/>
                        </a:rPr>
                        <a:t>Countries</a:t>
                      </a:r>
                      <a:endParaRPr lang="ja-JP" altLang="en-US" sz="1200" b="0" i="0" u="none" strike="noStrike" dirty="0">
                        <a:solidFill>
                          <a:schemeClr val="tx1"/>
                        </a:solidFill>
                        <a:effectLst/>
                        <a:latin typeface="Meiryo UI" panose="020B0604030504040204" pitchFamily="50" charset="-128"/>
                        <a:ea typeface="Meiryo UI" panose="020B0604030504040204" pitchFamily="50" charset="-128"/>
                        <a:cs typeface="Arial" pitchFamily="34" charset="0"/>
                      </a:endParaRPr>
                    </a:p>
                  </a:txBody>
                  <a:tcPr marL="9525" marR="9525" marT="9525" marB="0" anchor="ctr">
                    <a:lnL w="19050"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hMerge="1">
                  <a:txBody>
                    <a:bodyPr/>
                    <a:lstStyle/>
                    <a:p>
                      <a:pPr algn="ctr" fontAlgn="ctr"/>
                      <a:endParaRPr lang="en-US" altLang="ja-JP" sz="1200" b="0" i="0" u="none" strike="noStrike" dirty="0">
                        <a:solidFill>
                          <a:schemeClr val="tx1"/>
                        </a:solidFill>
                        <a:effectLst/>
                        <a:latin typeface="Meiryo UI" panose="020B0604030504040204" pitchFamily="50" charset="-128"/>
                        <a:ea typeface="Meiryo UI" panose="020B0604030504040204" pitchFamily="50" charset="-128"/>
                        <a:cs typeface="Arial" pitchFamily="34" charset="0"/>
                      </a:endParaRPr>
                    </a:p>
                  </a:txBody>
                  <a:tcPr marL="9525" marR="9525" marT="9525" marB="0" anchor="ctr">
                    <a:lnL w="19050"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r>
                        <a:rPr lang="en-US" altLang="ja-JP" sz="1200" b="0" i="0" u="none" strike="noStrike" dirty="0">
                          <a:solidFill>
                            <a:schemeClr val="tx1"/>
                          </a:solidFill>
                          <a:effectLst/>
                          <a:latin typeface="Meiryo UI" panose="020B0604030504040204" pitchFamily="50" charset="-128"/>
                          <a:ea typeface="Meiryo UI" panose="020B0604030504040204" pitchFamily="50" charset="-128"/>
                          <a:cs typeface="Arial" pitchFamily="34" charset="0"/>
                        </a:rPr>
                        <a:t>Brazil</a:t>
                      </a:r>
                    </a:p>
                  </a:txBody>
                  <a:tcPr marL="9525" marR="9525" marT="9525" marB="0" anchor="ctr">
                    <a:lnL w="19050"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r>
                        <a:rPr lang="en-US" altLang="ja-JP" sz="1200" b="0" i="0" u="none" strike="noStrike" dirty="0">
                          <a:solidFill>
                            <a:schemeClr val="tx1"/>
                          </a:solidFill>
                          <a:effectLst/>
                          <a:latin typeface="Meiryo UI" panose="020B0604030504040204" pitchFamily="50" charset="-128"/>
                          <a:ea typeface="Meiryo UI" panose="020B0604030504040204" pitchFamily="50" charset="-128"/>
                          <a:cs typeface="Arial" pitchFamily="34" charset="0"/>
                        </a:rPr>
                        <a:t>Brazil</a:t>
                      </a:r>
                    </a:p>
                  </a:txBody>
                  <a:tcPr marL="9525" marR="9525" marT="9525" marB="0" anchor="ctr">
                    <a:lnL w="19050"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r>
                        <a:rPr lang="en-US" altLang="ja-JP" sz="1200" b="0" i="0" u="none" strike="noStrike" dirty="0">
                          <a:solidFill>
                            <a:schemeClr val="tx1"/>
                          </a:solidFill>
                          <a:effectLst/>
                          <a:latin typeface="Meiryo UI" panose="020B0604030504040204" pitchFamily="50" charset="-128"/>
                          <a:ea typeface="Meiryo UI" panose="020B0604030504040204" pitchFamily="50" charset="-128"/>
                          <a:cs typeface="Arial" pitchFamily="34" charset="0"/>
                        </a:rPr>
                        <a:t>Brazil</a:t>
                      </a:r>
                    </a:p>
                  </a:txBody>
                  <a:tcPr marL="9525" marR="9525" marT="9525" marB="0" anchor="ctr">
                    <a:lnL w="19050"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0">
                <a:tc>
                  <a:txBody>
                    <a:bodyPr/>
                    <a:lstStyle/>
                    <a:p>
                      <a:pPr algn="ctr" fontAlgn="ctr"/>
                      <a:r>
                        <a:rPr lang="en-US" sz="1050" b="0" i="0" u="none" strike="noStrike" dirty="0">
                          <a:solidFill>
                            <a:schemeClr val="tx1"/>
                          </a:solidFill>
                          <a:effectLst/>
                          <a:latin typeface="Arial" pitchFamily="34" charset="0"/>
                          <a:ea typeface="Meiryo UI" pitchFamily="50" charset="-128"/>
                          <a:cs typeface="Arial" pitchFamily="34" charset="0"/>
                        </a:rPr>
                        <a:t>Drivetrain</a:t>
                      </a:r>
                    </a:p>
                  </a:txBody>
                  <a:tcPr marL="46800" marR="46800" marT="14400" marB="14400" anchor="ctr">
                    <a:lnL w="28575"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gridSpan="2">
                  <a:txBody>
                    <a:bodyPr/>
                    <a:lstStyle/>
                    <a:p>
                      <a:pPr algn="l" fontAlgn="ctr"/>
                      <a:r>
                        <a:rPr lang="en-US" altLang="ja-JP" sz="1050" b="0" i="0" u="none" strike="noStrike" dirty="0">
                          <a:solidFill>
                            <a:schemeClr val="tx1"/>
                          </a:solidFill>
                          <a:effectLst/>
                          <a:latin typeface="Arial" pitchFamily="34" charset="0"/>
                          <a:ea typeface="Meiryo UI" pitchFamily="50" charset="-128"/>
                          <a:cs typeface="Arial" pitchFamily="34" charset="0"/>
                        </a:rPr>
                        <a:t>CVT with Paddle Shift</a:t>
                      </a:r>
                      <a:endParaRPr lang="ja-JP" altLang="en-US" sz="1050" b="0" i="0" u="none" strike="noStrike" dirty="0">
                        <a:solidFill>
                          <a:schemeClr val="tx1"/>
                        </a:solidFill>
                        <a:effectLst/>
                        <a:latin typeface="Arial" pitchFamily="34" charset="0"/>
                        <a:ea typeface="Meiryo UI" pitchFamily="50" charset="-128"/>
                        <a:cs typeface="Arial" pitchFamily="34" charset="0"/>
                      </a:endParaRPr>
                    </a:p>
                  </a:txBody>
                  <a:tcPr marL="46800" marR="46800" marT="14400" marB="14400" anchor="ctr">
                    <a:lnL w="19050"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hMerge="1">
                  <a:txBody>
                    <a:bodyPr/>
                    <a:lstStyle/>
                    <a:p>
                      <a:endParaRPr kumimoji="1" lang="ja-JP"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1050" b="0" i="0" dirty="0">
                          <a:solidFill>
                            <a:schemeClr val="tx1"/>
                          </a:solidFill>
                          <a:latin typeface="Arial" pitchFamily="34" charset="0"/>
                          <a:ea typeface="Meiryo UI" pitchFamily="50" charset="-128"/>
                          <a:cs typeface="Arial" pitchFamily="34" charset="0"/>
                        </a:rPr>
                        <a:t>X</a:t>
                      </a:r>
                      <a:endParaRPr lang="ja-JP" altLang="en-US" sz="1050" b="0" i="0" dirty="0">
                        <a:solidFill>
                          <a:schemeClr val="tx1"/>
                        </a:solidFill>
                        <a:latin typeface="Arial" pitchFamily="34" charset="0"/>
                        <a:ea typeface="Meiryo UI" pitchFamily="50" charset="-128"/>
                        <a:cs typeface="Arial" pitchFamily="34" charset="0"/>
                      </a:endParaRPr>
                    </a:p>
                  </a:txBody>
                  <a:tcPr marL="46800" marR="46800" marT="14400" marB="14400" anchor="ctr">
                    <a:lnL w="19050"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1050" b="0" i="0" dirty="0">
                          <a:solidFill>
                            <a:schemeClr val="tx1"/>
                          </a:solidFill>
                          <a:latin typeface="Arial" pitchFamily="34" charset="0"/>
                          <a:ea typeface="Meiryo UI" pitchFamily="50" charset="-128"/>
                          <a:cs typeface="Arial" pitchFamily="34" charset="0"/>
                        </a:rPr>
                        <a:t>X</a:t>
                      </a:r>
                      <a:endParaRPr lang="ja-JP" altLang="en-US" sz="1050" b="0" i="0" dirty="0">
                        <a:solidFill>
                          <a:schemeClr val="tx1"/>
                        </a:solidFill>
                        <a:latin typeface="Arial" pitchFamily="34" charset="0"/>
                        <a:ea typeface="Meiryo UI" pitchFamily="50" charset="-128"/>
                        <a:cs typeface="Arial" pitchFamily="34" charset="0"/>
                      </a:endParaRPr>
                    </a:p>
                  </a:txBody>
                  <a:tcPr marL="46800" marR="46800" marT="14400" marB="14400" anchor="ctr">
                    <a:lnL w="19050"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1050" b="0" i="0" dirty="0">
                          <a:solidFill>
                            <a:schemeClr val="tx1"/>
                          </a:solidFill>
                          <a:latin typeface="Arial" pitchFamily="34" charset="0"/>
                          <a:ea typeface="Meiryo UI" pitchFamily="50" charset="-128"/>
                          <a:cs typeface="Arial" pitchFamily="34" charset="0"/>
                        </a:rPr>
                        <a:t>X</a:t>
                      </a:r>
                      <a:endParaRPr lang="ja-JP" altLang="en-US" sz="1050" b="0" i="0" dirty="0">
                        <a:solidFill>
                          <a:schemeClr val="tx1"/>
                        </a:solidFill>
                        <a:latin typeface="Arial" pitchFamily="34" charset="0"/>
                        <a:ea typeface="Meiryo UI" pitchFamily="50" charset="-128"/>
                        <a:cs typeface="Arial" pitchFamily="34" charset="0"/>
                      </a:endParaRPr>
                    </a:p>
                  </a:txBody>
                  <a:tcPr marL="46800" marR="46800" marT="14400" marB="14400" anchor="ctr">
                    <a:lnL w="19050"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23714612"/>
                  </a:ext>
                </a:extLst>
              </a:tr>
              <a:tr h="0">
                <a:tc rowSpan="3">
                  <a:txBody>
                    <a:bodyPr/>
                    <a:lstStyle/>
                    <a:p>
                      <a:pPr algn="ctr" fontAlgn="ctr"/>
                      <a:r>
                        <a:rPr lang="en-US" sz="1050" b="0" i="0" u="none" strike="noStrike" dirty="0">
                          <a:solidFill>
                            <a:schemeClr val="tx1"/>
                          </a:solidFill>
                          <a:effectLst/>
                          <a:latin typeface="Arial" pitchFamily="34" charset="0"/>
                          <a:ea typeface="Meiryo UI" pitchFamily="50" charset="-128"/>
                          <a:cs typeface="Arial" pitchFamily="34" charset="0"/>
                        </a:rPr>
                        <a:t>Start Stop</a:t>
                      </a:r>
                    </a:p>
                  </a:txBody>
                  <a:tcPr marL="46800" marR="46800" marT="14400" marB="14400" anchor="ctr">
                    <a:lnL w="28575"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gridSpan="2">
                  <a:txBody>
                    <a:bodyPr/>
                    <a:lstStyle/>
                    <a:p>
                      <a:pPr algn="l" fontAlgn="ctr"/>
                      <a:r>
                        <a:rPr lang="en-US" altLang="ja-JP" sz="1050" b="0" i="0" u="none" strike="noStrike" dirty="0">
                          <a:solidFill>
                            <a:schemeClr val="tx1"/>
                          </a:solidFill>
                          <a:effectLst/>
                          <a:latin typeface="Arial" pitchFamily="34" charset="0"/>
                          <a:ea typeface="Meiryo UI" pitchFamily="50" charset="-128"/>
                          <a:cs typeface="Arial" pitchFamily="34" charset="0"/>
                        </a:rPr>
                        <a:t>One Push Start </a:t>
                      </a:r>
                      <a:r>
                        <a:rPr lang="en-US" altLang="ja-JP" sz="1050" b="0" i="0" u="none" strike="noStrike" baseline="0" dirty="0">
                          <a:solidFill>
                            <a:schemeClr val="tx1"/>
                          </a:solidFill>
                          <a:effectLst/>
                          <a:latin typeface="Arial" pitchFamily="34" charset="0"/>
                          <a:ea typeface="Meiryo UI" pitchFamily="50" charset="-128"/>
                          <a:cs typeface="Arial" pitchFamily="34" charset="0"/>
                        </a:rPr>
                        <a:t>(with </a:t>
                      </a:r>
                      <a:r>
                        <a:rPr lang="en-US" altLang="ja-JP" sz="1050" b="0" i="0" u="none" strike="noStrike" dirty="0">
                          <a:solidFill>
                            <a:schemeClr val="tx1"/>
                          </a:solidFill>
                          <a:effectLst/>
                          <a:latin typeface="Arial" pitchFamily="34" charset="0"/>
                          <a:ea typeface="Meiryo UI" pitchFamily="50" charset="-128"/>
                          <a:cs typeface="Arial" pitchFamily="34" charset="0"/>
                        </a:rPr>
                        <a:t>Smart Entry)</a:t>
                      </a:r>
                      <a:endParaRPr lang="ja-JP" altLang="en-US" sz="1050" b="0" i="0" u="none" strike="noStrike" dirty="0">
                        <a:solidFill>
                          <a:schemeClr val="tx1"/>
                        </a:solidFill>
                        <a:effectLst/>
                        <a:latin typeface="Arial" pitchFamily="34" charset="0"/>
                        <a:ea typeface="Meiryo UI" pitchFamily="50" charset="-128"/>
                        <a:cs typeface="Arial" pitchFamily="34" charset="0"/>
                      </a:endParaRPr>
                    </a:p>
                  </a:txBody>
                  <a:tcPr marL="46800" marR="46800" marT="14400" marB="14400" anchor="ctr">
                    <a:lnL w="19050"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hMerge="1">
                  <a:txBody>
                    <a:bodyPr/>
                    <a:lstStyle/>
                    <a:p>
                      <a:endParaRPr kumimoji="1" lang="ja-JP" altLang="en-US"/>
                    </a:p>
                  </a:txBody>
                  <a:tcPr>
                    <a:lnL w="19050"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a:r>
                        <a:rPr lang="en-US" altLang="ja-JP" sz="1050" b="0" i="0" dirty="0">
                          <a:solidFill>
                            <a:schemeClr val="tx1"/>
                          </a:solidFill>
                          <a:latin typeface="Arial" pitchFamily="34" charset="0"/>
                          <a:ea typeface="Meiryo UI" pitchFamily="50" charset="-128"/>
                          <a:cs typeface="Arial" pitchFamily="34" charset="0"/>
                        </a:rPr>
                        <a:t>X</a:t>
                      </a:r>
                      <a:endParaRPr lang="ja-JP" altLang="en-US" sz="1050" b="0" i="0" dirty="0">
                        <a:solidFill>
                          <a:schemeClr val="tx1"/>
                        </a:solidFill>
                        <a:latin typeface="Arial" pitchFamily="34" charset="0"/>
                        <a:ea typeface="Meiryo UI" pitchFamily="50" charset="-128"/>
                        <a:cs typeface="Arial" pitchFamily="34" charset="0"/>
                      </a:endParaRPr>
                    </a:p>
                  </a:txBody>
                  <a:tcPr marL="46800" marR="46800" marT="14400" marB="14400" anchor="ctr">
                    <a:lnL w="19050"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a:r>
                        <a:rPr lang="en-US" altLang="ja-JP" sz="1050" b="0" i="0" dirty="0">
                          <a:solidFill>
                            <a:schemeClr val="tx1"/>
                          </a:solidFill>
                          <a:latin typeface="Arial" pitchFamily="34" charset="0"/>
                          <a:ea typeface="Meiryo UI" pitchFamily="50" charset="-128"/>
                          <a:cs typeface="Arial" pitchFamily="34" charset="0"/>
                        </a:rPr>
                        <a:t>X</a:t>
                      </a:r>
                      <a:endParaRPr lang="ja-JP" altLang="en-US" sz="1050" b="0" i="0" dirty="0">
                        <a:solidFill>
                          <a:schemeClr val="tx1"/>
                        </a:solidFill>
                        <a:latin typeface="Arial" pitchFamily="34" charset="0"/>
                        <a:ea typeface="Meiryo UI" pitchFamily="50" charset="-128"/>
                        <a:cs typeface="Arial" pitchFamily="34" charset="0"/>
                      </a:endParaRPr>
                    </a:p>
                  </a:txBody>
                  <a:tcPr marL="46800" marR="46800" marT="14400" marB="14400" anchor="ctr">
                    <a:lnL w="19050"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a:r>
                        <a:rPr lang="en-US" altLang="ja-JP" sz="1050" b="0" i="0" dirty="0">
                          <a:solidFill>
                            <a:schemeClr val="tx1"/>
                          </a:solidFill>
                          <a:latin typeface="Arial" pitchFamily="34" charset="0"/>
                          <a:ea typeface="Meiryo UI" pitchFamily="50" charset="-128"/>
                          <a:cs typeface="Arial" pitchFamily="34" charset="0"/>
                        </a:rPr>
                        <a:t>X</a:t>
                      </a:r>
                      <a:endParaRPr lang="ja-JP" altLang="en-US" sz="1050" b="0" i="0" dirty="0">
                        <a:solidFill>
                          <a:schemeClr val="tx1"/>
                        </a:solidFill>
                        <a:latin typeface="Arial" pitchFamily="34" charset="0"/>
                        <a:ea typeface="Meiryo UI" pitchFamily="50" charset="-128"/>
                        <a:cs typeface="Arial" pitchFamily="34" charset="0"/>
                      </a:endParaRPr>
                    </a:p>
                  </a:txBody>
                  <a:tcPr marL="46800" marR="46800" marT="14400" marB="14400" anchor="ctr">
                    <a:lnL w="19050"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460090477"/>
                  </a:ext>
                </a:extLst>
              </a:tr>
              <a:tr h="0">
                <a:tc vMerge="1">
                  <a:txBody>
                    <a:bodyPr/>
                    <a:lstStyle/>
                    <a:p>
                      <a:endParaRPr kumimoji="1" lang="ja-JP" altLang="en-US"/>
                    </a:p>
                  </a:txBody>
                  <a:tcPr>
                    <a:lnL w="28575"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gridSpan="2">
                  <a:txBody>
                    <a:bodyPr/>
                    <a:lstStyle/>
                    <a:p>
                      <a:pPr algn="l" fontAlgn="ctr"/>
                      <a:r>
                        <a:rPr lang="en-US" altLang="ja-JP" sz="1050" b="0" i="0" u="none" strike="noStrike" baseline="0" dirty="0">
                          <a:solidFill>
                            <a:schemeClr val="tx1"/>
                          </a:solidFill>
                          <a:effectLst/>
                          <a:latin typeface="Arial" pitchFamily="34" charset="0"/>
                          <a:ea typeface="Meiryo UI" pitchFamily="50" charset="-128"/>
                          <a:cs typeface="Arial" pitchFamily="34" charset="0"/>
                        </a:rPr>
                        <a:t>Idling Stop</a:t>
                      </a:r>
                      <a:endParaRPr lang="ja-JP" altLang="en-US" sz="1050" b="0" i="0" u="none" strike="noStrike" dirty="0">
                        <a:solidFill>
                          <a:schemeClr val="tx1"/>
                        </a:solidFill>
                        <a:effectLst/>
                        <a:latin typeface="Arial" pitchFamily="34" charset="0"/>
                        <a:ea typeface="Meiryo UI" pitchFamily="50" charset="-128"/>
                        <a:cs typeface="Arial" pitchFamily="34" charset="0"/>
                      </a:endParaRPr>
                    </a:p>
                  </a:txBody>
                  <a:tcPr marL="46800" marR="46800" marT="14400" marB="14400" anchor="ctr">
                    <a:lnL w="19050"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hMerge="1">
                  <a:txBody>
                    <a:bodyPr/>
                    <a:lstStyle/>
                    <a:p>
                      <a:pPr algn="l" fontAlgn="ctr"/>
                      <a:endParaRPr lang="en-US" altLang="ja-JP" sz="1050" b="0" i="0" u="none" strike="noStrike" dirty="0">
                        <a:solidFill>
                          <a:schemeClr val="tx1"/>
                        </a:solidFill>
                        <a:effectLst/>
                        <a:latin typeface="Arial" pitchFamily="34" charset="0"/>
                        <a:ea typeface="Meiryo UI" pitchFamily="50" charset="-128"/>
                        <a:cs typeface="Arial" pitchFamily="34" charset="0"/>
                      </a:endParaRPr>
                    </a:p>
                  </a:txBody>
                  <a:tcPr marL="46800" marR="46800" marT="14400" marB="14400" anchor="ctr">
                    <a:lnL w="19050"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a:r>
                        <a:rPr lang="en-US" altLang="ja-JP" sz="1200" b="0" i="0" dirty="0">
                          <a:solidFill>
                            <a:schemeClr val="tx1"/>
                          </a:solidFill>
                          <a:latin typeface="Arial" pitchFamily="34" charset="0"/>
                          <a:ea typeface="Meiryo UI" pitchFamily="50" charset="-128"/>
                          <a:cs typeface="Arial" pitchFamily="34" charset="0"/>
                        </a:rPr>
                        <a:t>-</a:t>
                      </a:r>
                      <a:endParaRPr lang="ja-JP" altLang="en-US" sz="1200" b="0" i="0" dirty="0">
                        <a:solidFill>
                          <a:schemeClr val="tx1"/>
                        </a:solidFill>
                        <a:latin typeface="Arial" pitchFamily="34" charset="0"/>
                        <a:ea typeface="Meiryo UI" pitchFamily="50" charset="-128"/>
                        <a:cs typeface="Arial" pitchFamily="34" charset="0"/>
                      </a:endParaRPr>
                    </a:p>
                  </a:txBody>
                  <a:tcPr marL="9525" marR="9525" marT="9525" marB="0" anchor="ctr">
                    <a:lnL w="19050"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a:r>
                        <a:rPr lang="en-US" altLang="ja-JP" sz="1200" b="0" i="0" dirty="0">
                          <a:solidFill>
                            <a:schemeClr val="tx1"/>
                          </a:solidFill>
                          <a:latin typeface="Arial" pitchFamily="34" charset="0"/>
                          <a:ea typeface="Meiryo UI" pitchFamily="50" charset="-128"/>
                          <a:cs typeface="Arial" pitchFamily="34" charset="0"/>
                        </a:rPr>
                        <a:t>-</a:t>
                      </a:r>
                      <a:endParaRPr lang="ja-JP" altLang="en-US" sz="1200" b="0" i="0" dirty="0">
                        <a:solidFill>
                          <a:schemeClr val="tx1"/>
                        </a:solidFill>
                        <a:latin typeface="Arial" pitchFamily="34" charset="0"/>
                        <a:ea typeface="Meiryo UI" pitchFamily="50" charset="-128"/>
                        <a:cs typeface="Arial" pitchFamily="34" charset="0"/>
                      </a:endParaRPr>
                    </a:p>
                  </a:txBody>
                  <a:tcPr marL="9525" marR="9525" marT="9525" marB="0" anchor="ctr">
                    <a:lnL w="19050"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a:r>
                        <a:rPr lang="en-US" altLang="ja-JP" sz="1200" b="0" i="0" dirty="0">
                          <a:solidFill>
                            <a:schemeClr val="tx1"/>
                          </a:solidFill>
                          <a:latin typeface="Arial" pitchFamily="34" charset="0"/>
                          <a:ea typeface="Meiryo UI" pitchFamily="50" charset="-128"/>
                          <a:cs typeface="Arial" pitchFamily="34" charset="0"/>
                        </a:rPr>
                        <a:t>-</a:t>
                      </a:r>
                      <a:endParaRPr lang="ja-JP" altLang="en-US" sz="1200" b="0" i="0" dirty="0">
                        <a:solidFill>
                          <a:schemeClr val="tx1"/>
                        </a:solidFill>
                        <a:latin typeface="Arial" pitchFamily="34" charset="0"/>
                        <a:ea typeface="Meiryo UI" pitchFamily="50" charset="-128"/>
                        <a:cs typeface="Arial" pitchFamily="34" charset="0"/>
                      </a:endParaRPr>
                    </a:p>
                  </a:txBody>
                  <a:tcPr marL="9525" marR="9525" marT="9525" marB="0" anchor="ctr">
                    <a:lnL w="19050"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458940667"/>
                  </a:ext>
                </a:extLst>
              </a:tr>
              <a:tr h="0">
                <a:tc vMerge="1">
                  <a:txBody>
                    <a:bodyPr/>
                    <a:lstStyle/>
                    <a:p>
                      <a:endParaRPr kumimoji="1" lang="ja-JP" altLang="en-US"/>
                    </a:p>
                  </a:txBody>
                  <a:tcPr>
                    <a:lnL w="28575"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gridSpan="2">
                  <a:txBody>
                    <a:bodyPr/>
                    <a:lstStyle/>
                    <a:p>
                      <a:pPr algn="l" fontAlgn="ctr"/>
                      <a:r>
                        <a:rPr lang="en-US" altLang="ja-JP" sz="1050" b="0" i="0" u="none" strike="noStrike" dirty="0">
                          <a:solidFill>
                            <a:schemeClr val="tx1"/>
                          </a:solidFill>
                          <a:effectLst/>
                          <a:latin typeface="Arial" pitchFamily="34" charset="0"/>
                          <a:ea typeface="Meiryo UI" pitchFamily="50" charset="-128"/>
                          <a:cs typeface="Arial" pitchFamily="34" charset="0"/>
                        </a:rPr>
                        <a:t>VST</a:t>
                      </a:r>
                      <a:endParaRPr lang="ja-JP" altLang="en-US" sz="1050" b="0" i="0" u="none" strike="noStrike" dirty="0">
                        <a:solidFill>
                          <a:schemeClr val="tx1"/>
                        </a:solidFill>
                        <a:effectLst/>
                        <a:latin typeface="Arial" pitchFamily="34" charset="0"/>
                        <a:ea typeface="Meiryo UI" pitchFamily="50" charset="-128"/>
                        <a:cs typeface="Arial" pitchFamily="34" charset="0"/>
                      </a:endParaRPr>
                    </a:p>
                  </a:txBody>
                  <a:tcPr marL="46800" marR="46800" marT="14400" marB="14400" anchor="ctr">
                    <a:lnL w="19050"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hMerge="1">
                  <a:txBody>
                    <a:bodyPr/>
                    <a:lstStyle/>
                    <a:p>
                      <a:endParaRPr kumimoji="1" lang="ja-JP" altLang="en-US"/>
                    </a:p>
                  </a:txBody>
                  <a:tcPr>
                    <a:lnL w="19050"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ja-JP" sz="1200" b="0" i="0" dirty="0">
                          <a:solidFill>
                            <a:schemeClr val="tx1"/>
                          </a:solidFill>
                          <a:latin typeface="Arial" pitchFamily="34" charset="0"/>
                          <a:ea typeface="Meiryo UI" pitchFamily="50" charset="-128"/>
                          <a:cs typeface="Arial" pitchFamily="34" charset="0"/>
                        </a:rPr>
                        <a:t>-</a:t>
                      </a:r>
                      <a:endParaRPr lang="ja-JP" altLang="en-US" sz="1200" b="0" i="0" dirty="0">
                        <a:solidFill>
                          <a:schemeClr val="tx1"/>
                        </a:solidFill>
                        <a:latin typeface="Arial" pitchFamily="34" charset="0"/>
                        <a:ea typeface="Meiryo UI" pitchFamily="50" charset="-128"/>
                        <a:cs typeface="Arial" pitchFamily="34" charset="0"/>
                      </a:endParaRPr>
                    </a:p>
                  </a:txBody>
                  <a:tcPr marL="9525" marR="9525" marT="9525" marB="0" anchor="ctr">
                    <a:lnL w="19050"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ja-JP" sz="1200" b="0" i="0" dirty="0">
                          <a:solidFill>
                            <a:schemeClr val="tx1"/>
                          </a:solidFill>
                          <a:latin typeface="Arial" pitchFamily="34" charset="0"/>
                          <a:ea typeface="Meiryo UI" pitchFamily="50" charset="-128"/>
                          <a:cs typeface="Arial" pitchFamily="34" charset="0"/>
                        </a:rPr>
                        <a:t>-</a:t>
                      </a:r>
                      <a:endParaRPr lang="ja-JP" altLang="en-US" sz="1200" b="0" i="0" dirty="0">
                        <a:solidFill>
                          <a:schemeClr val="tx1"/>
                        </a:solidFill>
                        <a:latin typeface="Arial" pitchFamily="34" charset="0"/>
                        <a:ea typeface="Meiryo UI" pitchFamily="50" charset="-128"/>
                        <a:cs typeface="Arial" pitchFamily="34" charset="0"/>
                      </a:endParaRPr>
                    </a:p>
                  </a:txBody>
                  <a:tcPr marL="9525" marR="9525" marT="9525" marB="0" anchor="ctr">
                    <a:lnL w="19050"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ja-JP" sz="1200" b="0" i="0" dirty="0">
                          <a:solidFill>
                            <a:schemeClr val="tx1"/>
                          </a:solidFill>
                          <a:latin typeface="Arial" pitchFamily="34" charset="0"/>
                          <a:ea typeface="Meiryo UI" pitchFamily="50" charset="-128"/>
                          <a:cs typeface="Arial" pitchFamily="34" charset="0"/>
                        </a:rPr>
                        <a:t>-</a:t>
                      </a:r>
                      <a:endParaRPr lang="ja-JP" altLang="en-US" sz="1200" b="0" i="0" dirty="0">
                        <a:solidFill>
                          <a:schemeClr val="tx1"/>
                        </a:solidFill>
                        <a:latin typeface="Arial" pitchFamily="34" charset="0"/>
                        <a:ea typeface="Meiryo UI" pitchFamily="50" charset="-128"/>
                        <a:cs typeface="Arial" pitchFamily="34" charset="0"/>
                      </a:endParaRPr>
                    </a:p>
                  </a:txBody>
                  <a:tcPr marL="9525" marR="9525" marT="9525" marB="0" anchor="ctr">
                    <a:lnL w="19050"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934096354"/>
                  </a:ext>
                </a:extLst>
              </a:tr>
              <a:tr h="0">
                <a:tc rowSpan="2">
                  <a:txBody>
                    <a:bodyPr/>
                    <a:lstStyle/>
                    <a:p>
                      <a:pPr algn="ctr" fontAlgn="ctr"/>
                      <a:r>
                        <a:rPr lang="en-US" altLang="ja-JP" sz="1050" b="0" i="0" u="none" strike="noStrike" dirty="0">
                          <a:solidFill>
                            <a:schemeClr val="tx1"/>
                          </a:solidFill>
                          <a:effectLst/>
                          <a:latin typeface="Arial" pitchFamily="34" charset="0"/>
                          <a:ea typeface="Meiryo UI" pitchFamily="50" charset="-128"/>
                          <a:cs typeface="Arial" pitchFamily="34" charset="0"/>
                        </a:rPr>
                        <a:t>Comfort</a:t>
                      </a:r>
                    </a:p>
                  </a:txBody>
                  <a:tcPr marL="46800" marR="46800" marT="14400" marB="14400" anchor="ctr">
                    <a:lnL w="28575"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rowSpan="2">
                  <a:txBody>
                    <a:bodyPr/>
                    <a:lstStyle/>
                    <a:p>
                      <a:pPr algn="l" fontAlgn="ctr"/>
                      <a:r>
                        <a:rPr lang="en-US" altLang="ja-JP" sz="1050" b="0" i="0" u="none" strike="noStrike" dirty="0">
                          <a:solidFill>
                            <a:schemeClr val="tx1"/>
                          </a:solidFill>
                          <a:effectLst/>
                          <a:latin typeface="Arial" pitchFamily="34" charset="0"/>
                          <a:ea typeface="Meiryo UI" pitchFamily="50" charset="-128"/>
                          <a:cs typeface="Arial" pitchFamily="34" charset="0"/>
                        </a:rPr>
                        <a:t>Cruise Control</a:t>
                      </a:r>
                      <a:endParaRPr lang="ja-JP" altLang="en-US" sz="1050" b="0" i="0" u="none" strike="noStrike" dirty="0">
                        <a:solidFill>
                          <a:schemeClr val="tx1"/>
                        </a:solidFill>
                        <a:effectLst/>
                        <a:latin typeface="Arial" pitchFamily="34" charset="0"/>
                        <a:ea typeface="Meiryo UI" pitchFamily="50" charset="-128"/>
                        <a:cs typeface="Arial" pitchFamily="34" charset="0"/>
                      </a:endParaRPr>
                    </a:p>
                  </a:txBody>
                  <a:tcPr marL="46800" marR="46800" marT="14400" marB="14400" anchor="ctr">
                    <a:lnL w="19050"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algn="l" fontAlgn="ctr"/>
                      <a:r>
                        <a:rPr lang="en-US" altLang="ja-JP" sz="1050" b="0" i="0" u="none" strike="noStrike" dirty="0">
                          <a:solidFill>
                            <a:schemeClr val="tx1"/>
                          </a:solidFill>
                          <a:effectLst/>
                          <a:latin typeface="Arial" pitchFamily="34" charset="0"/>
                          <a:ea typeface="Meiryo UI" pitchFamily="50" charset="-128"/>
                          <a:cs typeface="Arial" pitchFamily="34" charset="0"/>
                        </a:rPr>
                        <a:t>with</a:t>
                      </a:r>
                    </a:p>
                  </a:txBody>
                  <a:tcPr marL="46800" marR="46800" marT="14400" marB="14400" anchor="ctr">
                    <a:lnL w="19050"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a:r>
                        <a:rPr lang="en-US" altLang="ja-JP" sz="1050" b="0" i="0" dirty="0">
                          <a:solidFill>
                            <a:schemeClr val="tx1"/>
                          </a:solidFill>
                          <a:latin typeface="Arial" pitchFamily="34" charset="0"/>
                          <a:ea typeface="Meiryo UI" pitchFamily="50" charset="-128"/>
                          <a:cs typeface="Arial" pitchFamily="34" charset="0"/>
                        </a:rPr>
                        <a:t>-</a:t>
                      </a:r>
                      <a:endParaRPr lang="ja-JP" altLang="en-US" sz="1050" b="0" i="0" dirty="0">
                        <a:solidFill>
                          <a:schemeClr val="tx1"/>
                        </a:solidFill>
                        <a:latin typeface="Arial" pitchFamily="34" charset="0"/>
                        <a:ea typeface="Meiryo UI" pitchFamily="50" charset="-128"/>
                        <a:cs typeface="Arial" pitchFamily="34" charset="0"/>
                      </a:endParaRPr>
                    </a:p>
                  </a:txBody>
                  <a:tcPr marL="46800" marR="46800" marT="14400" marB="14400" anchor="ctr">
                    <a:lnL w="19050"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a:r>
                        <a:rPr lang="en-US" altLang="ja-JP" sz="1050" b="0" i="0" dirty="0">
                          <a:solidFill>
                            <a:schemeClr val="tx1"/>
                          </a:solidFill>
                          <a:latin typeface="Arial" pitchFamily="34" charset="0"/>
                          <a:ea typeface="Meiryo UI" pitchFamily="50" charset="-128"/>
                          <a:cs typeface="Arial" pitchFamily="34" charset="0"/>
                        </a:rPr>
                        <a:t>-</a:t>
                      </a:r>
                      <a:endParaRPr lang="ja-JP" altLang="en-US" sz="1050" b="0" i="0" dirty="0">
                        <a:solidFill>
                          <a:schemeClr val="tx1"/>
                        </a:solidFill>
                        <a:latin typeface="Arial" pitchFamily="34" charset="0"/>
                        <a:ea typeface="Meiryo UI" pitchFamily="50" charset="-128"/>
                        <a:cs typeface="Arial" pitchFamily="34" charset="0"/>
                      </a:endParaRPr>
                    </a:p>
                  </a:txBody>
                  <a:tcPr marL="46800" marR="46800" marT="14400" marB="14400" anchor="ctr">
                    <a:lnL w="19050"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a:r>
                        <a:rPr lang="en-US" altLang="ja-JP" sz="1050" b="0" i="0" dirty="0">
                          <a:solidFill>
                            <a:schemeClr val="tx1"/>
                          </a:solidFill>
                          <a:latin typeface="Arial" pitchFamily="34" charset="0"/>
                          <a:ea typeface="Meiryo UI" pitchFamily="50" charset="-128"/>
                          <a:cs typeface="Arial" pitchFamily="34" charset="0"/>
                        </a:rPr>
                        <a:t>-</a:t>
                      </a:r>
                      <a:endParaRPr lang="ja-JP" altLang="en-US" sz="1050" b="0" i="0" dirty="0">
                        <a:solidFill>
                          <a:schemeClr val="tx1"/>
                        </a:solidFill>
                        <a:latin typeface="Arial" pitchFamily="34" charset="0"/>
                        <a:ea typeface="Meiryo UI" pitchFamily="50" charset="-128"/>
                        <a:cs typeface="Arial" pitchFamily="34" charset="0"/>
                      </a:endParaRPr>
                    </a:p>
                  </a:txBody>
                  <a:tcPr marL="46800" marR="46800" marT="14400" marB="14400" anchor="ctr">
                    <a:lnL w="19050"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669924924"/>
                  </a:ext>
                </a:extLst>
              </a:tr>
              <a:tr h="0">
                <a:tc vMerge="1">
                  <a:txBody>
                    <a:bodyPr/>
                    <a:lstStyle/>
                    <a:p>
                      <a:endParaRPr kumimoji="1" lang="ja-JP" altLang="en-US"/>
                    </a:p>
                  </a:txBody>
                  <a:tcPr>
                    <a:lnL w="28575"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vMerge="1">
                  <a:txBody>
                    <a:bodyPr/>
                    <a:lstStyle/>
                    <a:p>
                      <a:pPr algn="l" fontAlgn="ctr"/>
                      <a:endParaRPr lang="ja-JP" altLang="en-US" sz="1400" b="0" i="0" u="none" strike="noStrike" dirty="0">
                        <a:solidFill>
                          <a:srgbClr val="000000"/>
                        </a:solidFill>
                        <a:effectLst/>
                        <a:latin typeface="Arial" pitchFamily="34" charset="0"/>
                        <a:cs typeface="Arial" pitchFamily="34" charset="0"/>
                      </a:endParaRPr>
                    </a:p>
                  </a:txBody>
                  <a:tcPr marL="9525" marR="9525" marT="9525" marB="0" anchor="ctr">
                    <a:lnL w="19050"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algn="l" fontAlgn="ctr"/>
                      <a:r>
                        <a:rPr lang="en-US" altLang="ja-JP" sz="1050" b="0" i="0" u="none" strike="noStrike" dirty="0">
                          <a:solidFill>
                            <a:schemeClr val="tx1"/>
                          </a:solidFill>
                          <a:effectLst/>
                          <a:latin typeface="Arial" pitchFamily="34" charset="0"/>
                          <a:ea typeface="Meiryo UI" pitchFamily="50" charset="-128"/>
                          <a:cs typeface="Arial" pitchFamily="34" charset="0"/>
                        </a:rPr>
                        <a:t>without</a:t>
                      </a:r>
                    </a:p>
                  </a:txBody>
                  <a:tcPr marL="46800" marR="46800" marT="14400" marB="14400" anchor="ctr">
                    <a:lnL w="19050"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ja-JP" sz="1050" b="0" i="0" dirty="0">
                          <a:solidFill>
                            <a:schemeClr val="tx1"/>
                          </a:solidFill>
                          <a:latin typeface="Arial" pitchFamily="34" charset="0"/>
                          <a:ea typeface="Meiryo UI" pitchFamily="50" charset="-128"/>
                          <a:cs typeface="Arial" pitchFamily="34" charset="0"/>
                        </a:rPr>
                        <a:t>X</a:t>
                      </a:r>
                      <a:endParaRPr lang="ja-JP" altLang="en-US" sz="1050" b="0" i="0" dirty="0">
                        <a:solidFill>
                          <a:schemeClr val="tx1"/>
                        </a:solidFill>
                        <a:latin typeface="Arial" pitchFamily="34" charset="0"/>
                        <a:ea typeface="Meiryo UI" pitchFamily="50" charset="-128"/>
                        <a:cs typeface="Arial" pitchFamily="34" charset="0"/>
                      </a:endParaRPr>
                    </a:p>
                  </a:txBody>
                  <a:tcPr marL="46800" marR="46800" marT="14400" marB="14400" anchor="ctr">
                    <a:lnL w="19050"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ja-JP" sz="1050" b="0" i="0" dirty="0">
                          <a:solidFill>
                            <a:schemeClr val="tx1"/>
                          </a:solidFill>
                          <a:latin typeface="Arial" pitchFamily="34" charset="0"/>
                          <a:ea typeface="Meiryo UI" pitchFamily="50" charset="-128"/>
                          <a:cs typeface="Arial" pitchFamily="34" charset="0"/>
                        </a:rPr>
                        <a:t>X</a:t>
                      </a:r>
                      <a:endParaRPr lang="ja-JP" altLang="en-US" sz="1050" b="0" i="0" dirty="0">
                        <a:solidFill>
                          <a:schemeClr val="tx1"/>
                        </a:solidFill>
                        <a:latin typeface="Arial" pitchFamily="34" charset="0"/>
                        <a:ea typeface="Meiryo UI" pitchFamily="50" charset="-128"/>
                        <a:cs typeface="Arial" pitchFamily="34" charset="0"/>
                      </a:endParaRPr>
                    </a:p>
                  </a:txBody>
                  <a:tcPr marL="46800" marR="46800" marT="14400" marB="14400" anchor="ctr">
                    <a:lnL w="19050"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ja-JP" sz="1050" b="0" i="0" dirty="0">
                          <a:solidFill>
                            <a:schemeClr val="tx1"/>
                          </a:solidFill>
                          <a:latin typeface="Arial" pitchFamily="34" charset="0"/>
                          <a:ea typeface="Meiryo UI" pitchFamily="50" charset="-128"/>
                          <a:cs typeface="Arial" pitchFamily="34" charset="0"/>
                        </a:rPr>
                        <a:t>X</a:t>
                      </a:r>
                      <a:endParaRPr lang="ja-JP" altLang="en-US" sz="1050" b="0" i="0" dirty="0">
                        <a:solidFill>
                          <a:schemeClr val="tx1"/>
                        </a:solidFill>
                        <a:latin typeface="Arial" pitchFamily="34" charset="0"/>
                        <a:ea typeface="Meiryo UI" pitchFamily="50" charset="-128"/>
                        <a:cs typeface="Arial" pitchFamily="34" charset="0"/>
                      </a:endParaRPr>
                    </a:p>
                  </a:txBody>
                  <a:tcPr marL="46800" marR="46800" marT="14400" marB="14400" anchor="ctr">
                    <a:lnL w="19050"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120173319"/>
                  </a:ext>
                </a:extLst>
              </a:tr>
              <a:tr h="0">
                <a:tc rowSpan="2">
                  <a:txBody>
                    <a:bodyPr/>
                    <a:lstStyle/>
                    <a:p>
                      <a:pPr algn="ctr" fontAlgn="ctr"/>
                      <a:r>
                        <a:rPr lang="en-US" altLang="ja-JP" sz="1050" b="0" i="0" u="none" strike="noStrike" dirty="0">
                          <a:solidFill>
                            <a:schemeClr val="tx1"/>
                          </a:solidFill>
                          <a:effectLst/>
                          <a:latin typeface="Arial" pitchFamily="34" charset="0"/>
                          <a:ea typeface="Meiryo UI" pitchFamily="50" charset="-128"/>
                          <a:cs typeface="Arial" pitchFamily="34" charset="0"/>
                        </a:rPr>
                        <a:t>Safety</a:t>
                      </a:r>
                      <a:r>
                        <a:rPr lang="en-US" altLang="ja-JP" sz="1050" b="0" i="0" u="none" strike="noStrike" baseline="0" dirty="0">
                          <a:solidFill>
                            <a:schemeClr val="tx1"/>
                          </a:solidFill>
                          <a:effectLst/>
                          <a:latin typeface="Arial" pitchFamily="34" charset="0"/>
                          <a:ea typeface="Meiryo UI" pitchFamily="50" charset="-128"/>
                          <a:cs typeface="Arial" pitchFamily="34" charset="0"/>
                        </a:rPr>
                        <a:t> </a:t>
                      </a:r>
                      <a:r>
                        <a:rPr lang="en-US" altLang="ja-JP" sz="1050" b="0" i="0" u="none" strike="noStrike" dirty="0">
                          <a:solidFill>
                            <a:schemeClr val="tx1"/>
                          </a:solidFill>
                          <a:effectLst/>
                          <a:latin typeface="Arial" pitchFamily="34" charset="0"/>
                          <a:ea typeface="Meiryo UI" pitchFamily="50" charset="-128"/>
                          <a:cs typeface="Arial" pitchFamily="34" charset="0"/>
                        </a:rPr>
                        <a:t>Crash,</a:t>
                      </a:r>
                    </a:p>
                    <a:p>
                      <a:pPr algn="ctr" fontAlgn="ctr"/>
                      <a:r>
                        <a:rPr lang="en-US" altLang="ja-JP" sz="1050" b="0" i="0" u="none" strike="noStrike" dirty="0">
                          <a:solidFill>
                            <a:schemeClr val="tx1"/>
                          </a:solidFill>
                          <a:effectLst/>
                          <a:latin typeface="Arial" pitchFamily="34" charset="0"/>
                          <a:ea typeface="Meiryo UI" pitchFamily="50" charset="-128"/>
                          <a:cs typeface="Arial" pitchFamily="34" charset="0"/>
                        </a:rPr>
                        <a:t>Safety</a:t>
                      </a:r>
                      <a:r>
                        <a:rPr lang="en-US" altLang="ja-JP" sz="1050" b="0" i="0" u="none" strike="noStrike" baseline="0" dirty="0">
                          <a:solidFill>
                            <a:schemeClr val="tx1"/>
                          </a:solidFill>
                          <a:effectLst/>
                          <a:latin typeface="Arial" pitchFamily="34" charset="0"/>
                          <a:ea typeface="Meiryo UI" pitchFamily="50" charset="-128"/>
                          <a:cs typeface="Arial" pitchFamily="34" charset="0"/>
                        </a:rPr>
                        <a:t> Departure,</a:t>
                      </a:r>
                    </a:p>
                    <a:p>
                      <a:pPr algn="ctr" fontAlgn="ctr"/>
                      <a:r>
                        <a:rPr lang="en-US" altLang="ja-JP" sz="1050" b="0" i="0" u="none" strike="noStrike" dirty="0">
                          <a:solidFill>
                            <a:schemeClr val="tx1"/>
                          </a:solidFill>
                          <a:effectLst/>
                          <a:latin typeface="Arial" pitchFamily="34" charset="0"/>
                          <a:ea typeface="Meiryo UI" pitchFamily="50" charset="-128"/>
                          <a:cs typeface="Arial" pitchFamily="34" charset="0"/>
                        </a:rPr>
                        <a:t>Safety Speed</a:t>
                      </a:r>
                      <a:r>
                        <a:rPr lang="en-US" altLang="ja-JP" sz="1050" b="0" i="0" u="none" strike="noStrike" baseline="0" dirty="0">
                          <a:solidFill>
                            <a:schemeClr val="tx1"/>
                          </a:solidFill>
                          <a:effectLst/>
                          <a:latin typeface="Arial" pitchFamily="34" charset="0"/>
                          <a:ea typeface="Meiryo UI" pitchFamily="50" charset="-128"/>
                          <a:cs typeface="Arial" pitchFamily="34" charset="0"/>
                        </a:rPr>
                        <a:t> Limit</a:t>
                      </a:r>
                      <a:endParaRPr lang="en-US" altLang="ja-JP" sz="1050" b="0" i="0" u="none" strike="noStrike" dirty="0">
                        <a:solidFill>
                          <a:schemeClr val="tx1"/>
                        </a:solidFill>
                        <a:effectLst/>
                        <a:latin typeface="Arial" pitchFamily="34" charset="0"/>
                        <a:ea typeface="Meiryo UI" pitchFamily="50" charset="-128"/>
                        <a:cs typeface="Arial" pitchFamily="34" charset="0"/>
                      </a:endParaRPr>
                    </a:p>
                  </a:txBody>
                  <a:tcPr marL="46800" marR="46800" marT="14400" marB="14400" anchor="ctr">
                    <a:lnL w="28575"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rowSpan="2">
                  <a:txBody>
                    <a:bodyPr/>
                    <a:lstStyle/>
                    <a:p>
                      <a:pPr algn="l" fontAlgn="ctr"/>
                      <a:r>
                        <a:rPr lang="en-US" altLang="ja-JP" sz="1050" b="0" i="0" u="none" strike="noStrike" dirty="0">
                          <a:solidFill>
                            <a:schemeClr val="tx1"/>
                          </a:solidFill>
                          <a:effectLst/>
                          <a:latin typeface="Arial" pitchFamily="34" charset="0"/>
                          <a:ea typeface="Meiryo UI" pitchFamily="50" charset="-128"/>
                          <a:cs typeface="Arial" pitchFamily="34" charset="0"/>
                        </a:rPr>
                        <a:t>CMBS </a:t>
                      </a:r>
                      <a:r>
                        <a:rPr lang="en-US" altLang="ja-JP" sz="1050" b="0" i="0" u="none" strike="noStrike" baseline="0" dirty="0">
                          <a:solidFill>
                            <a:schemeClr val="tx1"/>
                          </a:solidFill>
                          <a:effectLst/>
                          <a:latin typeface="Arial" pitchFamily="34" charset="0"/>
                          <a:ea typeface="Meiryo UI" pitchFamily="50" charset="-128"/>
                          <a:cs typeface="Arial" pitchFamily="34" charset="0"/>
                        </a:rPr>
                        <a:t>with </a:t>
                      </a:r>
                      <a:r>
                        <a:rPr lang="en-US" altLang="ja-JP" sz="1050" b="0" i="0" u="none" strike="noStrike" dirty="0">
                          <a:solidFill>
                            <a:schemeClr val="tx1"/>
                          </a:solidFill>
                          <a:effectLst/>
                          <a:latin typeface="Arial" pitchFamily="34" charset="0"/>
                          <a:ea typeface="Meiryo UI" pitchFamily="50" charset="-128"/>
                          <a:cs typeface="Arial" pitchFamily="34" charset="0"/>
                        </a:rPr>
                        <a:t>Adaptive Cruise Control + Lane Keep Assist System</a:t>
                      </a:r>
                    </a:p>
                    <a:p>
                      <a:pPr algn="l" fontAlgn="ctr"/>
                      <a:r>
                        <a:rPr lang="en-US" altLang="ja-JP" sz="1050" b="0" i="0" u="none" strike="noStrike" dirty="0">
                          <a:solidFill>
                            <a:schemeClr val="tx1"/>
                          </a:solidFill>
                          <a:effectLst/>
                          <a:latin typeface="Arial" pitchFamily="34" charset="0"/>
                          <a:ea typeface="Meiryo UI" pitchFamily="50" charset="-128"/>
                          <a:cs typeface="Arial" pitchFamily="34" charset="0"/>
                        </a:rPr>
                        <a:t>+ Lane Departure Warning + Road Departure Mitigation</a:t>
                      </a:r>
                    </a:p>
                  </a:txBody>
                  <a:tcPr marL="46800" marR="46800" marT="14400" marB="14400" anchor="ctr">
                    <a:lnL w="19050"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algn="l" fontAlgn="ctr"/>
                      <a:r>
                        <a:rPr lang="en-US" altLang="ja-JP" sz="1050" b="0" i="0" u="none" strike="noStrike" dirty="0">
                          <a:solidFill>
                            <a:schemeClr val="tx1"/>
                          </a:solidFill>
                          <a:effectLst/>
                          <a:latin typeface="Arial" pitchFamily="34" charset="0"/>
                          <a:ea typeface="Meiryo UI" pitchFamily="50" charset="-128"/>
                          <a:cs typeface="Arial" pitchFamily="34" charset="0"/>
                        </a:rPr>
                        <a:t>with</a:t>
                      </a:r>
                    </a:p>
                  </a:txBody>
                  <a:tcPr marL="46800" marR="46800" marT="14400" marB="14400" anchor="ctr">
                    <a:lnL w="19050"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ja-JP" sz="1050" b="0" i="0" dirty="0">
                          <a:solidFill>
                            <a:schemeClr val="tx1"/>
                          </a:solidFill>
                          <a:latin typeface="Arial" pitchFamily="34" charset="0"/>
                          <a:ea typeface="Meiryo UI" pitchFamily="50" charset="-128"/>
                          <a:cs typeface="Arial" pitchFamily="34" charset="0"/>
                        </a:rPr>
                        <a:t>X</a:t>
                      </a:r>
                      <a:endParaRPr lang="ja-JP" altLang="en-US" sz="1050" b="0" i="0" dirty="0">
                        <a:solidFill>
                          <a:schemeClr val="tx1"/>
                        </a:solidFill>
                        <a:latin typeface="Arial" pitchFamily="34" charset="0"/>
                        <a:ea typeface="Meiryo UI" pitchFamily="50" charset="-128"/>
                        <a:cs typeface="Arial" pitchFamily="34" charset="0"/>
                      </a:endParaRPr>
                    </a:p>
                  </a:txBody>
                  <a:tcPr marL="46800" marR="46800" marT="14400" marB="14400" anchor="ctr">
                    <a:lnL w="19050"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ja-JP" sz="1050" b="0" i="0" dirty="0">
                          <a:solidFill>
                            <a:schemeClr val="tx1"/>
                          </a:solidFill>
                          <a:latin typeface="Arial" pitchFamily="34" charset="0"/>
                          <a:ea typeface="Meiryo UI" pitchFamily="50" charset="-128"/>
                          <a:cs typeface="Arial" pitchFamily="34" charset="0"/>
                        </a:rPr>
                        <a:t>X</a:t>
                      </a:r>
                      <a:endParaRPr lang="ja-JP" altLang="en-US" sz="1050" b="0" i="0" dirty="0">
                        <a:solidFill>
                          <a:schemeClr val="tx1"/>
                        </a:solidFill>
                        <a:latin typeface="Arial" pitchFamily="34" charset="0"/>
                        <a:ea typeface="Meiryo UI" pitchFamily="50" charset="-128"/>
                        <a:cs typeface="Arial" pitchFamily="34" charset="0"/>
                      </a:endParaRPr>
                    </a:p>
                  </a:txBody>
                  <a:tcPr marL="46800" marR="46800" marT="14400" marB="14400" anchor="ctr">
                    <a:lnL w="19050"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ja-JP" sz="1050" b="0" i="0" dirty="0">
                          <a:solidFill>
                            <a:schemeClr val="tx1"/>
                          </a:solidFill>
                          <a:latin typeface="Arial" pitchFamily="34" charset="0"/>
                          <a:ea typeface="Meiryo UI" pitchFamily="50" charset="-128"/>
                          <a:cs typeface="Arial" pitchFamily="34" charset="0"/>
                        </a:rPr>
                        <a:t>X</a:t>
                      </a:r>
                      <a:endParaRPr lang="ja-JP" altLang="en-US" sz="1050" b="0" i="0" dirty="0">
                        <a:solidFill>
                          <a:schemeClr val="tx1"/>
                        </a:solidFill>
                        <a:latin typeface="Arial" pitchFamily="34" charset="0"/>
                        <a:ea typeface="Meiryo UI" pitchFamily="50" charset="-128"/>
                        <a:cs typeface="Arial" pitchFamily="34" charset="0"/>
                      </a:endParaRPr>
                    </a:p>
                  </a:txBody>
                  <a:tcPr marL="46800" marR="46800" marT="14400" marB="14400" anchor="ctr">
                    <a:lnL w="19050"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438217371"/>
                  </a:ext>
                </a:extLst>
              </a:tr>
              <a:tr h="55239">
                <a:tc vMerge="1">
                  <a:txBody>
                    <a:bodyPr/>
                    <a:lstStyle/>
                    <a:p>
                      <a:endParaRPr kumimoji="1" lang="ja-JP" altLang="en-US"/>
                    </a:p>
                  </a:txBody>
                  <a:tcPr>
                    <a:lnL w="28575"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vMerge="1">
                  <a:txBody>
                    <a:bodyPr/>
                    <a:lstStyle/>
                    <a:p>
                      <a:pPr algn="l" fontAlgn="ctr"/>
                      <a:endParaRPr lang="en-US" altLang="ja-JP" sz="1400" b="0" u="none" strike="noStrike" dirty="0">
                        <a:solidFill>
                          <a:schemeClr val="tx1"/>
                        </a:solidFill>
                        <a:effectLst/>
                        <a:latin typeface="Arial" pitchFamily="34" charset="0"/>
                        <a:ea typeface="+mn-ea"/>
                        <a:cs typeface="Arial" pitchFamily="34" charset="0"/>
                      </a:endParaRPr>
                    </a:p>
                  </a:txBody>
                  <a:tcPr marL="35995" marR="35995" marT="0" marB="0" anchor="ctr">
                    <a:lnL w="19050"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algn="l" fontAlgn="ctr"/>
                      <a:r>
                        <a:rPr lang="en-US" altLang="ja-JP" sz="1050" b="0" i="0" u="none" strike="noStrike" dirty="0">
                          <a:solidFill>
                            <a:schemeClr val="tx1"/>
                          </a:solidFill>
                          <a:effectLst/>
                          <a:latin typeface="Arial" pitchFamily="34" charset="0"/>
                          <a:ea typeface="Meiryo UI" pitchFamily="50" charset="-128"/>
                          <a:cs typeface="Arial" pitchFamily="34" charset="0"/>
                        </a:rPr>
                        <a:t>without</a:t>
                      </a:r>
                    </a:p>
                  </a:txBody>
                  <a:tcPr marL="46800" marR="46800" marT="14400" marB="14400" anchor="ctr">
                    <a:lnL w="19050"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a:r>
                        <a:rPr lang="en-US" altLang="ja-JP" sz="1050" b="0" i="0" dirty="0">
                          <a:solidFill>
                            <a:schemeClr val="tx1"/>
                          </a:solidFill>
                          <a:latin typeface="Arial" pitchFamily="34" charset="0"/>
                          <a:ea typeface="Meiryo UI" pitchFamily="50" charset="-128"/>
                          <a:cs typeface="Arial" pitchFamily="34" charset="0"/>
                        </a:rPr>
                        <a:t>-</a:t>
                      </a:r>
                      <a:endParaRPr lang="ja-JP" altLang="en-US" sz="1050" b="0" i="0" dirty="0">
                        <a:solidFill>
                          <a:schemeClr val="tx1"/>
                        </a:solidFill>
                        <a:latin typeface="Arial" pitchFamily="34" charset="0"/>
                        <a:ea typeface="Meiryo UI" pitchFamily="50" charset="-128"/>
                        <a:cs typeface="Arial" pitchFamily="34" charset="0"/>
                      </a:endParaRPr>
                    </a:p>
                  </a:txBody>
                  <a:tcPr marL="46800" marR="46800" marT="14400" marB="14400" anchor="ctr">
                    <a:lnL w="19050"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a:r>
                        <a:rPr lang="en-US" altLang="ja-JP" sz="1050" b="0" i="0" dirty="0">
                          <a:solidFill>
                            <a:schemeClr val="tx1"/>
                          </a:solidFill>
                          <a:latin typeface="Arial" pitchFamily="34" charset="0"/>
                          <a:ea typeface="Meiryo UI" pitchFamily="50" charset="-128"/>
                          <a:cs typeface="Arial" pitchFamily="34" charset="0"/>
                        </a:rPr>
                        <a:t>-</a:t>
                      </a:r>
                      <a:endParaRPr lang="ja-JP" altLang="en-US" sz="1050" b="0" i="0" dirty="0">
                        <a:solidFill>
                          <a:schemeClr val="tx1"/>
                        </a:solidFill>
                        <a:latin typeface="Arial" pitchFamily="34" charset="0"/>
                        <a:ea typeface="Meiryo UI" pitchFamily="50" charset="-128"/>
                        <a:cs typeface="Arial" pitchFamily="34" charset="0"/>
                      </a:endParaRPr>
                    </a:p>
                  </a:txBody>
                  <a:tcPr marL="46800" marR="46800" marT="14400" marB="14400" anchor="ctr">
                    <a:lnL w="19050"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a:r>
                        <a:rPr lang="en-US" altLang="ja-JP" sz="1050" b="0" i="0" dirty="0">
                          <a:solidFill>
                            <a:schemeClr val="tx1"/>
                          </a:solidFill>
                          <a:latin typeface="Arial" pitchFamily="34" charset="0"/>
                          <a:ea typeface="Meiryo UI" pitchFamily="50" charset="-128"/>
                          <a:cs typeface="Arial" pitchFamily="34" charset="0"/>
                        </a:rPr>
                        <a:t>-</a:t>
                      </a:r>
                      <a:endParaRPr lang="ja-JP" altLang="en-US" sz="1050" b="0" i="0" dirty="0">
                        <a:solidFill>
                          <a:schemeClr val="tx1"/>
                        </a:solidFill>
                        <a:latin typeface="Arial" pitchFamily="34" charset="0"/>
                        <a:ea typeface="Meiryo UI" pitchFamily="50" charset="-128"/>
                        <a:cs typeface="Arial" pitchFamily="34" charset="0"/>
                      </a:endParaRPr>
                    </a:p>
                  </a:txBody>
                  <a:tcPr marL="46800" marR="46800" marT="14400" marB="14400" anchor="ctr">
                    <a:lnL w="19050"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850141080"/>
                  </a:ext>
                </a:extLst>
              </a:tr>
              <a:tr h="0">
                <a:tc rowSpan="5">
                  <a:txBody>
                    <a:bodyPr/>
                    <a:lstStyle/>
                    <a:p>
                      <a:pPr algn="ctr" fontAlgn="ctr"/>
                      <a:r>
                        <a:rPr lang="en-US" altLang="ja-JP" sz="1050" b="0" i="0" u="none" strike="noStrike" dirty="0">
                          <a:solidFill>
                            <a:schemeClr val="tx1"/>
                          </a:solidFill>
                          <a:effectLst/>
                          <a:latin typeface="Arial" pitchFamily="34" charset="0"/>
                          <a:ea typeface="Meiryo UI" pitchFamily="50" charset="-128"/>
                          <a:cs typeface="Arial" pitchFamily="34" charset="0"/>
                        </a:rPr>
                        <a:t>Additional</a:t>
                      </a:r>
                      <a:endParaRPr lang="ja-JP" altLang="en-US" sz="1050" b="0" i="0" u="none" strike="noStrike" dirty="0">
                        <a:solidFill>
                          <a:schemeClr val="tx1"/>
                        </a:solidFill>
                        <a:effectLst/>
                        <a:latin typeface="Arial" pitchFamily="34" charset="0"/>
                        <a:ea typeface="Meiryo UI" pitchFamily="50" charset="-128"/>
                        <a:cs typeface="Arial" pitchFamily="34" charset="0"/>
                      </a:endParaRPr>
                    </a:p>
                  </a:txBody>
                  <a:tcPr marL="46800" marR="46800" marT="14400" marB="14400" anchor="ctr">
                    <a:lnL w="28575"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gridSpan="2">
                  <a:txBody>
                    <a:bodyPr/>
                    <a:lstStyle/>
                    <a:p>
                      <a:pPr algn="l" fontAlgn="ctr"/>
                      <a:r>
                        <a:rPr lang="en-US" altLang="ja-JP" sz="1050" b="0" i="0" u="none" strike="noStrike" dirty="0">
                          <a:solidFill>
                            <a:schemeClr val="tx1"/>
                          </a:solidFill>
                          <a:effectLst/>
                          <a:latin typeface="Arial" pitchFamily="34" charset="0"/>
                          <a:ea typeface="Meiryo UI" pitchFamily="50" charset="-128"/>
                          <a:cs typeface="Arial" pitchFamily="34" charset="0"/>
                        </a:rPr>
                        <a:t>Electric Power Steering</a:t>
                      </a:r>
                      <a:r>
                        <a:rPr lang="en-US" altLang="ja-JP" sz="1050" b="0" i="0" u="none" strike="noStrike" baseline="0" dirty="0">
                          <a:solidFill>
                            <a:schemeClr val="tx1"/>
                          </a:solidFill>
                          <a:effectLst/>
                          <a:latin typeface="Arial" pitchFamily="34" charset="0"/>
                          <a:ea typeface="Meiryo UI" pitchFamily="50" charset="-128"/>
                          <a:cs typeface="Arial" pitchFamily="34" charset="0"/>
                        </a:rPr>
                        <a:t> </a:t>
                      </a:r>
                      <a:r>
                        <a:rPr lang="en-US" altLang="ja-JP" sz="1050" b="0" i="0" u="none" strike="noStrike" dirty="0">
                          <a:solidFill>
                            <a:schemeClr val="tx1"/>
                          </a:solidFill>
                          <a:effectLst/>
                          <a:latin typeface="Arial" pitchFamily="34" charset="0"/>
                          <a:ea typeface="Meiryo UI" pitchFamily="50" charset="-128"/>
                          <a:cs typeface="Arial" pitchFamily="34" charset="0"/>
                        </a:rPr>
                        <a:t>(EPS)</a:t>
                      </a:r>
                    </a:p>
                  </a:txBody>
                  <a:tcPr marL="46800" marR="46800" marT="14400" marB="14400" anchor="ctr">
                    <a:lnL w="19050"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hMerge="1">
                  <a:txBody>
                    <a:bodyPr/>
                    <a:lstStyle/>
                    <a:p>
                      <a:endParaRPr kumimoji="1" lang="ja-JP" altLang="en-US"/>
                    </a:p>
                  </a:txBody>
                  <a:tcPr>
                    <a:lnL w="19050"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a:r>
                        <a:rPr lang="en-US" altLang="ja-JP" sz="1050" b="0" i="0" dirty="0">
                          <a:solidFill>
                            <a:schemeClr val="tx1"/>
                          </a:solidFill>
                          <a:latin typeface="Arial" pitchFamily="34" charset="0"/>
                          <a:ea typeface="Meiryo UI" pitchFamily="50" charset="-128"/>
                          <a:cs typeface="Arial" pitchFamily="34" charset="0"/>
                        </a:rPr>
                        <a:t>X</a:t>
                      </a:r>
                      <a:endParaRPr lang="ja-JP" altLang="en-US" sz="1050" b="0" i="0" dirty="0">
                        <a:solidFill>
                          <a:schemeClr val="tx1"/>
                        </a:solidFill>
                        <a:latin typeface="Arial" pitchFamily="34" charset="0"/>
                        <a:ea typeface="Meiryo UI" pitchFamily="50" charset="-128"/>
                        <a:cs typeface="Arial" pitchFamily="34" charset="0"/>
                      </a:endParaRPr>
                    </a:p>
                  </a:txBody>
                  <a:tcPr marL="46800" marR="46800" marT="14400" marB="14400" anchor="ctr">
                    <a:lnL w="19050"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a:r>
                        <a:rPr lang="en-US" altLang="ja-JP" sz="1050" b="0" i="0" dirty="0">
                          <a:solidFill>
                            <a:schemeClr val="tx1"/>
                          </a:solidFill>
                          <a:latin typeface="Arial" pitchFamily="34" charset="0"/>
                          <a:ea typeface="Meiryo UI" pitchFamily="50" charset="-128"/>
                          <a:cs typeface="Arial" pitchFamily="34" charset="0"/>
                        </a:rPr>
                        <a:t>X</a:t>
                      </a:r>
                      <a:endParaRPr lang="ja-JP" altLang="en-US" sz="1050" b="0" i="0" dirty="0">
                        <a:solidFill>
                          <a:schemeClr val="tx1"/>
                        </a:solidFill>
                        <a:latin typeface="Arial" pitchFamily="34" charset="0"/>
                        <a:ea typeface="Meiryo UI" pitchFamily="50" charset="-128"/>
                        <a:cs typeface="Arial" pitchFamily="34" charset="0"/>
                      </a:endParaRPr>
                    </a:p>
                  </a:txBody>
                  <a:tcPr marL="46800" marR="46800" marT="14400" marB="14400" anchor="ctr">
                    <a:lnL w="19050"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a:r>
                        <a:rPr lang="en-US" altLang="ja-JP" sz="1050" b="0" i="0" dirty="0">
                          <a:solidFill>
                            <a:schemeClr val="tx1"/>
                          </a:solidFill>
                          <a:latin typeface="Arial" pitchFamily="34" charset="0"/>
                          <a:ea typeface="Meiryo UI" pitchFamily="50" charset="-128"/>
                          <a:cs typeface="Arial" pitchFamily="34" charset="0"/>
                        </a:rPr>
                        <a:t>X</a:t>
                      </a:r>
                      <a:endParaRPr lang="ja-JP" altLang="en-US" sz="1050" b="0" i="0" dirty="0">
                        <a:solidFill>
                          <a:schemeClr val="tx1"/>
                        </a:solidFill>
                        <a:latin typeface="Arial" pitchFamily="34" charset="0"/>
                        <a:ea typeface="Meiryo UI" pitchFamily="50" charset="-128"/>
                        <a:cs typeface="Arial" pitchFamily="34" charset="0"/>
                      </a:endParaRPr>
                    </a:p>
                  </a:txBody>
                  <a:tcPr marL="46800" marR="46800" marT="14400" marB="14400" anchor="ctr">
                    <a:lnL w="19050"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081469131"/>
                  </a:ext>
                </a:extLst>
              </a:tr>
              <a:tr h="0">
                <a:tc vMerge="1">
                  <a:txBody>
                    <a:bodyPr/>
                    <a:lstStyle/>
                    <a:p>
                      <a:pPr algn="ctr" fontAlgn="ctr"/>
                      <a:endParaRPr lang="ja-JP" altLang="en-US" sz="1400" b="0" i="0" u="none" strike="noStrike" dirty="0">
                        <a:solidFill>
                          <a:schemeClr val="tx1"/>
                        </a:solidFill>
                        <a:effectLst/>
                        <a:latin typeface="Arial" pitchFamily="34" charset="0"/>
                        <a:ea typeface="+mn-ea"/>
                        <a:cs typeface="Arial" pitchFamily="34" charset="0"/>
                      </a:endParaRPr>
                    </a:p>
                  </a:txBody>
                  <a:tcPr marL="35995" marR="35995" marT="0" marB="0" anchor="ctr">
                    <a:lnL w="28575"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gridSpan="2">
                  <a:txBody>
                    <a:bodyPr/>
                    <a:lstStyle/>
                    <a:p>
                      <a:pPr algn="l" fontAlgn="ctr"/>
                      <a:r>
                        <a:rPr lang="en-US" altLang="ja-JP" sz="1050" b="0" i="0" u="none" strike="noStrike" dirty="0">
                          <a:solidFill>
                            <a:schemeClr val="tx1"/>
                          </a:solidFill>
                          <a:effectLst/>
                          <a:latin typeface="Arial" pitchFamily="34" charset="0"/>
                          <a:ea typeface="Meiryo UI" pitchFamily="50" charset="-128"/>
                          <a:cs typeface="Arial" pitchFamily="34" charset="0"/>
                        </a:rPr>
                        <a:t>Vehicle</a:t>
                      </a:r>
                      <a:r>
                        <a:rPr lang="en-US" altLang="ja-JP" sz="1050" b="0" i="0" u="none" strike="noStrike" baseline="0" dirty="0">
                          <a:solidFill>
                            <a:schemeClr val="tx1"/>
                          </a:solidFill>
                          <a:effectLst/>
                          <a:latin typeface="Arial" pitchFamily="34" charset="0"/>
                          <a:ea typeface="Meiryo UI" pitchFamily="50" charset="-128"/>
                          <a:cs typeface="Arial" pitchFamily="34" charset="0"/>
                        </a:rPr>
                        <a:t> Stability Assist (VSA)</a:t>
                      </a:r>
                    </a:p>
                  </a:txBody>
                  <a:tcPr marL="46800" marR="46800" marT="14400" marB="14400" anchor="ctr">
                    <a:lnL w="19050"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hMerge="1">
                  <a:txBody>
                    <a:bodyPr/>
                    <a:lstStyle/>
                    <a:p>
                      <a:endParaRPr kumimoji="1" lang="ja-JP" altLang="en-US"/>
                    </a:p>
                  </a:txBody>
                  <a:tcPr>
                    <a:lnL w="19050"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a:r>
                        <a:rPr lang="en-US" altLang="ja-JP" sz="1050" b="0" i="0" dirty="0">
                          <a:solidFill>
                            <a:schemeClr val="tx1"/>
                          </a:solidFill>
                          <a:latin typeface="Arial" pitchFamily="34" charset="0"/>
                          <a:ea typeface="Meiryo UI" pitchFamily="50" charset="-128"/>
                          <a:cs typeface="Arial" pitchFamily="34" charset="0"/>
                        </a:rPr>
                        <a:t>X</a:t>
                      </a:r>
                      <a:endParaRPr lang="ja-JP" altLang="en-US" sz="1050" b="0" i="0" dirty="0">
                        <a:solidFill>
                          <a:schemeClr val="tx1"/>
                        </a:solidFill>
                        <a:latin typeface="Arial" pitchFamily="34" charset="0"/>
                        <a:ea typeface="Meiryo UI" pitchFamily="50" charset="-128"/>
                        <a:cs typeface="Arial" pitchFamily="34" charset="0"/>
                      </a:endParaRPr>
                    </a:p>
                  </a:txBody>
                  <a:tcPr marL="46800" marR="46800" marT="14400" marB="14400" anchor="ctr">
                    <a:lnL w="19050"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a:r>
                        <a:rPr lang="en-US" altLang="ja-JP" sz="1050" b="0" i="0" dirty="0">
                          <a:solidFill>
                            <a:schemeClr val="tx1"/>
                          </a:solidFill>
                          <a:latin typeface="Arial" pitchFamily="34" charset="0"/>
                          <a:ea typeface="Meiryo UI" pitchFamily="50" charset="-128"/>
                          <a:cs typeface="Arial" pitchFamily="34" charset="0"/>
                        </a:rPr>
                        <a:t>X</a:t>
                      </a:r>
                      <a:endParaRPr lang="ja-JP" altLang="en-US" sz="1050" b="0" i="0" dirty="0">
                        <a:solidFill>
                          <a:schemeClr val="tx1"/>
                        </a:solidFill>
                        <a:latin typeface="Arial" pitchFamily="34" charset="0"/>
                        <a:ea typeface="Meiryo UI" pitchFamily="50" charset="-128"/>
                        <a:cs typeface="Arial" pitchFamily="34" charset="0"/>
                      </a:endParaRPr>
                    </a:p>
                  </a:txBody>
                  <a:tcPr marL="46800" marR="46800" marT="14400" marB="14400" anchor="ctr">
                    <a:lnL w="19050"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a:r>
                        <a:rPr lang="en-US" altLang="ja-JP" sz="1050" b="0" i="0" dirty="0">
                          <a:solidFill>
                            <a:schemeClr val="tx1"/>
                          </a:solidFill>
                          <a:latin typeface="Arial" pitchFamily="34" charset="0"/>
                          <a:ea typeface="Meiryo UI" pitchFamily="50" charset="-128"/>
                          <a:cs typeface="Arial" pitchFamily="34" charset="0"/>
                        </a:rPr>
                        <a:t>X</a:t>
                      </a:r>
                      <a:endParaRPr lang="ja-JP" altLang="en-US" sz="1050" b="0" i="0" dirty="0">
                        <a:solidFill>
                          <a:schemeClr val="tx1"/>
                        </a:solidFill>
                        <a:latin typeface="Arial" pitchFamily="34" charset="0"/>
                        <a:ea typeface="Meiryo UI" pitchFamily="50" charset="-128"/>
                        <a:cs typeface="Arial" pitchFamily="34" charset="0"/>
                      </a:endParaRPr>
                    </a:p>
                  </a:txBody>
                  <a:tcPr marL="46800" marR="46800" marT="14400" marB="14400" anchor="ctr">
                    <a:lnL w="19050"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13086182"/>
                  </a:ext>
                </a:extLst>
              </a:tr>
              <a:tr h="0">
                <a:tc vMerge="1">
                  <a:txBody>
                    <a:bodyPr/>
                    <a:lstStyle/>
                    <a:p>
                      <a:endParaRPr kumimoji="1" lang="ja-JP" altLang="en-US"/>
                    </a:p>
                  </a:txBody>
                  <a:tcPr>
                    <a:lnL w="28575"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gridSpan="2">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en-US" altLang="ja-JP" sz="1050" b="0" i="0" u="none" strike="noStrike" baseline="0" dirty="0">
                          <a:solidFill>
                            <a:schemeClr val="tx1"/>
                          </a:solidFill>
                          <a:effectLst/>
                          <a:latin typeface="Arial" pitchFamily="34" charset="0"/>
                          <a:ea typeface="Meiryo UI" pitchFamily="50" charset="-128"/>
                          <a:cs typeface="Arial" pitchFamily="34" charset="0"/>
                        </a:rPr>
                        <a:t>ABS</a:t>
                      </a:r>
                      <a:endParaRPr lang="en-US" altLang="ja-JP" sz="1050" b="0" i="0" u="none" strike="noStrike" dirty="0">
                        <a:solidFill>
                          <a:schemeClr val="tx1"/>
                        </a:solidFill>
                        <a:effectLst/>
                        <a:latin typeface="Arial" pitchFamily="34" charset="0"/>
                        <a:ea typeface="Meiryo UI" pitchFamily="50" charset="-128"/>
                        <a:cs typeface="Arial" pitchFamily="34" charset="0"/>
                      </a:endParaRPr>
                    </a:p>
                  </a:txBody>
                  <a:tcPr marL="46800" marR="46800" marT="14400" marB="14400" anchor="ctr">
                    <a:lnL w="19050"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hMerge="1">
                  <a:txBody>
                    <a:bodyPr/>
                    <a:lstStyle/>
                    <a:p>
                      <a:endParaRPr kumimoji="1" lang="ja-JP" altLang="en-US"/>
                    </a:p>
                  </a:txBody>
                  <a:tcPr>
                    <a:lnL w="19050"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a:r>
                        <a:rPr lang="en-US" altLang="ja-JP" sz="1050" b="0" i="0" dirty="0">
                          <a:solidFill>
                            <a:schemeClr val="tx1"/>
                          </a:solidFill>
                          <a:latin typeface="Arial" pitchFamily="34" charset="0"/>
                          <a:ea typeface="Meiryo UI" pitchFamily="50" charset="-128"/>
                          <a:cs typeface="Arial" pitchFamily="34" charset="0"/>
                        </a:rPr>
                        <a:t>X</a:t>
                      </a:r>
                      <a:endParaRPr lang="ja-JP" altLang="en-US" sz="1050" b="0" i="0" dirty="0">
                        <a:solidFill>
                          <a:schemeClr val="tx1"/>
                        </a:solidFill>
                        <a:latin typeface="Arial" pitchFamily="34" charset="0"/>
                        <a:ea typeface="Meiryo UI" pitchFamily="50" charset="-128"/>
                        <a:cs typeface="Arial" pitchFamily="34" charset="0"/>
                      </a:endParaRPr>
                    </a:p>
                  </a:txBody>
                  <a:tcPr marL="46800" marR="46800" marT="14400" marB="14400" anchor="ctr">
                    <a:lnL w="19050"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a:r>
                        <a:rPr lang="en-US" altLang="ja-JP" sz="1050" b="0" i="0" dirty="0">
                          <a:solidFill>
                            <a:schemeClr val="tx1"/>
                          </a:solidFill>
                          <a:latin typeface="Arial" pitchFamily="34" charset="0"/>
                          <a:ea typeface="Meiryo UI" pitchFamily="50" charset="-128"/>
                          <a:cs typeface="Arial" pitchFamily="34" charset="0"/>
                        </a:rPr>
                        <a:t>X</a:t>
                      </a:r>
                      <a:endParaRPr lang="ja-JP" altLang="en-US" sz="1050" b="0" i="0" dirty="0">
                        <a:solidFill>
                          <a:schemeClr val="tx1"/>
                        </a:solidFill>
                        <a:latin typeface="Arial" pitchFamily="34" charset="0"/>
                        <a:ea typeface="Meiryo UI" pitchFamily="50" charset="-128"/>
                        <a:cs typeface="Arial" pitchFamily="34" charset="0"/>
                      </a:endParaRPr>
                    </a:p>
                  </a:txBody>
                  <a:tcPr marL="46800" marR="46800" marT="14400" marB="14400" anchor="ctr">
                    <a:lnL w="19050"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a:r>
                        <a:rPr lang="en-US" altLang="ja-JP" sz="1050" b="0" i="0" dirty="0">
                          <a:solidFill>
                            <a:schemeClr val="tx1"/>
                          </a:solidFill>
                          <a:latin typeface="Arial" pitchFamily="34" charset="0"/>
                          <a:ea typeface="Meiryo UI" pitchFamily="50" charset="-128"/>
                          <a:cs typeface="Arial" pitchFamily="34" charset="0"/>
                        </a:rPr>
                        <a:t>X</a:t>
                      </a:r>
                      <a:endParaRPr lang="ja-JP" altLang="en-US" sz="1050" b="0" i="0" dirty="0">
                        <a:solidFill>
                          <a:schemeClr val="tx1"/>
                        </a:solidFill>
                        <a:latin typeface="Arial" pitchFamily="34" charset="0"/>
                        <a:ea typeface="Meiryo UI" pitchFamily="50" charset="-128"/>
                        <a:cs typeface="Arial" pitchFamily="34" charset="0"/>
                      </a:endParaRPr>
                    </a:p>
                  </a:txBody>
                  <a:tcPr marL="46800" marR="46800" marT="14400" marB="14400" anchor="ctr">
                    <a:lnL w="19050"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123704485"/>
                  </a:ext>
                </a:extLst>
              </a:tr>
              <a:tr h="0">
                <a:tc vMerge="1">
                  <a:txBody>
                    <a:bodyPr/>
                    <a:lstStyle/>
                    <a:p>
                      <a:pPr algn="ctr" fontAlgn="ctr"/>
                      <a:endParaRPr lang="ja-JP" altLang="en-US" sz="1400" b="0" i="0" u="none" strike="noStrike" dirty="0">
                        <a:solidFill>
                          <a:schemeClr val="tx1"/>
                        </a:solidFill>
                        <a:effectLst/>
                        <a:latin typeface="Arial" pitchFamily="34" charset="0"/>
                        <a:ea typeface="+mn-ea"/>
                        <a:cs typeface="Arial" pitchFamily="34" charset="0"/>
                      </a:endParaRPr>
                    </a:p>
                  </a:txBody>
                  <a:tcPr marL="35995" marR="35995" marT="0" marB="0" anchor="ctr">
                    <a:lnL w="28575"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gridSpan="2">
                  <a:txBody>
                    <a:bodyPr/>
                    <a:lstStyle/>
                    <a:p>
                      <a:pPr algn="l" fontAlgn="ctr"/>
                      <a:r>
                        <a:rPr lang="en-US" altLang="ja-JP" sz="1050" b="0" i="0" u="none" strike="noStrike" dirty="0">
                          <a:solidFill>
                            <a:schemeClr val="tx1"/>
                          </a:solidFill>
                          <a:effectLst/>
                          <a:latin typeface="Arial" pitchFamily="34" charset="0"/>
                          <a:ea typeface="Meiryo UI" pitchFamily="50" charset="-128"/>
                          <a:cs typeface="Arial" pitchFamily="34" charset="0"/>
                        </a:rPr>
                        <a:t>Electric Parking Brake (EPB)</a:t>
                      </a:r>
                    </a:p>
                  </a:txBody>
                  <a:tcPr marL="46800" marR="46800" marT="14400" marB="14400" anchor="ctr">
                    <a:lnL w="19050"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hMerge="1">
                  <a:txBody>
                    <a:bodyPr/>
                    <a:lstStyle/>
                    <a:p>
                      <a:endParaRPr kumimoji="1" lang="ja-JP" altLang="en-US"/>
                    </a:p>
                  </a:txBody>
                  <a:tcPr>
                    <a:lnL w="19050"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a:r>
                        <a:rPr lang="en-US" altLang="ja-JP" sz="1050" b="0" i="0" dirty="0">
                          <a:solidFill>
                            <a:schemeClr val="tx1"/>
                          </a:solidFill>
                          <a:latin typeface="Arial" pitchFamily="34" charset="0"/>
                          <a:ea typeface="Meiryo UI" pitchFamily="50" charset="-128"/>
                          <a:cs typeface="Arial" pitchFamily="34" charset="0"/>
                        </a:rPr>
                        <a:t>-</a:t>
                      </a:r>
                      <a:endParaRPr lang="ja-JP" altLang="en-US" sz="1050" b="0" i="0" dirty="0">
                        <a:solidFill>
                          <a:schemeClr val="tx1"/>
                        </a:solidFill>
                        <a:latin typeface="Arial" pitchFamily="34" charset="0"/>
                        <a:ea typeface="Meiryo UI" pitchFamily="50" charset="-128"/>
                        <a:cs typeface="Arial" pitchFamily="34" charset="0"/>
                      </a:endParaRPr>
                    </a:p>
                  </a:txBody>
                  <a:tcPr marL="46800" marR="46800" marT="14400" marB="14400" anchor="ctr">
                    <a:lnL w="19050"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a:r>
                        <a:rPr lang="en-US" altLang="ja-JP" sz="1050" b="0" i="0" dirty="0">
                          <a:solidFill>
                            <a:schemeClr val="tx1"/>
                          </a:solidFill>
                          <a:latin typeface="Arial" pitchFamily="34" charset="0"/>
                          <a:ea typeface="Meiryo UI" pitchFamily="50" charset="-128"/>
                          <a:cs typeface="Arial" pitchFamily="34" charset="0"/>
                        </a:rPr>
                        <a:t>-</a:t>
                      </a:r>
                      <a:endParaRPr lang="ja-JP" altLang="en-US" sz="1050" b="0" i="0" dirty="0">
                        <a:solidFill>
                          <a:schemeClr val="tx1"/>
                        </a:solidFill>
                        <a:latin typeface="Arial" pitchFamily="34" charset="0"/>
                        <a:ea typeface="Meiryo UI" pitchFamily="50" charset="-128"/>
                        <a:cs typeface="Arial" pitchFamily="34" charset="0"/>
                      </a:endParaRPr>
                    </a:p>
                  </a:txBody>
                  <a:tcPr marL="46800" marR="46800" marT="14400" marB="14400" anchor="ctr">
                    <a:lnL w="19050"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a:r>
                        <a:rPr lang="en-US" altLang="ja-JP" sz="1050" b="0" i="0" dirty="0">
                          <a:solidFill>
                            <a:schemeClr val="tx1"/>
                          </a:solidFill>
                          <a:latin typeface="Arial" pitchFamily="34" charset="0"/>
                          <a:ea typeface="Meiryo UI" pitchFamily="50" charset="-128"/>
                          <a:cs typeface="Arial" pitchFamily="34" charset="0"/>
                        </a:rPr>
                        <a:t>-</a:t>
                      </a:r>
                      <a:endParaRPr lang="ja-JP" altLang="en-US" sz="1050" b="0" i="0" dirty="0">
                        <a:solidFill>
                          <a:schemeClr val="tx1"/>
                        </a:solidFill>
                        <a:latin typeface="Arial" pitchFamily="34" charset="0"/>
                        <a:ea typeface="Meiryo UI" pitchFamily="50" charset="-128"/>
                        <a:cs typeface="Arial" pitchFamily="34" charset="0"/>
                      </a:endParaRPr>
                    </a:p>
                  </a:txBody>
                  <a:tcPr marL="46800" marR="46800" marT="14400" marB="14400" anchor="ctr">
                    <a:lnL w="19050"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725225220"/>
                  </a:ext>
                </a:extLst>
              </a:tr>
              <a:tr h="0">
                <a:tc vMerge="1">
                  <a:txBody>
                    <a:bodyPr/>
                    <a:lstStyle/>
                    <a:p>
                      <a:endParaRPr kumimoji="1" lang="ja-JP" altLang="en-US"/>
                    </a:p>
                  </a:txBody>
                  <a:tcPr>
                    <a:lnL w="28575"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gridSpan="2">
                  <a:txBody>
                    <a:bodyPr/>
                    <a:lstStyle/>
                    <a:p>
                      <a:pPr algn="l" fontAlgn="ctr"/>
                      <a:r>
                        <a:rPr lang="en-US" altLang="ja-JP" sz="1050" b="0" i="0" u="none" strike="noStrike" dirty="0">
                          <a:solidFill>
                            <a:schemeClr val="tx1"/>
                          </a:solidFill>
                          <a:effectLst/>
                          <a:latin typeface="Arial" pitchFamily="34" charset="0"/>
                          <a:ea typeface="Meiryo UI" pitchFamily="50" charset="-128"/>
                          <a:cs typeface="Arial" pitchFamily="34" charset="0"/>
                        </a:rPr>
                        <a:t>Electric</a:t>
                      </a:r>
                      <a:r>
                        <a:rPr lang="en-US" altLang="ja-JP" sz="1050" b="0" i="0" u="none" strike="noStrike" baseline="0" dirty="0">
                          <a:solidFill>
                            <a:schemeClr val="tx1"/>
                          </a:solidFill>
                          <a:effectLst/>
                          <a:latin typeface="Arial" pitchFamily="34" charset="0"/>
                          <a:ea typeface="Meiryo UI" pitchFamily="50" charset="-128"/>
                          <a:cs typeface="Arial" pitchFamily="34" charset="0"/>
                        </a:rPr>
                        <a:t> Boost Brake (</a:t>
                      </a:r>
                      <a:r>
                        <a:rPr lang="en-US" altLang="ja-JP" sz="1050" b="0" i="0" u="none" strike="noStrike" dirty="0">
                          <a:solidFill>
                            <a:schemeClr val="tx1"/>
                          </a:solidFill>
                          <a:effectLst/>
                          <a:latin typeface="Arial" pitchFamily="34" charset="0"/>
                          <a:ea typeface="Meiryo UI" pitchFamily="50" charset="-128"/>
                          <a:cs typeface="Arial" pitchFamily="34" charset="0"/>
                        </a:rPr>
                        <a:t>EBB)</a:t>
                      </a:r>
                    </a:p>
                  </a:txBody>
                  <a:tcPr marL="46800" marR="46800" marT="14400" marB="14400" anchor="ctr">
                    <a:lnL w="19050"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hMerge="1">
                  <a:txBody>
                    <a:bodyPr/>
                    <a:lstStyle/>
                    <a:p>
                      <a:endParaRPr kumimoji="1" lang="ja-JP" altLang="en-US"/>
                    </a:p>
                  </a:txBody>
                  <a:tcPr>
                    <a:lnL w="19050"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a:r>
                        <a:rPr lang="en-US" altLang="ja-JP" sz="1050" b="0" i="0" dirty="0">
                          <a:solidFill>
                            <a:schemeClr val="tx1"/>
                          </a:solidFill>
                          <a:latin typeface="Arial" pitchFamily="34" charset="0"/>
                          <a:ea typeface="Meiryo UI" pitchFamily="50" charset="-128"/>
                          <a:cs typeface="Arial" pitchFamily="34" charset="0"/>
                        </a:rPr>
                        <a:t>-</a:t>
                      </a:r>
                      <a:endParaRPr lang="ja-JP" altLang="en-US" sz="1050" b="0" i="0" dirty="0">
                        <a:solidFill>
                          <a:schemeClr val="tx1"/>
                        </a:solidFill>
                        <a:latin typeface="Arial" pitchFamily="34" charset="0"/>
                        <a:ea typeface="Meiryo UI" pitchFamily="50" charset="-128"/>
                        <a:cs typeface="Arial" pitchFamily="34" charset="0"/>
                      </a:endParaRPr>
                    </a:p>
                  </a:txBody>
                  <a:tcPr marL="46800" marR="46800" marT="14400" marB="14400" anchor="ctr">
                    <a:lnL w="19050"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a:r>
                        <a:rPr lang="en-US" altLang="ja-JP" sz="1050" b="0" i="0" dirty="0">
                          <a:solidFill>
                            <a:schemeClr val="tx1"/>
                          </a:solidFill>
                          <a:latin typeface="Arial" pitchFamily="34" charset="0"/>
                          <a:ea typeface="Meiryo UI" pitchFamily="50" charset="-128"/>
                          <a:cs typeface="Arial" pitchFamily="34" charset="0"/>
                        </a:rPr>
                        <a:t>-</a:t>
                      </a:r>
                      <a:endParaRPr lang="ja-JP" altLang="en-US" sz="1050" b="0" i="0" dirty="0">
                        <a:solidFill>
                          <a:schemeClr val="tx1"/>
                        </a:solidFill>
                        <a:latin typeface="Arial" pitchFamily="34" charset="0"/>
                        <a:ea typeface="Meiryo UI" pitchFamily="50" charset="-128"/>
                        <a:cs typeface="Arial" pitchFamily="34" charset="0"/>
                      </a:endParaRPr>
                    </a:p>
                  </a:txBody>
                  <a:tcPr marL="46800" marR="46800" marT="14400" marB="14400" anchor="ctr">
                    <a:lnL w="19050"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a:r>
                        <a:rPr lang="en-US" altLang="ja-JP" sz="1050" b="0" i="0" dirty="0">
                          <a:solidFill>
                            <a:schemeClr val="tx1"/>
                          </a:solidFill>
                          <a:latin typeface="Arial" pitchFamily="34" charset="0"/>
                          <a:ea typeface="Meiryo UI" pitchFamily="50" charset="-128"/>
                          <a:cs typeface="Arial" pitchFamily="34" charset="0"/>
                        </a:rPr>
                        <a:t>-</a:t>
                      </a:r>
                      <a:endParaRPr lang="ja-JP" altLang="en-US" sz="1050" b="0" i="0" dirty="0">
                        <a:solidFill>
                          <a:schemeClr val="tx1"/>
                        </a:solidFill>
                        <a:latin typeface="Arial" pitchFamily="34" charset="0"/>
                        <a:ea typeface="Meiryo UI" pitchFamily="50" charset="-128"/>
                        <a:cs typeface="Arial" pitchFamily="34" charset="0"/>
                      </a:endParaRPr>
                    </a:p>
                  </a:txBody>
                  <a:tcPr marL="46800" marR="46800" marT="14400" marB="14400" anchor="ctr">
                    <a:lnL w="19050"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149325822"/>
                  </a:ext>
                </a:extLst>
              </a:tr>
              <a:tr h="0">
                <a:tc rowSpan="2">
                  <a:txBody>
                    <a:bodyPr/>
                    <a:lstStyle/>
                    <a:p>
                      <a:pPr algn="ctr" fontAlgn="ctr"/>
                      <a:r>
                        <a:rPr lang="en-US" altLang="ja-JP" sz="1050" b="0" i="0" u="none" strike="noStrike" dirty="0">
                          <a:solidFill>
                            <a:schemeClr val="tx1"/>
                          </a:solidFill>
                          <a:effectLst/>
                          <a:latin typeface="Arial" pitchFamily="34" charset="0"/>
                          <a:ea typeface="Meiryo UI" pitchFamily="50" charset="-128"/>
                          <a:cs typeface="Arial" pitchFamily="34" charset="0"/>
                        </a:rPr>
                        <a:t>Rad. Fan</a:t>
                      </a:r>
                      <a:endParaRPr lang="ja-JP" altLang="en-US" sz="1050" b="0" i="0" u="none" strike="noStrike" dirty="0">
                        <a:solidFill>
                          <a:schemeClr val="tx1"/>
                        </a:solidFill>
                        <a:effectLst/>
                        <a:latin typeface="Arial" pitchFamily="34" charset="0"/>
                        <a:ea typeface="Meiryo UI" pitchFamily="50" charset="-128"/>
                        <a:cs typeface="Arial" pitchFamily="34" charset="0"/>
                      </a:endParaRPr>
                    </a:p>
                  </a:txBody>
                  <a:tcPr marL="46800" marR="46800" marT="14400" marB="14400" anchor="ctr">
                    <a:lnL w="28575"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rowSpan="2">
                  <a:txBody>
                    <a:bodyPr/>
                    <a:lstStyle/>
                    <a:p>
                      <a:pPr algn="l" fontAlgn="ctr"/>
                      <a:r>
                        <a:rPr lang="en-US" altLang="ja-JP" sz="1050" b="0" i="0" u="none" strike="noStrike" dirty="0">
                          <a:solidFill>
                            <a:schemeClr val="tx1"/>
                          </a:solidFill>
                          <a:effectLst/>
                          <a:latin typeface="Arial" pitchFamily="34" charset="0"/>
                          <a:ea typeface="Meiryo UI" pitchFamily="50" charset="-128"/>
                          <a:cs typeface="Arial" pitchFamily="34" charset="0"/>
                        </a:rPr>
                        <a:t>Radiator</a:t>
                      </a:r>
                      <a:r>
                        <a:rPr lang="en-US" altLang="ja-JP" sz="1050" b="0" i="0" u="none" strike="noStrike" baseline="0" dirty="0">
                          <a:solidFill>
                            <a:schemeClr val="tx1"/>
                          </a:solidFill>
                          <a:effectLst/>
                          <a:latin typeface="Arial" pitchFamily="34" charset="0"/>
                          <a:ea typeface="Meiryo UI" pitchFamily="50" charset="-128"/>
                          <a:cs typeface="Arial" pitchFamily="34" charset="0"/>
                        </a:rPr>
                        <a:t> fun control</a:t>
                      </a:r>
                      <a:endParaRPr lang="en-US" altLang="ja-JP" sz="1050" b="0" i="0" u="none" strike="noStrike" dirty="0">
                        <a:solidFill>
                          <a:schemeClr val="tx1"/>
                        </a:solidFill>
                        <a:effectLst/>
                        <a:latin typeface="Arial" pitchFamily="34" charset="0"/>
                        <a:ea typeface="Meiryo UI" pitchFamily="50" charset="-128"/>
                        <a:cs typeface="Arial" pitchFamily="34" charset="0"/>
                      </a:endParaRPr>
                    </a:p>
                  </a:txBody>
                  <a:tcPr marL="46800" marR="46800" marT="14400" marB="14400" anchor="ctr">
                    <a:lnL w="19050"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algn="l" fontAlgn="ctr"/>
                      <a:r>
                        <a:rPr lang="en-US" altLang="ja-JP" sz="1050" b="0" i="0" u="none" strike="noStrike" dirty="0">
                          <a:solidFill>
                            <a:schemeClr val="tx1"/>
                          </a:solidFill>
                          <a:effectLst/>
                          <a:latin typeface="Arial" pitchFamily="34" charset="0"/>
                          <a:ea typeface="Meiryo UI" pitchFamily="50" charset="-128"/>
                          <a:cs typeface="Arial" pitchFamily="34" charset="0"/>
                        </a:rPr>
                        <a:t>PWM</a:t>
                      </a:r>
                    </a:p>
                  </a:txBody>
                  <a:tcPr marL="46800" marR="46800" marT="14400" marB="14400" anchor="ctr">
                    <a:lnL w="19050"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a:r>
                        <a:rPr lang="en-US" altLang="ja-JP" sz="1050" b="0" i="0" dirty="0">
                          <a:solidFill>
                            <a:schemeClr val="tx1"/>
                          </a:solidFill>
                          <a:latin typeface="Arial" pitchFamily="34" charset="0"/>
                          <a:ea typeface="Meiryo UI" pitchFamily="50" charset="-128"/>
                          <a:cs typeface="Arial" pitchFamily="34" charset="0"/>
                        </a:rPr>
                        <a:t>-</a:t>
                      </a:r>
                      <a:endParaRPr lang="ja-JP" altLang="en-US" sz="1050" b="0" i="0" dirty="0">
                        <a:solidFill>
                          <a:schemeClr val="tx1"/>
                        </a:solidFill>
                        <a:latin typeface="Arial" pitchFamily="34" charset="0"/>
                        <a:ea typeface="Meiryo UI" pitchFamily="50" charset="-128"/>
                        <a:cs typeface="Arial" pitchFamily="34" charset="0"/>
                      </a:endParaRPr>
                    </a:p>
                  </a:txBody>
                  <a:tcPr marL="46800" marR="46800" marT="14400" marB="14400" anchor="ctr">
                    <a:lnL w="19050"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a:r>
                        <a:rPr lang="en-US" altLang="ja-JP" sz="1050" b="0" i="0" dirty="0">
                          <a:solidFill>
                            <a:schemeClr val="tx1"/>
                          </a:solidFill>
                          <a:latin typeface="Arial" pitchFamily="34" charset="0"/>
                          <a:ea typeface="Meiryo UI" pitchFamily="50" charset="-128"/>
                          <a:cs typeface="Arial" pitchFamily="34" charset="0"/>
                        </a:rPr>
                        <a:t>-</a:t>
                      </a:r>
                      <a:endParaRPr lang="ja-JP" altLang="en-US" sz="1050" b="0" i="0" dirty="0">
                        <a:solidFill>
                          <a:schemeClr val="tx1"/>
                        </a:solidFill>
                        <a:latin typeface="Arial" pitchFamily="34" charset="0"/>
                        <a:ea typeface="Meiryo UI" pitchFamily="50" charset="-128"/>
                        <a:cs typeface="Arial" pitchFamily="34" charset="0"/>
                      </a:endParaRPr>
                    </a:p>
                  </a:txBody>
                  <a:tcPr marL="46800" marR="46800" marT="14400" marB="14400" anchor="ctr">
                    <a:lnL w="19050"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a:r>
                        <a:rPr lang="en-US" altLang="ja-JP" sz="1050" b="0" i="0" dirty="0">
                          <a:solidFill>
                            <a:schemeClr val="tx1"/>
                          </a:solidFill>
                          <a:latin typeface="Arial" pitchFamily="34" charset="0"/>
                          <a:ea typeface="Meiryo UI" pitchFamily="50" charset="-128"/>
                          <a:cs typeface="Arial" pitchFamily="34" charset="0"/>
                        </a:rPr>
                        <a:t>-</a:t>
                      </a:r>
                      <a:endParaRPr lang="ja-JP" altLang="en-US" sz="1050" b="0" i="0" dirty="0">
                        <a:solidFill>
                          <a:schemeClr val="tx1"/>
                        </a:solidFill>
                        <a:latin typeface="Arial" pitchFamily="34" charset="0"/>
                        <a:ea typeface="Meiryo UI" pitchFamily="50" charset="-128"/>
                        <a:cs typeface="Arial" pitchFamily="34" charset="0"/>
                      </a:endParaRPr>
                    </a:p>
                  </a:txBody>
                  <a:tcPr marL="46800" marR="46800" marT="14400" marB="14400" anchor="ctr">
                    <a:lnL w="19050"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762194898"/>
                  </a:ext>
                </a:extLst>
              </a:tr>
              <a:tr h="0">
                <a:tc vMerge="1">
                  <a:txBody>
                    <a:bodyPr/>
                    <a:lstStyle/>
                    <a:p>
                      <a:pPr algn="ctr" fontAlgn="ctr"/>
                      <a:endParaRPr lang="ja-JP" altLang="en-US" sz="1400" b="0" i="0" u="none" strike="noStrike" dirty="0">
                        <a:solidFill>
                          <a:schemeClr val="tx1"/>
                        </a:solidFill>
                        <a:effectLst/>
                        <a:latin typeface="Arial" pitchFamily="34" charset="0"/>
                        <a:ea typeface="+mn-ea"/>
                        <a:cs typeface="Arial" pitchFamily="34" charset="0"/>
                      </a:endParaRPr>
                    </a:p>
                  </a:txBody>
                  <a:tcPr marL="35995" marR="35995" marT="0" marB="0" anchor="ctr">
                    <a:lnL w="28575"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vMerge="1">
                  <a:txBody>
                    <a:bodyPr/>
                    <a:lstStyle/>
                    <a:p>
                      <a:pPr algn="l" fontAlgn="ctr"/>
                      <a:endParaRPr lang="en-US" altLang="ja-JP" sz="1400" b="0" u="none" strike="noStrike" dirty="0">
                        <a:solidFill>
                          <a:schemeClr val="tx1"/>
                        </a:solidFill>
                        <a:effectLst/>
                        <a:latin typeface="Arial" pitchFamily="34" charset="0"/>
                        <a:ea typeface="+mn-ea"/>
                        <a:cs typeface="Arial" pitchFamily="34" charset="0"/>
                      </a:endParaRPr>
                    </a:p>
                  </a:txBody>
                  <a:tcPr marL="35995" marR="35995" marT="0" marB="0" anchor="ctr">
                    <a:lnL w="19050"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algn="l" fontAlgn="ctr"/>
                      <a:r>
                        <a:rPr lang="en-US" altLang="ja-JP" sz="1050" b="0" i="0" u="none" strike="noStrike" dirty="0">
                          <a:solidFill>
                            <a:schemeClr val="tx1"/>
                          </a:solidFill>
                          <a:effectLst/>
                          <a:latin typeface="Arial" pitchFamily="34" charset="0"/>
                          <a:ea typeface="Meiryo UI" pitchFamily="50" charset="-128"/>
                          <a:cs typeface="Arial" pitchFamily="34" charset="0"/>
                        </a:rPr>
                        <a:t>Hi/Lo</a:t>
                      </a:r>
                    </a:p>
                  </a:txBody>
                  <a:tcPr marL="46800" marR="46800" marT="14400" marB="14400" anchor="ctr">
                    <a:lnL w="19050"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a:r>
                        <a:rPr lang="en-US" altLang="ja-JP" sz="1050" b="0" i="0" dirty="0">
                          <a:solidFill>
                            <a:schemeClr val="tx1"/>
                          </a:solidFill>
                          <a:latin typeface="Arial" pitchFamily="34" charset="0"/>
                          <a:ea typeface="Meiryo UI" pitchFamily="50" charset="-128"/>
                          <a:cs typeface="Arial" pitchFamily="34" charset="0"/>
                        </a:rPr>
                        <a:t>X</a:t>
                      </a:r>
                      <a:endParaRPr lang="ja-JP" altLang="en-US" sz="1050" b="0" i="0" dirty="0">
                        <a:solidFill>
                          <a:schemeClr val="tx1"/>
                        </a:solidFill>
                        <a:latin typeface="Arial" pitchFamily="34" charset="0"/>
                        <a:ea typeface="Meiryo UI" pitchFamily="50" charset="-128"/>
                        <a:cs typeface="Arial" pitchFamily="34" charset="0"/>
                      </a:endParaRPr>
                    </a:p>
                  </a:txBody>
                  <a:tcPr marL="46800" marR="46800" marT="14400" marB="14400" anchor="ctr">
                    <a:lnL w="19050"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a:r>
                        <a:rPr lang="en-US" altLang="ja-JP" sz="1050" b="0" i="0" dirty="0">
                          <a:solidFill>
                            <a:schemeClr val="tx1"/>
                          </a:solidFill>
                          <a:latin typeface="Arial" pitchFamily="34" charset="0"/>
                          <a:ea typeface="Meiryo UI" pitchFamily="50" charset="-128"/>
                          <a:cs typeface="Arial" pitchFamily="34" charset="0"/>
                        </a:rPr>
                        <a:t>X</a:t>
                      </a:r>
                      <a:endParaRPr lang="ja-JP" altLang="en-US" sz="1050" b="0" i="0" dirty="0">
                        <a:solidFill>
                          <a:schemeClr val="tx1"/>
                        </a:solidFill>
                        <a:latin typeface="Arial" pitchFamily="34" charset="0"/>
                        <a:ea typeface="Meiryo UI" pitchFamily="50" charset="-128"/>
                        <a:cs typeface="Arial" pitchFamily="34" charset="0"/>
                      </a:endParaRPr>
                    </a:p>
                  </a:txBody>
                  <a:tcPr marL="46800" marR="46800" marT="14400" marB="14400" anchor="ctr">
                    <a:lnL w="19050"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a:r>
                        <a:rPr lang="en-US" altLang="ja-JP" sz="1050" b="0" i="0" dirty="0">
                          <a:solidFill>
                            <a:schemeClr val="tx1"/>
                          </a:solidFill>
                          <a:latin typeface="Arial" pitchFamily="34" charset="0"/>
                          <a:ea typeface="Meiryo UI" pitchFamily="50" charset="-128"/>
                          <a:cs typeface="Arial" pitchFamily="34" charset="0"/>
                        </a:rPr>
                        <a:t>X</a:t>
                      </a:r>
                      <a:endParaRPr lang="ja-JP" altLang="en-US" sz="1050" b="0" i="0" dirty="0">
                        <a:solidFill>
                          <a:schemeClr val="tx1"/>
                        </a:solidFill>
                        <a:latin typeface="Arial" pitchFamily="34" charset="0"/>
                        <a:ea typeface="Meiryo UI" pitchFamily="50" charset="-128"/>
                        <a:cs typeface="Arial" pitchFamily="34" charset="0"/>
                      </a:endParaRPr>
                    </a:p>
                  </a:txBody>
                  <a:tcPr marL="46800" marR="46800" marT="14400" marB="14400" anchor="ctr">
                    <a:lnL w="19050"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667874463"/>
                  </a:ext>
                </a:extLst>
              </a:tr>
              <a:tr h="0">
                <a:tc rowSpan="2">
                  <a:txBody>
                    <a:bodyPr/>
                    <a:lstStyle/>
                    <a:p>
                      <a:pPr algn="ctr" fontAlgn="ctr"/>
                      <a:r>
                        <a:rPr lang="en-US" altLang="ja-JP" sz="1050" b="0" i="0" u="none" strike="noStrike" dirty="0">
                          <a:solidFill>
                            <a:schemeClr val="tx1"/>
                          </a:solidFill>
                          <a:effectLst/>
                          <a:latin typeface="Arial" pitchFamily="34" charset="0"/>
                          <a:ea typeface="Meiryo UI" pitchFamily="50" charset="-128"/>
                          <a:cs typeface="Arial" pitchFamily="34" charset="0"/>
                        </a:rPr>
                        <a:t>Air Cond.</a:t>
                      </a:r>
                      <a:endParaRPr lang="ja-JP" altLang="en-US" sz="1050" b="0" i="0" u="none" strike="noStrike" dirty="0">
                        <a:solidFill>
                          <a:schemeClr val="tx1"/>
                        </a:solidFill>
                        <a:effectLst/>
                        <a:latin typeface="Arial" pitchFamily="34" charset="0"/>
                        <a:ea typeface="Meiryo UI" pitchFamily="50" charset="-128"/>
                        <a:cs typeface="Arial" pitchFamily="34" charset="0"/>
                      </a:endParaRPr>
                    </a:p>
                  </a:txBody>
                  <a:tcPr marL="46800" marR="46800" marT="14400" marB="14400" anchor="ctr">
                    <a:lnL w="28575"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rowSpan="2">
                  <a:txBody>
                    <a:bodyPr/>
                    <a:lstStyle/>
                    <a:p>
                      <a:pPr algn="l" fontAlgn="ctr"/>
                      <a:r>
                        <a:rPr lang="en-US" altLang="ja-JP" sz="1050" b="0" i="0" u="none" strike="noStrike" dirty="0">
                          <a:solidFill>
                            <a:schemeClr val="tx1"/>
                          </a:solidFill>
                          <a:effectLst/>
                          <a:latin typeface="Arial" pitchFamily="34" charset="0"/>
                          <a:ea typeface="Meiryo UI" pitchFamily="50" charset="-128"/>
                          <a:cs typeface="Arial" pitchFamily="34" charset="0"/>
                        </a:rPr>
                        <a:t>Air conditioner control (not</a:t>
                      </a:r>
                      <a:r>
                        <a:rPr lang="en-US" altLang="ja-JP" sz="1050" b="0" i="0" u="none" strike="noStrike" baseline="0" dirty="0">
                          <a:solidFill>
                            <a:schemeClr val="tx1"/>
                          </a:solidFill>
                          <a:effectLst/>
                          <a:latin typeface="Arial" pitchFamily="34" charset="0"/>
                          <a:ea typeface="Meiryo UI" pitchFamily="50" charset="-128"/>
                          <a:cs typeface="Arial" pitchFamily="34" charset="0"/>
                        </a:rPr>
                        <a:t> variable</a:t>
                      </a:r>
                      <a:r>
                        <a:rPr lang="en-US" altLang="ja-JP" sz="1050" b="0" i="0" u="none" strike="noStrike" dirty="0">
                          <a:solidFill>
                            <a:schemeClr val="tx1"/>
                          </a:solidFill>
                          <a:effectLst/>
                          <a:latin typeface="Arial" pitchFamily="34" charset="0"/>
                          <a:ea typeface="Meiryo UI" pitchFamily="50" charset="-128"/>
                          <a:cs typeface="Arial" pitchFamily="34" charset="0"/>
                        </a:rPr>
                        <a:t>)</a:t>
                      </a:r>
                    </a:p>
                  </a:txBody>
                  <a:tcPr marL="46800" marR="46800" marT="14400" marB="14400" anchor="ctr">
                    <a:lnL w="19050"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algn="l" fontAlgn="ctr"/>
                      <a:r>
                        <a:rPr lang="en-US" altLang="ja-JP" sz="1050" b="0" i="0" u="none" strike="noStrike" dirty="0">
                          <a:solidFill>
                            <a:schemeClr val="tx1"/>
                          </a:solidFill>
                          <a:effectLst/>
                          <a:latin typeface="Arial" pitchFamily="34" charset="0"/>
                          <a:ea typeface="Meiryo UI" pitchFamily="50" charset="-128"/>
                          <a:cs typeface="Arial" pitchFamily="34" charset="0"/>
                        </a:rPr>
                        <a:t>Manual</a:t>
                      </a:r>
                    </a:p>
                  </a:txBody>
                  <a:tcPr marL="46800" marR="46800" marT="14400" marB="14400" anchor="ctr">
                    <a:lnL w="19050"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a:r>
                        <a:rPr lang="en-US" altLang="ja-JP" sz="1050" b="0" i="0" dirty="0">
                          <a:solidFill>
                            <a:schemeClr val="tx1"/>
                          </a:solidFill>
                          <a:latin typeface="Arial" pitchFamily="34" charset="0"/>
                          <a:ea typeface="Meiryo UI" pitchFamily="50" charset="-128"/>
                          <a:cs typeface="Arial" pitchFamily="34" charset="0"/>
                        </a:rPr>
                        <a:t>-</a:t>
                      </a:r>
                      <a:endParaRPr lang="ja-JP" altLang="en-US" sz="1050" b="0" i="0" dirty="0">
                        <a:solidFill>
                          <a:schemeClr val="tx1"/>
                        </a:solidFill>
                        <a:latin typeface="Arial" pitchFamily="34" charset="0"/>
                        <a:ea typeface="Meiryo UI" pitchFamily="50" charset="-128"/>
                        <a:cs typeface="Arial" pitchFamily="34" charset="0"/>
                      </a:endParaRPr>
                    </a:p>
                  </a:txBody>
                  <a:tcPr marL="46800" marR="46800" marT="14400" marB="14400" anchor="ctr">
                    <a:lnL w="19050"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a:r>
                        <a:rPr lang="en-US" altLang="ja-JP" sz="1050" b="0" i="0" dirty="0">
                          <a:solidFill>
                            <a:schemeClr val="tx1"/>
                          </a:solidFill>
                          <a:latin typeface="Arial" pitchFamily="34" charset="0"/>
                          <a:ea typeface="Meiryo UI" pitchFamily="50" charset="-128"/>
                          <a:cs typeface="Arial" pitchFamily="34" charset="0"/>
                        </a:rPr>
                        <a:t>-</a:t>
                      </a:r>
                      <a:endParaRPr lang="ja-JP" altLang="en-US" sz="1050" b="0" i="0" dirty="0">
                        <a:solidFill>
                          <a:schemeClr val="tx1"/>
                        </a:solidFill>
                        <a:latin typeface="Arial" pitchFamily="34" charset="0"/>
                        <a:ea typeface="Meiryo UI" pitchFamily="50" charset="-128"/>
                        <a:cs typeface="Arial" pitchFamily="34" charset="0"/>
                      </a:endParaRPr>
                    </a:p>
                  </a:txBody>
                  <a:tcPr marL="46800" marR="46800" marT="14400" marB="14400" anchor="ctr">
                    <a:lnL w="19050"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a:r>
                        <a:rPr lang="en-US" altLang="ja-JP" sz="1050" b="0" i="0" dirty="0">
                          <a:solidFill>
                            <a:schemeClr val="tx1"/>
                          </a:solidFill>
                          <a:latin typeface="Arial" pitchFamily="34" charset="0"/>
                          <a:ea typeface="Meiryo UI" pitchFamily="50" charset="-128"/>
                          <a:cs typeface="Arial" pitchFamily="34" charset="0"/>
                        </a:rPr>
                        <a:t>-</a:t>
                      </a:r>
                      <a:endParaRPr lang="ja-JP" altLang="en-US" sz="1050" b="0" i="0" dirty="0">
                        <a:solidFill>
                          <a:schemeClr val="tx1"/>
                        </a:solidFill>
                        <a:latin typeface="Arial" pitchFamily="34" charset="0"/>
                        <a:ea typeface="Meiryo UI" pitchFamily="50" charset="-128"/>
                        <a:cs typeface="Arial" pitchFamily="34" charset="0"/>
                      </a:endParaRPr>
                    </a:p>
                  </a:txBody>
                  <a:tcPr marL="46800" marR="46800" marT="14400" marB="14400" anchor="ctr">
                    <a:lnL w="19050"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570418151"/>
                  </a:ext>
                </a:extLst>
              </a:tr>
              <a:tr h="0">
                <a:tc vMerge="1">
                  <a:txBody>
                    <a:bodyPr/>
                    <a:lstStyle/>
                    <a:p>
                      <a:endParaRPr kumimoji="1" lang="ja-JP" altLang="en-US"/>
                    </a:p>
                  </a:txBody>
                  <a:tcPr>
                    <a:lnL w="28575"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vMerge="1">
                  <a:txBody>
                    <a:bodyPr/>
                    <a:lstStyle/>
                    <a:p>
                      <a:endParaRPr kumimoji="1" lang="ja-JP" altLang="en-US"/>
                    </a:p>
                  </a:txBody>
                  <a:tcPr>
                    <a:lnL w="19050"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r>
                        <a:rPr kumimoji="1" lang="en-US" altLang="ja-JP" sz="1050" b="0" i="0" dirty="0">
                          <a:solidFill>
                            <a:schemeClr val="tx1"/>
                          </a:solidFill>
                          <a:latin typeface="Arial" pitchFamily="34" charset="0"/>
                          <a:ea typeface="Meiryo UI" pitchFamily="50" charset="-128"/>
                          <a:cs typeface="Arial" pitchFamily="34" charset="0"/>
                        </a:rPr>
                        <a:t>Auto</a:t>
                      </a:r>
                      <a:endParaRPr kumimoji="1" lang="ja-JP" altLang="en-US" sz="1050" b="0" i="0" dirty="0">
                        <a:solidFill>
                          <a:schemeClr val="tx1"/>
                        </a:solidFill>
                        <a:latin typeface="Arial" pitchFamily="34" charset="0"/>
                        <a:ea typeface="Meiryo UI" pitchFamily="50" charset="-128"/>
                        <a:cs typeface="Arial" pitchFamily="34" charset="0"/>
                      </a:endParaRPr>
                    </a:p>
                  </a:txBody>
                  <a:tcPr marL="46800" marR="46800" marT="14400" marB="14400" anchor="ctr">
                    <a:lnL w="19050"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a:r>
                        <a:rPr lang="en-US" altLang="ja-JP" sz="1050" b="0" i="0" dirty="0">
                          <a:solidFill>
                            <a:schemeClr val="tx1"/>
                          </a:solidFill>
                          <a:latin typeface="Arial" pitchFamily="34" charset="0"/>
                          <a:ea typeface="Meiryo UI" pitchFamily="50" charset="-128"/>
                          <a:cs typeface="Arial" pitchFamily="34" charset="0"/>
                        </a:rPr>
                        <a:t>X</a:t>
                      </a:r>
                      <a:endParaRPr lang="ja-JP" altLang="en-US" sz="1050" b="0" i="0" dirty="0">
                        <a:solidFill>
                          <a:schemeClr val="tx1"/>
                        </a:solidFill>
                        <a:latin typeface="Arial" pitchFamily="34" charset="0"/>
                        <a:ea typeface="Meiryo UI" pitchFamily="50" charset="-128"/>
                        <a:cs typeface="Arial" pitchFamily="34" charset="0"/>
                      </a:endParaRPr>
                    </a:p>
                  </a:txBody>
                  <a:tcPr marL="46800" marR="46800" marT="14400" marB="14400" anchor="ctr">
                    <a:lnL w="19050"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a:r>
                        <a:rPr lang="en-US" altLang="ja-JP" sz="1050" b="0" i="0" dirty="0">
                          <a:solidFill>
                            <a:schemeClr val="tx1"/>
                          </a:solidFill>
                          <a:latin typeface="Arial" pitchFamily="34" charset="0"/>
                          <a:ea typeface="Meiryo UI" pitchFamily="50" charset="-128"/>
                          <a:cs typeface="Arial" pitchFamily="34" charset="0"/>
                        </a:rPr>
                        <a:t>X</a:t>
                      </a:r>
                      <a:endParaRPr lang="ja-JP" altLang="en-US" sz="1050" b="0" i="0" dirty="0">
                        <a:solidFill>
                          <a:schemeClr val="tx1"/>
                        </a:solidFill>
                        <a:latin typeface="Arial" pitchFamily="34" charset="0"/>
                        <a:ea typeface="Meiryo UI" pitchFamily="50" charset="-128"/>
                        <a:cs typeface="Arial" pitchFamily="34" charset="0"/>
                      </a:endParaRPr>
                    </a:p>
                  </a:txBody>
                  <a:tcPr marL="46800" marR="46800" marT="14400" marB="14400" anchor="ctr">
                    <a:lnL w="19050"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a:r>
                        <a:rPr lang="en-US" altLang="ja-JP" sz="1050" b="0" i="0" dirty="0">
                          <a:solidFill>
                            <a:schemeClr val="tx1"/>
                          </a:solidFill>
                          <a:latin typeface="Arial" pitchFamily="34" charset="0"/>
                          <a:ea typeface="Meiryo UI" pitchFamily="50" charset="-128"/>
                          <a:cs typeface="Arial" pitchFamily="34" charset="0"/>
                        </a:rPr>
                        <a:t>X</a:t>
                      </a:r>
                      <a:endParaRPr lang="ja-JP" altLang="en-US" sz="1050" b="0" i="0" dirty="0">
                        <a:solidFill>
                          <a:schemeClr val="tx1"/>
                        </a:solidFill>
                        <a:latin typeface="Arial" pitchFamily="34" charset="0"/>
                        <a:ea typeface="Meiryo UI" pitchFamily="50" charset="-128"/>
                        <a:cs typeface="Arial" pitchFamily="34" charset="0"/>
                      </a:endParaRPr>
                    </a:p>
                  </a:txBody>
                  <a:tcPr marL="46800" marR="46800" marT="14400" marB="14400" anchor="ctr">
                    <a:lnL w="19050"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859439566"/>
                  </a:ext>
                </a:extLst>
              </a:tr>
              <a:tr h="0">
                <a:tc rowSpan="3">
                  <a:txBody>
                    <a:bodyPr/>
                    <a:lstStyle/>
                    <a:p>
                      <a:pPr algn="ctr" fontAlgn="ctr"/>
                      <a:r>
                        <a:rPr lang="en-US" altLang="ja-JP" sz="1050" b="0" i="0" u="none" strike="noStrike" dirty="0">
                          <a:solidFill>
                            <a:schemeClr val="tx1"/>
                          </a:solidFill>
                          <a:effectLst/>
                          <a:latin typeface="Arial" pitchFamily="34" charset="0"/>
                          <a:ea typeface="Meiryo UI" pitchFamily="50" charset="-128"/>
                          <a:cs typeface="Arial" pitchFamily="34" charset="0"/>
                        </a:rPr>
                        <a:t>Emission</a:t>
                      </a:r>
                      <a:endParaRPr lang="ja-JP" altLang="en-US" sz="1050" b="0" i="0" u="none" strike="noStrike" dirty="0">
                        <a:solidFill>
                          <a:schemeClr val="tx1"/>
                        </a:solidFill>
                        <a:effectLst/>
                        <a:latin typeface="Arial" pitchFamily="34" charset="0"/>
                        <a:ea typeface="Meiryo UI" pitchFamily="50" charset="-128"/>
                        <a:cs typeface="Arial" pitchFamily="34" charset="0"/>
                      </a:endParaRPr>
                    </a:p>
                  </a:txBody>
                  <a:tcPr marL="46800" marR="46800" marT="14400" marB="14400" anchor="ctr">
                    <a:lnL w="28575"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rgbClr val="FFFF99"/>
                    </a:solidFill>
                  </a:tcPr>
                </a:tc>
                <a:tc gridSpan="2">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en-US" altLang="ja-JP" sz="1050" b="0" i="0" u="none" strike="noStrike" dirty="0">
                          <a:solidFill>
                            <a:schemeClr val="tx1"/>
                          </a:solidFill>
                          <a:effectLst/>
                          <a:latin typeface="Arial" pitchFamily="34" charset="0"/>
                          <a:ea typeface="Meiryo UI" pitchFamily="50" charset="-128"/>
                          <a:cs typeface="Arial" pitchFamily="34" charset="0"/>
                        </a:rPr>
                        <a:t>Proconve-L8-50</a:t>
                      </a:r>
                    </a:p>
                  </a:txBody>
                  <a:tcPr marL="46800" marR="46800" marT="14400" marB="14400" anchor="ctr">
                    <a:lnL w="19050"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rgbClr val="FFFF99"/>
                    </a:solidFill>
                  </a:tcPr>
                </a:tc>
                <a:tc hMerge="1">
                  <a:txBody>
                    <a:bodyPr/>
                    <a:lstStyle/>
                    <a:p>
                      <a:endParaRPr kumimoji="1" lang="ja-JP" altLang="en-US"/>
                    </a:p>
                  </a:txBody>
                  <a:tcPr>
                    <a:lnL w="19050"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a:r>
                        <a:rPr lang="en-US" altLang="ja-JP" sz="1050" b="0" i="0" dirty="0">
                          <a:solidFill>
                            <a:schemeClr val="tx1"/>
                          </a:solidFill>
                          <a:latin typeface="Arial" pitchFamily="34" charset="0"/>
                          <a:ea typeface="Meiryo UI" pitchFamily="50" charset="-128"/>
                          <a:cs typeface="Arial" pitchFamily="34" charset="0"/>
                        </a:rPr>
                        <a:t>-</a:t>
                      </a:r>
                      <a:endParaRPr lang="ja-JP" altLang="en-US" sz="1050" b="0" i="0" dirty="0">
                        <a:solidFill>
                          <a:schemeClr val="tx1"/>
                        </a:solidFill>
                        <a:latin typeface="Arial" pitchFamily="34" charset="0"/>
                        <a:ea typeface="Meiryo UI" pitchFamily="50" charset="-128"/>
                        <a:cs typeface="Arial" pitchFamily="34" charset="0"/>
                      </a:endParaRPr>
                    </a:p>
                  </a:txBody>
                  <a:tcPr marL="46800" marR="46800" marT="14400" marB="14400" anchor="ctr">
                    <a:lnL w="19050"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rgbClr val="FFFF99"/>
                    </a:solidFill>
                  </a:tcPr>
                </a:tc>
                <a:tc>
                  <a:txBody>
                    <a:bodyPr/>
                    <a:lstStyle/>
                    <a:p>
                      <a:pPr algn="ctr"/>
                      <a:r>
                        <a:rPr lang="en-US" altLang="ja-JP" sz="1050" b="0" i="0" dirty="0">
                          <a:solidFill>
                            <a:schemeClr val="tx1"/>
                          </a:solidFill>
                          <a:latin typeface="Arial" pitchFamily="34" charset="0"/>
                          <a:ea typeface="Meiryo UI" pitchFamily="50" charset="-128"/>
                          <a:cs typeface="Arial" pitchFamily="34" charset="0"/>
                        </a:rPr>
                        <a:t>X</a:t>
                      </a:r>
                      <a:endParaRPr lang="ja-JP" altLang="en-US" sz="1050" b="0" i="0" dirty="0">
                        <a:solidFill>
                          <a:schemeClr val="tx1"/>
                        </a:solidFill>
                        <a:latin typeface="Arial" pitchFamily="34" charset="0"/>
                        <a:ea typeface="Meiryo UI" pitchFamily="50" charset="-128"/>
                        <a:cs typeface="Arial" pitchFamily="34" charset="0"/>
                      </a:endParaRPr>
                    </a:p>
                  </a:txBody>
                  <a:tcPr marL="46800" marR="46800" marT="14400" marB="14400" anchor="ctr">
                    <a:lnL w="19050"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rgbClr val="FFFF99"/>
                    </a:solidFill>
                  </a:tcPr>
                </a:tc>
                <a:tc>
                  <a:txBody>
                    <a:bodyPr/>
                    <a:lstStyle/>
                    <a:p>
                      <a:pPr algn="ctr"/>
                      <a:r>
                        <a:rPr lang="en-US" altLang="ja-JP" sz="1050" b="0" i="0" dirty="0">
                          <a:solidFill>
                            <a:schemeClr val="tx1"/>
                          </a:solidFill>
                          <a:latin typeface="Arial" pitchFamily="34" charset="0"/>
                          <a:ea typeface="Meiryo UI" pitchFamily="50" charset="-128"/>
                          <a:cs typeface="Arial" pitchFamily="34" charset="0"/>
                        </a:rPr>
                        <a:t>-</a:t>
                      </a:r>
                      <a:endParaRPr lang="ja-JP" altLang="en-US" sz="1050" b="0" i="0" dirty="0">
                        <a:solidFill>
                          <a:schemeClr val="tx1"/>
                        </a:solidFill>
                        <a:latin typeface="Arial" pitchFamily="34" charset="0"/>
                        <a:ea typeface="Meiryo UI" pitchFamily="50" charset="-128"/>
                        <a:cs typeface="Arial" pitchFamily="34" charset="0"/>
                      </a:endParaRPr>
                    </a:p>
                  </a:txBody>
                  <a:tcPr marL="46800" marR="46800" marT="14400" marB="14400" anchor="ctr">
                    <a:lnL w="19050"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rgbClr val="FFFF99"/>
                    </a:solidFill>
                  </a:tcPr>
                </a:tc>
                <a:extLst>
                  <a:ext uri="{0D108BD9-81ED-4DB2-BD59-A6C34878D82A}">
                    <a16:rowId xmlns:a16="http://schemas.microsoft.com/office/drawing/2014/main" val="2693982010"/>
                  </a:ext>
                </a:extLst>
              </a:tr>
              <a:tr h="0">
                <a:tc vMerge="1">
                  <a:txBody>
                    <a:bodyPr/>
                    <a:lstStyle/>
                    <a:p>
                      <a:pPr algn="ctr" fontAlgn="ctr"/>
                      <a:endParaRPr lang="ja-JP" altLang="en-US" sz="1050" b="0" i="0" u="none" strike="noStrike" dirty="0">
                        <a:solidFill>
                          <a:schemeClr val="tx1"/>
                        </a:solidFill>
                        <a:effectLst/>
                        <a:latin typeface="Arial" pitchFamily="34" charset="0"/>
                        <a:ea typeface="Meiryo UI" pitchFamily="50" charset="-128"/>
                        <a:cs typeface="Arial" pitchFamily="34" charset="0"/>
                      </a:endParaRPr>
                    </a:p>
                  </a:txBody>
                  <a:tcPr marL="46800" marR="46800" marT="14400" marB="14400" anchor="ctr">
                    <a:lnL w="28575"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gridSpan="2">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en-US" altLang="ja-JP" sz="1050" b="0" i="0" u="none" strike="noStrike" dirty="0">
                          <a:solidFill>
                            <a:schemeClr val="tx1"/>
                          </a:solidFill>
                          <a:effectLst/>
                          <a:latin typeface="Arial" pitchFamily="34" charset="0"/>
                          <a:ea typeface="Meiryo UI" pitchFamily="50" charset="-128"/>
                          <a:cs typeface="Arial" pitchFamily="34" charset="0"/>
                        </a:rPr>
                        <a:t>Proconve-L8-40</a:t>
                      </a:r>
                    </a:p>
                  </a:txBody>
                  <a:tcPr marL="46800" marR="46800" marT="14400" marB="14400" anchor="ctr">
                    <a:lnL w="19050"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rgbClr val="FFFF99"/>
                    </a:solidFill>
                  </a:tcPr>
                </a:tc>
                <a:tc hMerge="1">
                  <a:txBody>
                    <a:bodyPr/>
                    <a:lstStyle/>
                    <a:p>
                      <a:endParaRPr kumimoji="1" lang="ja-JP"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1050" b="0" i="0" dirty="0">
                          <a:solidFill>
                            <a:schemeClr val="tx1"/>
                          </a:solidFill>
                          <a:latin typeface="Arial" pitchFamily="34" charset="0"/>
                          <a:ea typeface="Meiryo UI" pitchFamily="50" charset="-128"/>
                          <a:cs typeface="Arial" pitchFamily="34" charset="0"/>
                        </a:rPr>
                        <a:t>X</a:t>
                      </a:r>
                      <a:endParaRPr lang="ja-JP" altLang="en-US" sz="1050" b="0" i="0" dirty="0">
                        <a:solidFill>
                          <a:schemeClr val="tx1"/>
                        </a:solidFill>
                        <a:latin typeface="Arial" pitchFamily="34" charset="0"/>
                        <a:ea typeface="Meiryo UI" pitchFamily="50" charset="-128"/>
                        <a:cs typeface="Arial" pitchFamily="34" charset="0"/>
                      </a:endParaRPr>
                    </a:p>
                  </a:txBody>
                  <a:tcPr marL="46800" marR="46800" marT="14400" marB="14400" anchor="ctr">
                    <a:lnL w="19050"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rgbClr val="FFFF9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1050" b="0" i="0" dirty="0">
                          <a:solidFill>
                            <a:schemeClr val="tx1"/>
                          </a:solidFill>
                          <a:latin typeface="Arial" pitchFamily="34" charset="0"/>
                          <a:ea typeface="Meiryo UI" pitchFamily="50" charset="-128"/>
                          <a:cs typeface="Arial" pitchFamily="34" charset="0"/>
                        </a:rPr>
                        <a:t>-</a:t>
                      </a:r>
                      <a:endParaRPr lang="ja-JP" altLang="en-US" sz="1050" b="0" i="0" dirty="0">
                        <a:solidFill>
                          <a:schemeClr val="tx1"/>
                        </a:solidFill>
                        <a:latin typeface="Arial" pitchFamily="34" charset="0"/>
                        <a:ea typeface="Meiryo UI" pitchFamily="50" charset="-128"/>
                        <a:cs typeface="Arial" pitchFamily="34" charset="0"/>
                      </a:endParaRPr>
                    </a:p>
                  </a:txBody>
                  <a:tcPr marL="46800" marR="46800" marT="14400" marB="14400" anchor="ctr">
                    <a:lnL w="19050"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rgbClr val="FFFF9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1050" b="0" i="0" dirty="0">
                          <a:solidFill>
                            <a:schemeClr val="tx1"/>
                          </a:solidFill>
                          <a:latin typeface="Arial" pitchFamily="34" charset="0"/>
                          <a:ea typeface="Meiryo UI" pitchFamily="50" charset="-128"/>
                          <a:cs typeface="Arial" pitchFamily="34" charset="0"/>
                        </a:rPr>
                        <a:t>X</a:t>
                      </a:r>
                      <a:endParaRPr lang="ja-JP" altLang="en-US" sz="1050" b="0" i="0" dirty="0">
                        <a:solidFill>
                          <a:schemeClr val="tx1"/>
                        </a:solidFill>
                        <a:latin typeface="Arial" pitchFamily="34" charset="0"/>
                        <a:ea typeface="Meiryo UI" pitchFamily="50" charset="-128"/>
                        <a:cs typeface="Arial" pitchFamily="34" charset="0"/>
                      </a:endParaRPr>
                    </a:p>
                  </a:txBody>
                  <a:tcPr marL="46800" marR="46800" marT="14400" marB="14400" anchor="ctr">
                    <a:lnL w="19050"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rgbClr val="FFFF99"/>
                    </a:solidFill>
                  </a:tcPr>
                </a:tc>
                <a:extLst>
                  <a:ext uri="{0D108BD9-81ED-4DB2-BD59-A6C34878D82A}">
                    <a16:rowId xmlns:a16="http://schemas.microsoft.com/office/drawing/2014/main" val="2475508381"/>
                  </a:ext>
                </a:extLst>
              </a:tr>
              <a:tr h="0">
                <a:tc vMerge="1">
                  <a:txBody>
                    <a:bodyPr/>
                    <a:lstStyle/>
                    <a:p>
                      <a:pPr algn="ctr" fontAlgn="ctr"/>
                      <a:endParaRPr lang="ja-JP" altLang="en-US" sz="1050" b="0" i="0" u="none" strike="noStrike" dirty="0">
                        <a:solidFill>
                          <a:schemeClr val="tx1"/>
                        </a:solidFill>
                        <a:effectLst/>
                        <a:latin typeface="Arial" pitchFamily="34" charset="0"/>
                        <a:ea typeface="Meiryo UI" pitchFamily="50" charset="-128"/>
                        <a:cs typeface="Arial" pitchFamily="34" charset="0"/>
                      </a:endParaRPr>
                    </a:p>
                  </a:txBody>
                  <a:tcPr marL="46800" marR="46800" marT="14400" marB="14400" anchor="ctr">
                    <a:lnL w="28575"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gridSpan="2">
                  <a:txBody>
                    <a:bodyPr/>
                    <a:lstStyle/>
                    <a:p>
                      <a:pPr algn="l" fontAlgn="ctr"/>
                      <a:r>
                        <a:rPr lang="en-US" altLang="ja-JP" sz="1050" b="0" i="0" u="none" strike="noStrike" dirty="0">
                          <a:solidFill>
                            <a:schemeClr val="tx1"/>
                          </a:solidFill>
                          <a:effectLst/>
                          <a:latin typeface="Arial" pitchFamily="34" charset="0"/>
                          <a:ea typeface="Meiryo UI" pitchFamily="50" charset="-128"/>
                          <a:cs typeface="Arial" pitchFamily="34" charset="0"/>
                        </a:rPr>
                        <a:t>ECON SW </a:t>
                      </a:r>
                      <a:r>
                        <a:rPr lang="en-US" altLang="ja-JP" sz="1050" b="0" i="0" u="none" strike="noStrike" baseline="0" dirty="0">
                          <a:solidFill>
                            <a:schemeClr val="tx1"/>
                          </a:solidFill>
                          <a:effectLst/>
                          <a:latin typeface="Arial" pitchFamily="34" charset="0"/>
                          <a:ea typeface="Meiryo UI" pitchFamily="50" charset="-128"/>
                          <a:cs typeface="Arial" pitchFamily="34" charset="0"/>
                        </a:rPr>
                        <a:t>(</a:t>
                      </a:r>
                      <a:r>
                        <a:rPr lang="en-US" altLang="ja-JP" sz="1050" b="0" i="0" u="none" strike="noStrike" dirty="0">
                          <a:solidFill>
                            <a:schemeClr val="tx1"/>
                          </a:solidFill>
                          <a:effectLst/>
                          <a:latin typeface="Arial" pitchFamily="34" charset="0"/>
                          <a:ea typeface="Meiryo UI" pitchFamily="50" charset="-128"/>
                          <a:cs typeface="Arial" pitchFamily="34" charset="0"/>
                        </a:rPr>
                        <a:t>Two drive</a:t>
                      </a:r>
                      <a:r>
                        <a:rPr lang="en-US" altLang="ja-JP" sz="1050" b="0" i="0" u="none" strike="noStrike" baseline="0" dirty="0">
                          <a:solidFill>
                            <a:schemeClr val="tx1"/>
                          </a:solidFill>
                          <a:effectLst/>
                          <a:latin typeface="Arial" pitchFamily="34" charset="0"/>
                          <a:ea typeface="Meiryo UI" pitchFamily="50" charset="-128"/>
                          <a:cs typeface="Arial" pitchFamily="34" charset="0"/>
                        </a:rPr>
                        <a:t> modes </a:t>
                      </a:r>
                      <a:r>
                        <a:rPr lang="en-US" altLang="ja-JP" sz="1050" b="0" i="0" u="none" strike="noStrike" dirty="0">
                          <a:solidFill>
                            <a:schemeClr val="tx1"/>
                          </a:solidFill>
                          <a:effectLst/>
                          <a:latin typeface="Arial" pitchFamily="34" charset="0"/>
                          <a:ea typeface="Meiryo UI" pitchFamily="50" charset="-128"/>
                          <a:cs typeface="Arial" pitchFamily="34" charset="0"/>
                        </a:rPr>
                        <a:t>system apply)</a:t>
                      </a:r>
                    </a:p>
                  </a:txBody>
                  <a:tcPr marL="46800" marR="46800" marT="14400" marB="14400" anchor="ctr">
                    <a:lnL w="19050"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hMerge="1">
                  <a:txBody>
                    <a:bodyPr/>
                    <a:lstStyle/>
                    <a:p>
                      <a:endParaRPr kumimoji="1" lang="ja-JP" altLang="en-US"/>
                    </a:p>
                  </a:txBody>
                  <a:tcPr>
                    <a:lnL w="19050"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a:r>
                        <a:rPr lang="en-US" altLang="ja-JP" sz="1050" b="0" i="0" dirty="0">
                          <a:solidFill>
                            <a:schemeClr val="tx1"/>
                          </a:solidFill>
                          <a:latin typeface="Arial" pitchFamily="34" charset="0"/>
                          <a:ea typeface="Meiryo UI" pitchFamily="50" charset="-128"/>
                          <a:cs typeface="Arial" pitchFamily="34" charset="0"/>
                        </a:rPr>
                        <a:t>X</a:t>
                      </a:r>
                      <a:endParaRPr lang="ja-JP" altLang="en-US" sz="1050" b="0" i="0" dirty="0">
                        <a:solidFill>
                          <a:schemeClr val="tx1"/>
                        </a:solidFill>
                        <a:latin typeface="Arial" pitchFamily="34" charset="0"/>
                        <a:ea typeface="Meiryo UI" pitchFamily="50" charset="-128"/>
                        <a:cs typeface="Arial" pitchFamily="34" charset="0"/>
                      </a:endParaRPr>
                    </a:p>
                  </a:txBody>
                  <a:tcPr marL="46800" marR="46800" marT="14400" marB="14400" anchor="ctr">
                    <a:lnL w="19050"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a:r>
                        <a:rPr lang="en-US" altLang="ja-JP" sz="1050" b="0" i="0" dirty="0">
                          <a:solidFill>
                            <a:schemeClr val="tx1"/>
                          </a:solidFill>
                          <a:latin typeface="Arial" pitchFamily="34" charset="0"/>
                          <a:ea typeface="Meiryo UI" pitchFamily="50" charset="-128"/>
                          <a:cs typeface="Arial" pitchFamily="34" charset="0"/>
                        </a:rPr>
                        <a:t>X</a:t>
                      </a:r>
                      <a:endParaRPr lang="ja-JP" altLang="en-US" sz="1050" b="0" i="0" dirty="0">
                        <a:solidFill>
                          <a:schemeClr val="tx1"/>
                        </a:solidFill>
                        <a:latin typeface="Arial" pitchFamily="34" charset="0"/>
                        <a:ea typeface="Meiryo UI" pitchFamily="50" charset="-128"/>
                        <a:cs typeface="Arial" pitchFamily="34" charset="0"/>
                      </a:endParaRPr>
                    </a:p>
                  </a:txBody>
                  <a:tcPr marL="46800" marR="46800" marT="14400" marB="14400" anchor="ctr">
                    <a:lnL w="19050"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a:r>
                        <a:rPr lang="en-US" altLang="ja-JP" sz="1050" b="0" i="0" dirty="0">
                          <a:solidFill>
                            <a:schemeClr val="tx1"/>
                          </a:solidFill>
                          <a:latin typeface="Arial" pitchFamily="34" charset="0"/>
                          <a:ea typeface="Meiryo UI" pitchFamily="50" charset="-128"/>
                          <a:cs typeface="Arial" pitchFamily="34" charset="0"/>
                        </a:rPr>
                        <a:t>X</a:t>
                      </a:r>
                      <a:endParaRPr lang="ja-JP" altLang="en-US" sz="1050" b="0" i="0" dirty="0">
                        <a:solidFill>
                          <a:schemeClr val="tx1"/>
                        </a:solidFill>
                        <a:latin typeface="Arial" pitchFamily="34" charset="0"/>
                        <a:ea typeface="Meiryo UI" pitchFamily="50" charset="-128"/>
                        <a:cs typeface="Arial" pitchFamily="34" charset="0"/>
                      </a:endParaRPr>
                    </a:p>
                  </a:txBody>
                  <a:tcPr marL="46800" marR="46800" marT="14400" marB="14400" anchor="ctr">
                    <a:lnL w="19050"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525396742"/>
                  </a:ext>
                </a:extLst>
              </a:tr>
              <a:tr h="0">
                <a:tc>
                  <a:txBody>
                    <a:bodyPr/>
                    <a:lstStyle/>
                    <a:p>
                      <a:pPr algn="ctr" fontAlgn="ctr"/>
                      <a:r>
                        <a:rPr lang="en-US" altLang="ja-JP" sz="1050" b="0" i="0" u="none" strike="noStrike" dirty="0">
                          <a:solidFill>
                            <a:schemeClr val="tx1"/>
                          </a:solidFill>
                          <a:effectLst/>
                          <a:latin typeface="Arial" pitchFamily="34" charset="0"/>
                          <a:ea typeface="Meiryo UI" pitchFamily="50" charset="-128"/>
                          <a:cs typeface="Arial" pitchFamily="34" charset="0"/>
                        </a:rPr>
                        <a:t>Security</a:t>
                      </a:r>
                      <a:endParaRPr lang="ja-JP" altLang="en-US" sz="1050" b="0" i="0" u="none" strike="noStrike" dirty="0">
                        <a:solidFill>
                          <a:schemeClr val="tx1"/>
                        </a:solidFill>
                        <a:effectLst/>
                        <a:latin typeface="Arial" pitchFamily="34" charset="0"/>
                        <a:ea typeface="Meiryo UI" pitchFamily="50" charset="-128"/>
                        <a:cs typeface="Arial" pitchFamily="34" charset="0"/>
                      </a:endParaRPr>
                    </a:p>
                  </a:txBody>
                  <a:tcPr marL="46800" marR="46800" marT="14400" marB="14400" anchor="ctr">
                    <a:lnL w="28575"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gridSpan="2">
                  <a:txBody>
                    <a:bodyPr/>
                    <a:lstStyle/>
                    <a:p>
                      <a:pPr algn="l" fontAlgn="ctr"/>
                      <a:r>
                        <a:rPr lang="en-US" altLang="ja-JP" sz="1050" b="0" i="0" u="none" strike="noStrike" dirty="0">
                          <a:solidFill>
                            <a:schemeClr val="tx1"/>
                          </a:solidFill>
                          <a:effectLst/>
                          <a:latin typeface="Arial" pitchFamily="34" charset="0"/>
                          <a:ea typeface="Meiryo UI" pitchFamily="50" charset="-128"/>
                          <a:cs typeface="Arial" pitchFamily="34" charset="0"/>
                        </a:rPr>
                        <a:t>Immobilizer </a:t>
                      </a:r>
                      <a:r>
                        <a:rPr lang="en-US" altLang="ja-JP" sz="1050" b="0" i="0" u="none" strike="noStrike" baseline="0" dirty="0">
                          <a:solidFill>
                            <a:schemeClr val="tx1"/>
                          </a:solidFill>
                          <a:effectLst/>
                          <a:latin typeface="Arial" pitchFamily="34" charset="0"/>
                          <a:ea typeface="Meiryo UI" pitchFamily="50" charset="-128"/>
                          <a:cs typeface="Arial" pitchFamily="34" charset="0"/>
                        </a:rPr>
                        <a:t>(</a:t>
                      </a:r>
                      <a:r>
                        <a:rPr lang="en-US" altLang="ja-JP" sz="1050" b="0" i="0" u="none" strike="noStrike" dirty="0">
                          <a:solidFill>
                            <a:schemeClr val="tx1"/>
                          </a:solidFill>
                          <a:effectLst/>
                          <a:latin typeface="Arial" pitchFamily="34" charset="0"/>
                          <a:ea typeface="Meiryo UI" pitchFamily="50" charset="-128"/>
                          <a:cs typeface="Arial" pitchFamily="34" charset="0"/>
                        </a:rPr>
                        <a:t>Generation 6</a:t>
                      </a:r>
                      <a:r>
                        <a:rPr lang="en-US" altLang="ja-JP" sz="1050" b="0" i="0" u="none" strike="noStrike" baseline="30000" dirty="0">
                          <a:solidFill>
                            <a:schemeClr val="tx1"/>
                          </a:solidFill>
                          <a:effectLst/>
                          <a:latin typeface="Arial" pitchFamily="34" charset="0"/>
                          <a:ea typeface="Meiryo UI" pitchFamily="50" charset="-128"/>
                          <a:cs typeface="Arial" pitchFamily="34" charset="0"/>
                        </a:rPr>
                        <a:t>th</a:t>
                      </a:r>
                      <a:r>
                        <a:rPr lang="en-US" altLang="ja-JP" sz="1050" b="0" i="0" u="none" strike="noStrike" baseline="0" dirty="0">
                          <a:solidFill>
                            <a:schemeClr val="tx1"/>
                          </a:solidFill>
                          <a:effectLst/>
                          <a:latin typeface="Arial" pitchFamily="34" charset="0"/>
                          <a:ea typeface="Meiryo UI" pitchFamily="50" charset="-128"/>
                          <a:cs typeface="Arial" pitchFamily="34" charset="0"/>
                        </a:rPr>
                        <a:t>)</a:t>
                      </a:r>
                      <a:endParaRPr lang="en-US" altLang="ja-JP" sz="1050" b="0" i="0" u="none" strike="noStrike" dirty="0">
                        <a:solidFill>
                          <a:schemeClr val="tx1"/>
                        </a:solidFill>
                        <a:effectLst/>
                        <a:latin typeface="Arial" pitchFamily="34" charset="0"/>
                        <a:ea typeface="Meiryo UI" pitchFamily="50" charset="-128"/>
                        <a:cs typeface="Arial" pitchFamily="34" charset="0"/>
                      </a:endParaRPr>
                    </a:p>
                  </a:txBody>
                  <a:tcPr marL="46800" marR="46800" marT="14400" marB="14400" anchor="ctr">
                    <a:lnL w="19050"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hMerge="1">
                  <a:txBody>
                    <a:bodyPr/>
                    <a:lstStyle/>
                    <a:p>
                      <a:endParaRPr kumimoji="1" lang="ja-JP" altLang="en-US"/>
                    </a:p>
                  </a:txBody>
                  <a:tcPr>
                    <a:lnL w="19050"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a:r>
                        <a:rPr lang="en-US" altLang="ja-JP" sz="1050" b="0" i="0" dirty="0">
                          <a:solidFill>
                            <a:schemeClr val="tx1"/>
                          </a:solidFill>
                          <a:latin typeface="Arial" pitchFamily="34" charset="0"/>
                          <a:ea typeface="Meiryo UI" pitchFamily="50" charset="-128"/>
                          <a:cs typeface="Arial" pitchFamily="34" charset="0"/>
                        </a:rPr>
                        <a:t>X</a:t>
                      </a:r>
                      <a:endParaRPr lang="ja-JP" altLang="en-US" sz="1050" b="0" i="0" dirty="0">
                        <a:solidFill>
                          <a:schemeClr val="tx1"/>
                        </a:solidFill>
                        <a:latin typeface="Arial" pitchFamily="34" charset="0"/>
                        <a:ea typeface="Meiryo UI" pitchFamily="50" charset="-128"/>
                        <a:cs typeface="Arial" pitchFamily="34" charset="0"/>
                      </a:endParaRPr>
                    </a:p>
                  </a:txBody>
                  <a:tcPr marL="46800" marR="46800" marT="14400" marB="14400" anchor="ctr">
                    <a:lnL w="19050"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a:r>
                        <a:rPr lang="en-US" altLang="ja-JP" sz="1050" b="0" i="0" dirty="0">
                          <a:solidFill>
                            <a:schemeClr val="tx1"/>
                          </a:solidFill>
                          <a:latin typeface="Arial" pitchFamily="34" charset="0"/>
                          <a:ea typeface="Meiryo UI" pitchFamily="50" charset="-128"/>
                          <a:cs typeface="Arial" pitchFamily="34" charset="0"/>
                        </a:rPr>
                        <a:t>X</a:t>
                      </a:r>
                      <a:endParaRPr lang="ja-JP" altLang="en-US" sz="1050" b="0" i="0" dirty="0">
                        <a:solidFill>
                          <a:schemeClr val="tx1"/>
                        </a:solidFill>
                        <a:latin typeface="Arial" pitchFamily="34" charset="0"/>
                        <a:ea typeface="Meiryo UI" pitchFamily="50" charset="-128"/>
                        <a:cs typeface="Arial" pitchFamily="34" charset="0"/>
                      </a:endParaRPr>
                    </a:p>
                  </a:txBody>
                  <a:tcPr marL="46800" marR="46800" marT="14400" marB="14400" anchor="ctr">
                    <a:lnL w="19050"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a:r>
                        <a:rPr lang="en-US" altLang="ja-JP" sz="1050" b="0" i="0" dirty="0">
                          <a:solidFill>
                            <a:schemeClr val="tx1"/>
                          </a:solidFill>
                          <a:latin typeface="Arial" pitchFamily="34" charset="0"/>
                          <a:ea typeface="Meiryo UI" pitchFamily="50" charset="-128"/>
                          <a:cs typeface="Arial" pitchFamily="34" charset="0"/>
                        </a:rPr>
                        <a:t>X</a:t>
                      </a:r>
                      <a:endParaRPr lang="ja-JP" altLang="en-US" sz="1050" b="0" i="0" dirty="0">
                        <a:solidFill>
                          <a:schemeClr val="tx1"/>
                        </a:solidFill>
                        <a:latin typeface="Arial" pitchFamily="34" charset="0"/>
                        <a:ea typeface="Meiryo UI" pitchFamily="50" charset="-128"/>
                        <a:cs typeface="Arial" pitchFamily="34" charset="0"/>
                      </a:endParaRPr>
                    </a:p>
                  </a:txBody>
                  <a:tcPr marL="46800" marR="46800" marT="14400" marB="14400" anchor="ctr">
                    <a:lnL w="19050"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174630924"/>
                  </a:ext>
                </a:extLst>
              </a:tr>
              <a:tr h="0">
                <a:tc rowSpan="3">
                  <a:txBody>
                    <a:bodyPr/>
                    <a:lstStyle/>
                    <a:p>
                      <a:pPr algn="ctr" fontAlgn="ctr"/>
                      <a:r>
                        <a:rPr lang="en-US" altLang="ja-JP" sz="1050" b="0" i="0" u="none" strike="noStrike" dirty="0">
                          <a:solidFill>
                            <a:schemeClr val="tx1"/>
                          </a:solidFill>
                          <a:effectLst/>
                          <a:latin typeface="Arial" pitchFamily="34" charset="0"/>
                          <a:ea typeface="Meiryo UI" pitchFamily="50" charset="-128"/>
                          <a:cs typeface="Arial" pitchFamily="34" charset="0"/>
                        </a:rPr>
                        <a:t>Battery</a:t>
                      </a:r>
                      <a:endParaRPr lang="ja-JP" altLang="en-US" sz="1050" b="0" i="0" u="none" strike="noStrike" dirty="0">
                        <a:solidFill>
                          <a:schemeClr val="tx1"/>
                        </a:solidFill>
                        <a:effectLst/>
                        <a:latin typeface="Arial" pitchFamily="34" charset="0"/>
                        <a:ea typeface="Meiryo UI" pitchFamily="50" charset="-128"/>
                        <a:cs typeface="Arial" pitchFamily="34" charset="0"/>
                      </a:endParaRPr>
                    </a:p>
                  </a:txBody>
                  <a:tcPr marL="46800" marR="46800" marT="14400" marB="14400" anchor="ctr">
                    <a:lnL w="28575"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rgbClr val="FFFF99"/>
                    </a:solidFill>
                  </a:tcPr>
                </a:tc>
                <a:tc gridSpan="2">
                  <a:txBody>
                    <a:bodyPr/>
                    <a:lstStyle/>
                    <a:p>
                      <a:pPr algn="l" fontAlgn="ctr"/>
                      <a:r>
                        <a:rPr lang="en-US" altLang="ja-JP" sz="1050" b="0" i="0" u="none" strike="noStrike" dirty="0">
                          <a:solidFill>
                            <a:schemeClr val="tx1"/>
                          </a:solidFill>
                          <a:effectLst/>
                          <a:latin typeface="Arial" pitchFamily="34" charset="0"/>
                          <a:ea typeface="Meiryo UI" pitchFamily="50" charset="-128"/>
                          <a:cs typeface="Arial" pitchFamily="34" charset="0"/>
                        </a:rPr>
                        <a:t>Size  DIN LN2, Supplier : JCI</a:t>
                      </a:r>
                    </a:p>
                  </a:txBody>
                  <a:tcPr marL="46800" marR="46800" marT="14400" marB="14400" anchor="ctr">
                    <a:lnL w="19050"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rgbClr val="FFFF99"/>
                    </a:solidFill>
                  </a:tcPr>
                </a:tc>
                <a:tc hMerge="1">
                  <a:txBody>
                    <a:bodyPr/>
                    <a:lstStyle/>
                    <a:p>
                      <a:pPr algn="l" fontAlgn="ctr"/>
                      <a:endParaRPr lang="en-US" altLang="ja-JP" sz="1050" b="0" i="0" u="none" strike="noStrike" dirty="0">
                        <a:solidFill>
                          <a:schemeClr val="tx1"/>
                        </a:solidFill>
                        <a:effectLst/>
                        <a:latin typeface="Arial" pitchFamily="34" charset="0"/>
                        <a:ea typeface="Meiryo UI" pitchFamily="50" charset="-128"/>
                        <a:cs typeface="Arial" pitchFamily="34" charset="0"/>
                      </a:endParaRPr>
                    </a:p>
                  </a:txBody>
                  <a:tcPr marL="46800" marR="46800" marT="14400" marB="14400" anchor="ctr">
                    <a:lnL w="19050"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a:r>
                        <a:rPr lang="en-US" altLang="ja-JP" sz="1050" b="0" i="0" dirty="0">
                          <a:solidFill>
                            <a:schemeClr val="tx1"/>
                          </a:solidFill>
                          <a:latin typeface="Arial" pitchFamily="34" charset="0"/>
                          <a:ea typeface="Meiryo UI" pitchFamily="50" charset="-128"/>
                          <a:cs typeface="Arial" pitchFamily="34" charset="0"/>
                        </a:rPr>
                        <a:t>X</a:t>
                      </a:r>
                      <a:endParaRPr lang="ja-JP" altLang="en-US" sz="1050" b="0" i="0" dirty="0">
                        <a:solidFill>
                          <a:schemeClr val="tx1"/>
                        </a:solidFill>
                        <a:latin typeface="Arial" pitchFamily="34" charset="0"/>
                        <a:ea typeface="Meiryo UI" pitchFamily="50" charset="-128"/>
                        <a:cs typeface="Arial" pitchFamily="34" charset="0"/>
                      </a:endParaRPr>
                    </a:p>
                  </a:txBody>
                  <a:tcPr marL="46800" marR="46800" marT="14400" marB="14400" anchor="ctr">
                    <a:lnL w="19050"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rgbClr val="FFFF99"/>
                    </a:solidFill>
                  </a:tcPr>
                </a:tc>
                <a:tc>
                  <a:txBody>
                    <a:bodyPr/>
                    <a:lstStyle/>
                    <a:p>
                      <a:pPr algn="ctr"/>
                      <a:endParaRPr lang="ja-JP" altLang="en-US" sz="1050" b="0" i="0" dirty="0">
                        <a:solidFill>
                          <a:schemeClr val="tx1"/>
                        </a:solidFill>
                        <a:latin typeface="Arial" pitchFamily="34" charset="0"/>
                        <a:ea typeface="Meiryo UI" pitchFamily="50" charset="-128"/>
                        <a:cs typeface="Arial" pitchFamily="34" charset="0"/>
                      </a:endParaRPr>
                    </a:p>
                  </a:txBody>
                  <a:tcPr marL="46800" marR="46800" marT="14400" marB="14400" anchor="ctr">
                    <a:lnL w="19050"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rgbClr val="FFFF99"/>
                    </a:solidFill>
                  </a:tcPr>
                </a:tc>
                <a:tc>
                  <a:txBody>
                    <a:bodyPr/>
                    <a:lstStyle/>
                    <a:p>
                      <a:pPr algn="ctr"/>
                      <a:r>
                        <a:rPr lang="en-US" altLang="ja-JP" sz="1050" b="0" i="0" dirty="0">
                          <a:solidFill>
                            <a:schemeClr val="tx1"/>
                          </a:solidFill>
                          <a:latin typeface="Arial" pitchFamily="34" charset="0"/>
                          <a:ea typeface="Meiryo UI" pitchFamily="50" charset="-128"/>
                          <a:cs typeface="Arial" pitchFamily="34" charset="0"/>
                        </a:rPr>
                        <a:t>-</a:t>
                      </a:r>
                      <a:endParaRPr lang="ja-JP" altLang="en-US" sz="1050" b="0" i="0" dirty="0">
                        <a:solidFill>
                          <a:schemeClr val="tx1"/>
                        </a:solidFill>
                        <a:latin typeface="Arial" pitchFamily="34" charset="0"/>
                        <a:ea typeface="Meiryo UI" pitchFamily="50" charset="-128"/>
                        <a:cs typeface="Arial" pitchFamily="34" charset="0"/>
                      </a:endParaRPr>
                    </a:p>
                  </a:txBody>
                  <a:tcPr marL="46800" marR="46800" marT="14400" marB="14400" anchor="ctr">
                    <a:lnL w="19050"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rgbClr val="FFFF99"/>
                    </a:solidFill>
                  </a:tcPr>
                </a:tc>
                <a:extLst>
                  <a:ext uri="{0D108BD9-81ED-4DB2-BD59-A6C34878D82A}">
                    <a16:rowId xmlns:a16="http://schemas.microsoft.com/office/drawing/2014/main" val="2460150936"/>
                  </a:ext>
                </a:extLst>
              </a:tr>
              <a:tr h="0">
                <a:tc vMerge="1">
                  <a:txBody>
                    <a:bodyPr/>
                    <a:lstStyle/>
                    <a:p>
                      <a:endParaRPr kumimoji="1" lang="ja-JP" altLang="en-US"/>
                    </a:p>
                  </a:txBody>
                  <a:tcPr/>
                </a:tc>
                <a:tc gridSpan="2">
                  <a:txBody>
                    <a:bodyPr/>
                    <a:lstStyle/>
                    <a:p>
                      <a:pPr algn="l" fontAlgn="ctr"/>
                      <a:r>
                        <a:rPr lang="en-US" altLang="ja-JP" sz="1050" b="0" i="0" u="none" strike="noStrike" baseline="0" dirty="0">
                          <a:solidFill>
                            <a:schemeClr val="tx1"/>
                          </a:solidFill>
                          <a:effectLst/>
                          <a:latin typeface="Arial" pitchFamily="34" charset="0"/>
                          <a:ea typeface="Meiryo UI" pitchFamily="50" charset="-128"/>
                          <a:cs typeface="Arial" pitchFamily="34" charset="0"/>
                        </a:rPr>
                        <a:t>Size  DIN 55B24,</a:t>
                      </a:r>
                      <a:r>
                        <a:rPr lang="en-US" altLang="ja-JP" sz="1050" b="0" i="0" u="none" strike="noStrike" dirty="0">
                          <a:solidFill>
                            <a:schemeClr val="tx1"/>
                          </a:solidFill>
                          <a:effectLst/>
                          <a:latin typeface="Arial" pitchFamily="34" charset="0"/>
                          <a:ea typeface="Meiryo UI" pitchFamily="50" charset="-128"/>
                          <a:cs typeface="Arial" pitchFamily="34" charset="0"/>
                        </a:rPr>
                        <a:t> , Supplier : JCI</a:t>
                      </a:r>
                    </a:p>
                  </a:txBody>
                  <a:tcPr marL="46800" marR="46800" marT="14400" marB="14400" anchor="ctr">
                    <a:lnL w="19050"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rgbClr val="FFFF99"/>
                    </a:solidFill>
                  </a:tcPr>
                </a:tc>
                <a:tc hMerge="1">
                  <a:txBody>
                    <a:bodyPr/>
                    <a:lstStyle/>
                    <a:p>
                      <a:endParaRPr kumimoji="1" lang="ja-JP" altLang="en-US"/>
                    </a:p>
                  </a:txBody>
                  <a:tcPr/>
                </a:tc>
                <a:tc>
                  <a:txBody>
                    <a:bodyPr/>
                    <a:lstStyle/>
                    <a:p>
                      <a:pPr algn="ctr"/>
                      <a:r>
                        <a:rPr lang="en-US" altLang="ja-JP" sz="1050" b="0" i="0" dirty="0">
                          <a:solidFill>
                            <a:schemeClr val="tx1"/>
                          </a:solidFill>
                          <a:latin typeface="Arial" pitchFamily="34" charset="0"/>
                          <a:ea typeface="Meiryo UI" pitchFamily="50" charset="-128"/>
                          <a:cs typeface="Arial" pitchFamily="34" charset="0"/>
                        </a:rPr>
                        <a:t>-</a:t>
                      </a:r>
                      <a:endParaRPr lang="ja-JP" altLang="en-US" sz="1050" b="0" i="0" dirty="0">
                        <a:solidFill>
                          <a:schemeClr val="tx1"/>
                        </a:solidFill>
                        <a:latin typeface="Arial" pitchFamily="34" charset="0"/>
                        <a:ea typeface="Meiryo UI" pitchFamily="50" charset="-128"/>
                        <a:cs typeface="Arial" pitchFamily="34" charset="0"/>
                      </a:endParaRPr>
                    </a:p>
                  </a:txBody>
                  <a:tcPr marL="46800" marR="46800" marT="14400" marB="14400" anchor="ctr">
                    <a:lnL w="19050"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rgbClr val="FFFF99"/>
                    </a:solidFill>
                  </a:tcPr>
                </a:tc>
                <a:tc>
                  <a:txBody>
                    <a:bodyPr/>
                    <a:lstStyle/>
                    <a:p>
                      <a:pPr algn="ctr"/>
                      <a:r>
                        <a:rPr lang="en-US" altLang="ja-JP" sz="1050" b="0" i="0" dirty="0">
                          <a:solidFill>
                            <a:schemeClr val="tx1"/>
                          </a:solidFill>
                          <a:latin typeface="Arial" pitchFamily="34" charset="0"/>
                          <a:ea typeface="Meiryo UI" pitchFamily="50" charset="-128"/>
                          <a:cs typeface="Arial" pitchFamily="34" charset="0"/>
                        </a:rPr>
                        <a:t>X</a:t>
                      </a:r>
                      <a:endParaRPr lang="ja-JP" altLang="en-US" sz="1050" b="0" i="0" dirty="0">
                        <a:solidFill>
                          <a:schemeClr val="tx1"/>
                        </a:solidFill>
                        <a:latin typeface="Arial" pitchFamily="34" charset="0"/>
                        <a:ea typeface="Meiryo UI" pitchFamily="50" charset="-128"/>
                        <a:cs typeface="Arial" pitchFamily="34" charset="0"/>
                      </a:endParaRPr>
                    </a:p>
                  </a:txBody>
                  <a:tcPr marL="46800" marR="46800" marT="14400" marB="14400" anchor="ctr">
                    <a:lnL w="19050"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rgbClr val="FFFF9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1050" b="0" i="0" dirty="0">
                          <a:solidFill>
                            <a:schemeClr val="tx1"/>
                          </a:solidFill>
                          <a:latin typeface="Arial" pitchFamily="34" charset="0"/>
                          <a:ea typeface="Meiryo UI" pitchFamily="50" charset="-128"/>
                          <a:cs typeface="Arial" pitchFamily="34" charset="0"/>
                        </a:rPr>
                        <a:t>X</a:t>
                      </a:r>
                      <a:endParaRPr lang="ja-JP" altLang="en-US" sz="1050" b="0" i="0" dirty="0">
                        <a:solidFill>
                          <a:schemeClr val="tx1"/>
                        </a:solidFill>
                        <a:latin typeface="Arial" pitchFamily="34" charset="0"/>
                        <a:ea typeface="Meiryo UI" pitchFamily="50" charset="-128"/>
                        <a:cs typeface="Arial" pitchFamily="34" charset="0"/>
                      </a:endParaRPr>
                    </a:p>
                  </a:txBody>
                  <a:tcPr marL="46800" marR="46800" marT="14400" marB="14400" anchor="ctr">
                    <a:lnL w="19050"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rgbClr val="FFFF99"/>
                    </a:solidFill>
                  </a:tcPr>
                </a:tc>
                <a:extLst>
                  <a:ext uri="{0D108BD9-81ED-4DB2-BD59-A6C34878D82A}">
                    <a16:rowId xmlns:a16="http://schemas.microsoft.com/office/drawing/2014/main" val="3076348819"/>
                  </a:ext>
                </a:extLst>
              </a:tr>
              <a:tr h="0">
                <a:tc vMerge="1">
                  <a:txBody>
                    <a:bodyPr/>
                    <a:lstStyle/>
                    <a:p>
                      <a:pPr algn="ctr" fontAlgn="ctr"/>
                      <a:endParaRPr lang="ja-JP" altLang="en-US" sz="1050" b="0" i="0" u="none" strike="noStrike" dirty="0">
                        <a:solidFill>
                          <a:schemeClr val="tx1"/>
                        </a:solidFill>
                        <a:effectLst/>
                        <a:latin typeface="Arial" pitchFamily="34" charset="0"/>
                        <a:ea typeface="Meiryo UI" pitchFamily="50" charset="-128"/>
                        <a:cs typeface="Arial" pitchFamily="34" charset="0"/>
                      </a:endParaRPr>
                    </a:p>
                  </a:txBody>
                  <a:tcPr marL="46800" marR="46800" marT="14400" marB="14400" anchor="ctr">
                    <a:lnL w="28575"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gridSpan="2">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en-US" altLang="ja-JP" sz="1050" b="0" i="0" u="none" strike="noStrike" dirty="0">
                          <a:solidFill>
                            <a:schemeClr val="tx1"/>
                          </a:solidFill>
                          <a:effectLst/>
                          <a:latin typeface="Arial" pitchFamily="34" charset="0"/>
                          <a:ea typeface="Meiryo UI" pitchFamily="50" charset="-128"/>
                          <a:cs typeface="Arial" pitchFamily="34" charset="0"/>
                        </a:rPr>
                        <a:t>Battery</a:t>
                      </a:r>
                      <a:r>
                        <a:rPr lang="ja-JP" altLang="en-US" sz="1050" b="0" i="0" u="none" strike="noStrike" dirty="0">
                          <a:solidFill>
                            <a:schemeClr val="tx1"/>
                          </a:solidFill>
                          <a:effectLst/>
                          <a:latin typeface="Arial" pitchFamily="34" charset="0"/>
                          <a:ea typeface="Meiryo UI" pitchFamily="50" charset="-128"/>
                          <a:cs typeface="Arial" pitchFamily="34" charset="0"/>
                        </a:rPr>
                        <a:t> </a:t>
                      </a:r>
                      <a:r>
                        <a:rPr lang="en-US" altLang="ja-JP" sz="1050" b="0" i="0" u="none" strike="noStrike" dirty="0">
                          <a:solidFill>
                            <a:schemeClr val="tx1"/>
                          </a:solidFill>
                          <a:effectLst/>
                          <a:latin typeface="Arial" pitchFamily="34" charset="0"/>
                          <a:ea typeface="Meiryo UI" pitchFamily="50" charset="-128"/>
                          <a:cs typeface="Arial" pitchFamily="34" charset="0"/>
                        </a:rPr>
                        <a:t>Sensor</a:t>
                      </a:r>
                    </a:p>
                  </a:txBody>
                  <a:tcPr marL="46800" marR="46800" marT="14400" marB="14400" anchor="ctr">
                    <a:lnL w="19050"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hMerge="1">
                  <a:txBody>
                    <a:bodyPr/>
                    <a:lstStyle/>
                    <a:p>
                      <a:endParaRPr kumimoji="1" lang="ja-JP" altLang="en-US"/>
                    </a:p>
                  </a:txBody>
                  <a:tcPr>
                    <a:lnL w="19050"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a:r>
                        <a:rPr lang="en-US" altLang="ja-JP" sz="1050" b="0" i="0" dirty="0">
                          <a:solidFill>
                            <a:schemeClr val="tx1"/>
                          </a:solidFill>
                          <a:latin typeface="Arial" pitchFamily="34" charset="0"/>
                          <a:ea typeface="Meiryo UI" pitchFamily="50" charset="-128"/>
                          <a:cs typeface="Arial" pitchFamily="34" charset="0"/>
                        </a:rPr>
                        <a:t>X</a:t>
                      </a:r>
                      <a:endParaRPr lang="ja-JP" altLang="en-US" sz="1050" b="0" i="0" dirty="0">
                        <a:solidFill>
                          <a:schemeClr val="tx1"/>
                        </a:solidFill>
                        <a:latin typeface="Arial" pitchFamily="34" charset="0"/>
                        <a:ea typeface="Meiryo UI" pitchFamily="50" charset="-128"/>
                        <a:cs typeface="Arial" pitchFamily="34" charset="0"/>
                      </a:endParaRPr>
                    </a:p>
                  </a:txBody>
                  <a:tcPr marL="46800" marR="46800" marT="14400" marB="14400" anchor="ctr">
                    <a:lnL w="19050"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a:r>
                        <a:rPr lang="en-US" altLang="ja-JP" sz="1050" b="0" i="0" dirty="0">
                          <a:solidFill>
                            <a:schemeClr val="tx1"/>
                          </a:solidFill>
                          <a:latin typeface="Arial" pitchFamily="34" charset="0"/>
                          <a:ea typeface="Meiryo UI" pitchFamily="50" charset="-128"/>
                          <a:cs typeface="Arial" pitchFamily="34" charset="0"/>
                        </a:rPr>
                        <a:t>X</a:t>
                      </a:r>
                      <a:endParaRPr lang="ja-JP" altLang="en-US" sz="1050" b="0" i="0" dirty="0">
                        <a:solidFill>
                          <a:schemeClr val="tx1"/>
                        </a:solidFill>
                        <a:latin typeface="Arial" pitchFamily="34" charset="0"/>
                        <a:ea typeface="Meiryo UI" pitchFamily="50" charset="-128"/>
                        <a:cs typeface="Arial" pitchFamily="34" charset="0"/>
                      </a:endParaRPr>
                    </a:p>
                  </a:txBody>
                  <a:tcPr marL="46800" marR="46800" marT="14400" marB="14400" anchor="ctr">
                    <a:lnL w="19050"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a:r>
                        <a:rPr lang="en-US" altLang="ja-JP" sz="1050" b="0" i="0" dirty="0">
                          <a:solidFill>
                            <a:schemeClr val="tx1"/>
                          </a:solidFill>
                          <a:latin typeface="Arial" pitchFamily="34" charset="0"/>
                          <a:ea typeface="Meiryo UI" pitchFamily="50" charset="-128"/>
                          <a:cs typeface="Arial" pitchFamily="34" charset="0"/>
                        </a:rPr>
                        <a:t>X</a:t>
                      </a:r>
                      <a:endParaRPr lang="ja-JP" altLang="en-US" sz="1050" b="0" i="0" dirty="0">
                        <a:solidFill>
                          <a:schemeClr val="tx1"/>
                        </a:solidFill>
                        <a:latin typeface="Arial" pitchFamily="34" charset="0"/>
                        <a:ea typeface="Meiryo UI" pitchFamily="50" charset="-128"/>
                        <a:cs typeface="Arial" pitchFamily="34" charset="0"/>
                      </a:endParaRPr>
                    </a:p>
                  </a:txBody>
                  <a:tcPr marL="46800" marR="46800" marT="14400" marB="14400" anchor="ctr">
                    <a:lnL w="19050" cap="flat" cmpd="sng" algn="ctr">
                      <a:solidFill>
                        <a:schemeClr val="bg1">
                          <a:lumMod val="6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465551305"/>
                  </a:ext>
                </a:extLst>
              </a:tr>
            </a:tbl>
          </a:graphicData>
        </a:graphic>
      </p:graphicFrame>
      <p:sp>
        <p:nvSpPr>
          <p:cNvPr id="15" name="Text Box 2"/>
          <p:cNvSpPr txBox="1">
            <a:spLocks noChangeArrowheads="1"/>
          </p:cNvSpPr>
          <p:nvPr/>
        </p:nvSpPr>
        <p:spPr bwMode="auto">
          <a:xfrm>
            <a:off x="61254" y="574254"/>
            <a:ext cx="5831789" cy="373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0" marR="0" lvl="0" indent="0" algn="l" defTabSz="914400" rtl="0" eaLnBrk="1" fontAlgn="base" latinLnBrk="0" hangingPunct="1">
              <a:lnSpc>
                <a:spcPct val="130000"/>
              </a:lnSpc>
              <a:spcBef>
                <a:spcPct val="0"/>
              </a:spcBef>
              <a:spcAft>
                <a:spcPct val="0"/>
              </a:spcAft>
              <a:buClrTx/>
              <a:buSzTx/>
              <a:buFontTx/>
              <a:buNone/>
              <a:tabLst/>
              <a:defRPr/>
            </a:pPr>
            <a:r>
              <a:rPr kumimoji="1" lang="en-US" altLang="ja-JP" sz="1600" b="1" i="0" u="sng" strike="noStrike" kern="1200" cap="none" spc="0" normalizeH="0" baseline="0" noProof="0" dirty="0">
                <a:ln>
                  <a:noFill/>
                </a:ln>
                <a:solidFill>
                  <a:srgbClr val="000000"/>
                </a:solidFill>
                <a:effectLst/>
                <a:uLnTx/>
                <a:uFillTx/>
                <a:latin typeface="Meiryo UI" panose="020B0604030504040204" pitchFamily="50" charset="-128"/>
                <a:ea typeface="HGP創英角ｺﾞｼｯｸUB" pitchFamily="50" charset="-128"/>
                <a:cs typeface="Arial" pitchFamily="34" charset="0"/>
              </a:rPr>
              <a:t>Vehicle (Major) Functions and ECU variant overview</a:t>
            </a:r>
            <a:endParaRPr kumimoji="1" lang="ja-JP" altLang="en-US" sz="1600" b="1" i="0" u="sng" strike="noStrike" kern="1200" cap="none" spc="0" normalizeH="0" baseline="0" noProof="0" dirty="0">
              <a:ln>
                <a:noFill/>
              </a:ln>
              <a:solidFill>
                <a:srgbClr val="000000"/>
              </a:solidFill>
              <a:effectLst/>
              <a:uLnTx/>
              <a:uFillTx/>
              <a:latin typeface="Meiryo UI" panose="020B0604030504040204" pitchFamily="50" charset="-128"/>
              <a:ea typeface="HGP創英角ｺﾞｼｯｸUB" pitchFamily="50" charset="-128"/>
              <a:cs typeface="Arial" pitchFamily="34" charset="0"/>
            </a:endParaRPr>
          </a:p>
        </p:txBody>
      </p:sp>
      <p:sp>
        <p:nvSpPr>
          <p:cNvPr id="16" name="テキスト ボックス 15"/>
          <p:cNvSpPr txBox="1"/>
          <p:nvPr/>
        </p:nvSpPr>
        <p:spPr>
          <a:xfrm>
            <a:off x="7640263" y="6429191"/>
            <a:ext cx="1439818" cy="430887"/>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ja-JP" sz="11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X</a:t>
            </a:r>
            <a:r>
              <a:rPr kumimoji="1" lang="ja-JP" altLang="en-US" sz="11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 </a:t>
            </a:r>
            <a:r>
              <a:rPr kumimoji="1" lang="en-US" altLang="ja-JP" sz="11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Application</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ja-JP" altLang="en-US" sz="11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a:t>
            </a:r>
            <a:r>
              <a:rPr kumimoji="1" lang="en-US" altLang="ja-JP" sz="11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No application</a:t>
            </a:r>
          </a:p>
        </p:txBody>
      </p:sp>
      <p:sp>
        <p:nvSpPr>
          <p:cNvPr id="18" name="テキスト ボックス 17"/>
          <p:cNvSpPr txBox="1"/>
          <p:nvPr/>
        </p:nvSpPr>
        <p:spPr>
          <a:xfrm>
            <a:off x="107504" y="6336858"/>
            <a:ext cx="4122603" cy="523220"/>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ja-JP" sz="1400" b="0" i="0" u="none" strike="noStrike" kern="1200" cap="none" spc="0"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cs typeface="Arial" panose="020B0604020202020204" pitchFamily="34" charset="0"/>
              </a:rPr>
              <a:t>&lt; System Matrix &gt;</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ja-JP" sz="1400" b="0" i="0" u="none" strike="noStrike" kern="1200" cap="none" spc="0"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cs typeface="Arial" panose="020B0604020202020204" pitchFamily="34" charset="0"/>
              </a:rPr>
              <a:t>Detail would be written in system matrix file.</a:t>
            </a:r>
            <a:endParaRPr kumimoji="1" lang="ja-JP" altLang="en-US" sz="1400" b="0" i="0" u="none" strike="noStrike" kern="1200" cap="none" spc="0" normalizeH="0" baseline="0" noProof="0" dirty="0">
              <a:ln>
                <a:noFill/>
              </a:ln>
              <a:solidFill>
                <a:srgbClr val="000000"/>
              </a:solidFill>
              <a:effectLst/>
              <a:uLnTx/>
              <a:uFillTx/>
              <a:latin typeface="メイリオ" panose="020B0604030504040204" pitchFamily="50" charset="-128"/>
              <a:ea typeface="メイリオ" panose="020B0604030504040204" pitchFamily="50" charset="-128"/>
              <a:cs typeface="Arial" panose="020B0604020202020204" pitchFamily="34" charset="0"/>
            </a:endParaRPr>
          </a:p>
        </p:txBody>
      </p:sp>
    </p:spTree>
    <p:extLst>
      <p:ext uri="{BB962C8B-B14F-4D97-AF65-F5344CB8AC3E}">
        <p14:creationId xmlns:p14="http://schemas.microsoft.com/office/powerpoint/2010/main" val="422241538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 name="Text Box 2"/>
          <p:cNvSpPr txBox="1">
            <a:spLocks noChangeArrowheads="1"/>
          </p:cNvSpPr>
          <p:nvPr/>
        </p:nvSpPr>
        <p:spPr bwMode="auto">
          <a:xfrm>
            <a:off x="83914" y="523174"/>
            <a:ext cx="5679696" cy="443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0" marR="0" lvl="0" indent="0" algn="l" defTabSz="914400" rtl="0" eaLnBrk="1" fontAlgn="base" latinLnBrk="0" hangingPunct="1">
              <a:lnSpc>
                <a:spcPct val="130000"/>
              </a:lnSpc>
              <a:spcBef>
                <a:spcPct val="0"/>
              </a:spcBef>
              <a:spcAft>
                <a:spcPct val="0"/>
              </a:spcAft>
              <a:buClrTx/>
              <a:buSzTx/>
              <a:buFontTx/>
              <a:buNone/>
              <a:tabLst/>
              <a:defRPr/>
            </a:pPr>
            <a:r>
              <a:rPr kumimoji="1" lang="en-US" altLang="ja-JP" sz="2000" b="1" i="0" u="sng"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ECU Input</a:t>
            </a:r>
            <a:r>
              <a:rPr kumimoji="1" lang="ja-JP" altLang="en-US" sz="2000" b="1" i="0" u="sng"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2000" b="1" i="0" u="sng"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 Output changed from 6WZZ</a:t>
            </a:r>
            <a:endParaRPr kumimoji="1" lang="ja-JP" altLang="en-US" sz="2000" b="1" i="0" u="sng"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endParaRPr>
          </a:p>
        </p:txBody>
      </p:sp>
      <p:sp>
        <p:nvSpPr>
          <p:cNvPr id="59" name="Text Box 2"/>
          <p:cNvSpPr txBox="1">
            <a:spLocks noChangeArrowheads="1"/>
          </p:cNvSpPr>
          <p:nvPr/>
        </p:nvSpPr>
        <p:spPr bwMode="auto">
          <a:xfrm>
            <a:off x="250829" y="44451"/>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2000" b="0" i="0" u="none" strike="noStrike" kern="1200" cap="none" spc="0" normalizeH="0" baseline="0" noProof="0" dirty="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14. Vehicle function relating ECU &amp; Feature</a:t>
            </a:r>
            <a:r>
              <a:rPr kumimoji="1" lang="ja-JP" altLang="en-US" sz="2000" b="0" i="0" u="none" strike="noStrike" kern="1200" cap="none" spc="0" normalizeH="0" baseline="0" noProof="0" dirty="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2000" b="0" i="0" u="none" strike="noStrike" kern="1200" cap="none" spc="0" normalizeH="0" baseline="0" noProof="0" dirty="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(2/4)</a:t>
            </a:r>
            <a:endParaRPr kumimoji="1" lang="en-US" altLang="ja-JP" sz="1100" b="0" i="0" u="none" strike="noStrike" kern="1200" cap="none" spc="0" normalizeH="0" baseline="0" noProof="0" dirty="0">
              <a:ln>
                <a:noFill/>
              </a:ln>
              <a:solidFill>
                <a:srgbClr val="FFFFFF"/>
              </a:solidFill>
              <a:effectLst/>
              <a:uLnTx/>
              <a:uFillTx/>
              <a:latin typeface="HGPｺﾞｼｯｸE" pitchFamily="50" charset="-128"/>
              <a:ea typeface="HGPｺﾞｼｯｸE" pitchFamily="50" charset="-128"/>
              <a:cs typeface="Arial" pitchFamily="34" charset="0"/>
            </a:endParaRPr>
          </a:p>
        </p:txBody>
      </p:sp>
      <p:sp>
        <p:nvSpPr>
          <p:cNvPr id="34" name="Text Box 2"/>
          <p:cNvSpPr txBox="1">
            <a:spLocks noChangeArrowheads="1"/>
          </p:cNvSpPr>
          <p:nvPr/>
        </p:nvSpPr>
        <p:spPr bwMode="auto">
          <a:xfrm>
            <a:off x="219144" y="3759055"/>
            <a:ext cx="5730305" cy="618118"/>
          </a:xfrm>
          <a:prstGeom prst="rect">
            <a:avLst/>
          </a:prstGeom>
          <a:noFill/>
          <a:ln>
            <a:noFill/>
          </a:ln>
        </p:spPr>
        <p:txBody>
          <a:bodyPr wrap="squar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0" marR="0" lvl="0" indent="0" algn="l" defTabSz="914400" rtl="0" eaLnBrk="1" fontAlgn="base" latinLnBrk="0" hangingPunct="1">
              <a:lnSpc>
                <a:spcPct val="130000"/>
              </a:lnSpc>
              <a:spcBef>
                <a:spcPct val="0"/>
              </a:spcBef>
              <a:spcAft>
                <a:spcPct val="0"/>
              </a:spcAft>
              <a:buClrTx/>
              <a:buSzTx/>
              <a:buFontTx/>
              <a:buNone/>
              <a:tabLst/>
              <a:defRPr/>
            </a:pPr>
            <a:r>
              <a:rPr kumimoji="1" lang="en-US" altLang="ja-JP"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ECU</a:t>
            </a:r>
            <a:r>
              <a:rPr kumimoji="1" lang="ja-JP" altLang="en-US"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の外部部品との 電気的なインターフェース、部品の特性 の詳細は</a:t>
            </a:r>
            <a:endParaRPr kumimoji="1" lang="en-US" altLang="ja-JP"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endParaRPr>
          </a:p>
          <a:p>
            <a:pPr marL="0" marR="0" lvl="0" indent="0" algn="l" defTabSz="914400" rtl="0" eaLnBrk="1" fontAlgn="base" latinLnBrk="0" hangingPunct="1">
              <a:lnSpc>
                <a:spcPct val="130000"/>
              </a:lnSpc>
              <a:spcBef>
                <a:spcPct val="0"/>
              </a:spcBef>
              <a:spcAft>
                <a:spcPct val="0"/>
              </a:spcAft>
              <a:buClrTx/>
              <a:buSzTx/>
              <a:buFontTx/>
              <a:buNone/>
              <a:tabLst/>
              <a:defRPr/>
            </a:pPr>
            <a:r>
              <a:rPr kumimoji="1" lang="en-US" altLang="ja-JP"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Non-BOSCH</a:t>
            </a:r>
            <a:r>
              <a:rPr kumimoji="1" lang="ja-JP" altLang="en-US"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component spec</a:t>
            </a:r>
            <a:r>
              <a:rPr kumimoji="1" lang="ja-JP" altLang="en-US"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 にて定義します。</a:t>
            </a:r>
            <a:endParaRPr kumimoji="1" lang="en-US" altLang="ja-JP"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endParaRPr>
          </a:p>
        </p:txBody>
      </p:sp>
      <p:sp>
        <p:nvSpPr>
          <p:cNvPr id="35" name="Text Box 2"/>
          <p:cNvSpPr txBox="1">
            <a:spLocks noChangeArrowheads="1"/>
          </p:cNvSpPr>
          <p:nvPr/>
        </p:nvSpPr>
        <p:spPr bwMode="auto">
          <a:xfrm>
            <a:off x="219144" y="4482329"/>
            <a:ext cx="5730305" cy="618118"/>
          </a:xfrm>
          <a:prstGeom prst="rect">
            <a:avLst/>
          </a:prstGeom>
          <a:noFill/>
          <a:ln>
            <a:noFill/>
          </a:ln>
        </p:spPr>
        <p:txBody>
          <a:bodyPr wrap="squar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0" marR="0" lvl="0" indent="0" algn="l" defTabSz="914400" rtl="0" eaLnBrk="1" fontAlgn="base" latinLnBrk="0" hangingPunct="1">
              <a:lnSpc>
                <a:spcPct val="130000"/>
              </a:lnSpc>
              <a:spcBef>
                <a:spcPct val="0"/>
              </a:spcBef>
              <a:spcAft>
                <a:spcPct val="0"/>
              </a:spcAft>
              <a:buClrTx/>
              <a:buSzTx/>
              <a:buFontTx/>
              <a:buNone/>
              <a:tabLst/>
              <a:defRPr/>
            </a:pPr>
            <a:r>
              <a:rPr kumimoji="1" lang="en-US" altLang="ja-JP"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Characteristics of each parts and electric interface would be defined in Non-BOSCH</a:t>
            </a:r>
            <a:r>
              <a:rPr kumimoji="1" lang="ja-JP" altLang="en-US"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component spec.</a:t>
            </a:r>
          </a:p>
        </p:txBody>
      </p:sp>
      <p:sp>
        <p:nvSpPr>
          <p:cNvPr id="14" name="正方形/長方形 13"/>
          <p:cNvSpPr/>
          <p:nvPr/>
        </p:nvSpPr>
        <p:spPr>
          <a:xfrm>
            <a:off x="442250" y="1195334"/>
            <a:ext cx="1421974" cy="1932391"/>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chemeClr val="tx1"/>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ja-JP" altLang="en-US" sz="14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p:txBody>
      </p:sp>
      <p:sp>
        <p:nvSpPr>
          <p:cNvPr id="17" name="正方形/長方形 16"/>
          <p:cNvSpPr/>
          <p:nvPr/>
        </p:nvSpPr>
        <p:spPr>
          <a:xfrm>
            <a:off x="3136322" y="2134976"/>
            <a:ext cx="2528928" cy="212271"/>
          </a:xfrm>
          <a:prstGeom prst="rect">
            <a:avLst/>
          </a:prstGeom>
          <a:gradFill rotWithShape="1">
            <a:gsLst>
              <a:gs pos="0">
                <a:srgbClr val="ED7D31">
                  <a:lumMod val="110000"/>
                  <a:satMod val="105000"/>
                  <a:tint val="67000"/>
                </a:srgbClr>
              </a:gs>
              <a:gs pos="50000">
                <a:srgbClr val="ED7D31">
                  <a:lumMod val="105000"/>
                  <a:satMod val="103000"/>
                  <a:tint val="73000"/>
                </a:srgbClr>
              </a:gs>
              <a:gs pos="100000">
                <a:srgbClr val="ED7D31">
                  <a:lumMod val="105000"/>
                  <a:satMod val="109000"/>
                  <a:tint val="81000"/>
                </a:srgbClr>
              </a:gs>
            </a:gsLst>
            <a:lin ang="5400000" scaled="0"/>
          </a:gradFill>
          <a:ln w="6350" cap="flat" cmpd="sng" algn="ctr">
            <a:solidFill>
              <a:schemeClr val="tx1"/>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rPr>
              <a:t>Alternator(ACG)</a:t>
            </a:r>
            <a:endParaRPr kumimoji="1" lang="ja-JP" altLang="en-US"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cxnSp>
        <p:nvCxnSpPr>
          <p:cNvPr id="18" name="直線コネクタ 17"/>
          <p:cNvCxnSpPr/>
          <p:nvPr/>
        </p:nvCxnSpPr>
        <p:spPr>
          <a:xfrm flipH="1">
            <a:off x="1864225" y="2241111"/>
            <a:ext cx="1272097" cy="0"/>
          </a:xfrm>
          <a:prstGeom prst="line">
            <a:avLst/>
          </a:prstGeom>
          <a:ln w="19050">
            <a:solidFill>
              <a:schemeClr val="accent6"/>
            </a:solidFill>
          </a:ln>
        </p:spPr>
        <p:style>
          <a:lnRef idx="1">
            <a:schemeClr val="accent1"/>
          </a:lnRef>
          <a:fillRef idx="0">
            <a:schemeClr val="accent1"/>
          </a:fillRef>
          <a:effectRef idx="0">
            <a:schemeClr val="accent1"/>
          </a:effectRef>
          <a:fontRef idx="minor">
            <a:schemeClr val="tx1"/>
          </a:fontRef>
        </p:style>
      </p:cxnSp>
      <p:sp>
        <p:nvSpPr>
          <p:cNvPr id="22" name="正方形/長方形 21"/>
          <p:cNvSpPr/>
          <p:nvPr/>
        </p:nvSpPr>
        <p:spPr>
          <a:xfrm>
            <a:off x="3136322" y="2807058"/>
            <a:ext cx="2528928" cy="212271"/>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rPr>
              <a:t>Battery sensor</a:t>
            </a:r>
            <a:endParaRPr kumimoji="1" lang="ja-JP" altLang="en-US"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
        <p:nvSpPr>
          <p:cNvPr id="25" name="テキスト ボックス 24"/>
          <p:cNvSpPr txBox="1"/>
          <p:nvPr/>
        </p:nvSpPr>
        <p:spPr>
          <a:xfrm>
            <a:off x="5736852" y="2745592"/>
            <a:ext cx="1249060" cy="338554"/>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ja-JP" sz="16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rPr>
              <a:t>No change</a:t>
            </a:r>
            <a:endParaRPr kumimoji="1" lang="ja-JP" altLang="en-US" sz="16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endParaRPr>
          </a:p>
        </p:txBody>
      </p:sp>
      <p:cxnSp>
        <p:nvCxnSpPr>
          <p:cNvPr id="27" name="カギ線コネクタ 26"/>
          <p:cNvCxnSpPr>
            <a:stCxn id="36" idx="3"/>
            <a:endCxn id="22" idx="1"/>
          </p:cNvCxnSpPr>
          <p:nvPr/>
        </p:nvCxnSpPr>
        <p:spPr bwMode="auto">
          <a:xfrm>
            <a:off x="1879514" y="2241381"/>
            <a:ext cx="1256808" cy="671813"/>
          </a:xfrm>
          <a:prstGeom prst="bentConnector3">
            <a:avLst>
              <a:gd name="adj1" fmla="val 50000"/>
            </a:avLst>
          </a:prstGeom>
          <a:solidFill>
            <a:schemeClr val="accent1"/>
          </a:solidFill>
          <a:ln w="19050" cap="flat" cmpd="sng" algn="ctr">
            <a:solidFill>
              <a:schemeClr val="accent6"/>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6" name="テキスト ボックス 35"/>
          <p:cNvSpPr txBox="1"/>
          <p:nvPr/>
        </p:nvSpPr>
        <p:spPr>
          <a:xfrm>
            <a:off x="551906" y="2010548"/>
            <a:ext cx="1327608" cy="461665"/>
          </a:xfrm>
          <a:prstGeom prst="rect">
            <a:avLst/>
          </a:prstGeom>
          <a:noFill/>
        </p:spPr>
        <p:txBody>
          <a:bodyPr wrap="none" rtlCol="0">
            <a:sp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1" lang="en-US" altLang="ja-JP"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rPr>
              <a:t>LIN</a:t>
            </a:r>
          </a:p>
          <a:p>
            <a:pPr marL="0" marR="0" lvl="0" indent="0" algn="r" defTabSz="914400" rtl="0" eaLnBrk="1" fontAlgn="base" latinLnBrk="0" hangingPunct="1">
              <a:lnSpc>
                <a:spcPct val="100000"/>
              </a:lnSpc>
              <a:spcBef>
                <a:spcPct val="0"/>
              </a:spcBef>
              <a:spcAft>
                <a:spcPct val="0"/>
              </a:spcAft>
              <a:buClrTx/>
              <a:buSzTx/>
              <a:buFontTx/>
              <a:buNone/>
              <a:tabLst/>
              <a:defRPr/>
            </a:pPr>
            <a:r>
              <a:rPr kumimoji="1" lang="en-US" altLang="ja-JP"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rPr>
              <a:t>communication</a:t>
            </a:r>
            <a:endParaRPr kumimoji="1" lang="ja-JP" altLang="en-US"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endParaRPr>
          </a:p>
        </p:txBody>
      </p:sp>
      <p:sp>
        <p:nvSpPr>
          <p:cNvPr id="37" name="テキスト ボックス 36"/>
          <p:cNvSpPr txBox="1"/>
          <p:nvPr/>
        </p:nvSpPr>
        <p:spPr>
          <a:xfrm>
            <a:off x="441475" y="1211747"/>
            <a:ext cx="615874" cy="338554"/>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ja-JP" sz="16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rPr>
              <a:t>ECU</a:t>
            </a:r>
            <a:endParaRPr kumimoji="1" lang="ja-JP" altLang="en-US" sz="16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endParaRPr>
          </a:p>
        </p:txBody>
      </p:sp>
      <p:sp>
        <p:nvSpPr>
          <p:cNvPr id="2" name="テキスト ボックス 1">
            <a:extLst>
              <a:ext uri="{FF2B5EF4-FFF2-40B4-BE49-F238E27FC236}">
                <a16:creationId xmlns:a16="http://schemas.microsoft.com/office/drawing/2014/main" id="{49AE8019-1A70-C644-4CFE-2A7FC27C09DA}"/>
              </a:ext>
            </a:extLst>
          </p:cNvPr>
          <p:cNvSpPr txBox="1"/>
          <p:nvPr/>
        </p:nvSpPr>
        <p:spPr>
          <a:xfrm>
            <a:off x="5736852" y="2134976"/>
            <a:ext cx="1249060" cy="338554"/>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ja-JP" sz="16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rPr>
              <a:t>No change</a:t>
            </a:r>
            <a:endParaRPr kumimoji="1" lang="ja-JP" altLang="en-US" sz="16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endParaRPr>
          </a:p>
        </p:txBody>
      </p:sp>
      <p:sp>
        <p:nvSpPr>
          <p:cNvPr id="4" name="正方形/長方形 3">
            <a:extLst>
              <a:ext uri="{FF2B5EF4-FFF2-40B4-BE49-F238E27FC236}">
                <a16:creationId xmlns:a16="http://schemas.microsoft.com/office/drawing/2014/main" id="{4CDCDF7E-B8D7-DE7B-FC8F-1EE23B97923F}"/>
              </a:ext>
            </a:extLst>
          </p:cNvPr>
          <p:cNvSpPr/>
          <p:nvPr/>
        </p:nvSpPr>
        <p:spPr>
          <a:xfrm>
            <a:off x="3136322" y="1541901"/>
            <a:ext cx="2528928" cy="212271"/>
          </a:xfrm>
          <a:prstGeom prst="rect">
            <a:avLst/>
          </a:prstGeom>
          <a:gradFill rotWithShape="1">
            <a:gsLst>
              <a:gs pos="0">
                <a:srgbClr val="ED7D31">
                  <a:lumMod val="110000"/>
                  <a:satMod val="105000"/>
                  <a:tint val="67000"/>
                </a:srgbClr>
              </a:gs>
              <a:gs pos="50000">
                <a:srgbClr val="ED7D31">
                  <a:lumMod val="105000"/>
                  <a:satMod val="103000"/>
                  <a:tint val="73000"/>
                </a:srgbClr>
              </a:gs>
              <a:gs pos="100000">
                <a:srgbClr val="ED7D31">
                  <a:lumMod val="105000"/>
                  <a:satMod val="109000"/>
                  <a:tint val="81000"/>
                </a:srgbClr>
              </a:gs>
            </a:gsLst>
            <a:lin ang="5400000" scaled="0"/>
          </a:gradFill>
          <a:ln w="6350" cap="flat" cmpd="sng" algn="ctr">
            <a:solidFill>
              <a:schemeClr val="tx1"/>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rPr>
              <a:t>ENG IO </a:t>
            </a:r>
            <a:endParaRPr kumimoji="1" lang="ja-JP" altLang="en-US"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
        <p:nvSpPr>
          <p:cNvPr id="5" name="テキスト ボックス 4">
            <a:extLst>
              <a:ext uri="{FF2B5EF4-FFF2-40B4-BE49-F238E27FC236}">
                <a16:creationId xmlns:a16="http://schemas.microsoft.com/office/drawing/2014/main" id="{AFF667F2-6435-9BDE-611C-F53534D8692E}"/>
              </a:ext>
            </a:extLst>
          </p:cNvPr>
          <p:cNvSpPr txBox="1"/>
          <p:nvPr/>
        </p:nvSpPr>
        <p:spPr>
          <a:xfrm>
            <a:off x="5688288" y="1478759"/>
            <a:ext cx="933269" cy="338554"/>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altLang="ja-JP" sz="1600" dirty="0">
                <a:solidFill>
                  <a:srgbClr val="000000"/>
                </a:solidFill>
                <a:latin typeface="Meiryo UI" panose="020B0604030504040204" pitchFamily="50" charset="-128"/>
                <a:ea typeface="Meiryo UI" panose="020B0604030504040204" pitchFamily="50" charset="-128"/>
                <a:cs typeface="Arial" panose="020B0604020202020204" pitchFamily="34" charset="0"/>
              </a:rPr>
              <a:t>LAF/O2</a:t>
            </a:r>
            <a:endParaRPr kumimoji="1" lang="en-US" altLang="ja-JP" sz="16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endParaRPr>
          </a:p>
        </p:txBody>
      </p:sp>
      <p:cxnSp>
        <p:nvCxnSpPr>
          <p:cNvPr id="6" name="カギ線コネクタ 26">
            <a:extLst>
              <a:ext uri="{FF2B5EF4-FFF2-40B4-BE49-F238E27FC236}">
                <a16:creationId xmlns:a16="http://schemas.microsoft.com/office/drawing/2014/main" id="{20EBA357-ED0C-5FE6-CB2A-616689EED493}"/>
              </a:ext>
            </a:extLst>
          </p:cNvPr>
          <p:cNvCxnSpPr>
            <a:endCxn id="4" idx="1"/>
          </p:cNvCxnSpPr>
          <p:nvPr/>
        </p:nvCxnSpPr>
        <p:spPr bwMode="auto">
          <a:xfrm flipV="1">
            <a:off x="1841187" y="1648037"/>
            <a:ext cx="1295135" cy="42927"/>
          </a:xfrm>
          <a:prstGeom prst="bentConnector3">
            <a:avLst>
              <a:gd name="adj1" fmla="val 50000"/>
            </a:avLst>
          </a:prstGeom>
          <a:solidFill>
            <a:schemeClr val="accent1"/>
          </a:solidFill>
          <a:ln w="19050" cap="flat" cmpd="sng" algn="ctr">
            <a:solidFill>
              <a:schemeClr val="accent6"/>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 name="正方形/長方形 7">
            <a:extLst>
              <a:ext uri="{FF2B5EF4-FFF2-40B4-BE49-F238E27FC236}">
                <a16:creationId xmlns:a16="http://schemas.microsoft.com/office/drawing/2014/main" id="{FDF24A4A-8C57-5471-3C81-4B6717D1F318}"/>
              </a:ext>
            </a:extLst>
          </p:cNvPr>
          <p:cNvSpPr/>
          <p:nvPr/>
        </p:nvSpPr>
        <p:spPr bwMode="auto">
          <a:xfrm>
            <a:off x="0" y="6102220"/>
            <a:ext cx="9144000" cy="741769"/>
          </a:xfrm>
          <a:prstGeom prst="rect">
            <a:avLst/>
          </a:prstGeom>
          <a:solidFill>
            <a:srgbClr val="FFFF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ja-JP" sz="2400" b="0" i="0" u="none" strike="noStrike" cap="none" normalizeH="0" baseline="0" dirty="0">
                <a:ln>
                  <a:noFill/>
                </a:ln>
                <a:solidFill>
                  <a:schemeClr val="tx1"/>
                </a:solidFill>
                <a:effectLst/>
                <a:latin typeface="Times New Roman" pitchFamily="18" charset="0"/>
                <a:ea typeface="ＭＳ Ｐゴシック" pitchFamily="50" charset="-128"/>
              </a:rPr>
              <a:t>LAF/O2 changed from 6WZZ</a:t>
            </a:r>
          </a:p>
          <a:p>
            <a:pPr marL="0" marR="0" indent="0" algn="ctr" defTabSz="914400" rtl="0" eaLnBrk="1" fontAlgn="base" latinLnBrk="0" hangingPunct="1">
              <a:lnSpc>
                <a:spcPct val="100000"/>
              </a:lnSpc>
              <a:spcBef>
                <a:spcPct val="0"/>
              </a:spcBef>
              <a:spcAft>
                <a:spcPct val="0"/>
              </a:spcAft>
              <a:buClrTx/>
              <a:buSzTx/>
              <a:buFontTx/>
              <a:buNone/>
              <a:tabLst/>
            </a:pPr>
            <a:r>
              <a:rPr lang="en-US" altLang="ja-JP" dirty="0">
                <a:ea typeface="ＭＳ Ｐゴシック" pitchFamily="50" charset="-128"/>
              </a:rPr>
              <a:t>But same as 62XS</a:t>
            </a:r>
            <a:endParaRPr kumimoji="1" lang="ja-JP" altLang="en-US" sz="2400" b="0" i="0" u="none" strike="noStrike" cap="none" normalizeH="0" baseline="0" dirty="0">
              <a:ln>
                <a:noFill/>
              </a:ln>
              <a:solidFill>
                <a:schemeClr val="tx1"/>
              </a:solidFill>
              <a:effectLst/>
              <a:latin typeface="Times New Roman" pitchFamily="18" charset="0"/>
              <a:ea typeface="ＭＳ Ｐゴシック" pitchFamily="50" charset="-128"/>
            </a:endParaRPr>
          </a:p>
        </p:txBody>
      </p:sp>
    </p:spTree>
    <p:extLst>
      <p:ext uri="{BB962C8B-B14F-4D97-AF65-F5344CB8AC3E}">
        <p14:creationId xmlns:p14="http://schemas.microsoft.com/office/powerpoint/2010/main" val="368501359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44" name="直線コネクタ 243"/>
          <p:cNvCxnSpPr/>
          <p:nvPr/>
        </p:nvCxnSpPr>
        <p:spPr>
          <a:xfrm>
            <a:off x="1903298" y="2508601"/>
            <a:ext cx="1422029"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5" name="直線コネクタ 244"/>
          <p:cNvCxnSpPr/>
          <p:nvPr/>
        </p:nvCxnSpPr>
        <p:spPr>
          <a:xfrm>
            <a:off x="1903298" y="2651743"/>
            <a:ext cx="1422029"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6" name="直線コネクタ 245"/>
          <p:cNvCxnSpPr/>
          <p:nvPr/>
        </p:nvCxnSpPr>
        <p:spPr>
          <a:xfrm>
            <a:off x="1903298" y="2802489"/>
            <a:ext cx="1422029"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42" name="Text Box 2"/>
          <p:cNvSpPr txBox="1">
            <a:spLocks noChangeArrowheads="1"/>
          </p:cNvSpPr>
          <p:nvPr/>
        </p:nvSpPr>
        <p:spPr bwMode="auto">
          <a:xfrm>
            <a:off x="147644" y="535944"/>
            <a:ext cx="5030993" cy="408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l" eaLnBrk="1" hangingPunct="1">
              <a:lnSpc>
                <a:spcPct val="130000"/>
              </a:lnSpc>
            </a:pPr>
            <a:r>
              <a:rPr lang="en-US" altLang="ja-JP" sz="1800" b="1" u="sng" dirty="0">
                <a:solidFill>
                  <a:srgbClr val="000000"/>
                </a:solidFill>
                <a:latin typeface="Meiryo UI" panose="020B0604030504040204" pitchFamily="50" charset="-128"/>
                <a:ea typeface="Meiryo UI" panose="020B0604030504040204" pitchFamily="50" charset="-128"/>
                <a:cs typeface="Arial" pitchFamily="34" charset="0"/>
              </a:rPr>
              <a:t>CAN structure with cooperative control </a:t>
            </a:r>
            <a:endParaRPr lang="ja-JP" altLang="en-US" sz="1800" b="1" u="sng" dirty="0">
              <a:solidFill>
                <a:srgbClr val="000000"/>
              </a:solidFill>
              <a:latin typeface="Meiryo UI" panose="020B0604030504040204" pitchFamily="50" charset="-128"/>
              <a:ea typeface="Meiryo UI" panose="020B0604030504040204" pitchFamily="50" charset="-128"/>
              <a:cs typeface="Arial" pitchFamily="34" charset="0"/>
            </a:endParaRPr>
          </a:p>
        </p:txBody>
      </p:sp>
      <p:sp>
        <p:nvSpPr>
          <p:cNvPr id="63" name="テキスト ボックス 62"/>
          <p:cNvSpPr txBox="1"/>
          <p:nvPr/>
        </p:nvSpPr>
        <p:spPr>
          <a:xfrm>
            <a:off x="1903298" y="1139609"/>
            <a:ext cx="2039331" cy="261610"/>
          </a:xfrm>
          <a:prstGeom prst="rect">
            <a:avLst/>
          </a:prstGeom>
          <a:noFill/>
        </p:spPr>
        <p:txBody>
          <a:bodyPr wrap="square" rtlCol="0">
            <a:spAutoFit/>
          </a:bodyPr>
          <a:lstStyle/>
          <a:p>
            <a:r>
              <a:rPr lang="en-US" altLang="ja-JP" sz="1050" b="1" dirty="0">
                <a:latin typeface="Meiryo UI" pitchFamily="50" charset="-128"/>
                <a:ea typeface="Meiryo UI" pitchFamily="50" charset="-128"/>
                <a:cs typeface="Meiryo UI" pitchFamily="50" charset="-128"/>
              </a:rPr>
              <a:t>PFCAN1</a:t>
            </a:r>
            <a:endParaRPr lang="ja-JP" altLang="en-US" sz="1050" b="1" dirty="0">
              <a:latin typeface="Meiryo UI" pitchFamily="50" charset="-128"/>
              <a:ea typeface="Meiryo UI" pitchFamily="50" charset="-128"/>
              <a:cs typeface="Meiryo UI" pitchFamily="50" charset="-128"/>
            </a:endParaRPr>
          </a:p>
        </p:txBody>
      </p:sp>
      <p:sp>
        <p:nvSpPr>
          <p:cNvPr id="64" name="正方形/長方形 63"/>
          <p:cNvSpPr/>
          <p:nvPr/>
        </p:nvSpPr>
        <p:spPr>
          <a:xfrm>
            <a:off x="1111211" y="1067601"/>
            <a:ext cx="792088" cy="2140118"/>
          </a:xfrm>
          <a:prstGeom prst="rect">
            <a:avLst/>
          </a:prstGeom>
          <a:ln/>
        </p:spPr>
        <p:style>
          <a:lnRef idx="1">
            <a:schemeClr val="dk1"/>
          </a:lnRef>
          <a:fillRef idx="2">
            <a:schemeClr val="dk1"/>
          </a:fillRef>
          <a:effectRef idx="1">
            <a:schemeClr val="dk1"/>
          </a:effectRef>
          <a:fontRef idx="minor">
            <a:schemeClr val="dk1"/>
          </a:fontRef>
        </p:style>
        <p:txBody>
          <a:bodyPr rtlCol="0" anchor="t" anchorCtr="0"/>
          <a:lstStyle/>
          <a:p>
            <a:pPr algn="ctr"/>
            <a:r>
              <a:rPr lang="en-US" altLang="ja-JP" sz="1000" dirty="0">
                <a:solidFill>
                  <a:prstClr val="black"/>
                </a:solidFill>
                <a:latin typeface="Meiryo UI" pitchFamily="50" charset="-128"/>
                <a:ea typeface="Meiryo UI" pitchFamily="50" charset="-128"/>
                <a:cs typeface="Meiryo UI" pitchFamily="50" charset="-128"/>
              </a:rPr>
              <a:t>IMG</a:t>
            </a:r>
            <a:endParaRPr lang="ja-JP" altLang="en-US" sz="1000" dirty="0">
              <a:solidFill>
                <a:prstClr val="black"/>
              </a:solidFill>
              <a:latin typeface="Meiryo UI" pitchFamily="50" charset="-128"/>
              <a:ea typeface="Meiryo UI" pitchFamily="50" charset="-128"/>
              <a:cs typeface="Meiryo UI" pitchFamily="50" charset="-128"/>
            </a:endParaRPr>
          </a:p>
        </p:txBody>
      </p:sp>
      <p:cxnSp>
        <p:nvCxnSpPr>
          <p:cNvPr id="65" name="直線コネクタ 64"/>
          <p:cNvCxnSpPr/>
          <p:nvPr/>
        </p:nvCxnSpPr>
        <p:spPr>
          <a:xfrm>
            <a:off x="1903297" y="1355633"/>
            <a:ext cx="3795395"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74" name="図形 39"/>
          <p:cNvSpPr txBox="1"/>
          <p:nvPr/>
        </p:nvSpPr>
        <p:spPr>
          <a:xfrm>
            <a:off x="2335346" y="1355633"/>
            <a:ext cx="0" cy="95250"/>
          </a:xfrm>
          <a:prstGeom prst="line">
            <a:avLst/>
          </a:prstGeom>
          <a:noFill/>
          <a:ln w="38100" cmpd="sng">
            <a:solidFill>
              <a:schemeClr val="tx1"/>
            </a:solidFill>
          </a:ln>
        </p:spPr>
        <p:style>
          <a:lnRef idx="0">
            <a:scrgbClr r="0" g="0" b="0"/>
          </a:lnRef>
          <a:fillRef idx="0">
            <a:scrgbClr r="0" g="0" b="0"/>
          </a:fillRef>
          <a:effectRef idx="0">
            <a:scrgbClr r="0" g="0" b="0"/>
          </a:effectRef>
          <a:fontRef idx="minor">
            <a:schemeClr val="dk1"/>
          </a:fontRef>
        </p:style>
        <p:txBody>
          <a:bodyPr/>
          <a:lstStyle/>
          <a:p>
            <a:endParaRPr lang="ja-JP" altLang="en-US" sz="1000" dirty="0">
              <a:latin typeface="Meiryo UI" pitchFamily="50" charset="-128"/>
              <a:ea typeface="Meiryo UI" pitchFamily="50" charset="-128"/>
              <a:cs typeface="Meiryo UI" pitchFamily="50" charset="-128"/>
            </a:endParaRPr>
          </a:p>
        </p:txBody>
      </p:sp>
      <p:sp>
        <p:nvSpPr>
          <p:cNvPr id="75" name="図形 39"/>
          <p:cNvSpPr txBox="1"/>
          <p:nvPr/>
        </p:nvSpPr>
        <p:spPr>
          <a:xfrm flipH="1">
            <a:off x="1903297" y="1799820"/>
            <a:ext cx="360040" cy="0"/>
          </a:xfrm>
          <a:prstGeom prst="line">
            <a:avLst/>
          </a:prstGeom>
          <a:noFill/>
          <a:ln w="38100" cmpd="sng">
            <a:solidFill>
              <a:schemeClr val="tx1"/>
            </a:solidFill>
          </a:ln>
        </p:spPr>
        <p:style>
          <a:lnRef idx="0">
            <a:scrgbClr r="0" g="0" b="0"/>
          </a:lnRef>
          <a:fillRef idx="0">
            <a:scrgbClr r="0" g="0" b="0"/>
          </a:fillRef>
          <a:effectRef idx="0">
            <a:scrgbClr r="0" g="0" b="0"/>
          </a:effectRef>
          <a:fontRef idx="minor">
            <a:schemeClr val="dk1"/>
          </a:fontRef>
        </p:style>
        <p:txBody>
          <a:bodyPr/>
          <a:lstStyle/>
          <a:p>
            <a:endParaRPr lang="ja-JP" altLang="en-US" sz="1000" dirty="0">
              <a:latin typeface="Meiryo UI" pitchFamily="50" charset="-128"/>
              <a:ea typeface="Meiryo UI" pitchFamily="50" charset="-128"/>
              <a:cs typeface="Meiryo UI" pitchFamily="50" charset="-128"/>
            </a:endParaRPr>
          </a:p>
        </p:txBody>
      </p:sp>
      <p:sp>
        <p:nvSpPr>
          <p:cNvPr id="76" name="図形 39"/>
          <p:cNvSpPr txBox="1"/>
          <p:nvPr/>
        </p:nvSpPr>
        <p:spPr>
          <a:xfrm>
            <a:off x="2191330" y="1704570"/>
            <a:ext cx="0" cy="95250"/>
          </a:xfrm>
          <a:prstGeom prst="line">
            <a:avLst/>
          </a:prstGeom>
          <a:noFill/>
          <a:ln w="38100" cmpd="sng">
            <a:solidFill>
              <a:schemeClr val="tx1"/>
            </a:solidFill>
          </a:ln>
        </p:spPr>
        <p:style>
          <a:lnRef idx="0">
            <a:scrgbClr r="0" g="0" b="0"/>
          </a:lnRef>
          <a:fillRef idx="0">
            <a:scrgbClr r="0" g="0" b="0"/>
          </a:fillRef>
          <a:effectRef idx="0">
            <a:scrgbClr r="0" g="0" b="0"/>
          </a:effectRef>
          <a:fontRef idx="minor">
            <a:schemeClr val="dk1"/>
          </a:fontRef>
        </p:style>
        <p:txBody>
          <a:bodyPr/>
          <a:lstStyle/>
          <a:p>
            <a:endParaRPr lang="ja-JP" altLang="en-US" sz="1000" dirty="0">
              <a:latin typeface="Meiryo UI" pitchFamily="50" charset="-128"/>
              <a:ea typeface="Meiryo UI" pitchFamily="50" charset="-128"/>
              <a:cs typeface="Meiryo UI" pitchFamily="50" charset="-128"/>
            </a:endParaRPr>
          </a:p>
        </p:txBody>
      </p:sp>
      <p:sp>
        <p:nvSpPr>
          <p:cNvPr id="80" name="図形 39"/>
          <p:cNvSpPr txBox="1"/>
          <p:nvPr/>
        </p:nvSpPr>
        <p:spPr>
          <a:xfrm>
            <a:off x="4618344" y="1355633"/>
            <a:ext cx="0" cy="95250"/>
          </a:xfrm>
          <a:prstGeom prst="line">
            <a:avLst/>
          </a:prstGeom>
          <a:noFill/>
          <a:ln w="38100" cmpd="sng">
            <a:solidFill>
              <a:schemeClr val="tx1"/>
            </a:solidFill>
          </a:ln>
        </p:spPr>
        <p:style>
          <a:lnRef idx="0">
            <a:scrgbClr r="0" g="0" b="0"/>
          </a:lnRef>
          <a:fillRef idx="0">
            <a:scrgbClr r="0" g="0" b="0"/>
          </a:fillRef>
          <a:effectRef idx="0">
            <a:scrgbClr r="0" g="0" b="0"/>
          </a:effectRef>
          <a:fontRef idx="minor">
            <a:schemeClr val="dk1"/>
          </a:fontRef>
        </p:style>
        <p:txBody>
          <a:bodyPr/>
          <a:lstStyle/>
          <a:p>
            <a:endParaRPr lang="ja-JP" altLang="en-US" sz="1000" dirty="0">
              <a:latin typeface="Meiryo UI" pitchFamily="50" charset="-128"/>
              <a:ea typeface="Meiryo UI" pitchFamily="50" charset="-128"/>
              <a:cs typeface="Meiryo UI" pitchFamily="50" charset="-128"/>
            </a:endParaRPr>
          </a:p>
        </p:txBody>
      </p:sp>
      <p:sp>
        <p:nvSpPr>
          <p:cNvPr id="86" name="図形 38"/>
          <p:cNvSpPr txBox="1"/>
          <p:nvPr/>
        </p:nvSpPr>
        <p:spPr>
          <a:xfrm>
            <a:off x="2049596" y="1432700"/>
            <a:ext cx="571500" cy="285750"/>
          </a:xfrm>
          <a:prstGeom prst="rect">
            <a:avLst/>
          </a:prstGeom>
          <a:gradFill flip="none" rotWithShape="1">
            <a:gsLst>
              <a:gs pos="0">
                <a:srgbClr val="CCFFFF"/>
              </a:gs>
              <a:gs pos="100000">
                <a:srgbClr val="FFFFFF"/>
              </a:gs>
            </a:gsLst>
            <a:lin ang="5400000" scaled="1"/>
            <a:tileRect/>
          </a:grad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algn="ctr">
              <a:defRPr sz="1000">
                <a:solidFill>
                  <a:srgbClr val="000000"/>
                </a:solidFill>
                <a:latin typeface="Meiryo UI" pitchFamily="50" charset="-128"/>
                <a:ea typeface="Meiryo UI" pitchFamily="50" charset="-128"/>
                <a:cs typeface="Meiryo UI" pitchFamily="50" charset="-128"/>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ja-JP" dirty="0"/>
              <a:t>ENG</a:t>
            </a:r>
          </a:p>
        </p:txBody>
      </p:sp>
      <p:cxnSp>
        <p:nvCxnSpPr>
          <p:cNvPr id="111" name="直線コネクタ 110"/>
          <p:cNvCxnSpPr/>
          <p:nvPr/>
        </p:nvCxnSpPr>
        <p:spPr>
          <a:xfrm>
            <a:off x="520921" y="1591114"/>
            <a:ext cx="59029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53" name="正方形/長方形 152"/>
          <p:cNvSpPr/>
          <p:nvPr/>
        </p:nvSpPr>
        <p:spPr>
          <a:xfrm>
            <a:off x="2224699" y="1264250"/>
            <a:ext cx="388789" cy="361467"/>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defRPr/>
            </a:pPr>
            <a:r>
              <a:rPr lang="ja-JP" altLang="en-US" sz="1800" dirty="0">
                <a:solidFill>
                  <a:srgbClr val="0000FF"/>
                </a:solidFill>
                <a:latin typeface="Meiryo UI" pitchFamily="50" charset="-128"/>
                <a:ea typeface="Meiryo UI" pitchFamily="50" charset="-128"/>
                <a:cs typeface="Meiryo UI" pitchFamily="50" charset="-128"/>
              </a:rPr>
              <a:t>●</a:t>
            </a:r>
          </a:p>
        </p:txBody>
      </p:sp>
      <p:sp>
        <p:nvSpPr>
          <p:cNvPr id="154" name="正方形/長方形 153"/>
          <p:cNvSpPr/>
          <p:nvPr/>
        </p:nvSpPr>
        <p:spPr>
          <a:xfrm>
            <a:off x="1675974" y="1174899"/>
            <a:ext cx="388789" cy="361467"/>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defRPr/>
            </a:pPr>
            <a:r>
              <a:rPr lang="ja-JP" altLang="en-US" sz="1800" dirty="0">
                <a:solidFill>
                  <a:srgbClr val="0000FF"/>
                </a:solidFill>
                <a:latin typeface="Meiryo UI" pitchFamily="50" charset="-128"/>
                <a:ea typeface="Meiryo UI" pitchFamily="50" charset="-128"/>
                <a:cs typeface="Meiryo UI" pitchFamily="50" charset="-128"/>
              </a:rPr>
              <a:t>●</a:t>
            </a:r>
          </a:p>
        </p:txBody>
      </p:sp>
      <p:sp>
        <p:nvSpPr>
          <p:cNvPr id="155" name="正方形/長方形 154"/>
          <p:cNvSpPr/>
          <p:nvPr/>
        </p:nvSpPr>
        <p:spPr>
          <a:xfrm>
            <a:off x="1675974" y="1606947"/>
            <a:ext cx="388789" cy="361467"/>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defRPr/>
            </a:pPr>
            <a:r>
              <a:rPr lang="ja-JP" altLang="en-US" sz="1800" dirty="0">
                <a:solidFill>
                  <a:srgbClr val="0000FF"/>
                </a:solidFill>
                <a:latin typeface="Meiryo UI" pitchFamily="50" charset="-128"/>
                <a:ea typeface="Meiryo UI" pitchFamily="50" charset="-128"/>
                <a:cs typeface="Meiryo UI" pitchFamily="50" charset="-128"/>
              </a:rPr>
              <a:t>●</a:t>
            </a:r>
          </a:p>
        </p:txBody>
      </p:sp>
      <p:sp>
        <p:nvSpPr>
          <p:cNvPr id="161" name="正方形/長方形 160"/>
          <p:cNvSpPr/>
          <p:nvPr/>
        </p:nvSpPr>
        <p:spPr>
          <a:xfrm>
            <a:off x="1922712" y="1483427"/>
            <a:ext cx="388789" cy="361467"/>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defRPr/>
            </a:pPr>
            <a:r>
              <a:rPr lang="ja-JP" altLang="en-US" sz="1800" dirty="0">
                <a:solidFill>
                  <a:srgbClr val="0000FF"/>
                </a:solidFill>
                <a:latin typeface="Meiryo UI" pitchFamily="50" charset="-128"/>
                <a:ea typeface="Meiryo UI" pitchFamily="50" charset="-128"/>
                <a:cs typeface="Meiryo UI" pitchFamily="50" charset="-128"/>
              </a:rPr>
              <a:t>●</a:t>
            </a:r>
          </a:p>
        </p:txBody>
      </p:sp>
      <p:grpSp>
        <p:nvGrpSpPr>
          <p:cNvPr id="173" name="グループ化 172"/>
          <p:cNvGrpSpPr/>
          <p:nvPr/>
        </p:nvGrpSpPr>
        <p:grpSpPr>
          <a:xfrm>
            <a:off x="35298" y="1432173"/>
            <a:ext cx="576262" cy="304800"/>
            <a:chOff x="-828600" y="2152543"/>
            <a:chExt cx="576262" cy="304800"/>
          </a:xfrm>
        </p:grpSpPr>
        <p:sp>
          <p:nvSpPr>
            <p:cNvPr id="174" name="台形 173"/>
            <p:cNvSpPr/>
            <p:nvPr/>
          </p:nvSpPr>
          <p:spPr>
            <a:xfrm rot="10800000">
              <a:off x="-828600" y="2152543"/>
              <a:ext cx="576262" cy="304800"/>
            </a:xfrm>
            <a:prstGeom prst="trapezoid">
              <a:avLst>
                <a:gd name="adj" fmla="val 15909"/>
              </a:avLst>
            </a:prstGeom>
            <a:solidFill>
              <a:srgbClr val="9966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sz="1000" dirty="0">
                <a:solidFill>
                  <a:prstClr val="black"/>
                </a:solidFill>
                <a:latin typeface="Meiryo UI" pitchFamily="50" charset="-128"/>
                <a:ea typeface="Meiryo UI" pitchFamily="50" charset="-128"/>
                <a:cs typeface="Meiryo UI" pitchFamily="50" charset="-128"/>
              </a:endParaRPr>
            </a:p>
          </p:txBody>
        </p:sp>
        <p:sp>
          <p:nvSpPr>
            <p:cNvPr id="175" name="FCAN"/>
            <p:cNvSpPr/>
            <p:nvPr/>
          </p:nvSpPr>
          <p:spPr>
            <a:xfrm>
              <a:off x="-760241" y="2178998"/>
              <a:ext cx="439544" cy="246221"/>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txBody>
            <a:bodyPr wrap="none">
              <a:sp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defRPr/>
              </a:pPr>
              <a:r>
                <a:rPr kumimoji="0" lang="en-US" altLang="ja-JP" sz="1000" kern="0" dirty="0">
                  <a:solidFill>
                    <a:srgbClr val="050000"/>
                  </a:solidFill>
                  <a:latin typeface="Meiryo UI" pitchFamily="50" charset="-128"/>
                  <a:ea typeface="Meiryo UI" pitchFamily="50" charset="-128"/>
                  <a:cs typeface="Meiryo UI" pitchFamily="50" charset="-128"/>
                </a:rPr>
                <a:t>DLC</a:t>
              </a:r>
              <a:endParaRPr kumimoji="0" lang="ja-JP" altLang="en-US" sz="1000" kern="0" dirty="0">
                <a:solidFill>
                  <a:srgbClr val="050000"/>
                </a:solidFill>
                <a:latin typeface="Meiryo UI" pitchFamily="50" charset="-128"/>
                <a:ea typeface="Meiryo UI" pitchFamily="50" charset="-128"/>
                <a:cs typeface="Meiryo UI" pitchFamily="50" charset="-128"/>
              </a:endParaRPr>
            </a:p>
          </p:txBody>
        </p:sp>
      </p:grpSp>
      <p:sp>
        <p:nvSpPr>
          <p:cNvPr id="181" name="図形 38"/>
          <p:cNvSpPr txBox="1"/>
          <p:nvPr/>
        </p:nvSpPr>
        <p:spPr>
          <a:xfrm>
            <a:off x="4346222" y="1432173"/>
            <a:ext cx="571500" cy="285750"/>
          </a:xfrm>
          <a:prstGeom prst="rect">
            <a:avLst/>
          </a:prstGeom>
          <a:gradFill flip="none" rotWithShape="1">
            <a:gsLst>
              <a:gs pos="0">
                <a:srgbClr val="CCFFFF"/>
              </a:gs>
              <a:gs pos="100000">
                <a:srgbClr val="FFFFFF"/>
              </a:gs>
            </a:gsLst>
            <a:lin ang="5400000" scaled="1"/>
            <a:tileRect/>
          </a:grad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algn="ctr">
              <a:defRPr sz="1000">
                <a:solidFill>
                  <a:srgbClr val="000000"/>
                </a:solidFill>
                <a:latin typeface="Meiryo UI" pitchFamily="50" charset="-128"/>
                <a:ea typeface="Meiryo UI" pitchFamily="50" charset="-128"/>
                <a:cs typeface="Meiryo UI" pitchFamily="50" charset="-128"/>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ja-JP" dirty="0"/>
              <a:t>TCU</a:t>
            </a:r>
          </a:p>
        </p:txBody>
      </p:sp>
      <p:sp>
        <p:nvSpPr>
          <p:cNvPr id="219" name="正方形/長方形 218"/>
          <p:cNvSpPr/>
          <p:nvPr/>
        </p:nvSpPr>
        <p:spPr>
          <a:xfrm>
            <a:off x="968696" y="1401004"/>
            <a:ext cx="388789" cy="361467"/>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defRPr/>
            </a:pPr>
            <a:r>
              <a:rPr lang="ja-JP" altLang="en-US" sz="1800" dirty="0">
                <a:solidFill>
                  <a:srgbClr val="0000FF"/>
                </a:solidFill>
                <a:latin typeface="Meiryo UI" pitchFamily="50" charset="-128"/>
                <a:ea typeface="Meiryo UI" pitchFamily="50" charset="-128"/>
                <a:cs typeface="Meiryo UI" pitchFamily="50" charset="-128"/>
              </a:rPr>
              <a:t>●</a:t>
            </a:r>
          </a:p>
        </p:txBody>
      </p:sp>
      <p:sp>
        <p:nvSpPr>
          <p:cNvPr id="221" name="テキスト ボックス 220"/>
          <p:cNvSpPr txBox="1"/>
          <p:nvPr/>
        </p:nvSpPr>
        <p:spPr>
          <a:xfrm>
            <a:off x="1554810" y="1787681"/>
            <a:ext cx="1873709" cy="253916"/>
          </a:xfrm>
          <a:prstGeom prst="rect">
            <a:avLst/>
          </a:prstGeom>
          <a:noFill/>
        </p:spPr>
        <p:txBody>
          <a:bodyPr wrap="square" rtlCol="0">
            <a:spAutoFit/>
          </a:bodyPr>
          <a:lstStyle/>
          <a:p>
            <a:r>
              <a:rPr lang="en-US" altLang="ja-JP" sz="1050" b="1" dirty="0">
                <a:effectLst/>
                <a:latin typeface="Meiryo UI" pitchFamily="50" charset="-128"/>
                <a:ea typeface="Meiryo UI" pitchFamily="50" charset="-128"/>
                <a:cs typeface="Meiryo UI" pitchFamily="50" charset="-128"/>
              </a:rPr>
              <a:t>PFCAN2</a:t>
            </a:r>
            <a:endParaRPr lang="ja-JP" altLang="en-US" sz="1050" b="1" dirty="0">
              <a:effectLst/>
              <a:latin typeface="Meiryo UI" pitchFamily="50" charset="-128"/>
              <a:ea typeface="Meiryo UI" pitchFamily="50" charset="-128"/>
              <a:cs typeface="Meiryo UI" pitchFamily="50" charset="-128"/>
            </a:endParaRPr>
          </a:p>
        </p:txBody>
      </p:sp>
      <p:sp>
        <p:nvSpPr>
          <p:cNvPr id="236" name="テキスト ボックス 235"/>
          <p:cNvSpPr txBox="1"/>
          <p:nvPr/>
        </p:nvSpPr>
        <p:spPr>
          <a:xfrm>
            <a:off x="520921" y="1371214"/>
            <a:ext cx="675185" cy="253916"/>
          </a:xfrm>
          <a:prstGeom prst="rect">
            <a:avLst/>
          </a:prstGeom>
          <a:noFill/>
        </p:spPr>
        <p:txBody>
          <a:bodyPr wrap="none" rtlCol="0">
            <a:spAutoFit/>
          </a:bodyPr>
          <a:lstStyle/>
          <a:p>
            <a:r>
              <a:rPr kumimoji="1" lang="en-US" altLang="ja-JP" sz="1050" b="1" dirty="0">
                <a:latin typeface="Meiryo UI" pitchFamily="50" charset="-128"/>
                <a:ea typeface="Meiryo UI" pitchFamily="50" charset="-128"/>
                <a:cs typeface="Meiryo UI" pitchFamily="50" charset="-128"/>
              </a:rPr>
              <a:t>DFCAN</a:t>
            </a:r>
            <a:endParaRPr kumimoji="1" lang="ja-JP" altLang="en-US" sz="1050" b="1" dirty="0">
              <a:latin typeface="Meiryo UI" pitchFamily="50" charset="-128"/>
              <a:ea typeface="Meiryo UI" pitchFamily="50" charset="-128"/>
              <a:cs typeface="Meiryo UI" pitchFamily="50" charset="-128"/>
            </a:endParaRPr>
          </a:p>
        </p:txBody>
      </p:sp>
      <p:sp>
        <p:nvSpPr>
          <p:cNvPr id="4" name="角丸四角形 3"/>
          <p:cNvSpPr/>
          <p:nvPr/>
        </p:nvSpPr>
        <p:spPr bwMode="auto">
          <a:xfrm>
            <a:off x="3058715" y="2239487"/>
            <a:ext cx="5777540" cy="968232"/>
          </a:xfrm>
          <a:prstGeom prst="roundRect">
            <a:avLst/>
          </a:prstGeom>
          <a:solidFill>
            <a:schemeClr val="bg1"/>
          </a:solidFill>
          <a:ln w="19050" cap="flat" cmpd="sng" algn="ctr">
            <a:solidFill>
              <a:schemeClr val="tx1"/>
            </a:solidFill>
            <a:prstDash val="sys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endParaRPr>
          </a:p>
        </p:txBody>
      </p:sp>
      <p:sp>
        <p:nvSpPr>
          <p:cNvPr id="248" name="テキスト ボックス 247"/>
          <p:cNvSpPr txBox="1"/>
          <p:nvPr/>
        </p:nvSpPr>
        <p:spPr>
          <a:xfrm rot="5400000">
            <a:off x="2107931" y="2882196"/>
            <a:ext cx="669219" cy="261610"/>
          </a:xfrm>
          <a:prstGeom prst="rect">
            <a:avLst/>
          </a:prstGeom>
          <a:noFill/>
        </p:spPr>
        <p:txBody>
          <a:bodyPr wrap="square" rtlCol="0">
            <a:spAutoFit/>
          </a:bodyPr>
          <a:lstStyle/>
          <a:p>
            <a:r>
              <a:rPr lang="ja-JP" altLang="en-US" sz="1050" b="1" dirty="0">
                <a:latin typeface="Meiryo UI" pitchFamily="50" charset="-128"/>
                <a:ea typeface="Meiryo UI" pitchFamily="50" charset="-128"/>
                <a:cs typeface="Meiryo UI" pitchFamily="50" charset="-128"/>
              </a:rPr>
              <a:t>・・・</a:t>
            </a:r>
          </a:p>
        </p:txBody>
      </p:sp>
      <p:sp>
        <p:nvSpPr>
          <p:cNvPr id="249" name="テキスト ボックス 248"/>
          <p:cNvSpPr txBox="1"/>
          <p:nvPr/>
        </p:nvSpPr>
        <p:spPr>
          <a:xfrm>
            <a:off x="1501052" y="2099262"/>
            <a:ext cx="1873709" cy="415498"/>
          </a:xfrm>
          <a:prstGeom prst="rect">
            <a:avLst/>
          </a:prstGeom>
          <a:noFill/>
        </p:spPr>
        <p:txBody>
          <a:bodyPr wrap="square" rtlCol="0">
            <a:spAutoFit/>
          </a:bodyPr>
          <a:lstStyle/>
          <a:p>
            <a:r>
              <a:rPr lang="en-US" altLang="ja-JP" sz="1050" b="1" dirty="0">
                <a:latin typeface="Meiryo UI" pitchFamily="50" charset="-128"/>
                <a:ea typeface="Meiryo UI" pitchFamily="50" charset="-128"/>
                <a:cs typeface="Meiryo UI" pitchFamily="50" charset="-128"/>
              </a:rPr>
              <a:t>Multiple</a:t>
            </a:r>
          </a:p>
          <a:p>
            <a:r>
              <a:rPr lang="en-US" altLang="ja-JP" sz="1050" b="1" dirty="0">
                <a:latin typeface="Meiryo UI" pitchFamily="50" charset="-128"/>
                <a:ea typeface="Meiryo UI" pitchFamily="50" charset="-128"/>
                <a:cs typeface="Meiryo UI" pitchFamily="50" charset="-128"/>
              </a:rPr>
              <a:t>other buses</a:t>
            </a:r>
            <a:endParaRPr lang="ja-JP" altLang="en-US" sz="1050" b="1" dirty="0">
              <a:effectLst/>
              <a:latin typeface="Meiryo UI" pitchFamily="50" charset="-128"/>
              <a:ea typeface="Meiryo UI" pitchFamily="50" charset="-128"/>
              <a:cs typeface="Meiryo UI" pitchFamily="50" charset="-128"/>
            </a:endParaRPr>
          </a:p>
        </p:txBody>
      </p:sp>
      <p:sp>
        <p:nvSpPr>
          <p:cNvPr id="250" name="正方形/長方形 249"/>
          <p:cNvSpPr/>
          <p:nvPr/>
        </p:nvSpPr>
        <p:spPr>
          <a:xfrm>
            <a:off x="5947485" y="1196790"/>
            <a:ext cx="2430156" cy="361467"/>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defRPr/>
            </a:pPr>
            <a:r>
              <a:rPr lang="ja-JP" altLang="en-US" sz="1400" dirty="0">
                <a:solidFill>
                  <a:srgbClr val="0000FF"/>
                </a:solidFill>
                <a:latin typeface="Meiryo UI" pitchFamily="50" charset="-128"/>
                <a:ea typeface="Meiryo UI" pitchFamily="50" charset="-128"/>
                <a:cs typeface="Meiryo UI" pitchFamily="50" charset="-128"/>
              </a:rPr>
              <a:t>●</a:t>
            </a:r>
            <a:r>
              <a:rPr lang="ja-JP" altLang="en-US" sz="1400" dirty="0">
                <a:solidFill>
                  <a:schemeClr val="tx1"/>
                </a:solidFill>
                <a:latin typeface="Meiryo UI" pitchFamily="50" charset="-128"/>
                <a:ea typeface="Meiryo UI" pitchFamily="50" charset="-128"/>
                <a:cs typeface="Meiryo UI" pitchFamily="50" charset="-128"/>
              </a:rPr>
              <a:t>：</a:t>
            </a:r>
            <a:r>
              <a:rPr lang="en-US" altLang="ja-JP" sz="1400" dirty="0">
                <a:solidFill>
                  <a:schemeClr val="tx1"/>
                </a:solidFill>
                <a:latin typeface="Meiryo UI" pitchFamily="50" charset="-128"/>
                <a:ea typeface="Meiryo UI" pitchFamily="50" charset="-128"/>
                <a:cs typeface="Meiryo UI" pitchFamily="50" charset="-128"/>
              </a:rPr>
              <a:t>TERMINAL RESISTOR</a:t>
            </a:r>
            <a:endParaRPr lang="ja-JP" altLang="en-US" sz="1400" dirty="0">
              <a:solidFill>
                <a:schemeClr val="tx1"/>
              </a:solidFill>
              <a:latin typeface="Meiryo UI" pitchFamily="50" charset="-128"/>
              <a:ea typeface="Meiryo UI" pitchFamily="50" charset="-128"/>
              <a:cs typeface="Meiryo UI" pitchFamily="50" charset="-128"/>
            </a:endParaRPr>
          </a:p>
        </p:txBody>
      </p:sp>
      <p:sp>
        <p:nvSpPr>
          <p:cNvPr id="88" name="図形 38"/>
          <p:cNvSpPr txBox="1"/>
          <p:nvPr/>
        </p:nvSpPr>
        <p:spPr>
          <a:xfrm>
            <a:off x="3201847" y="2363330"/>
            <a:ext cx="571500" cy="285750"/>
          </a:xfrm>
          <a:prstGeom prst="rect">
            <a:avLst/>
          </a:prstGeom>
          <a:gradFill flip="none" rotWithShape="1">
            <a:gsLst>
              <a:gs pos="0">
                <a:srgbClr val="CCFFFF"/>
              </a:gs>
              <a:gs pos="100000">
                <a:srgbClr val="FFFFFF"/>
              </a:gs>
            </a:gsLst>
            <a:lin ang="5400000" scaled="1"/>
            <a:tileRect/>
          </a:grad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algn="ctr">
              <a:defRPr sz="1000">
                <a:solidFill>
                  <a:srgbClr val="000000"/>
                </a:solidFill>
                <a:latin typeface="Meiryo UI" pitchFamily="50" charset="-128"/>
                <a:ea typeface="Meiryo UI" pitchFamily="50" charset="-128"/>
                <a:cs typeface="Meiryo UI" pitchFamily="50" charset="-128"/>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ja-JP" dirty="0"/>
              <a:t>VSA/EPB</a:t>
            </a:r>
          </a:p>
        </p:txBody>
      </p:sp>
      <p:sp>
        <p:nvSpPr>
          <p:cNvPr id="89" name="図形 38"/>
          <p:cNvSpPr txBox="1"/>
          <p:nvPr/>
        </p:nvSpPr>
        <p:spPr>
          <a:xfrm>
            <a:off x="4607137" y="2364192"/>
            <a:ext cx="571500" cy="285750"/>
          </a:xfrm>
          <a:prstGeom prst="rect">
            <a:avLst/>
          </a:prstGeom>
          <a:gradFill flip="none" rotWithShape="1">
            <a:gsLst>
              <a:gs pos="0">
                <a:srgbClr val="CCFFFF"/>
              </a:gs>
              <a:gs pos="100000">
                <a:srgbClr val="FFFFFF"/>
              </a:gs>
            </a:gsLst>
            <a:lin ang="5400000" scaled="1"/>
            <a:tileRect/>
          </a:grad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algn="ctr">
              <a:defRPr sz="1000">
                <a:solidFill>
                  <a:srgbClr val="000000"/>
                </a:solidFill>
                <a:latin typeface="Meiryo UI" pitchFamily="50" charset="-128"/>
                <a:ea typeface="Meiryo UI" pitchFamily="50" charset="-128"/>
                <a:cs typeface="Meiryo UI" pitchFamily="50" charset="-128"/>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ja-JP" dirty="0"/>
              <a:t>SRS</a:t>
            </a:r>
          </a:p>
        </p:txBody>
      </p:sp>
      <p:sp>
        <p:nvSpPr>
          <p:cNvPr id="92" name="図形 38"/>
          <p:cNvSpPr txBox="1"/>
          <p:nvPr/>
        </p:nvSpPr>
        <p:spPr>
          <a:xfrm>
            <a:off x="6012427" y="2365054"/>
            <a:ext cx="571500" cy="285750"/>
          </a:xfrm>
          <a:prstGeom prst="rect">
            <a:avLst/>
          </a:prstGeom>
          <a:gradFill flip="none" rotWithShape="1">
            <a:gsLst>
              <a:gs pos="0">
                <a:srgbClr val="CCFFFF"/>
              </a:gs>
              <a:gs pos="100000">
                <a:srgbClr val="FFFFFF"/>
              </a:gs>
            </a:gsLst>
            <a:lin ang="5400000" scaled="1"/>
            <a:tileRect/>
          </a:grad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ja-JP"/>
            </a:defPPr>
            <a:lvl1pPr algn="ctr">
              <a:defRPr sz="1000">
                <a:solidFill>
                  <a:srgbClr val="000000"/>
                </a:solidFill>
                <a:latin typeface="Meiryo UI" pitchFamily="50" charset="-128"/>
                <a:ea typeface="Meiryo UI" pitchFamily="50" charset="-128"/>
                <a:cs typeface="Meiryo UI" pitchFamily="50" charset="-128"/>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ja-JP" sz="700" dirty="0"/>
              <a:t>IDAS</a:t>
            </a:r>
            <a:br>
              <a:rPr lang="ja-JP" altLang="en-US" sz="700" dirty="0"/>
            </a:br>
            <a:r>
              <a:rPr lang="en-US" altLang="ja-JP" sz="700" dirty="0"/>
              <a:t>(CAMERA)</a:t>
            </a:r>
          </a:p>
        </p:txBody>
      </p:sp>
      <p:sp>
        <p:nvSpPr>
          <p:cNvPr id="110" name="図形 38"/>
          <p:cNvSpPr txBox="1"/>
          <p:nvPr/>
        </p:nvSpPr>
        <p:spPr>
          <a:xfrm>
            <a:off x="8120365" y="2362468"/>
            <a:ext cx="571500" cy="285750"/>
          </a:xfrm>
          <a:prstGeom prst="rect">
            <a:avLst/>
          </a:prstGeom>
          <a:gradFill flip="none" rotWithShape="1">
            <a:gsLst>
              <a:gs pos="0">
                <a:srgbClr val="CCFFFF"/>
              </a:gs>
              <a:gs pos="100000">
                <a:srgbClr val="FFCCFF"/>
              </a:gs>
            </a:gsLst>
            <a:lin ang="5400000" scaled="1"/>
            <a:tileRect/>
          </a:grad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algn="ctr">
              <a:defRPr sz="1000">
                <a:solidFill>
                  <a:srgbClr val="000000"/>
                </a:solidFill>
                <a:latin typeface="Meiryo UI" pitchFamily="50" charset="-128"/>
                <a:ea typeface="Meiryo UI" pitchFamily="50" charset="-128"/>
                <a:cs typeface="Meiryo UI" pitchFamily="50" charset="-128"/>
              </a:defRPr>
            </a:lvl1pPr>
          </a:lstStyle>
          <a:p>
            <a:r>
              <a:rPr lang="en-US" altLang="ja-JP" dirty="0"/>
              <a:t>BCM</a:t>
            </a:r>
          </a:p>
        </p:txBody>
      </p:sp>
      <p:sp>
        <p:nvSpPr>
          <p:cNvPr id="144" name="図形 39"/>
          <p:cNvSpPr txBox="1"/>
          <p:nvPr/>
        </p:nvSpPr>
        <p:spPr>
          <a:xfrm>
            <a:off x="3475855" y="3069188"/>
            <a:ext cx="0" cy="382729"/>
          </a:xfrm>
          <a:prstGeom prst="line">
            <a:avLst/>
          </a:prstGeom>
          <a:noFill/>
          <a:ln w="38100" cmpd="sng">
            <a:solidFill>
              <a:srgbClr val="FF00FF"/>
            </a:solidFill>
          </a:ln>
        </p:spPr>
        <p:style>
          <a:lnRef idx="0">
            <a:scrgbClr r="0" g="0" b="0"/>
          </a:lnRef>
          <a:fillRef idx="0">
            <a:scrgbClr r="0" g="0" b="0"/>
          </a:fillRef>
          <a:effectRef idx="0">
            <a:scrgbClr r="0" g="0" b="0"/>
          </a:effectRef>
          <a:fontRef idx="minor">
            <a:schemeClr val="dk1"/>
          </a:fontRef>
        </p:style>
        <p:txBody>
          <a:bodyPr/>
          <a:lstStyle/>
          <a:p>
            <a:endParaRPr lang="ja-JP" altLang="en-US" sz="1000" dirty="0">
              <a:latin typeface="Meiryo UI" pitchFamily="50" charset="-128"/>
              <a:ea typeface="Meiryo UI" pitchFamily="50" charset="-128"/>
              <a:cs typeface="Meiryo UI" pitchFamily="50" charset="-128"/>
            </a:endParaRPr>
          </a:p>
        </p:txBody>
      </p:sp>
      <p:sp>
        <p:nvSpPr>
          <p:cNvPr id="146" name="図形 38"/>
          <p:cNvSpPr txBox="1"/>
          <p:nvPr/>
        </p:nvSpPr>
        <p:spPr>
          <a:xfrm>
            <a:off x="3200435" y="3440033"/>
            <a:ext cx="571500" cy="285750"/>
          </a:xfrm>
          <a:prstGeom prst="rect">
            <a:avLst/>
          </a:prstGeom>
          <a:gradFill flip="none" rotWithShape="1">
            <a:gsLst>
              <a:gs pos="0">
                <a:srgbClr val="FFCCFF"/>
              </a:gs>
              <a:gs pos="100000">
                <a:schemeClr val="bg1"/>
              </a:gs>
            </a:gsLst>
            <a:lin ang="5400000" scaled="1"/>
            <a:tileRect/>
          </a:grad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algn="ctr">
              <a:defRPr sz="1000">
                <a:solidFill>
                  <a:srgbClr val="000000"/>
                </a:solidFill>
                <a:latin typeface="Meiryo UI" pitchFamily="50" charset="-128"/>
                <a:ea typeface="Meiryo UI" pitchFamily="50" charset="-128"/>
                <a:cs typeface="Meiryo UI" pitchFamily="50" charset="-128"/>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ja-JP" dirty="0"/>
              <a:t>AC</a:t>
            </a:r>
          </a:p>
        </p:txBody>
      </p:sp>
      <p:sp>
        <p:nvSpPr>
          <p:cNvPr id="193" name="図形 38"/>
          <p:cNvSpPr txBox="1"/>
          <p:nvPr/>
        </p:nvSpPr>
        <p:spPr>
          <a:xfrm>
            <a:off x="3200435" y="2783439"/>
            <a:ext cx="571500" cy="285750"/>
          </a:xfrm>
          <a:prstGeom prst="rect">
            <a:avLst/>
          </a:prstGeom>
          <a:gradFill flip="none" rotWithShape="1">
            <a:gsLst>
              <a:gs pos="0">
                <a:srgbClr val="CCFFFF"/>
              </a:gs>
              <a:gs pos="100000">
                <a:srgbClr val="FFCCFF"/>
              </a:gs>
            </a:gsLst>
            <a:lin ang="5400000" scaled="1"/>
            <a:tileRect/>
          </a:grad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ja-JP"/>
            </a:defPPr>
            <a:lvl1pPr algn="ctr">
              <a:defRPr sz="1000">
                <a:solidFill>
                  <a:srgbClr val="000000"/>
                </a:solidFill>
                <a:latin typeface="Meiryo UI" pitchFamily="50" charset="-128"/>
                <a:ea typeface="Meiryo UI" pitchFamily="50" charset="-128"/>
                <a:cs typeface="Meiryo UI" pitchFamily="50" charset="-128"/>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ja-JP" dirty="0"/>
              <a:t>METER</a:t>
            </a:r>
          </a:p>
        </p:txBody>
      </p:sp>
      <p:sp>
        <p:nvSpPr>
          <p:cNvPr id="199" name="図形 38"/>
          <p:cNvSpPr txBox="1"/>
          <p:nvPr/>
        </p:nvSpPr>
        <p:spPr>
          <a:xfrm>
            <a:off x="3904492" y="2366778"/>
            <a:ext cx="571500" cy="285750"/>
          </a:xfrm>
          <a:prstGeom prst="rect">
            <a:avLst/>
          </a:prstGeom>
          <a:gradFill flip="none" rotWithShape="1">
            <a:gsLst>
              <a:gs pos="0">
                <a:srgbClr val="CCFFFF"/>
              </a:gs>
              <a:gs pos="100000">
                <a:srgbClr val="FFFFFF"/>
              </a:gs>
            </a:gsLst>
            <a:lin ang="5400000" scaled="1"/>
            <a:tileRect/>
          </a:grad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algn="ctr">
              <a:defRPr sz="1000">
                <a:solidFill>
                  <a:srgbClr val="000000"/>
                </a:solidFill>
                <a:latin typeface="Meiryo UI" pitchFamily="50" charset="-128"/>
                <a:ea typeface="Meiryo UI" pitchFamily="50" charset="-128"/>
                <a:cs typeface="Meiryo UI" pitchFamily="50" charset="-128"/>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ja-JP" dirty="0"/>
              <a:t>EPS/</a:t>
            </a:r>
            <a:br>
              <a:rPr lang="ja-JP" altLang="en-US" dirty="0"/>
            </a:br>
            <a:r>
              <a:rPr lang="en-US" altLang="ja-JP" dirty="0"/>
              <a:t>STR</a:t>
            </a:r>
          </a:p>
        </p:txBody>
      </p:sp>
      <p:sp>
        <p:nvSpPr>
          <p:cNvPr id="43" name="Text Box 2"/>
          <p:cNvSpPr txBox="1">
            <a:spLocks noChangeArrowheads="1"/>
          </p:cNvSpPr>
          <p:nvPr/>
        </p:nvSpPr>
        <p:spPr bwMode="auto">
          <a:xfrm>
            <a:off x="291626" y="4946353"/>
            <a:ext cx="5954028" cy="1178271"/>
          </a:xfrm>
          <a:prstGeom prst="rect">
            <a:avLst/>
          </a:prstGeom>
          <a:noFill/>
          <a:ln>
            <a:noFill/>
          </a:ln>
        </p:spPr>
        <p:txBody>
          <a:bodyPr wrap="squar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l" eaLnBrk="1" hangingPunct="1">
              <a:lnSpc>
                <a:spcPct val="130000"/>
              </a:lnSpc>
            </a:pPr>
            <a:r>
              <a:rPr lang="en-US" altLang="ja-JP" sz="1400" dirty="0">
                <a:solidFill>
                  <a:srgbClr val="000000"/>
                </a:solidFill>
                <a:latin typeface="Meiryo UI" panose="020B0604030504040204" pitchFamily="50" charset="-128"/>
                <a:ea typeface="Meiryo UI" panose="020B0604030504040204" pitchFamily="50" charset="-128"/>
                <a:cs typeface="Arial" pitchFamily="34" charset="0"/>
              </a:rPr>
              <a:t>CAN</a:t>
            </a:r>
            <a:r>
              <a:rPr lang="ja-JP" altLang="en-US" sz="1400" dirty="0">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400" dirty="0">
                <a:solidFill>
                  <a:srgbClr val="000000"/>
                </a:solidFill>
                <a:latin typeface="Meiryo UI" panose="020B0604030504040204" pitchFamily="50" charset="-128"/>
                <a:ea typeface="Meiryo UI" panose="020B0604030504040204" pitchFamily="50" charset="-128"/>
                <a:cs typeface="Arial" pitchFamily="34" charset="0"/>
              </a:rPr>
              <a:t>Structure </a:t>
            </a:r>
            <a:r>
              <a:rPr lang="ja-JP" altLang="en-US" sz="1400" dirty="0">
                <a:solidFill>
                  <a:srgbClr val="000000"/>
                </a:solidFill>
                <a:latin typeface="Meiryo UI" panose="020B0604030504040204" pitchFamily="50" charset="-128"/>
                <a:ea typeface="Meiryo UI" panose="020B0604030504040204" pitchFamily="50" charset="-128"/>
                <a:cs typeface="Arial" pitchFamily="34" charset="0"/>
              </a:rPr>
              <a:t>はロットごとに異なる可能性があります。</a:t>
            </a:r>
            <a:endParaRPr lang="en-US" altLang="ja-JP" sz="1400" dirty="0">
              <a:solidFill>
                <a:srgbClr val="000000"/>
              </a:solidFill>
              <a:latin typeface="Meiryo UI" panose="020B0604030504040204" pitchFamily="50" charset="-128"/>
              <a:ea typeface="Meiryo UI" panose="020B0604030504040204" pitchFamily="50" charset="-128"/>
              <a:cs typeface="Arial" pitchFamily="34" charset="0"/>
            </a:endParaRPr>
          </a:p>
          <a:p>
            <a:pPr algn="l" eaLnBrk="1" hangingPunct="1">
              <a:lnSpc>
                <a:spcPct val="130000"/>
              </a:lnSpc>
            </a:pPr>
            <a:r>
              <a:rPr lang="en-US" altLang="ja-JP" sz="1400" dirty="0">
                <a:solidFill>
                  <a:srgbClr val="000000"/>
                </a:solidFill>
                <a:latin typeface="Meiryo UI" panose="020B0604030504040204" pitchFamily="50" charset="-128"/>
                <a:ea typeface="Meiryo UI" panose="020B0604030504040204" pitchFamily="50" charset="-128"/>
                <a:cs typeface="Arial" pitchFamily="34" charset="0"/>
              </a:rPr>
              <a:t>CAN</a:t>
            </a:r>
            <a:r>
              <a:rPr lang="ja-JP" altLang="en-US" sz="1400" dirty="0">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400" dirty="0">
                <a:solidFill>
                  <a:srgbClr val="000000"/>
                </a:solidFill>
                <a:latin typeface="Meiryo UI" panose="020B0604030504040204" pitchFamily="50" charset="-128"/>
                <a:ea typeface="Meiryo UI" panose="020B0604030504040204" pitchFamily="50" charset="-128"/>
                <a:cs typeface="Arial" pitchFamily="34" charset="0"/>
              </a:rPr>
              <a:t>Structure </a:t>
            </a:r>
            <a:r>
              <a:rPr lang="ja-JP" altLang="en-US" sz="1400" dirty="0">
                <a:solidFill>
                  <a:srgbClr val="000000"/>
                </a:solidFill>
                <a:latin typeface="Meiryo UI" panose="020B0604030504040204" pitchFamily="50" charset="-128"/>
                <a:ea typeface="Meiryo UI" panose="020B0604030504040204" pitchFamily="50" charset="-128"/>
                <a:cs typeface="Arial" pitchFamily="34" charset="0"/>
              </a:rPr>
              <a:t>は </a:t>
            </a:r>
            <a:r>
              <a:rPr lang="en-US" altLang="ja-JP" sz="1400" dirty="0">
                <a:solidFill>
                  <a:srgbClr val="000000"/>
                </a:solidFill>
                <a:latin typeface="Meiryo UI" panose="020B0604030504040204" pitchFamily="50" charset="-128"/>
                <a:ea typeface="Meiryo UI" panose="020B0604030504040204" pitchFamily="50" charset="-128"/>
                <a:cs typeface="Arial" pitchFamily="34" charset="0"/>
              </a:rPr>
              <a:t>CR</a:t>
            </a:r>
            <a:r>
              <a:rPr lang="ja-JP" altLang="en-US" sz="1400" dirty="0">
                <a:solidFill>
                  <a:srgbClr val="000000"/>
                </a:solidFill>
                <a:latin typeface="Meiryo UI" panose="020B0604030504040204" pitchFamily="50" charset="-128"/>
                <a:ea typeface="Meiryo UI" panose="020B0604030504040204" pitchFamily="50" charset="-128"/>
                <a:cs typeface="Arial" pitchFamily="34" charset="0"/>
              </a:rPr>
              <a:t>：</a:t>
            </a:r>
            <a:r>
              <a:rPr lang="en-US" altLang="ja-JP" sz="1400" dirty="0" err="1">
                <a:solidFill>
                  <a:srgbClr val="000000"/>
                </a:solidFill>
                <a:latin typeface="Meiryo UI" panose="020B0604030504040204" pitchFamily="50" charset="-128"/>
                <a:ea typeface="Meiryo UI" panose="020B0604030504040204" pitchFamily="50" charset="-128"/>
                <a:cs typeface="Arial" pitchFamily="34" charset="0"/>
              </a:rPr>
              <a:t>CAN_structure_for_</a:t>
            </a:r>
            <a:r>
              <a:rPr lang="en-US" altLang="ja-JP" sz="1400" dirty="0" err="1">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solidFill>
                  <a:srgbClr val="000000"/>
                </a:solidFill>
                <a:latin typeface="Meiryo UI" panose="020B0604030504040204" pitchFamily="50" charset="-128"/>
                <a:ea typeface="Meiryo UI" panose="020B0604030504040204" pitchFamily="50" charset="-128"/>
                <a:cs typeface="Arial" pitchFamily="34" charset="0"/>
              </a:rPr>
              <a:t>にて定義します。</a:t>
            </a:r>
            <a:endParaRPr lang="en-US" altLang="ja-JP" sz="1400" dirty="0">
              <a:solidFill>
                <a:srgbClr val="000000"/>
              </a:solidFill>
              <a:latin typeface="Meiryo UI" panose="020B0604030504040204" pitchFamily="50" charset="-128"/>
              <a:ea typeface="Meiryo UI" panose="020B0604030504040204" pitchFamily="50" charset="-128"/>
              <a:cs typeface="Arial" pitchFamily="34" charset="0"/>
            </a:endParaRPr>
          </a:p>
          <a:p>
            <a:pPr algn="l" eaLnBrk="1" hangingPunct="1">
              <a:lnSpc>
                <a:spcPct val="130000"/>
              </a:lnSpc>
            </a:pPr>
            <a:r>
              <a:rPr lang="en-US" altLang="ja-JP" sz="1400" dirty="0">
                <a:solidFill>
                  <a:srgbClr val="000000"/>
                </a:solidFill>
                <a:latin typeface="Meiryo UI" panose="020B0604030504040204" pitchFamily="50" charset="-128"/>
                <a:ea typeface="Meiryo UI" panose="020B0604030504040204" pitchFamily="50" charset="-128"/>
                <a:cs typeface="Arial" pitchFamily="34" charset="0"/>
              </a:rPr>
              <a:t>EPB</a:t>
            </a:r>
            <a:r>
              <a:rPr lang="ja-JP" altLang="en-US" sz="1400" dirty="0">
                <a:solidFill>
                  <a:srgbClr val="000000"/>
                </a:solidFill>
                <a:latin typeface="Meiryo UI" panose="020B0604030504040204" pitchFamily="50" charset="-128"/>
                <a:ea typeface="Meiryo UI" panose="020B0604030504040204" pitchFamily="50" charset="-128"/>
                <a:cs typeface="Arial" pitchFamily="34" charset="0"/>
              </a:rPr>
              <a:t>が装備される可能性があります</a:t>
            </a:r>
            <a:endParaRPr lang="en-US" altLang="ja-JP" sz="1400" dirty="0">
              <a:solidFill>
                <a:srgbClr val="000000"/>
              </a:solidFill>
              <a:latin typeface="Meiryo UI" panose="020B0604030504040204" pitchFamily="50" charset="-128"/>
              <a:ea typeface="Meiryo UI" panose="020B0604030504040204" pitchFamily="50" charset="-128"/>
              <a:cs typeface="Arial" pitchFamily="34" charset="0"/>
            </a:endParaRPr>
          </a:p>
          <a:p>
            <a:pPr algn="l" eaLnBrk="1" hangingPunct="1">
              <a:lnSpc>
                <a:spcPct val="130000"/>
              </a:lnSpc>
            </a:pPr>
            <a:r>
              <a:rPr lang="ja-JP" altLang="en-US" sz="1400" dirty="0">
                <a:solidFill>
                  <a:srgbClr val="FF0000"/>
                </a:solidFill>
                <a:latin typeface="Meiryo UI" panose="020B0604030504040204" pitchFamily="50" charset="-128"/>
                <a:ea typeface="Meiryo UI" panose="020B0604030504040204" pitchFamily="50" charset="-128"/>
                <a:cs typeface="Arial" pitchFamily="34" charset="0"/>
              </a:rPr>
              <a:t>→　</a:t>
            </a:r>
            <a:r>
              <a:rPr lang="en-US" altLang="ja-JP" sz="1400" dirty="0">
                <a:solidFill>
                  <a:srgbClr val="FF0000"/>
                </a:solidFill>
                <a:latin typeface="Meiryo UI" panose="020B0604030504040204" pitchFamily="50" charset="-128"/>
                <a:ea typeface="Meiryo UI" panose="020B0604030504040204" pitchFamily="50" charset="-128"/>
                <a:cs typeface="Arial" pitchFamily="34" charset="0"/>
              </a:rPr>
              <a:t>62XS</a:t>
            </a:r>
            <a:r>
              <a:rPr lang="ja-JP" altLang="en-US" sz="1400" dirty="0">
                <a:solidFill>
                  <a:srgbClr val="FF0000"/>
                </a:solidFill>
                <a:latin typeface="Meiryo UI" panose="020B0604030504040204" pitchFamily="50" charset="-128"/>
                <a:ea typeface="Meiryo UI" panose="020B0604030504040204" pitchFamily="50" charset="-128"/>
                <a:cs typeface="Arial" pitchFamily="34" charset="0"/>
              </a:rPr>
              <a:t>と同じ</a:t>
            </a:r>
            <a:r>
              <a:rPr lang="en-US" altLang="ja-JP" sz="1400" dirty="0">
                <a:solidFill>
                  <a:srgbClr val="FF0000"/>
                </a:solidFill>
                <a:latin typeface="Meiryo UI" panose="020B0604030504040204" pitchFamily="50" charset="-128"/>
                <a:ea typeface="Meiryo UI" panose="020B0604030504040204" pitchFamily="50" charset="-128"/>
                <a:cs typeface="Arial" pitchFamily="34" charset="0"/>
              </a:rPr>
              <a:t>SPEC</a:t>
            </a:r>
            <a:r>
              <a:rPr lang="ja-JP" altLang="en-US" sz="1400" dirty="0">
                <a:solidFill>
                  <a:srgbClr val="FF0000"/>
                </a:solidFill>
                <a:latin typeface="Meiryo UI" panose="020B0604030504040204" pitchFamily="50" charset="-128"/>
                <a:ea typeface="Meiryo UI" panose="020B0604030504040204" pitchFamily="50" charset="-128"/>
                <a:cs typeface="Arial" pitchFamily="34" charset="0"/>
              </a:rPr>
              <a:t>を流用適応予定です。</a:t>
            </a:r>
            <a:endParaRPr lang="en-US" altLang="ja-JP" sz="1400" dirty="0">
              <a:solidFill>
                <a:srgbClr val="000000"/>
              </a:solidFill>
              <a:latin typeface="Meiryo UI" panose="020B0604030504040204" pitchFamily="50" charset="-128"/>
              <a:ea typeface="Meiryo UI" panose="020B0604030504040204" pitchFamily="50" charset="-128"/>
              <a:cs typeface="Arial" pitchFamily="34" charset="0"/>
            </a:endParaRPr>
          </a:p>
        </p:txBody>
      </p:sp>
      <p:sp>
        <p:nvSpPr>
          <p:cNvPr id="45" name="Text Box 2"/>
          <p:cNvSpPr txBox="1">
            <a:spLocks noChangeArrowheads="1"/>
          </p:cNvSpPr>
          <p:nvPr/>
        </p:nvSpPr>
        <p:spPr bwMode="auto">
          <a:xfrm>
            <a:off x="250829" y="44451"/>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2000" dirty="0">
                <a:solidFill>
                  <a:srgbClr val="FFFFFF"/>
                </a:solidFill>
                <a:latin typeface="Meiryo UI" panose="020B0604030504040204" pitchFamily="50" charset="-128"/>
                <a:ea typeface="Meiryo UI" panose="020B0604030504040204" pitchFamily="50" charset="-128"/>
                <a:cs typeface="Arial" pitchFamily="34" charset="0"/>
              </a:rPr>
              <a:t>14. Vehicle function relating ECU &amp; Feature</a:t>
            </a:r>
            <a:endParaRPr lang="en-US" altLang="ja-JP" sz="1100" dirty="0">
              <a:solidFill>
                <a:srgbClr val="FFFFFF"/>
              </a:solidFill>
              <a:latin typeface="HGPｺﾞｼｯｸE" pitchFamily="50" charset="-128"/>
              <a:ea typeface="HGPｺﾞｼｯｸE" pitchFamily="50" charset="-128"/>
              <a:cs typeface="Arial" pitchFamily="34" charset="0"/>
            </a:endParaRPr>
          </a:p>
        </p:txBody>
      </p:sp>
      <p:sp>
        <p:nvSpPr>
          <p:cNvPr id="46" name="Text Box 2"/>
          <p:cNvSpPr txBox="1">
            <a:spLocks noChangeArrowheads="1"/>
          </p:cNvSpPr>
          <p:nvPr/>
        </p:nvSpPr>
        <p:spPr bwMode="auto">
          <a:xfrm>
            <a:off x="291626" y="3800980"/>
            <a:ext cx="8170539" cy="1458348"/>
          </a:xfrm>
          <a:prstGeom prst="rect">
            <a:avLst/>
          </a:prstGeom>
          <a:noFill/>
          <a:ln>
            <a:noFill/>
          </a:ln>
        </p:spPr>
        <p:txBody>
          <a:bodyPr wrap="squar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l" eaLnBrk="1" hangingPunct="1">
              <a:lnSpc>
                <a:spcPct val="130000"/>
              </a:lnSpc>
            </a:pPr>
            <a:r>
              <a:rPr lang="en-US" altLang="ja-JP" sz="1400" dirty="0">
                <a:solidFill>
                  <a:srgbClr val="000000"/>
                </a:solidFill>
                <a:latin typeface="Meiryo UI" panose="020B0604030504040204" pitchFamily="50" charset="-128"/>
                <a:ea typeface="Meiryo UI" panose="020B0604030504040204" pitchFamily="50" charset="-128"/>
                <a:cs typeface="Arial" pitchFamily="34" charset="0"/>
              </a:rPr>
              <a:t>CAN Structure has various possibility for every lot. </a:t>
            </a:r>
          </a:p>
          <a:p>
            <a:pPr algn="l" eaLnBrk="1" hangingPunct="1">
              <a:lnSpc>
                <a:spcPct val="130000"/>
              </a:lnSpc>
            </a:pPr>
            <a:r>
              <a:rPr lang="en-US" altLang="ja-JP" sz="1400" dirty="0">
                <a:solidFill>
                  <a:srgbClr val="000000"/>
                </a:solidFill>
                <a:latin typeface="Meiryo UI" panose="020B0604030504040204" pitchFamily="50" charset="-128"/>
                <a:ea typeface="Meiryo UI" panose="020B0604030504040204" pitchFamily="50" charset="-128"/>
                <a:cs typeface="Arial" pitchFamily="34" charset="0"/>
              </a:rPr>
              <a:t>Each lot might have different CAN structure which is defined in CAN structure for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dirty="0">
                <a:solidFill>
                  <a:srgbClr val="000000"/>
                </a:solidFill>
                <a:latin typeface="Meiryo UI" panose="020B0604030504040204" pitchFamily="50" charset="-128"/>
                <a:ea typeface="Meiryo UI" panose="020B0604030504040204" pitchFamily="50" charset="-128"/>
                <a:cs typeface="Arial" pitchFamily="34" charset="0"/>
              </a:rPr>
              <a:t>.</a:t>
            </a:r>
          </a:p>
          <a:p>
            <a:pPr algn="l" eaLnBrk="1" hangingPunct="1">
              <a:lnSpc>
                <a:spcPct val="130000"/>
              </a:lnSpc>
            </a:pPr>
            <a:r>
              <a:rPr lang="en-US" altLang="ja-JP" sz="1400" dirty="0">
                <a:solidFill>
                  <a:srgbClr val="000000"/>
                </a:solidFill>
                <a:latin typeface="Meiryo UI" panose="020B0604030504040204" pitchFamily="50" charset="-128"/>
                <a:ea typeface="Meiryo UI" panose="020B0604030504040204" pitchFamily="50" charset="-128"/>
                <a:cs typeface="Arial" pitchFamily="34" charset="0"/>
              </a:rPr>
              <a:t>Possibility of EPB being installed</a:t>
            </a:r>
          </a:p>
          <a:p>
            <a:pPr algn="l" eaLnBrk="1" hangingPunct="1">
              <a:lnSpc>
                <a:spcPct val="130000"/>
              </a:lnSpc>
            </a:pPr>
            <a:r>
              <a:rPr lang="ja-JP" altLang="en-US" sz="1400" dirty="0">
                <a:solidFill>
                  <a:srgbClr val="FF0000"/>
                </a:solidFill>
                <a:latin typeface="Meiryo UI" panose="020B0604030504040204" pitchFamily="50" charset="-128"/>
                <a:ea typeface="Meiryo UI" panose="020B0604030504040204" pitchFamily="50" charset="-128"/>
                <a:cs typeface="Arial" pitchFamily="34" charset="0"/>
              </a:rPr>
              <a:t>→　</a:t>
            </a:r>
            <a:r>
              <a:rPr lang="en-US" altLang="ja-JP" sz="1400" dirty="0">
                <a:solidFill>
                  <a:srgbClr val="FF0000"/>
                </a:solidFill>
                <a:latin typeface="Meiryo UI" panose="020B0604030504040204" pitchFamily="50" charset="-128"/>
                <a:ea typeface="Meiryo UI" panose="020B0604030504040204" pitchFamily="50" charset="-128"/>
                <a:cs typeface="Arial" pitchFamily="34" charset="0"/>
              </a:rPr>
              <a:t>Current plan is same as 62XS</a:t>
            </a:r>
          </a:p>
          <a:p>
            <a:pPr algn="l" eaLnBrk="1" hangingPunct="1">
              <a:lnSpc>
                <a:spcPct val="130000"/>
              </a:lnSpc>
            </a:pPr>
            <a:endParaRPr lang="en-US" altLang="ja-JP" sz="1400" dirty="0">
              <a:solidFill>
                <a:srgbClr val="FF0000"/>
              </a:solidFill>
              <a:latin typeface="Meiryo UI" panose="020B0604030504040204" pitchFamily="50" charset="-128"/>
              <a:ea typeface="Meiryo UI" panose="020B0604030504040204" pitchFamily="50" charset="-128"/>
              <a:cs typeface="Arial" pitchFamily="34" charset="0"/>
            </a:endParaRPr>
          </a:p>
        </p:txBody>
      </p:sp>
      <p:sp>
        <p:nvSpPr>
          <p:cNvPr id="2" name="正方形/長方形 1">
            <a:extLst>
              <a:ext uri="{FF2B5EF4-FFF2-40B4-BE49-F238E27FC236}">
                <a16:creationId xmlns:a16="http://schemas.microsoft.com/office/drawing/2014/main" id="{DE8B0CD5-6D6F-5EA2-FCEB-2CFD0B0DD7A3}"/>
              </a:ext>
            </a:extLst>
          </p:cNvPr>
          <p:cNvSpPr/>
          <p:nvPr/>
        </p:nvSpPr>
        <p:spPr bwMode="auto">
          <a:xfrm>
            <a:off x="0" y="6239882"/>
            <a:ext cx="9144000" cy="618118"/>
          </a:xfrm>
          <a:prstGeom prst="rect">
            <a:avLst/>
          </a:prstGeom>
          <a:solidFill>
            <a:srgbClr val="FFFF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1" hangingPunct="1">
              <a:lnSpc>
                <a:spcPct val="130000"/>
              </a:lnSpc>
            </a:pPr>
            <a:r>
              <a:rPr lang="en-US" altLang="ja-JP" sz="2400" dirty="0">
                <a:solidFill>
                  <a:srgbClr val="FF0000"/>
                </a:solidFill>
                <a:latin typeface="Meiryo UI" panose="020B0604030504040204" pitchFamily="50" charset="-128"/>
                <a:ea typeface="Meiryo UI" panose="020B0604030504040204" pitchFamily="50" charset="-128"/>
                <a:cs typeface="Arial" pitchFamily="34" charset="0"/>
              </a:rPr>
              <a:t>Current plan is same as 62XS</a:t>
            </a:r>
          </a:p>
        </p:txBody>
      </p:sp>
    </p:spTree>
    <p:extLst>
      <p:ext uri="{BB962C8B-B14F-4D97-AF65-F5344CB8AC3E}">
        <p14:creationId xmlns:p14="http://schemas.microsoft.com/office/powerpoint/2010/main" val="204012032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024504-55B0-77A2-07ED-23038ACE160F}"/>
            </a:ext>
          </a:extLst>
        </p:cNvPr>
        <p:cNvGrpSpPr/>
        <p:nvPr/>
      </p:nvGrpSpPr>
      <p:grpSpPr>
        <a:xfrm>
          <a:off x="0" y="0"/>
          <a:ext cx="0" cy="0"/>
          <a:chOff x="0" y="0"/>
          <a:chExt cx="0" cy="0"/>
        </a:xfrm>
      </p:grpSpPr>
      <p:sp>
        <p:nvSpPr>
          <p:cNvPr id="142" name="Text Box 2">
            <a:extLst>
              <a:ext uri="{FF2B5EF4-FFF2-40B4-BE49-F238E27FC236}">
                <a16:creationId xmlns:a16="http://schemas.microsoft.com/office/drawing/2014/main" id="{7BFC02CF-64ED-93D3-461C-8D8731759DC0}"/>
              </a:ext>
            </a:extLst>
          </p:cNvPr>
          <p:cNvSpPr txBox="1">
            <a:spLocks noChangeArrowheads="1"/>
          </p:cNvSpPr>
          <p:nvPr/>
        </p:nvSpPr>
        <p:spPr bwMode="auto">
          <a:xfrm>
            <a:off x="147644" y="535944"/>
            <a:ext cx="4715009" cy="408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l" eaLnBrk="1" hangingPunct="1">
              <a:lnSpc>
                <a:spcPct val="130000"/>
              </a:lnSpc>
            </a:pPr>
            <a:r>
              <a:rPr lang="en-US" altLang="ja-JP" sz="1800" b="1" u="sng" dirty="0">
                <a:solidFill>
                  <a:srgbClr val="000000"/>
                </a:solidFill>
                <a:latin typeface="Meiryo UI" panose="020B0604030504040204" pitchFamily="50" charset="-128"/>
                <a:ea typeface="Meiryo UI" panose="020B0604030504040204" pitchFamily="50" charset="-128"/>
                <a:cs typeface="Arial" pitchFamily="34" charset="0"/>
              </a:rPr>
              <a:t>New develop item From SY category</a:t>
            </a:r>
            <a:endParaRPr lang="ja-JP" altLang="en-US" sz="1800" b="1" u="sng" dirty="0">
              <a:solidFill>
                <a:srgbClr val="000000"/>
              </a:solidFill>
              <a:latin typeface="Meiryo UI" panose="020B0604030504040204" pitchFamily="50" charset="-128"/>
              <a:ea typeface="Meiryo UI" panose="020B0604030504040204" pitchFamily="50" charset="-128"/>
              <a:cs typeface="Arial" pitchFamily="34" charset="0"/>
            </a:endParaRPr>
          </a:p>
        </p:txBody>
      </p:sp>
      <p:sp>
        <p:nvSpPr>
          <p:cNvPr id="45" name="Text Box 2">
            <a:extLst>
              <a:ext uri="{FF2B5EF4-FFF2-40B4-BE49-F238E27FC236}">
                <a16:creationId xmlns:a16="http://schemas.microsoft.com/office/drawing/2014/main" id="{97280A7B-0485-5296-98CF-C0D5DC5ABB4E}"/>
              </a:ext>
            </a:extLst>
          </p:cNvPr>
          <p:cNvSpPr txBox="1">
            <a:spLocks noChangeArrowheads="1"/>
          </p:cNvSpPr>
          <p:nvPr/>
        </p:nvSpPr>
        <p:spPr bwMode="auto">
          <a:xfrm>
            <a:off x="250829" y="44451"/>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2000">
                <a:solidFill>
                  <a:srgbClr val="FFFFFF"/>
                </a:solidFill>
                <a:latin typeface="Meiryo UI" panose="020B0604030504040204" pitchFamily="50" charset="-128"/>
                <a:ea typeface="Meiryo UI" panose="020B0604030504040204" pitchFamily="50" charset="-128"/>
                <a:cs typeface="Arial" pitchFamily="34" charset="0"/>
              </a:rPr>
              <a:t>14. In-Vehicle Functions Relating ECU and Features</a:t>
            </a:r>
            <a:endParaRPr lang="en-US" altLang="ja-JP" sz="1100">
              <a:solidFill>
                <a:srgbClr val="FFFFFF"/>
              </a:solidFill>
              <a:latin typeface="HGPｺﾞｼｯｸE" pitchFamily="50" charset="-128"/>
              <a:ea typeface="HGPｺﾞｼｯｸE" pitchFamily="50" charset="-128"/>
              <a:cs typeface="Arial" pitchFamily="34" charset="0"/>
            </a:endParaRPr>
          </a:p>
        </p:txBody>
      </p:sp>
      <p:graphicFrame>
        <p:nvGraphicFramePr>
          <p:cNvPr id="7" name="表 6">
            <a:extLst>
              <a:ext uri="{FF2B5EF4-FFF2-40B4-BE49-F238E27FC236}">
                <a16:creationId xmlns:a16="http://schemas.microsoft.com/office/drawing/2014/main" id="{1F643591-AEF4-A292-F24E-B0F32DE38454}"/>
              </a:ext>
            </a:extLst>
          </p:cNvPr>
          <p:cNvGraphicFramePr>
            <a:graphicFrameLocks noGrp="1"/>
          </p:cNvGraphicFramePr>
          <p:nvPr/>
        </p:nvGraphicFramePr>
        <p:xfrm>
          <a:off x="152400" y="1203960"/>
          <a:ext cx="8888419" cy="3735917"/>
        </p:xfrm>
        <a:graphic>
          <a:graphicData uri="http://schemas.openxmlformats.org/drawingml/2006/table">
            <a:tbl>
              <a:tblPr firstRow="1" bandRow="1">
                <a:tableStyleId>{5940675A-B579-460E-94D1-54222C63F5DA}</a:tableStyleId>
              </a:tblPr>
              <a:tblGrid>
                <a:gridCol w="3135564">
                  <a:extLst>
                    <a:ext uri="{9D8B030D-6E8A-4147-A177-3AD203B41FA5}">
                      <a16:colId xmlns:a16="http://schemas.microsoft.com/office/drawing/2014/main" val="2028289434"/>
                    </a:ext>
                  </a:extLst>
                </a:gridCol>
                <a:gridCol w="3122361">
                  <a:extLst>
                    <a:ext uri="{9D8B030D-6E8A-4147-A177-3AD203B41FA5}">
                      <a16:colId xmlns:a16="http://schemas.microsoft.com/office/drawing/2014/main" val="2205257042"/>
                    </a:ext>
                  </a:extLst>
                </a:gridCol>
                <a:gridCol w="2630494">
                  <a:extLst>
                    <a:ext uri="{9D8B030D-6E8A-4147-A177-3AD203B41FA5}">
                      <a16:colId xmlns:a16="http://schemas.microsoft.com/office/drawing/2014/main" val="3905202413"/>
                    </a:ext>
                  </a:extLst>
                </a:gridCol>
              </a:tblGrid>
              <a:tr h="626957">
                <a:tc>
                  <a:txBody>
                    <a:bodyPr/>
                    <a:lstStyle/>
                    <a:p>
                      <a:r>
                        <a:rPr kumimoji="1" lang="en-US" altLang="ja-JP" dirty="0">
                          <a:latin typeface="Meiryo UI" panose="020B0604030504040204" pitchFamily="50" charset="-128"/>
                          <a:ea typeface="Meiryo UI" panose="020B0604030504040204" pitchFamily="50" charset="-128"/>
                        </a:rPr>
                        <a:t>Items</a:t>
                      </a:r>
                      <a:endParaRPr kumimoji="1" lang="ja-JP" altLang="en-US" dirty="0">
                        <a:latin typeface="Meiryo UI" panose="020B0604030504040204" pitchFamily="50" charset="-128"/>
                        <a:ea typeface="Meiryo UI" panose="020B0604030504040204" pitchFamily="50" charset="-128"/>
                      </a:endParaRPr>
                    </a:p>
                  </a:txBody>
                  <a:tcPr/>
                </a:tc>
                <a:tc>
                  <a:txBody>
                    <a:bodyPr/>
                    <a:lstStyle/>
                    <a:p>
                      <a:r>
                        <a:rPr kumimoji="1" lang="en-US" altLang="ja-JP">
                          <a:latin typeface="Meiryo UI" panose="020B0604030504040204" pitchFamily="50" charset="-128"/>
                          <a:ea typeface="Meiryo UI" panose="020B0604030504040204" pitchFamily="50" charset="-128"/>
                        </a:rPr>
                        <a:t>Description</a:t>
                      </a:r>
                      <a:endParaRPr kumimoji="1" lang="ja-JP" altLang="en-US">
                        <a:latin typeface="Meiryo UI" panose="020B0604030504040204" pitchFamily="50" charset="-128"/>
                        <a:ea typeface="Meiryo UI" panose="020B0604030504040204" pitchFamily="50" charset="-128"/>
                      </a:endParaRPr>
                    </a:p>
                  </a:txBody>
                  <a:tcPr/>
                </a:tc>
                <a:tc>
                  <a:txBody>
                    <a:bodyPr/>
                    <a:lstStyle/>
                    <a:p>
                      <a:r>
                        <a:rPr kumimoji="1" lang="en-US" altLang="ja-JP">
                          <a:latin typeface="Meiryo UI" panose="020B0604030504040204" pitchFamily="50" charset="-128"/>
                          <a:ea typeface="Meiryo UI" panose="020B0604030504040204" pitchFamily="50" charset="-128"/>
                        </a:rPr>
                        <a:t>detail</a:t>
                      </a:r>
                      <a:endParaRPr kumimoji="1" lang="ja-JP" altLang="en-US">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3680711026"/>
                  </a:ext>
                </a:extLst>
              </a:tr>
              <a:tr h="626957">
                <a:tc>
                  <a:txBody>
                    <a:bodyPr/>
                    <a:lstStyle/>
                    <a:p>
                      <a:r>
                        <a:rPr kumimoji="1" lang="en-US" altLang="ja-JP" dirty="0">
                          <a:latin typeface="Meiryo UI" panose="020B0604030504040204" pitchFamily="50" charset="-128"/>
                          <a:ea typeface="Meiryo UI" panose="020B0604030504040204" pitchFamily="50" charset="-128"/>
                        </a:rPr>
                        <a:t>Voltage monitoring</a:t>
                      </a:r>
                    </a:p>
                  </a:txBody>
                  <a:tcPr/>
                </a:tc>
                <a:tc>
                  <a:txBody>
                    <a:bodyPr/>
                    <a:lstStyle/>
                    <a:p>
                      <a:r>
                        <a:rPr kumimoji="1" lang="en-US" altLang="ja-JP" dirty="0">
                          <a:latin typeface="Meiryo UI" panose="020B0604030504040204" pitchFamily="50" charset="-128"/>
                          <a:ea typeface="Meiryo UI" panose="020B0604030504040204" pitchFamily="50" charset="-128"/>
                        </a:rPr>
                        <a:t>Implement voltage monitor support</a:t>
                      </a:r>
                      <a:endParaRPr kumimoji="1" lang="ja-JP" altLang="en-US" dirty="0">
                        <a:latin typeface="Meiryo UI" panose="020B0604030504040204" pitchFamily="50" charset="-128"/>
                        <a:ea typeface="Meiryo UI" panose="020B0604030504040204" pitchFamily="50" charset="-128"/>
                      </a:endParaRPr>
                    </a:p>
                  </a:txBody>
                  <a:tcPr/>
                </a:tc>
                <a:tc>
                  <a:txBody>
                    <a:bodyPr/>
                    <a:lstStyle/>
                    <a:p>
                      <a:r>
                        <a:rPr kumimoji="1" lang="en-US" altLang="ja-JP">
                          <a:latin typeface="Meiryo UI" panose="020B0604030504040204" pitchFamily="50" charset="-128"/>
                          <a:ea typeface="Meiryo UI" panose="020B0604030504040204" pitchFamily="50" charset="-128"/>
                        </a:rPr>
                        <a:t>Same as 62XS.</a:t>
                      </a:r>
                      <a:endParaRPr kumimoji="1" lang="ja-JP" altLang="en-US">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509927030"/>
                  </a:ext>
                </a:extLst>
              </a:tr>
              <a:tr h="626957">
                <a:tc>
                  <a:txBody>
                    <a:bodyPr/>
                    <a:lstStyle/>
                    <a:p>
                      <a:r>
                        <a:rPr kumimoji="1" lang="en-US" altLang="ja-JP" dirty="0">
                          <a:latin typeface="Meiryo UI" panose="020B0604030504040204" pitchFamily="50" charset="-128"/>
                          <a:ea typeface="Meiryo UI" panose="020B0604030504040204" pitchFamily="50" charset="-128"/>
                        </a:rPr>
                        <a:t>CAN Matrix update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a:latin typeface="Meiryo UI" panose="020B0604030504040204" pitchFamily="50" charset="-128"/>
                          <a:ea typeface="Meiryo UI" panose="020B0604030504040204" pitchFamily="50" charset="-128"/>
                        </a:rPr>
                        <a:t>Add CAN for voltage monitoring.</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a:latin typeface="Meiryo UI" panose="020B0604030504040204" pitchFamily="50" charset="-128"/>
                          <a:ea typeface="Meiryo UI" panose="020B0604030504040204" pitchFamily="50" charset="-128"/>
                        </a:rPr>
                        <a:t>ID 40Bh,40E,444h</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a:latin typeface="Meiryo UI" panose="020B0604030504040204" pitchFamily="50" charset="-128"/>
                        <a:ea typeface="Meiryo UI" panose="020B0604030504040204" pitchFamily="50" charset="-128"/>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a:latin typeface="Meiryo UI" panose="020B0604030504040204" pitchFamily="50" charset="-128"/>
                          <a:ea typeface="Meiryo UI" panose="020B0604030504040204" pitchFamily="50" charset="-128"/>
                        </a:rPr>
                        <a:t>Same as 62XS.</a:t>
                      </a:r>
                      <a:endParaRPr kumimoji="1" lang="ja-JP" altLang="en-US">
                        <a:latin typeface="Meiryo UI" panose="020B0604030504040204" pitchFamily="50" charset="-128"/>
                        <a:ea typeface="Meiryo UI" panose="020B0604030504040204" pitchFamily="50" charset="-128"/>
                      </a:endParaRPr>
                    </a:p>
                    <a:p>
                      <a:endParaRPr kumimoji="1" lang="ja-JP" altLang="en-US">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3973536274"/>
                  </a:ext>
                </a:extLst>
              </a:tr>
              <a:tr h="626957">
                <a:tc>
                  <a:txBody>
                    <a:bodyPr/>
                    <a:lstStyle/>
                    <a:p>
                      <a:r>
                        <a:rPr kumimoji="1" lang="en-US" altLang="ja-JP" dirty="0">
                          <a:latin typeface="Meiryo UI" panose="020B0604030504040204" pitchFamily="50" charset="-128"/>
                          <a:ea typeface="Meiryo UI" panose="020B0604030504040204" pitchFamily="50" charset="-128"/>
                        </a:rPr>
                        <a:t>IMG MIL Request spec.</a:t>
                      </a:r>
                    </a:p>
                  </a:txBody>
                  <a:tcPr/>
                </a:tc>
                <a:tc>
                  <a:txBody>
                    <a:bodyPr/>
                    <a:lstStyle/>
                    <a:p>
                      <a:r>
                        <a:rPr kumimoji="1" lang="en-US" altLang="ja-JP">
                          <a:latin typeface="Meiryo UI" panose="020B0604030504040204" pitchFamily="50" charset="-128"/>
                          <a:ea typeface="Meiryo UI" panose="020B0604030504040204" pitchFamily="50" charset="-128"/>
                        </a:rPr>
                        <a:t>Add MIL lighting control via IMG.</a:t>
                      </a:r>
                      <a:endParaRPr kumimoji="1" lang="ja-JP" altLang="en-US">
                        <a:latin typeface="Meiryo UI" panose="020B0604030504040204" pitchFamily="50" charset="-128"/>
                        <a:ea typeface="Meiryo UI" panose="020B0604030504040204" pitchFamily="50" charset="-128"/>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dirty="0">
                          <a:latin typeface="Meiryo UI" panose="020B0604030504040204" pitchFamily="50" charset="-128"/>
                          <a:ea typeface="Meiryo UI" panose="020B0604030504040204" pitchFamily="50" charset="-128"/>
                        </a:rPr>
                        <a:t>Same as 62XS.</a:t>
                      </a:r>
                      <a:endParaRPr kumimoji="1" lang="ja-JP" altLang="en-US" dirty="0">
                        <a:latin typeface="Meiryo UI" panose="020B0604030504040204" pitchFamily="50" charset="-128"/>
                        <a:ea typeface="Meiryo UI" panose="020B0604030504040204" pitchFamily="50" charset="-128"/>
                      </a:endParaRPr>
                    </a:p>
                    <a:p>
                      <a:endParaRPr kumimoji="1" lang="ja-JP" altLang="en-US" dirty="0">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2260474735"/>
                  </a:ext>
                </a:extLst>
              </a:tr>
              <a:tr h="626957">
                <a:tc>
                  <a:txBody>
                    <a:bodyPr/>
                    <a:lstStyle/>
                    <a:p>
                      <a:r>
                        <a:rPr kumimoji="1" lang="en-US" altLang="ja-JP" dirty="0">
                          <a:latin typeface="Meiryo UI" panose="020B0604030504040204" pitchFamily="50" charset="-128"/>
                          <a:ea typeface="Meiryo UI" panose="020B0604030504040204" pitchFamily="50" charset="-128"/>
                        </a:rPr>
                        <a:t>CS Vulnerability</a:t>
                      </a:r>
                      <a:endParaRPr kumimoji="1" lang="ja-JP" altLang="en-US" dirty="0">
                        <a:latin typeface="Meiryo UI" panose="020B0604030504040204" pitchFamily="50" charset="-128"/>
                        <a:ea typeface="Meiryo UI" panose="020B0604030504040204" pitchFamily="50" charset="-128"/>
                      </a:endParaRPr>
                    </a:p>
                  </a:txBody>
                  <a:tcPr>
                    <a:solidFill>
                      <a:schemeClr val="bg1"/>
                    </a:solidFill>
                  </a:tcPr>
                </a:tc>
                <a:tc>
                  <a:txBody>
                    <a:bodyPr/>
                    <a:lstStyle/>
                    <a:p>
                      <a:r>
                        <a:rPr kumimoji="1" lang="en-US" altLang="ja-JP" dirty="0">
                          <a:latin typeface="Meiryo UI" panose="020B0604030504040204" pitchFamily="50" charset="-128"/>
                          <a:ea typeface="Meiryo UI" panose="020B0604030504040204" pitchFamily="50" charset="-128"/>
                        </a:rPr>
                        <a:t>Apply CS spec for Vulnerability</a:t>
                      </a:r>
                      <a:endParaRPr kumimoji="1" lang="ja-JP" altLang="en-US" dirty="0">
                        <a:latin typeface="Meiryo UI" panose="020B0604030504040204" pitchFamily="50" charset="-128"/>
                        <a:ea typeface="Meiryo UI" panose="020B0604030504040204" pitchFamily="50" charset="-128"/>
                      </a:endParaRPr>
                    </a:p>
                  </a:txBody>
                  <a:tcP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dirty="0">
                          <a:latin typeface="Meiryo UI" panose="020B0604030504040204" pitchFamily="50" charset="-128"/>
                          <a:ea typeface="Meiryo UI" panose="020B0604030504040204" pitchFamily="50" charset="-128"/>
                        </a:rPr>
                        <a:t>Same as 62XS.</a:t>
                      </a:r>
                      <a:endParaRPr kumimoji="1" lang="ja-JP" altLang="en-US" dirty="0">
                        <a:latin typeface="Meiryo UI" panose="020B0604030504040204" pitchFamily="50" charset="-128"/>
                        <a:ea typeface="Meiryo UI" panose="020B0604030504040204" pitchFamily="50" charset="-128"/>
                      </a:endParaRPr>
                    </a:p>
                  </a:txBody>
                  <a:tcPr>
                    <a:solidFill>
                      <a:schemeClr val="bg1"/>
                    </a:solidFill>
                  </a:tcPr>
                </a:tc>
                <a:extLst>
                  <a:ext uri="{0D108BD9-81ED-4DB2-BD59-A6C34878D82A}">
                    <a16:rowId xmlns:a16="http://schemas.microsoft.com/office/drawing/2014/main" val="1940255782"/>
                  </a:ext>
                </a:extLst>
              </a:tr>
            </a:tbl>
          </a:graphicData>
        </a:graphic>
      </p:graphicFrame>
      <p:sp>
        <p:nvSpPr>
          <p:cNvPr id="2" name="テキスト ボックス 1">
            <a:extLst>
              <a:ext uri="{FF2B5EF4-FFF2-40B4-BE49-F238E27FC236}">
                <a16:creationId xmlns:a16="http://schemas.microsoft.com/office/drawing/2014/main" id="{DA025245-F95C-D4F4-6FF6-859AE4A6E7DD}"/>
              </a:ext>
            </a:extLst>
          </p:cNvPr>
          <p:cNvSpPr txBox="1"/>
          <p:nvPr/>
        </p:nvSpPr>
        <p:spPr>
          <a:xfrm>
            <a:off x="0" y="6150114"/>
            <a:ext cx="9144000" cy="707886"/>
          </a:xfrm>
          <a:prstGeom prst="rect">
            <a:avLst/>
          </a:prstGeom>
          <a:solidFill>
            <a:srgbClr val="FFFF00"/>
          </a:solidFill>
        </p:spPr>
        <p:txBody>
          <a:bodyPr wrap="square" rtlCol="0">
            <a:spAutoFit/>
          </a:bodyPr>
          <a:lstStyle>
            <a:defPPr>
              <a:defRPr lang="en-US"/>
            </a:defPPr>
            <a:lvl1pPr>
              <a:defRPr sz="2000">
                <a:latin typeface="Meiryo UI" panose="020B0604030504040204" pitchFamily="50" charset="-128"/>
                <a:ea typeface="Meiryo UI" panose="020B0604030504040204" pitchFamily="50" charset="-128"/>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20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This model topic</a:t>
            </a:r>
            <a:r>
              <a:rPr lang="en-US" altLang="ja-JP" dirty="0">
                <a:solidFill>
                  <a:srgbClr val="000000"/>
                </a:solidFill>
              </a:rPr>
              <a:t> are Voltage monitoring and CS apply.</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20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Those function same as 62XS</a:t>
            </a:r>
            <a:endParaRPr kumimoji="1" lang="ja-JP" altLang="en-US" sz="20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p:txBody>
      </p:sp>
    </p:spTree>
    <p:extLst>
      <p:ext uri="{BB962C8B-B14F-4D97-AF65-F5344CB8AC3E}">
        <p14:creationId xmlns:p14="http://schemas.microsoft.com/office/powerpoint/2010/main" val="204933373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正方形/長方形 39"/>
          <p:cNvSpPr/>
          <p:nvPr/>
        </p:nvSpPr>
        <p:spPr bwMode="auto">
          <a:xfrm>
            <a:off x="1529026" y="5721324"/>
            <a:ext cx="2880320" cy="1020044"/>
          </a:xfrm>
          <a:prstGeom prst="rect">
            <a:avLst/>
          </a:prstGeom>
          <a:solidFill>
            <a:srgbClr val="CC99FF"/>
          </a:solidFill>
          <a:ln w="38100" cap="flat" cmpd="sng" algn="ctr">
            <a:noFill/>
            <a:prstDash val="solid"/>
            <a:round/>
            <a:headEnd type="none" w="sm" len="sm"/>
            <a:tailEnd type="none" w="sm" len="sm"/>
          </a:ln>
          <a:effectLst/>
        </p:spPr>
        <p:txBody>
          <a:bodyPr vert="horz" wrap="square" lIns="91440" tIns="45720" rIns="91440" bIns="45720" numCol="1" rtlCol="0" anchor="b" anchorCtr="0" compatLnSpc="1">
            <a:prstTxWarp prst="textNoShape">
              <a:avLst/>
            </a:prstTxWarp>
          </a:bodyPr>
          <a:lstStyle/>
          <a:p>
            <a:pPr algn="r" defTabSz="762000">
              <a:defRPr/>
            </a:pPr>
            <a:r>
              <a:rPr lang="en-US" altLang="ja-JP" sz="1100" b="1" dirty="0">
                <a:latin typeface="Arial" pitchFamily="34" charset="0"/>
                <a:ea typeface="ＭＳ Ｐゴシック"/>
                <a:cs typeface="Arial" pitchFamily="34" charset="0"/>
              </a:rPr>
              <a:t>FI-ECU</a:t>
            </a:r>
            <a:r>
              <a:rPr lang="ja-JP" altLang="en-US" sz="1100" b="1" dirty="0">
                <a:latin typeface="Arial" pitchFamily="34" charset="0"/>
                <a:ea typeface="ＭＳ Ｐゴシック"/>
                <a:cs typeface="Arial" pitchFamily="34" charset="0"/>
              </a:rPr>
              <a:t> </a:t>
            </a:r>
            <a:r>
              <a:rPr lang="en-US" altLang="ja-JP" sz="1100" b="1" dirty="0">
                <a:latin typeface="Arial" pitchFamily="34" charset="0"/>
                <a:ea typeface="ＭＳ Ｐゴシック"/>
                <a:cs typeface="Arial" pitchFamily="34" charset="0"/>
              </a:rPr>
              <a:t>: ASL/ISA Function</a:t>
            </a:r>
          </a:p>
        </p:txBody>
      </p:sp>
      <p:sp>
        <p:nvSpPr>
          <p:cNvPr id="41" name="正方形/長方形 40"/>
          <p:cNvSpPr/>
          <p:nvPr/>
        </p:nvSpPr>
        <p:spPr bwMode="auto">
          <a:xfrm>
            <a:off x="1529026" y="3993132"/>
            <a:ext cx="2880320" cy="1020044"/>
          </a:xfrm>
          <a:prstGeom prst="rect">
            <a:avLst/>
          </a:prstGeom>
          <a:solidFill>
            <a:srgbClr val="FFFF00"/>
          </a:solidFill>
          <a:ln w="38100" cap="flat" cmpd="sng" algn="ctr">
            <a:noFill/>
            <a:prstDash val="solid"/>
            <a:round/>
            <a:headEnd type="none" w="sm" len="sm"/>
            <a:tailEnd type="none" w="sm" len="sm"/>
          </a:ln>
          <a:effectLst/>
        </p:spPr>
        <p:txBody>
          <a:bodyPr vert="horz" wrap="square" lIns="91440" tIns="45720" rIns="91440" bIns="45720" numCol="1" rtlCol="0" anchor="b" anchorCtr="0" compatLnSpc="1">
            <a:prstTxWarp prst="textNoShape">
              <a:avLst/>
            </a:prstTxWarp>
          </a:bodyPr>
          <a:lstStyle/>
          <a:p>
            <a:pPr algn="r" defTabSz="762000">
              <a:defRPr/>
            </a:pPr>
            <a:r>
              <a:rPr lang="en-US" altLang="ja-JP" sz="1100" b="1" dirty="0">
                <a:latin typeface="Arial" pitchFamily="34" charset="0"/>
                <a:ea typeface="ＭＳ Ｐゴシック"/>
                <a:cs typeface="Arial" pitchFamily="34" charset="0"/>
              </a:rPr>
              <a:t>FI-ECU</a:t>
            </a:r>
            <a:r>
              <a:rPr lang="ja-JP" altLang="en-US" sz="1100" b="1" dirty="0">
                <a:latin typeface="Arial" pitchFamily="34" charset="0"/>
                <a:ea typeface="ＭＳ Ｐゴシック"/>
                <a:cs typeface="Arial" pitchFamily="34" charset="0"/>
              </a:rPr>
              <a:t>⇒</a:t>
            </a:r>
            <a:r>
              <a:rPr lang="en-US" altLang="ja-JP" sz="1100" b="1" dirty="0">
                <a:latin typeface="Arial" pitchFamily="34" charset="0"/>
                <a:ea typeface="ＭＳ Ｐゴシック"/>
                <a:cs typeface="Arial" pitchFamily="34" charset="0"/>
              </a:rPr>
              <a:t>Acceleration control</a:t>
            </a:r>
          </a:p>
        </p:txBody>
      </p:sp>
      <p:sp>
        <p:nvSpPr>
          <p:cNvPr id="42" name="Text Box 2"/>
          <p:cNvSpPr txBox="1">
            <a:spLocks noChangeArrowheads="1"/>
          </p:cNvSpPr>
          <p:nvPr/>
        </p:nvSpPr>
        <p:spPr bwMode="auto">
          <a:xfrm>
            <a:off x="181006" y="512778"/>
            <a:ext cx="2363339" cy="452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l" eaLnBrk="1" hangingPunct="1">
              <a:lnSpc>
                <a:spcPct val="130000"/>
              </a:lnSpc>
            </a:pPr>
            <a:r>
              <a:rPr lang="en-US" altLang="ja-JP" sz="1800" b="1" u="sng" dirty="0">
                <a:solidFill>
                  <a:srgbClr val="000000"/>
                </a:solidFill>
                <a:latin typeface="Meiryo UI" panose="020B0604030504040204" pitchFamily="50" charset="-128"/>
                <a:ea typeface="Meiryo UI" panose="020B0604030504040204" pitchFamily="50" charset="-128"/>
                <a:cs typeface="Arial" pitchFamily="34" charset="0"/>
              </a:rPr>
              <a:t>IDAS Information</a:t>
            </a:r>
            <a:endParaRPr lang="ja-JP" altLang="en-US" sz="1800" b="1" u="sng" dirty="0">
              <a:solidFill>
                <a:srgbClr val="000000"/>
              </a:solidFill>
              <a:latin typeface="Meiryo UI" panose="020B0604030504040204" pitchFamily="50" charset="-128"/>
              <a:ea typeface="Meiryo UI" panose="020B0604030504040204" pitchFamily="50" charset="-128"/>
              <a:cs typeface="Arial" pitchFamily="34" charset="0"/>
            </a:endParaRPr>
          </a:p>
        </p:txBody>
      </p:sp>
      <p:graphicFrame>
        <p:nvGraphicFramePr>
          <p:cNvPr id="45" name="表 44"/>
          <p:cNvGraphicFramePr>
            <a:graphicFrameLocks noGrp="1"/>
          </p:cNvGraphicFramePr>
          <p:nvPr/>
        </p:nvGraphicFramePr>
        <p:xfrm>
          <a:off x="1259632" y="1066552"/>
          <a:ext cx="7560840" cy="778272"/>
        </p:xfrm>
        <a:graphic>
          <a:graphicData uri="http://schemas.openxmlformats.org/drawingml/2006/table">
            <a:tbl>
              <a:tblPr firstRow="1" bandRow="1">
                <a:tableStyleId>{21E4AEA4-8DFA-4A89-87EB-49C32662AFE0}</a:tableStyleId>
              </a:tblPr>
              <a:tblGrid>
                <a:gridCol w="835673">
                  <a:extLst>
                    <a:ext uri="{9D8B030D-6E8A-4147-A177-3AD203B41FA5}">
                      <a16:colId xmlns:a16="http://schemas.microsoft.com/office/drawing/2014/main" val="20000"/>
                    </a:ext>
                  </a:extLst>
                </a:gridCol>
                <a:gridCol w="1272596">
                  <a:extLst>
                    <a:ext uri="{9D8B030D-6E8A-4147-A177-3AD203B41FA5}">
                      <a16:colId xmlns:a16="http://schemas.microsoft.com/office/drawing/2014/main" val="20001"/>
                    </a:ext>
                  </a:extLst>
                </a:gridCol>
                <a:gridCol w="1092897">
                  <a:extLst>
                    <a:ext uri="{9D8B030D-6E8A-4147-A177-3AD203B41FA5}">
                      <a16:colId xmlns:a16="http://schemas.microsoft.com/office/drawing/2014/main" val="20002"/>
                    </a:ext>
                  </a:extLst>
                </a:gridCol>
                <a:gridCol w="1767386">
                  <a:extLst>
                    <a:ext uri="{9D8B030D-6E8A-4147-A177-3AD203B41FA5}">
                      <a16:colId xmlns:a16="http://schemas.microsoft.com/office/drawing/2014/main" val="20003"/>
                    </a:ext>
                  </a:extLst>
                </a:gridCol>
                <a:gridCol w="1368152">
                  <a:extLst>
                    <a:ext uri="{9D8B030D-6E8A-4147-A177-3AD203B41FA5}">
                      <a16:colId xmlns:a16="http://schemas.microsoft.com/office/drawing/2014/main" val="20004"/>
                    </a:ext>
                  </a:extLst>
                </a:gridCol>
                <a:gridCol w="1224136">
                  <a:extLst>
                    <a:ext uri="{9D8B030D-6E8A-4147-A177-3AD203B41FA5}">
                      <a16:colId xmlns:a16="http://schemas.microsoft.com/office/drawing/2014/main" val="20005"/>
                    </a:ext>
                  </a:extLst>
                </a:gridCol>
              </a:tblGrid>
              <a:tr h="274216">
                <a:tc>
                  <a:txBody>
                    <a:bodyPr/>
                    <a:lstStyle/>
                    <a:p>
                      <a:pPr algn="ctr"/>
                      <a:r>
                        <a:rPr kumimoji="1" lang="en-US" altLang="ja-JP" sz="1200" dirty="0">
                          <a:latin typeface="Arial" pitchFamily="34" charset="0"/>
                          <a:cs typeface="Arial" pitchFamily="34" charset="0"/>
                        </a:rPr>
                        <a:t>IDAS</a:t>
                      </a:r>
                      <a:endParaRPr kumimoji="1" lang="ja-JP" altLang="en-US" sz="1200" dirty="0">
                        <a:latin typeface="Arial" pitchFamily="34" charset="0"/>
                        <a:cs typeface="Arial" pitchFamily="34" charset="0"/>
                      </a:endParaRPr>
                    </a:p>
                  </a:txBody>
                  <a:tcPr anchor="ctr"/>
                </a:tc>
                <a:tc>
                  <a:txBody>
                    <a:bodyPr/>
                    <a:lstStyle/>
                    <a:p>
                      <a:pPr algn="ctr"/>
                      <a:r>
                        <a:rPr kumimoji="1" lang="en-US" altLang="ja-JP" sz="1200" dirty="0">
                          <a:latin typeface="Arial" pitchFamily="34" charset="0"/>
                          <a:cs typeface="Arial" pitchFamily="34" charset="0"/>
                        </a:rPr>
                        <a:t>Radar</a:t>
                      </a:r>
                      <a:endParaRPr kumimoji="1" lang="ja-JP" altLang="en-US" sz="1200" dirty="0">
                        <a:latin typeface="Arial" pitchFamily="34" charset="0"/>
                        <a:cs typeface="Arial" pitchFamily="34" charset="0"/>
                      </a:endParaRPr>
                    </a:p>
                  </a:txBody>
                  <a:tcPr anchor="ctr"/>
                </a:tc>
                <a:tc>
                  <a:txBody>
                    <a:bodyPr/>
                    <a:lstStyle/>
                    <a:p>
                      <a:pPr algn="ctr"/>
                      <a:r>
                        <a:rPr kumimoji="1" lang="en-US" altLang="ja-JP" sz="1200" dirty="0">
                          <a:latin typeface="Arial" pitchFamily="34" charset="0"/>
                          <a:cs typeface="Arial" pitchFamily="34" charset="0"/>
                        </a:rPr>
                        <a:t>Camera</a:t>
                      </a:r>
                      <a:endParaRPr kumimoji="1" lang="ja-JP" altLang="en-US" sz="1200" dirty="0">
                        <a:latin typeface="Arial" pitchFamily="34" charset="0"/>
                        <a:cs typeface="Arial" pitchFamily="34" charset="0"/>
                      </a:endParaRPr>
                    </a:p>
                  </a:txBody>
                  <a:tcPr anchor="ctr"/>
                </a:tc>
                <a:tc>
                  <a:txBody>
                    <a:bodyPr/>
                    <a:lstStyle/>
                    <a:p>
                      <a:pPr algn="ctr"/>
                      <a:r>
                        <a:rPr kumimoji="1" lang="en-US" altLang="ja-JP" sz="1200" dirty="0">
                          <a:latin typeface="Arial" pitchFamily="34" charset="0"/>
                          <a:cs typeface="Arial" pitchFamily="34" charset="0"/>
                        </a:rPr>
                        <a:t>Control</a:t>
                      </a:r>
                      <a:r>
                        <a:rPr kumimoji="1" lang="en-US" altLang="ja-JP" sz="1200" baseline="0" dirty="0">
                          <a:latin typeface="Arial" pitchFamily="34" charset="0"/>
                          <a:cs typeface="Arial" pitchFamily="34" charset="0"/>
                        </a:rPr>
                        <a:t> Unit</a:t>
                      </a:r>
                      <a:endParaRPr kumimoji="1" lang="ja-JP" altLang="en-US" sz="1200" dirty="0">
                        <a:latin typeface="Arial" pitchFamily="34" charset="0"/>
                        <a:cs typeface="Arial" pitchFamily="34" charset="0"/>
                      </a:endParaRPr>
                    </a:p>
                  </a:txBody>
                  <a:tcPr anchor="ctr"/>
                </a:tc>
                <a:tc>
                  <a:txBody>
                    <a:bodyPr/>
                    <a:lstStyle/>
                    <a:p>
                      <a:pPr algn="ctr"/>
                      <a:r>
                        <a:rPr kumimoji="1" lang="en-US" altLang="ja-JP" sz="1200" dirty="0">
                          <a:latin typeface="Arial" pitchFamily="34" charset="0"/>
                          <a:cs typeface="Arial" pitchFamily="34" charset="0"/>
                        </a:rPr>
                        <a:t>Function</a:t>
                      </a:r>
                      <a:r>
                        <a:rPr kumimoji="1" lang="en-US" altLang="ja-JP" sz="1200" baseline="0" dirty="0">
                          <a:latin typeface="Arial" pitchFamily="34" charset="0"/>
                          <a:cs typeface="Arial" pitchFamily="34" charset="0"/>
                        </a:rPr>
                        <a:t> Spec</a:t>
                      </a:r>
                      <a:endParaRPr kumimoji="1" lang="ja-JP" altLang="en-US" sz="1200" dirty="0">
                        <a:latin typeface="Arial" pitchFamily="34" charset="0"/>
                        <a:cs typeface="Arial" pitchFamily="34" charset="0"/>
                      </a:endParaRPr>
                    </a:p>
                  </a:txBody>
                  <a:tcPr anchor="ctr"/>
                </a:tc>
                <a:tc>
                  <a:txBody>
                    <a:bodyPr/>
                    <a:lstStyle/>
                    <a:p>
                      <a:pPr algn="ctr"/>
                      <a:r>
                        <a:rPr kumimoji="1" lang="en-US" altLang="ja-JP" sz="1200" dirty="0">
                          <a:latin typeface="Arial" pitchFamily="34" charset="0"/>
                          <a:cs typeface="Arial" pitchFamily="34" charset="0"/>
                        </a:rPr>
                        <a:t>Control</a:t>
                      </a:r>
                      <a:r>
                        <a:rPr kumimoji="1" lang="en-US" altLang="ja-JP" sz="1200" baseline="0" dirty="0">
                          <a:latin typeface="Arial" pitchFamily="34" charset="0"/>
                          <a:cs typeface="Arial" pitchFamily="34" charset="0"/>
                        </a:rPr>
                        <a:t> Spec</a:t>
                      </a:r>
                      <a:endParaRPr kumimoji="1" lang="ja-JP" altLang="en-US" sz="1200" dirty="0">
                        <a:latin typeface="Arial" pitchFamily="34" charset="0"/>
                        <a:cs typeface="Arial" pitchFamily="34" charset="0"/>
                      </a:endParaRPr>
                    </a:p>
                  </a:txBody>
                  <a:tcPr anchor="ctr"/>
                </a:tc>
                <a:extLst>
                  <a:ext uri="{0D108BD9-81ED-4DB2-BD59-A6C34878D82A}">
                    <a16:rowId xmlns:a16="http://schemas.microsoft.com/office/drawing/2014/main" val="10000"/>
                  </a:ext>
                </a:extLst>
              </a:tr>
              <a:tr h="503952">
                <a:tc>
                  <a:txBody>
                    <a:bodyPr/>
                    <a:lstStyle/>
                    <a:p>
                      <a:pPr algn="ctr"/>
                      <a:r>
                        <a:rPr kumimoji="1" lang="en-US" altLang="ja-JP" sz="1200" dirty="0">
                          <a:latin typeface="Arial" pitchFamily="34" charset="0"/>
                          <a:cs typeface="Arial" pitchFamily="34" charset="0"/>
                        </a:rPr>
                        <a:t>26.5M</a:t>
                      </a:r>
                      <a:endParaRPr kumimoji="1" lang="ja-JP" altLang="en-US" sz="1200" dirty="0">
                        <a:latin typeface="Arial" pitchFamily="34" charset="0"/>
                        <a:cs typeface="Arial" pitchFamily="34" charset="0"/>
                      </a:endParaRPr>
                    </a:p>
                  </a:txBody>
                  <a:tcPr anchor="ctr"/>
                </a:tc>
                <a:tc>
                  <a:txBody>
                    <a:bodyPr/>
                    <a:lstStyle/>
                    <a:p>
                      <a:pPr algn="ctr"/>
                      <a:r>
                        <a:rPr kumimoji="1" lang="ja-JP" altLang="en-US" sz="1200" dirty="0">
                          <a:latin typeface="Arial" pitchFamily="34" charset="0"/>
                          <a:cs typeface="Arial" pitchFamily="34" charset="0"/>
                        </a:rPr>
                        <a:t>－</a:t>
                      </a:r>
                    </a:p>
                  </a:txBody>
                  <a:tcPr anchor="ctr"/>
                </a:tc>
                <a:tc>
                  <a:txBody>
                    <a:bodyPr/>
                    <a:lstStyle/>
                    <a:p>
                      <a:pPr algn="ctr"/>
                      <a:r>
                        <a:rPr kumimoji="1" lang="en-US" altLang="ja-JP" sz="1200" dirty="0">
                          <a:latin typeface="Arial" pitchFamily="34" charset="0"/>
                          <a:cs typeface="Arial" pitchFamily="34" charset="0"/>
                        </a:rPr>
                        <a:t>VALEO</a:t>
                      </a:r>
                      <a:endParaRPr kumimoji="1" lang="ja-JP" altLang="en-US" sz="1200" dirty="0">
                        <a:latin typeface="Arial" pitchFamily="34" charset="0"/>
                        <a:cs typeface="Arial" pitchFamily="34" charset="0"/>
                      </a:endParaRPr>
                    </a:p>
                  </a:txBody>
                  <a:tcPr anchor="ctr"/>
                </a:tc>
                <a:tc>
                  <a:txBody>
                    <a:bodyPr/>
                    <a:lstStyle/>
                    <a:p>
                      <a:pPr algn="ctr"/>
                      <a:endParaRPr kumimoji="1" lang="ja-JP" altLang="en-US" sz="1200" dirty="0">
                        <a:latin typeface="Arial" pitchFamily="34" charset="0"/>
                        <a:cs typeface="Arial" pitchFamily="34" charset="0"/>
                      </a:endParaRPr>
                    </a:p>
                  </a:txBody>
                  <a:tcPr anchor="ctr"/>
                </a:tc>
                <a:tc>
                  <a:txBody>
                    <a:bodyPr/>
                    <a:lstStyle/>
                    <a:p>
                      <a:pPr algn="ctr"/>
                      <a:endParaRPr kumimoji="1" lang="ja-JP" altLang="en-US" sz="1200" dirty="0">
                        <a:latin typeface="Arial" pitchFamily="34" charset="0"/>
                        <a:cs typeface="Arial" pitchFamily="34" charset="0"/>
                      </a:endParaRPr>
                    </a:p>
                  </a:txBody>
                  <a:tcPr anchor="ctr"/>
                </a:tc>
                <a:tc>
                  <a:txBody>
                    <a:bodyPr/>
                    <a:lstStyle/>
                    <a:p>
                      <a:pPr algn="ctr"/>
                      <a:r>
                        <a:rPr kumimoji="1" lang="en-US" altLang="ja-JP" sz="1200" dirty="0">
                          <a:latin typeface="Arial" pitchFamily="34" charset="0"/>
                          <a:cs typeface="Arial" pitchFamily="34" charset="0"/>
                        </a:rPr>
                        <a:t>VALEO</a:t>
                      </a:r>
                      <a:endParaRPr kumimoji="1" lang="ja-JP" altLang="en-US" sz="1200" dirty="0">
                        <a:latin typeface="Arial" pitchFamily="34" charset="0"/>
                        <a:cs typeface="Arial" pitchFamily="34" charset="0"/>
                      </a:endParaRPr>
                    </a:p>
                  </a:txBody>
                  <a:tcPr anchor="ctr"/>
                </a:tc>
                <a:extLst>
                  <a:ext uri="{0D108BD9-81ED-4DB2-BD59-A6C34878D82A}">
                    <a16:rowId xmlns:a16="http://schemas.microsoft.com/office/drawing/2014/main" val="10001"/>
                  </a:ext>
                </a:extLst>
              </a:tr>
            </a:tbl>
          </a:graphicData>
        </a:graphic>
      </p:graphicFrame>
      <p:pic>
        <p:nvPicPr>
          <p:cNvPr id="46" name="図 73"/>
          <p:cNvPicPr>
            <a:picLocks noChangeAspect="1" noChangeArrowheads="1"/>
          </p:cNvPicPr>
          <p:nvPr/>
        </p:nvPicPr>
        <p:blipFill>
          <a:blip r:embed="rId5"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4707957" y="1478443"/>
            <a:ext cx="388584" cy="243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sp>
        <p:nvSpPr>
          <p:cNvPr id="63" name="テキスト ボックス 137"/>
          <p:cNvSpPr txBox="1">
            <a:spLocks noChangeArrowheads="1"/>
          </p:cNvSpPr>
          <p:nvPr/>
        </p:nvSpPr>
        <p:spPr bwMode="auto">
          <a:xfrm>
            <a:off x="106752" y="1249015"/>
            <a:ext cx="1152880" cy="307777"/>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kumimoji="1" sz="2400">
                <a:solidFill>
                  <a:schemeClr val="tx1"/>
                </a:solidFill>
                <a:latin typeface="Times New Roman" pitchFamily="18" charset="0"/>
                <a:ea typeface="ＭＳ Ｐゴシック" pitchFamily="50" charset="-128"/>
              </a:defRPr>
            </a:lvl1pPr>
            <a:lvl2pPr marL="742950" indent="-285750" eaLnBrk="0" hangingPunct="0">
              <a:defRPr kumimoji="1" sz="2400">
                <a:solidFill>
                  <a:schemeClr val="tx1"/>
                </a:solidFill>
                <a:latin typeface="Times New Roman" pitchFamily="18" charset="0"/>
                <a:ea typeface="ＭＳ Ｐゴシック" pitchFamily="50" charset="-128"/>
              </a:defRPr>
            </a:lvl2pPr>
            <a:lvl3pPr marL="1143000" indent="-228600" eaLnBrk="0" hangingPunct="0">
              <a:defRPr kumimoji="1" sz="2400">
                <a:solidFill>
                  <a:schemeClr val="tx1"/>
                </a:solidFill>
                <a:latin typeface="Times New Roman" pitchFamily="18" charset="0"/>
                <a:ea typeface="ＭＳ Ｐゴシック" pitchFamily="50" charset="-128"/>
              </a:defRPr>
            </a:lvl3pPr>
            <a:lvl4pPr marL="1600200" indent="-228600" eaLnBrk="0" hangingPunct="0">
              <a:defRPr kumimoji="1" sz="2400">
                <a:solidFill>
                  <a:schemeClr val="tx1"/>
                </a:solidFill>
                <a:latin typeface="Times New Roman" pitchFamily="18" charset="0"/>
                <a:ea typeface="ＭＳ Ｐゴシック" pitchFamily="50" charset="-128"/>
              </a:defRPr>
            </a:lvl4pPr>
            <a:lvl5pPr marL="2057400" indent="-228600" eaLnBrk="0" hangingPunct="0">
              <a:defRPr kumimoji="1" sz="2400">
                <a:solidFill>
                  <a:schemeClr val="tx1"/>
                </a:solidFill>
                <a:latin typeface="Times New Roman" pitchFamily="18" charset="0"/>
                <a:ea typeface="ＭＳ Ｐゴシック" pitchFamily="50" charset="-128"/>
              </a:defRPr>
            </a:lvl5pPr>
            <a:lvl6pPr marL="2514600" indent="-228600"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6pPr>
            <a:lvl7pPr marL="2971800" indent="-228600"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7pPr>
            <a:lvl8pPr marL="3429000" indent="-228600"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8pPr>
            <a:lvl9pPr marL="3886200" indent="-228600"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9pPr>
          </a:lstStyle>
          <a:p>
            <a:pPr algn="l" eaLnBrk="1" hangingPunct="1">
              <a:defRPr/>
            </a:pPr>
            <a:r>
              <a:rPr lang="ja-JP" altLang="en-US" sz="1400" dirty="0">
                <a:solidFill>
                  <a:srgbClr val="000000"/>
                </a:solidFill>
                <a:latin typeface="Arial" pitchFamily="34" charset="0"/>
                <a:ea typeface="ＭＳ Ｐゴシック"/>
                <a:cs typeface="Arial" pitchFamily="34" charset="0"/>
              </a:rPr>
              <a:t>■ </a:t>
            </a:r>
            <a:r>
              <a:rPr lang="en-US" altLang="ja-JP" sz="1400" dirty="0">
                <a:solidFill>
                  <a:srgbClr val="000000"/>
                </a:solidFill>
                <a:latin typeface="Arial" pitchFamily="34" charset="0"/>
                <a:ea typeface="ＭＳ Ｐゴシック"/>
                <a:cs typeface="Arial" pitchFamily="34" charset="0"/>
              </a:rPr>
              <a:t>HW / SW</a:t>
            </a:r>
            <a:endParaRPr lang="ja-JP" altLang="en-US" sz="1400" dirty="0">
              <a:solidFill>
                <a:srgbClr val="000000"/>
              </a:solidFill>
              <a:latin typeface="Arial" pitchFamily="34" charset="0"/>
              <a:ea typeface="ＭＳ Ｐゴシック"/>
              <a:cs typeface="Arial" pitchFamily="34" charset="0"/>
            </a:endParaRPr>
          </a:p>
        </p:txBody>
      </p:sp>
      <p:cxnSp>
        <p:nvCxnSpPr>
          <p:cNvPr id="64" name="カギ線コネクタ 31"/>
          <p:cNvCxnSpPr>
            <a:cxnSpLocks noChangeShapeType="1"/>
            <a:stCxn id="67" idx="3"/>
            <a:endCxn id="68" idx="1"/>
          </p:cNvCxnSpPr>
          <p:nvPr/>
        </p:nvCxnSpPr>
        <p:spPr bwMode="auto">
          <a:xfrm flipV="1">
            <a:off x="617104" y="2892201"/>
            <a:ext cx="2333472" cy="429614"/>
          </a:xfrm>
          <a:prstGeom prst="bentConnector3">
            <a:avLst>
              <a:gd name="adj1" fmla="val 33886"/>
            </a:avLst>
          </a:prstGeom>
          <a:noFill/>
          <a:ln w="38100" algn="ctr">
            <a:solidFill>
              <a:srgbClr val="FFC000"/>
            </a:solidFill>
            <a:round/>
            <a:headEnd type="none" w="sm" len="sm"/>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5" name="カギ線コネクタ 32"/>
          <p:cNvCxnSpPr>
            <a:cxnSpLocks noChangeShapeType="1"/>
            <a:stCxn id="83" idx="3"/>
            <a:endCxn id="70" idx="1"/>
          </p:cNvCxnSpPr>
          <p:nvPr/>
        </p:nvCxnSpPr>
        <p:spPr bwMode="auto">
          <a:xfrm flipV="1">
            <a:off x="931691" y="3636813"/>
            <a:ext cx="2132542" cy="1108620"/>
          </a:xfrm>
          <a:prstGeom prst="bentConnector3">
            <a:avLst>
              <a:gd name="adj1" fmla="val 20747"/>
            </a:avLst>
          </a:prstGeom>
          <a:noFill/>
          <a:ln w="38100" algn="ctr">
            <a:solidFill>
              <a:srgbClr val="FF00FF"/>
            </a:solidFill>
            <a:round/>
            <a:headEnd type="none" w="sm" len="sm"/>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6" name="カギ線コネクタ 33"/>
          <p:cNvCxnSpPr>
            <a:cxnSpLocks noChangeShapeType="1"/>
            <a:stCxn id="83" idx="3"/>
            <a:endCxn id="69" idx="1"/>
          </p:cNvCxnSpPr>
          <p:nvPr/>
        </p:nvCxnSpPr>
        <p:spPr bwMode="auto">
          <a:xfrm flipV="1">
            <a:off x="931691" y="4418581"/>
            <a:ext cx="2118687" cy="326852"/>
          </a:xfrm>
          <a:prstGeom prst="bentConnector3">
            <a:avLst>
              <a:gd name="adj1" fmla="val 25799"/>
            </a:avLst>
          </a:prstGeom>
          <a:noFill/>
          <a:ln w="38100" algn="ctr">
            <a:solidFill>
              <a:schemeClr val="accent6">
                <a:lumMod val="60000"/>
                <a:lumOff val="40000"/>
              </a:schemeClr>
            </a:solidFill>
            <a:round/>
            <a:headEnd type="none" w="sm" len="sm"/>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67" name="図 73"/>
          <p:cNvPicPr>
            <a:picLocks noChangeAspect="1" noChangeArrowheads="1"/>
          </p:cNvPicPr>
          <p:nvPr/>
        </p:nvPicPr>
        <p:blipFill>
          <a:blip r:embed="rId5"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69416" y="3128140"/>
            <a:ext cx="547688"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pic>
        <p:nvPicPr>
          <p:cNvPr id="68" name="Picture 9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50576" y="2696144"/>
            <a:ext cx="609600" cy="392113"/>
          </a:xfrm>
          <a:prstGeom prst="rect">
            <a:avLst/>
          </a:prstGeom>
          <a:noFill/>
          <a:ln w="28575">
            <a:solidFill>
              <a:srgbClr val="FFC000"/>
            </a:solidFill>
            <a:miter lim="800000"/>
            <a:headEnd type="none" w="sm" len="sm"/>
            <a:tailEnd type="none" w="sm" len="sm"/>
          </a:ln>
          <a:extLst>
            <a:ext uri="{909E8E84-426E-40DD-AFC4-6F175D3DCCD1}">
              <a14:hiddenFill xmlns:a14="http://schemas.microsoft.com/office/drawing/2010/main">
                <a:solidFill>
                  <a:schemeClr val="accent1"/>
                </a:solidFill>
              </a14:hiddenFill>
            </a:ext>
          </a:extLst>
        </p:spPr>
      </p:pic>
      <p:pic>
        <p:nvPicPr>
          <p:cNvPr id="69" name="図 68" descr="MLB9C0.jpg"/>
          <p:cNvPicPr>
            <a:picLocks/>
          </p:cNvPicPr>
          <p:nvPr>
            <p:custDataLst>
              <p:tags r:id="rId1"/>
            </p:custDataLst>
          </p:nvPr>
        </p:nvPicPr>
        <p:blipFill>
          <a:blip r:embed="rId7"/>
          <a:srcRect/>
          <a:stretch>
            <a:fillRect/>
          </a:stretch>
        </p:blipFill>
        <p:spPr bwMode="auto">
          <a:xfrm>
            <a:off x="3050378" y="4160612"/>
            <a:ext cx="508000" cy="515938"/>
          </a:xfrm>
          <a:prstGeom prst="rect">
            <a:avLst/>
          </a:prstGeom>
          <a:noFill/>
          <a:ln w="28575">
            <a:solidFill>
              <a:schemeClr val="accent6">
                <a:lumMod val="40000"/>
                <a:lumOff val="60000"/>
              </a:schemeClr>
            </a:solidFill>
            <a:miter lim="800000"/>
            <a:headEnd/>
            <a:tailEnd/>
          </a:ln>
          <a:extLst>
            <a:ext uri="{909E8E84-426E-40DD-AFC4-6F175D3DCCD1}">
              <a14:hiddenFill xmlns:a14="http://schemas.microsoft.com/office/drawing/2010/main">
                <a:solidFill>
                  <a:srgbClr val="FFFFFF"/>
                </a:solidFill>
              </a14:hiddenFill>
            </a:ext>
          </a:extLst>
        </p:spPr>
      </p:pic>
      <p:pic>
        <p:nvPicPr>
          <p:cNvPr id="70" name="図 69" descr="MLBCAE.jpg"/>
          <p:cNvPicPr>
            <a:picLocks/>
          </p:cNvPicPr>
          <p:nvPr>
            <p:custDataLst>
              <p:tags r:id="rId2"/>
            </p:custDataLst>
          </p:nvPr>
        </p:nvPicPr>
        <p:blipFill>
          <a:blip r:embed="rId8" cstate="print">
            <a:extLst>
              <a:ext uri="{28A0092B-C50C-407E-A947-70E740481C1C}">
                <a14:useLocalDpi xmlns:a14="http://schemas.microsoft.com/office/drawing/2010/main" val="0"/>
              </a:ext>
            </a:extLst>
          </a:blip>
          <a:srcRect/>
          <a:stretch>
            <a:fillRect/>
          </a:stretch>
        </p:blipFill>
        <p:spPr bwMode="auto">
          <a:xfrm>
            <a:off x="3064233" y="3374875"/>
            <a:ext cx="503237" cy="523875"/>
          </a:xfrm>
          <a:prstGeom prst="rect">
            <a:avLst/>
          </a:prstGeom>
          <a:noFill/>
          <a:ln w="28575">
            <a:solidFill>
              <a:srgbClr val="FF00FF"/>
            </a:solidFill>
            <a:miter lim="800000"/>
            <a:headEnd/>
            <a:tailEnd/>
          </a:ln>
          <a:extLst>
            <a:ext uri="{909E8E84-426E-40DD-AFC4-6F175D3DCCD1}">
              <a14:hiddenFill xmlns:a14="http://schemas.microsoft.com/office/drawing/2010/main">
                <a:solidFill>
                  <a:srgbClr val="FFFFFF"/>
                </a:solidFill>
              </a14:hiddenFill>
            </a:ext>
          </a:extLst>
        </p:spPr>
      </p:pic>
      <p:sp>
        <p:nvSpPr>
          <p:cNvPr id="71" name="テキスト ボックス 1"/>
          <p:cNvSpPr txBox="1">
            <a:spLocks noChangeArrowheads="1"/>
          </p:cNvSpPr>
          <p:nvPr/>
        </p:nvSpPr>
        <p:spPr bwMode="auto">
          <a:xfrm>
            <a:off x="1616855" y="3493074"/>
            <a:ext cx="1095173" cy="261610"/>
          </a:xfrm>
          <a:prstGeom prst="rect">
            <a:avLst/>
          </a:prstGeom>
          <a:solidFill>
            <a:srgbClr val="FFCCFF"/>
          </a:solidFill>
          <a:ln w="38100">
            <a:solidFill>
              <a:srgbClr val="FF00FF"/>
            </a:solidFill>
            <a:miter lim="800000"/>
            <a:headEnd/>
            <a:tailEnd/>
          </a:ln>
        </p:spPr>
        <p:txBody>
          <a:bodyPr wrap="none">
            <a:spAutoFit/>
          </a:bodyPr>
          <a:lstStyle>
            <a:lvl1pPr eaLnBrk="0" hangingPunct="0">
              <a:defRPr kumimoji="1" sz="2400">
                <a:solidFill>
                  <a:schemeClr val="tx1"/>
                </a:solidFill>
                <a:latin typeface="Times New Roman" pitchFamily="18" charset="0"/>
                <a:ea typeface="ＭＳ Ｐゴシック" pitchFamily="50" charset="-128"/>
              </a:defRPr>
            </a:lvl1pPr>
            <a:lvl2pPr marL="742950" indent="-285750" eaLnBrk="0" hangingPunct="0">
              <a:defRPr kumimoji="1" sz="2400">
                <a:solidFill>
                  <a:schemeClr val="tx1"/>
                </a:solidFill>
                <a:latin typeface="Times New Roman" pitchFamily="18" charset="0"/>
                <a:ea typeface="ＭＳ Ｐゴシック" pitchFamily="50" charset="-128"/>
              </a:defRPr>
            </a:lvl2pPr>
            <a:lvl3pPr marL="1143000" indent="-228600" eaLnBrk="0" hangingPunct="0">
              <a:defRPr kumimoji="1" sz="2400">
                <a:solidFill>
                  <a:schemeClr val="tx1"/>
                </a:solidFill>
                <a:latin typeface="Times New Roman" pitchFamily="18" charset="0"/>
                <a:ea typeface="ＭＳ Ｐゴシック" pitchFamily="50" charset="-128"/>
              </a:defRPr>
            </a:lvl3pPr>
            <a:lvl4pPr marL="1600200" indent="-228600" eaLnBrk="0" hangingPunct="0">
              <a:defRPr kumimoji="1" sz="2400">
                <a:solidFill>
                  <a:schemeClr val="tx1"/>
                </a:solidFill>
                <a:latin typeface="Times New Roman" pitchFamily="18" charset="0"/>
                <a:ea typeface="ＭＳ Ｐゴシック" pitchFamily="50" charset="-128"/>
              </a:defRPr>
            </a:lvl4pPr>
            <a:lvl5pPr marL="2057400" indent="-228600" eaLnBrk="0" hangingPunct="0">
              <a:defRPr kumimoji="1" sz="2400">
                <a:solidFill>
                  <a:schemeClr val="tx1"/>
                </a:solidFill>
                <a:latin typeface="Times New Roman" pitchFamily="18" charset="0"/>
                <a:ea typeface="ＭＳ Ｐゴシック" pitchFamily="50" charset="-128"/>
              </a:defRPr>
            </a:lvl5pPr>
            <a:lvl6pPr marL="2514600" indent="-228600"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6pPr>
            <a:lvl7pPr marL="2971800" indent="-228600"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7pPr>
            <a:lvl8pPr marL="3429000" indent="-228600"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8pPr>
            <a:lvl9pPr marL="3886200" indent="-228600"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9pPr>
          </a:lstStyle>
          <a:p>
            <a:pPr eaLnBrk="1" hangingPunct="1">
              <a:defRPr/>
            </a:pPr>
            <a:r>
              <a:rPr lang="en-US" altLang="ja-JP" sz="1100" b="1" dirty="0">
                <a:solidFill>
                  <a:srgbClr val="2D2DB9"/>
                </a:solidFill>
                <a:latin typeface="Arial" pitchFamily="34" charset="0"/>
                <a:cs typeface="Arial" pitchFamily="34" charset="0"/>
              </a:rPr>
              <a:t>Brake Torque</a:t>
            </a:r>
            <a:endParaRPr lang="ja-JP" altLang="en-US" sz="1100" b="1" dirty="0">
              <a:solidFill>
                <a:srgbClr val="2D2DB9"/>
              </a:solidFill>
              <a:latin typeface="Arial" pitchFamily="34" charset="0"/>
              <a:cs typeface="Arial" pitchFamily="34" charset="0"/>
            </a:endParaRPr>
          </a:p>
        </p:txBody>
      </p:sp>
      <p:sp>
        <p:nvSpPr>
          <p:cNvPr id="72" name="テキスト ボックス 1"/>
          <p:cNvSpPr txBox="1">
            <a:spLocks noChangeArrowheads="1"/>
          </p:cNvSpPr>
          <p:nvPr/>
        </p:nvSpPr>
        <p:spPr bwMode="auto">
          <a:xfrm>
            <a:off x="1630798" y="4305882"/>
            <a:ext cx="1076183" cy="241980"/>
          </a:xfrm>
          <a:prstGeom prst="rect">
            <a:avLst/>
          </a:prstGeom>
          <a:solidFill>
            <a:schemeClr val="accent2">
              <a:lumMod val="20000"/>
              <a:lumOff val="80000"/>
            </a:schemeClr>
          </a:solidFill>
          <a:ln w="38100">
            <a:solidFill>
              <a:schemeClr val="accent2"/>
            </a:solidFill>
          </a:ln>
        </p:spPr>
        <p:txBody>
          <a:bodyPr wrap="none" lIns="36000" tIns="36000" rIns="36000" bIns="36000">
            <a:spAutoFit/>
          </a:bodyPr>
          <a:lstStyle>
            <a:lvl1pPr eaLnBrk="0" hangingPunct="0">
              <a:defRPr kumimoji="1" sz="2400">
                <a:solidFill>
                  <a:schemeClr val="tx1"/>
                </a:solidFill>
                <a:latin typeface="Times New Roman" pitchFamily="18" charset="0"/>
                <a:ea typeface="ＭＳ Ｐゴシック" pitchFamily="50" charset="-128"/>
              </a:defRPr>
            </a:lvl1pPr>
            <a:lvl2pPr marL="742950" indent="-285750" eaLnBrk="0" hangingPunct="0">
              <a:defRPr kumimoji="1" sz="2400">
                <a:solidFill>
                  <a:schemeClr val="tx1"/>
                </a:solidFill>
                <a:latin typeface="Times New Roman" pitchFamily="18" charset="0"/>
                <a:ea typeface="ＭＳ Ｐゴシック" pitchFamily="50" charset="-128"/>
              </a:defRPr>
            </a:lvl2pPr>
            <a:lvl3pPr marL="1143000" indent="-228600" eaLnBrk="0" hangingPunct="0">
              <a:defRPr kumimoji="1" sz="2400">
                <a:solidFill>
                  <a:schemeClr val="tx1"/>
                </a:solidFill>
                <a:latin typeface="Times New Roman" pitchFamily="18" charset="0"/>
                <a:ea typeface="ＭＳ Ｐゴシック" pitchFamily="50" charset="-128"/>
              </a:defRPr>
            </a:lvl3pPr>
            <a:lvl4pPr marL="1600200" indent="-228600" eaLnBrk="0" hangingPunct="0">
              <a:defRPr kumimoji="1" sz="2400">
                <a:solidFill>
                  <a:schemeClr val="tx1"/>
                </a:solidFill>
                <a:latin typeface="Times New Roman" pitchFamily="18" charset="0"/>
                <a:ea typeface="ＭＳ Ｐゴシック" pitchFamily="50" charset="-128"/>
              </a:defRPr>
            </a:lvl4pPr>
            <a:lvl5pPr marL="2057400" indent="-228600" eaLnBrk="0" hangingPunct="0">
              <a:defRPr kumimoji="1" sz="2400">
                <a:solidFill>
                  <a:schemeClr val="tx1"/>
                </a:solidFill>
                <a:latin typeface="Times New Roman" pitchFamily="18" charset="0"/>
                <a:ea typeface="ＭＳ Ｐゴシック" pitchFamily="50" charset="-128"/>
              </a:defRPr>
            </a:lvl5pPr>
            <a:lvl6pPr marL="2514600" indent="-228600"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6pPr>
            <a:lvl7pPr marL="2971800" indent="-228600"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7pPr>
            <a:lvl8pPr marL="3429000" indent="-228600"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8pPr>
            <a:lvl9pPr marL="3886200" indent="-228600"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9pPr>
          </a:lstStyle>
          <a:p>
            <a:pPr eaLnBrk="1" hangingPunct="1">
              <a:defRPr/>
            </a:pPr>
            <a:r>
              <a:rPr lang="en-US" altLang="ja-JP" sz="1100" b="1" dirty="0">
                <a:solidFill>
                  <a:srgbClr val="2D2DB9"/>
                </a:solidFill>
                <a:latin typeface="Arial" pitchFamily="34" charset="0"/>
                <a:cs typeface="Arial" pitchFamily="34" charset="0"/>
              </a:rPr>
              <a:t>Driving Torque</a:t>
            </a:r>
            <a:endParaRPr lang="ja-JP" altLang="en-US" sz="1100" b="1" dirty="0">
              <a:solidFill>
                <a:srgbClr val="2D2DB9"/>
              </a:solidFill>
              <a:latin typeface="Arial" pitchFamily="34" charset="0"/>
              <a:cs typeface="Arial" pitchFamily="34" charset="0"/>
            </a:endParaRPr>
          </a:p>
        </p:txBody>
      </p:sp>
      <p:sp>
        <p:nvSpPr>
          <p:cNvPr id="73" name="テキスト ボックス 137"/>
          <p:cNvSpPr txBox="1">
            <a:spLocks noChangeArrowheads="1"/>
          </p:cNvSpPr>
          <p:nvPr/>
        </p:nvSpPr>
        <p:spPr bwMode="auto">
          <a:xfrm>
            <a:off x="82580" y="2185119"/>
            <a:ext cx="1249060" cy="307777"/>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kumimoji="1" sz="2400">
                <a:solidFill>
                  <a:schemeClr val="tx1"/>
                </a:solidFill>
                <a:latin typeface="Times New Roman" pitchFamily="18" charset="0"/>
                <a:ea typeface="ＭＳ Ｐゴシック" pitchFamily="50" charset="-128"/>
              </a:defRPr>
            </a:lvl1pPr>
            <a:lvl2pPr marL="742950" indent="-285750" eaLnBrk="0" hangingPunct="0">
              <a:defRPr kumimoji="1" sz="2400">
                <a:solidFill>
                  <a:schemeClr val="tx1"/>
                </a:solidFill>
                <a:latin typeface="Times New Roman" pitchFamily="18" charset="0"/>
                <a:ea typeface="ＭＳ Ｐゴシック" pitchFamily="50" charset="-128"/>
              </a:defRPr>
            </a:lvl2pPr>
            <a:lvl3pPr marL="1143000" indent="-228600" eaLnBrk="0" hangingPunct="0">
              <a:defRPr kumimoji="1" sz="2400">
                <a:solidFill>
                  <a:schemeClr val="tx1"/>
                </a:solidFill>
                <a:latin typeface="Times New Roman" pitchFamily="18" charset="0"/>
                <a:ea typeface="ＭＳ Ｐゴシック" pitchFamily="50" charset="-128"/>
              </a:defRPr>
            </a:lvl3pPr>
            <a:lvl4pPr marL="1600200" indent="-228600" eaLnBrk="0" hangingPunct="0">
              <a:defRPr kumimoji="1" sz="2400">
                <a:solidFill>
                  <a:schemeClr val="tx1"/>
                </a:solidFill>
                <a:latin typeface="Times New Roman" pitchFamily="18" charset="0"/>
                <a:ea typeface="ＭＳ Ｐゴシック" pitchFamily="50" charset="-128"/>
              </a:defRPr>
            </a:lvl4pPr>
            <a:lvl5pPr marL="2057400" indent="-228600" eaLnBrk="0" hangingPunct="0">
              <a:defRPr kumimoji="1" sz="2400">
                <a:solidFill>
                  <a:schemeClr val="tx1"/>
                </a:solidFill>
                <a:latin typeface="Times New Roman" pitchFamily="18" charset="0"/>
                <a:ea typeface="ＭＳ Ｐゴシック" pitchFamily="50" charset="-128"/>
              </a:defRPr>
            </a:lvl5pPr>
            <a:lvl6pPr marL="2514600" indent="-228600"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6pPr>
            <a:lvl7pPr marL="2971800" indent="-228600"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7pPr>
            <a:lvl8pPr marL="3429000" indent="-228600"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8pPr>
            <a:lvl9pPr marL="3886200" indent="-228600"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9pPr>
          </a:lstStyle>
          <a:p>
            <a:pPr algn="l" eaLnBrk="1" hangingPunct="1">
              <a:defRPr/>
            </a:pPr>
            <a:r>
              <a:rPr lang="ja-JP" altLang="en-US" sz="1400" dirty="0">
                <a:solidFill>
                  <a:srgbClr val="000000"/>
                </a:solidFill>
                <a:latin typeface="Arial" pitchFamily="34" charset="0"/>
                <a:ea typeface="ＭＳ Ｐゴシック"/>
                <a:cs typeface="Arial" pitchFamily="34" charset="0"/>
              </a:rPr>
              <a:t>■ </a:t>
            </a:r>
            <a:r>
              <a:rPr lang="en-US" altLang="ja-JP" sz="1400" dirty="0">
                <a:solidFill>
                  <a:srgbClr val="000000"/>
                </a:solidFill>
                <a:latin typeface="Arial" pitchFamily="34" charset="0"/>
                <a:ea typeface="ＭＳ Ｐゴシック"/>
                <a:cs typeface="Arial" pitchFamily="34" charset="0"/>
              </a:rPr>
              <a:t>Control</a:t>
            </a:r>
            <a:r>
              <a:rPr lang="ja-JP" altLang="en-US" sz="1400" dirty="0">
                <a:solidFill>
                  <a:srgbClr val="000000"/>
                </a:solidFill>
                <a:latin typeface="Arial" pitchFamily="34" charset="0"/>
                <a:ea typeface="ＭＳ Ｐゴシック"/>
                <a:cs typeface="Arial" pitchFamily="34" charset="0"/>
              </a:rPr>
              <a:t> </a:t>
            </a:r>
            <a:r>
              <a:rPr lang="en-US" altLang="ja-JP" sz="1400" dirty="0">
                <a:solidFill>
                  <a:srgbClr val="000000"/>
                </a:solidFill>
                <a:latin typeface="Arial" pitchFamily="34" charset="0"/>
                <a:ea typeface="ＭＳ Ｐゴシック"/>
                <a:cs typeface="Arial" pitchFamily="34" charset="0"/>
              </a:rPr>
              <a:t>I/F</a:t>
            </a:r>
            <a:endParaRPr lang="ja-JP" altLang="en-US" sz="1400" dirty="0">
              <a:solidFill>
                <a:srgbClr val="000000"/>
              </a:solidFill>
              <a:latin typeface="Arial" pitchFamily="34" charset="0"/>
              <a:ea typeface="ＭＳ Ｐゴシック"/>
              <a:cs typeface="Arial" pitchFamily="34" charset="0"/>
            </a:endParaRPr>
          </a:p>
        </p:txBody>
      </p:sp>
      <p:sp>
        <p:nvSpPr>
          <p:cNvPr id="74" name="テキスト ボックス 1"/>
          <p:cNvSpPr txBox="1">
            <a:spLocks noChangeArrowheads="1"/>
          </p:cNvSpPr>
          <p:nvPr/>
        </p:nvSpPr>
        <p:spPr bwMode="auto">
          <a:xfrm>
            <a:off x="3774734" y="2582091"/>
            <a:ext cx="710451"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ＭＳ Ｐゴシック" pitchFamily="50" charset="-128"/>
              </a:defRPr>
            </a:lvl1pPr>
            <a:lvl2pPr marL="742950" indent="-285750" eaLnBrk="0" hangingPunct="0">
              <a:defRPr kumimoji="1" sz="2400">
                <a:solidFill>
                  <a:schemeClr val="tx1"/>
                </a:solidFill>
                <a:latin typeface="Times New Roman" pitchFamily="18" charset="0"/>
                <a:ea typeface="ＭＳ Ｐゴシック" pitchFamily="50" charset="-128"/>
              </a:defRPr>
            </a:lvl2pPr>
            <a:lvl3pPr marL="1143000" indent="-228600" eaLnBrk="0" hangingPunct="0">
              <a:defRPr kumimoji="1" sz="2400">
                <a:solidFill>
                  <a:schemeClr val="tx1"/>
                </a:solidFill>
                <a:latin typeface="Times New Roman" pitchFamily="18" charset="0"/>
                <a:ea typeface="ＭＳ Ｐゴシック" pitchFamily="50" charset="-128"/>
              </a:defRPr>
            </a:lvl3pPr>
            <a:lvl4pPr marL="1600200" indent="-228600" eaLnBrk="0" hangingPunct="0">
              <a:defRPr kumimoji="1" sz="2400">
                <a:solidFill>
                  <a:schemeClr val="tx1"/>
                </a:solidFill>
                <a:latin typeface="Times New Roman" pitchFamily="18" charset="0"/>
                <a:ea typeface="ＭＳ Ｐゴシック" pitchFamily="50" charset="-128"/>
              </a:defRPr>
            </a:lvl4pPr>
            <a:lvl5pPr marL="2057400" indent="-228600" eaLnBrk="0" hangingPunct="0">
              <a:defRPr kumimoji="1" sz="2400">
                <a:solidFill>
                  <a:schemeClr val="tx1"/>
                </a:solidFill>
                <a:latin typeface="Times New Roman" pitchFamily="18" charset="0"/>
                <a:ea typeface="ＭＳ Ｐゴシック" pitchFamily="50" charset="-128"/>
              </a:defRPr>
            </a:lvl5pPr>
            <a:lvl6pPr marL="2514600" indent="-228600"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6pPr>
            <a:lvl7pPr marL="2971800" indent="-228600"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7pPr>
            <a:lvl8pPr marL="3429000" indent="-228600"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8pPr>
            <a:lvl9pPr marL="3886200" indent="-228600"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9pPr>
          </a:lstStyle>
          <a:p>
            <a:pPr eaLnBrk="1" hangingPunct="1">
              <a:defRPr/>
            </a:pPr>
            <a:r>
              <a:rPr lang="en-US" altLang="ja-JP" sz="1100" dirty="0">
                <a:solidFill>
                  <a:srgbClr val="000000"/>
                </a:solidFill>
                <a:latin typeface="Arial" pitchFamily="34" charset="0"/>
                <a:ea typeface="ＭＳ Ｐゴシック"/>
                <a:cs typeface="Arial" pitchFamily="34" charset="0"/>
              </a:rPr>
              <a:t>Steering</a:t>
            </a:r>
          </a:p>
          <a:p>
            <a:pPr eaLnBrk="1" hangingPunct="1">
              <a:defRPr/>
            </a:pPr>
            <a:r>
              <a:rPr lang="en-US" altLang="ja-JP" sz="1100" dirty="0">
                <a:solidFill>
                  <a:srgbClr val="000000"/>
                </a:solidFill>
                <a:latin typeface="Arial" pitchFamily="34" charset="0"/>
                <a:ea typeface="ＭＳ Ｐゴシック"/>
                <a:cs typeface="Arial" pitchFamily="34" charset="0"/>
              </a:rPr>
              <a:t>Current</a:t>
            </a:r>
          </a:p>
          <a:p>
            <a:pPr eaLnBrk="1" hangingPunct="1">
              <a:defRPr/>
            </a:pPr>
            <a:r>
              <a:rPr lang="en-US" altLang="ja-JP" sz="1100" dirty="0">
                <a:solidFill>
                  <a:srgbClr val="000000"/>
                </a:solidFill>
                <a:latin typeface="Arial" pitchFamily="34" charset="0"/>
                <a:ea typeface="ＭＳ Ｐゴシック"/>
                <a:cs typeface="Arial" pitchFamily="34" charset="0"/>
              </a:rPr>
              <a:t>Control</a:t>
            </a:r>
            <a:endParaRPr lang="ja-JP" altLang="en-US" sz="1100" dirty="0">
              <a:solidFill>
                <a:srgbClr val="000000"/>
              </a:solidFill>
              <a:latin typeface="Arial" pitchFamily="34" charset="0"/>
              <a:ea typeface="ＭＳ Ｐゴシック"/>
              <a:cs typeface="Arial" pitchFamily="34" charset="0"/>
            </a:endParaRPr>
          </a:p>
        </p:txBody>
      </p:sp>
      <p:sp>
        <p:nvSpPr>
          <p:cNvPr id="75" name="テキスト ボックス 1"/>
          <p:cNvSpPr txBox="1">
            <a:spLocks noChangeArrowheads="1"/>
          </p:cNvSpPr>
          <p:nvPr/>
        </p:nvSpPr>
        <p:spPr bwMode="auto">
          <a:xfrm>
            <a:off x="3567398" y="3424999"/>
            <a:ext cx="978152"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ＭＳ Ｐゴシック" pitchFamily="50" charset="-128"/>
              </a:defRPr>
            </a:lvl1pPr>
            <a:lvl2pPr marL="742950" indent="-285750" eaLnBrk="0" hangingPunct="0">
              <a:defRPr kumimoji="1" sz="2400">
                <a:solidFill>
                  <a:schemeClr val="tx1"/>
                </a:solidFill>
                <a:latin typeface="Times New Roman" pitchFamily="18" charset="0"/>
                <a:ea typeface="ＭＳ Ｐゴシック" pitchFamily="50" charset="-128"/>
              </a:defRPr>
            </a:lvl2pPr>
            <a:lvl3pPr marL="1143000" indent="-228600" eaLnBrk="0" hangingPunct="0">
              <a:defRPr kumimoji="1" sz="2400">
                <a:solidFill>
                  <a:schemeClr val="tx1"/>
                </a:solidFill>
                <a:latin typeface="Times New Roman" pitchFamily="18" charset="0"/>
                <a:ea typeface="ＭＳ Ｐゴシック" pitchFamily="50" charset="-128"/>
              </a:defRPr>
            </a:lvl3pPr>
            <a:lvl4pPr marL="1600200" indent="-228600" eaLnBrk="0" hangingPunct="0">
              <a:defRPr kumimoji="1" sz="2400">
                <a:solidFill>
                  <a:schemeClr val="tx1"/>
                </a:solidFill>
                <a:latin typeface="Times New Roman" pitchFamily="18" charset="0"/>
                <a:ea typeface="ＭＳ Ｐゴシック" pitchFamily="50" charset="-128"/>
              </a:defRPr>
            </a:lvl4pPr>
            <a:lvl5pPr marL="2057400" indent="-228600" eaLnBrk="0" hangingPunct="0">
              <a:defRPr kumimoji="1" sz="2400">
                <a:solidFill>
                  <a:schemeClr val="tx1"/>
                </a:solidFill>
                <a:latin typeface="Times New Roman" pitchFamily="18" charset="0"/>
                <a:ea typeface="ＭＳ Ｐゴシック" pitchFamily="50" charset="-128"/>
              </a:defRPr>
            </a:lvl5pPr>
            <a:lvl6pPr marL="2514600" indent="-228600"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6pPr>
            <a:lvl7pPr marL="2971800" indent="-228600"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7pPr>
            <a:lvl8pPr marL="3429000" indent="-228600"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8pPr>
            <a:lvl9pPr marL="3886200" indent="-228600"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9pPr>
          </a:lstStyle>
          <a:p>
            <a:pPr eaLnBrk="1" hangingPunct="1">
              <a:defRPr/>
            </a:pPr>
            <a:r>
              <a:rPr lang="en-US" altLang="ja-JP" sz="1100" dirty="0">
                <a:solidFill>
                  <a:srgbClr val="000000"/>
                </a:solidFill>
                <a:latin typeface="Arial" pitchFamily="34" charset="0"/>
                <a:ea typeface="ＭＳ Ｐゴシック"/>
                <a:cs typeface="Arial" pitchFamily="34" charset="0"/>
              </a:rPr>
              <a:t>Deceleration</a:t>
            </a:r>
          </a:p>
          <a:p>
            <a:pPr eaLnBrk="1" hangingPunct="1">
              <a:defRPr/>
            </a:pPr>
            <a:r>
              <a:rPr lang="en-US" altLang="ja-JP" sz="1100" dirty="0">
                <a:solidFill>
                  <a:srgbClr val="000000"/>
                </a:solidFill>
                <a:latin typeface="Arial" pitchFamily="34" charset="0"/>
                <a:ea typeface="ＭＳ Ｐゴシック"/>
                <a:cs typeface="Arial" pitchFamily="34" charset="0"/>
              </a:rPr>
              <a:t>Control</a:t>
            </a:r>
            <a:endParaRPr lang="ja-JP" altLang="en-US" sz="1100" dirty="0">
              <a:solidFill>
                <a:srgbClr val="000000"/>
              </a:solidFill>
              <a:latin typeface="Arial" pitchFamily="34" charset="0"/>
              <a:ea typeface="ＭＳ Ｐゴシック"/>
              <a:cs typeface="Arial" pitchFamily="34" charset="0"/>
            </a:endParaRPr>
          </a:p>
        </p:txBody>
      </p:sp>
      <p:sp>
        <p:nvSpPr>
          <p:cNvPr id="76" name="テキスト ボックス 1"/>
          <p:cNvSpPr txBox="1">
            <a:spLocks noChangeArrowheads="1"/>
          </p:cNvSpPr>
          <p:nvPr/>
        </p:nvSpPr>
        <p:spPr bwMode="auto">
          <a:xfrm>
            <a:off x="3736514" y="4115935"/>
            <a:ext cx="639919"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ＭＳ Ｐゴシック" pitchFamily="50" charset="-128"/>
              </a:defRPr>
            </a:lvl1pPr>
            <a:lvl2pPr marL="742950" indent="-285750" eaLnBrk="0" hangingPunct="0">
              <a:defRPr kumimoji="1" sz="2400">
                <a:solidFill>
                  <a:schemeClr val="tx1"/>
                </a:solidFill>
                <a:latin typeface="Times New Roman" pitchFamily="18" charset="0"/>
                <a:ea typeface="ＭＳ Ｐゴシック" pitchFamily="50" charset="-128"/>
              </a:defRPr>
            </a:lvl2pPr>
            <a:lvl3pPr marL="1143000" indent="-228600" eaLnBrk="0" hangingPunct="0">
              <a:defRPr kumimoji="1" sz="2400">
                <a:solidFill>
                  <a:schemeClr val="tx1"/>
                </a:solidFill>
                <a:latin typeface="Times New Roman" pitchFamily="18" charset="0"/>
                <a:ea typeface="ＭＳ Ｐゴシック" pitchFamily="50" charset="-128"/>
              </a:defRPr>
            </a:lvl3pPr>
            <a:lvl4pPr marL="1600200" indent="-228600" eaLnBrk="0" hangingPunct="0">
              <a:defRPr kumimoji="1" sz="2400">
                <a:solidFill>
                  <a:schemeClr val="tx1"/>
                </a:solidFill>
                <a:latin typeface="Times New Roman" pitchFamily="18" charset="0"/>
                <a:ea typeface="ＭＳ Ｐゴシック" pitchFamily="50" charset="-128"/>
              </a:defRPr>
            </a:lvl4pPr>
            <a:lvl5pPr marL="2057400" indent="-228600" eaLnBrk="0" hangingPunct="0">
              <a:defRPr kumimoji="1" sz="2400">
                <a:solidFill>
                  <a:schemeClr val="tx1"/>
                </a:solidFill>
                <a:latin typeface="Times New Roman" pitchFamily="18" charset="0"/>
                <a:ea typeface="ＭＳ Ｐゴシック" pitchFamily="50" charset="-128"/>
              </a:defRPr>
            </a:lvl5pPr>
            <a:lvl6pPr marL="2514600" indent="-228600"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6pPr>
            <a:lvl7pPr marL="2971800" indent="-228600"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7pPr>
            <a:lvl8pPr marL="3429000" indent="-228600"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8pPr>
            <a:lvl9pPr marL="3886200" indent="-228600"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9pPr>
          </a:lstStyle>
          <a:p>
            <a:pPr eaLnBrk="1" hangingPunct="1">
              <a:defRPr/>
            </a:pPr>
            <a:r>
              <a:rPr lang="en-US" altLang="ja-JP" sz="1100" dirty="0">
                <a:solidFill>
                  <a:srgbClr val="2D2DB9"/>
                </a:solidFill>
                <a:latin typeface="Arial" pitchFamily="34" charset="0"/>
                <a:ea typeface="ＭＳ Ｐゴシック"/>
                <a:cs typeface="Arial" pitchFamily="34" charset="0"/>
              </a:rPr>
              <a:t>Torque</a:t>
            </a:r>
          </a:p>
          <a:p>
            <a:pPr eaLnBrk="1" hangingPunct="1">
              <a:defRPr/>
            </a:pPr>
            <a:r>
              <a:rPr lang="en-US" altLang="ja-JP" sz="1100" dirty="0">
                <a:solidFill>
                  <a:srgbClr val="2D2DB9"/>
                </a:solidFill>
                <a:latin typeface="Arial" pitchFamily="34" charset="0"/>
                <a:ea typeface="ＭＳ Ｐゴシック"/>
                <a:cs typeface="Arial" pitchFamily="34" charset="0"/>
              </a:rPr>
              <a:t>Control</a:t>
            </a:r>
            <a:endParaRPr lang="ja-JP" altLang="en-US" sz="1100" dirty="0">
              <a:solidFill>
                <a:srgbClr val="2D2DB9"/>
              </a:solidFill>
              <a:latin typeface="Arial" pitchFamily="34" charset="0"/>
              <a:ea typeface="ＭＳ Ｐゴシック"/>
              <a:cs typeface="Arial" pitchFamily="34" charset="0"/>
            </a:endParaRPr>
          </a:p>
        </p:txBody>
      </p:sp>
      <p:sp>
        <p:nvSpPr>
          <p:cNvPr id="77" name="テキスト ボックス 76"/>
          <p:cNvSpPr txBox="1"/>
          <p:nvPr/>
        </p:nvSpPr>
        <p:spPr bwMode="auto">
          <a:xfrm>
            <a:off x="5209347" y="1451761"/>
            <a:ext cx="84189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rtlCol="0">
            <a:spAutoFit/>
          </a:bodyPr>
          <a:lstStyle/>
          <a:p>
            <a:r>
              <a:rPr lang="en-US" altLang="ja-JP" sz="1200" dirty="0">
                <a:solidFill>
                  <a:srgbClr val="000000"/>
                </a:solidFill>
                <a:latin typeface="Arial" panose="020B0604020202020204" pitchFamily="34" charset="0"/>
                <a:ea typeface="ＭＳ Ｐゴシック"/>
                <a:cs typeface="Arial" panose="020B0604020202020204" pitchFamily="34" charset="0"/>
              </a:rPr>
              <a:t>CAMERA</a:t>
            </a:r>
            <a:endParaRPr lang="ja-JP" altLang="en-US" sz="1200" dirty="0">
              <a:solidFill>
                <a:srgbClr val="000000"/>
              </a:solidFill>
              <a:latin typeface="Arial" panose="020B0604020202020204" pitchFamily="34" charset="0"/>
              <a:ea typeface="ＭＳ Ｐゴシック"/>
              <a:cs typeface="Arial" panose="020B0604020202020204" pitchFamily="34" charset="0"/>
            </a:endParaRPr>
          </a:p>
        </p:txBody>
      </p:sp>
      <p:sp>
        <p:nvSpPr>
          <p:cNvPr id="78" name="テキスト ボックス 1"/>
          <p:cNvSpPr txBox="1">
            <a:spLocks noChangeArrowheads="1"/>
          </p:cNvSpPr>
          <p:nvPr/>
        </p:nvSpPr>
        <p:spPr bwMode="auto">
          <a:xfrm>
            <a:off x="1773956" y="2691259"/>
            <a:ext cx="770010" cy="411257"/>
          </a:xfrm>
          <a:prstGeom prst="rect">
            <a:avLst/>
          </a:prstGeom>
          <a:solidFill>
            <a:srgbClr val="FFCC99"/>
          </a:solidFill>
          <a:ln w="38100">
            <a:solidFill>
              <a:srgbClr val="FFC000"/>
            </a:solidFill>
          </a:ln>
        </p:spPr>
        <p:txBody>
          <a:bodyPr wrap="none" lIns="36000" tIns="36000" rIns="36000" bIns="36000">
            <a:spAutoFit/>
          </a:bodyPr>
          <a:lstStyle>
            <a:lvl1pPr eaLnBrk="0" hangingPunct="0">
              <a:defRPr kumimoji="1" sz="2400">
                <a:solidFill>
                  <a:schemeClr val="tx1"/>
                </a:solidFill>
                <a:latin typeface="Times New Roman" pitchFamily="18" charset="0"/>
                <a:ea typeface="ＭＳ Ｐゴシック" pitchFamily="50" charset="-128"/>
              </a:defRPr>
            </a:lvl1pPr>
            <a:lvl2pPr marL="742950" indent="-285750" eaLnBrk="0" hangingPunct="0">
              <a:defRPr kumimoji="1" sz="2400">
                <a:solidFill>
                  <a:schemeClr val="tx1"/>
                </a:solidFill>
                <a:latin typeface="Times New Roman" pitchFamily="18" charset="0"/>
                <a:ea typeface="ＭＳ Ｐゴシック" pitchFamily="50" charset="-128"/>
              </a:defRPr>
            </a:lvl2pPr>
            <a:lvl3pPr marL="1143000" indent="-228600" eaLnBrk="0" hangingPunct="0">
              <a:defRPr kumimoji="1" sz="2400">
                <a:solidFill>
                  <a:schemeClr val="tx1"/>
                </a:solidFill>
                <a:latin typeface="Times New Roman" pitchFamily="18" charset="0"/>
                <a:ea typeface="ＭＳ Ｐゴシック" pitchFamily="50" charset="-128"/>
              </a:defRPr>
            </a:lvl3pPr>
            <a:lvl4pPr marL="1600200" indent="-228600" eaLnBrk="0" hangingPunct="0">
              <a:defRPr kumimoji="1" sz="2400">
                <a:solidFill>
                  <a:schemeClr val="tx1"/>
                </a:solidFill>
                <a:latin typeface="Times New Roman" pitchFamily="18" charset="0"/>
                <a:ea typeface="ＭＳ Ｐゴシック" pitchFamily="50" charset="-128"/>
              </a:defRPr>
            </a:lvl4pPr>
            <a:lvl5pPr marL="2057400" indent="-228600" eaLnBrk="0" hangingPunct="0">
              <a:defRPr kumimoji="1" sz="2400">
                <a:solidFill>
                  <a:schemeClr val="tx1"/>
                </a:solidFill>
                <a:latin typeface="Times New Roman" pitchFamily="18" charset="0"/>
                <a:ea typeface="ＭＳ Ｐゴシック" pitchFamily="50" charset="-128"/>
              </a:defRPr>
            </a:lvl5pPr>
            <a:lvl6pPr marL="2514600" indent="-228600"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6pPr>
            <a:lvl7pPr marL="2971800" indent="-228600"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7pPr>
            <a:lvl8pPr marL="3429000" indent="-228600"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8pPr>
            <a:lvl9pPr marL="3886200" indent="-228600"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9pPr>
          </a:lstStyle>
          <a:p>
            <a:pPr eaLnBrk="1" hangingPunct="1">
              <a:defRPr/>
            </a:pPr>
            <a:r>
              <a:rPr lang="ja-JP" altLang="en-US" sz="1100" dirty="0">
                <a:solidFill>
                  <a:srgbClr val="000000"/>
                </a:solidFill>
                <a:latin typeface="Arial" pitchFamily="34" charset="0"/>
                <a:ea typeface="ＭＳ Ｐゴシック"/>
                <a:cs typeface="Arial" pitchFamily="34" charset="0"/>
              </a:rPr>
              <a:t>ＥＰＳ </a:t>
            </a:r>
            <a:r>
              <a:rPr lang="en-US" altLang="ja-JP" sz="1100" dirty="0">
                <a:solidFill>
                  <a:srgbClr val="000000"/>
                </a:solidFill>
                <a:latin typeface="Arial" pitchFamily="34" charset="0"/>
                <a:ea typeface="ＭＳ Ｐゴシック"/>
                <a:cs typeface="Arial" pitchFamily="34" charset="0"/>
              </a:rPr>
              <a:t>Motor</a:t>
            </a:r>
          </a:p>
          <a:p>
            <a:pPr eaLnBrk="1" hangingPunct="1">
              <a:defRPr/>
            </a:pPr>
            <a:r>
              <a:rPr lang="en-US" altLang="ja-JP" sz="1100" dirty="0">
                <a:solidFill>
                  <a:srgbClr val="000000"/>
                </a:solidFill>
                <a:latin typeface="Arial" pitchFamily="34" charset="0"/>
                <a:ea typeface="ＭＳ Ｐゴシック"/>
                <a:cs typeface="Arial" pitchFamily="34" charset="0"/>
              </a:rPr>
              <a:t>Current</a:t>
            </a:r>
            <a:endParaRPr lang="ja-JP" altLang="en-US" sz="1100" dirty="0">
              <a:solidFill>
                <a:srgbClr val="000000"/>
              </a:solidFill>
              <a:latin typeface="Arial" pitchFamily="34" charset="0"/>
              <a:ea typeface="ＭＳ Ｐゴシック"/>
              <a:cs typeface="Arial" pitchFamily="34" charset="0"/>
            </a:endParaRPr>
          </a:p>
        </p:txBody>
      </p:sp>
      <p:sp>
        <p:nvSpPr>
          <p:cNvPr id="80" name="テキスト ボックス 5"/>
          <p:cNvSpPr txBox="1">
            <a:spLocks noChangeArrowheads="1"/>
          </p:cNvSpPr>
          <p:nvPr/>
        </p:nvSpPr>
        <p:spPr bwMode="auto">
          <a:xfrm>
            <a:off x="8043483" y="2086651"/>
            <a:ext cx="103861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ＭＳ Ｐゴシック" pitchFamily="50" charset="-128"/>
              </a:defRPr>
            </a:lvl1pPr>
            <a:lvl2pPr marL="742950" indent="-285750" eaLnBrk="0" hangingPunct="0">
              <a:defRPr kumimoji="1" sz="2400">
                <a:solidFill>
                  <a:schemeClr val="tx1"/>
                </a:solidFill>
                <a:latin typeface="Times New Roman" pitchFamily="18" charset="0"/>
                <a:ea typeface="ＭＳ Ｐゴシック" pitchFamily="50" charset="-128"/>
              </a:defRPr>
            </a:lvl2pPr>
            <a:lvl3pPr marL="1143000" indent="-228600" eaLnBrk="0" hangingPunct="0">
              <a:defRPr kumimoji="1" sz="2400">
                <a:solidFill>
                  <a:schemeClr val="tx1"/>
                </a:solidFill>
                <a:latin typeface="Times New Roman" pitchFamily="18" charset="0"/>
                <a:ea typeface="ＭＳ Ｐゴシック" pitchFamily="50" charset="-128"/>
              </a:defRPr>
            </a:lvl3pPr>
            <a:lvl4pPr marL="1600200" indent="-228600" eaLnBrk="0" hangingPunct="0">
              <a:defRPr kumimoji="1" sz="2400">
                <a:solidFill>
                  <a:schemeClr val="tx1"/>
                </a:solidFill>
                <a:latin typeface="Times New Roman" pitchFamily="18" charset="0"/>
                <a:ea typeface="ＭＳ Ｐゴシック" pitchFamily="50" charset="-128"/>
              </a:defRPr>
            </a:lvl4pPr>
            <a:lvl5pPr marL="2057400" indent="-228600" eaLnBrk="0" hangingPunct="0">
              <a:defRPr kumimoji="1" sz="2400">
                <a:solidFill>
                  <a:schemeClr val="tx1"/>
                </a:solidFill>
                <a:latin typeface="Times New Roman" pitchFamily="18" charset="0"/>
                <a:ea typeface="ＭＳ Ｐゴシック" pitchFamily="50" charset="-128"/>
              </a:defRPr>
            </a:lvl5pPr>
            <a:lvl6pPr marL="2514600" indent="-228600"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6pPr>
            <a:lvl7pPr marL="2971800" indent="-228600"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7pPr>
            <a:lvl8pPr marL="3429000" indent="-228600"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8pPr>
            <a:lvl9pPr marL="3886200" indent="-228600"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9pPr>
          </a:lstStyle>
          <a:p>
            <a:pPr algn="l" eaLnBrk="1" hangingPunct="1">
              <a:defRPr/>
            </a:pPr>
            <a:r>
              <a:rPr lang="ja-JP" altLang="en-US" sz="1200" dirty="0">
                <a:solidFill>
                  <a:srgbClr val="000000"/>
                </a:solidFill>
                <a:latin typeface="Arial" pitchFamily="34" charset="0"/>
                <a:ea typeface="ＭＳ Ｐゴシック"/>
                <a:cs typeface="Arial" pitchFamily="34" charset="0"/>
              </a:rPr>
              <a:t>○ </a:t>
            </a:r>
            <a:r>
              <a:rPr lang="en-US" altLang="ja-JP" sz="1200" dirty="0">
                <a:solidFill>
                  <a:srgbClr val="000000"/>
                </a:solidFill>
                <a:latin typeface="Arial" pitchFamily="34" charset="0"/>
                <a:ea typeface="ＭＳ Ｐゴシック"/>
                <a:cs typeface="Arial" pitchFamily="34" charset="0"/>
              </a:rPr>
              <a:t>Apply </a:t>
            </a:r>
          </a:p>
          <a:p>
            <a:pPr algn="l" eaLnBrk="1" hangingPunct="1">
              <a:defRPr/>
            </a:pPr>
            <a:r>
              <a:rPr lang="en-US" altLang="ja-JP" sz="1200" dirty="0">
                <a:solidFill>
                  <a:srgbClr val="000000"/>
                </a:solidFill>
                <a:latin typeface="Arial" pitchFamily="34" charset="0"/>
                <a:ea typeface="ＭＳ Ｐゴシック"/>
                <a:cs typeface="Arial" pitchFamily="34" charset="0"/>
              </a:rPr>
              <a:t>×</a:t>
            </a:r>
            <a:r>
              <a:rPr lang="ja-JP" altLang="en-US" sz="1200" dirty="0">
                <a:solidFill>
                  <a:srgbClr val="000000"/>
                </a:solidFill>
                <a:latin typeface="Arial" pitchFamily="34" charset="0"/>
                <a:ea typeface="ＭＳ Ｐゴシック"/>
                <a:cs typeface="Arial" pitchFamily="34" charset="0"/>
              </a:rPr>
              <a:t> </a:t>
            </a:r>
            <a:r>
              <a:rPr lang="en-US" altLang="ja-JP" sz="1200" dirty="0">
                <a:solidFill>
                  <a:srgbClr val="000000"/>
                </a:solidFill>
                <a:latin typeface="Arial" pitchFamily="34" charset="0"/>
                <a:ea typeface="ＭＳ Ｐゴシック"/>
                <a:cs typeface="Arial" pitchFamily="34" charset="0"/>
              </a:rPr>
              <a:t>Not Apply</a:t>
            </a:r>
            <a:endParaRPr lang="ja-JP" altLang="en-US" sz="1200" dirty="0">
              <a:solidFill>
                <a:srgbClr val="000000"/>
              </a:solidFill>
              <a:latin typeface="Arial" pitchFamily="34" charset="0"/>
              <a:ea typeface="ＭＳ Ｐゴシック"/>
              <a:cs typeface="Arial" pitchFamily="34" charset="0"/>
            </a:endParaRPr>
          </a:p>
        </p:txBody>
      </p:sp>
      <p:sp>
        <p:nvSpPr>
          <p:cNvPr id="81" name="正方形/長方形 80"/>
          <p:cNvSpPr/>
          <p:nvPr/>
        </p:nvSpPr>
        <p:spPr>
          <a:xfrm>
            <a:off x="4454472" y="2185119"/>
            <a:ext cx="1827488" cy="307777"/>
          </a:xfrm>
          <a:prstGeom prst="rect">
            <a:avLst/>
          </a:prstGeom>
          <a:ln>
            <a:noFill/>
          </a:ln>
        </p:spPr>
        <p:txBody>
          <a:bodyPr wrap="none">
            <a:spAutoFit/>
          </a:bodyPr>
          <a:lstStyle/>
          <a:p>
            <a:r>
              <a:rPr lang="ja-JP" altLang="en-US" sz="1400" dirty="0">
                <a:solidFill>
                  <a:srgbClr val="000000"/>
                </a:solidFill>
                <a:latin typeface="Arial" pitchFamily="34" charset="0"/>
                <a:ea typeface="HGP創英角ｺﾞｼｯｸUB" pitchFamily="50" charset="-128"/>
                <a:cs typeface="Arial" pitchFamily="34" charset="0"/>
              </a:rPr>
              <a:t>■ </a:t>
            </a:r>
            <a:r>
              <a:rPr lang="en-US" altLang="ja-JP" sz="1400" dirty="0">
                <a:solidFill>
                  <a:srgbClr val="000000"/>
                </a:solidFill>
                <a:latin typeface="Arial" pitchFamily="34" charset="0"/>
                <a:ea typeface="HGP創英角ｺﾞｼｯｸUB" pitchFamily="50" charset="-128"/>
                <a:cs typeface="Arial" pitchFamily="34" charset="0"/>
              </a:rPr>
              <a:t>Applied Functions</a:t>
            </a:r>
            <a:endParaRPr lang="ja-JP" altLang="en-US" sz="1400" dirty="0">
              <a:solidFill>
                <a:srgbClr val="000000"/>
              </a:solidFill>
              <a:latin typeface="Arial" pitchFamily="34" charset="0"/>
              <a:ea typeface="HGP創英角ｺﾞｼｯｸUB" pitchFamily="50" charset="-128"/>
              <a:cs typeface="Arial" pitchFamily="34" charset="0"/>
            </a:endParaRPr>
          </a:p>
        </p:txBody>
      </p:sp>
      <p:pic>
        <p:nvPicPr>
          <p:cNvPr id="82" name="Picture 2"/>
          <p:cNvPicPr>
            <a:picLocks noChangeAspect="1" noChangeArrowheads="1"/>
          </p:cNvPicPr>
          <p:nvPr/>
        </p:nvPicPr>
        <p:blipFill>
          <a:blip r:embed="rId9"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470674" y="1519212"/>
            <a:ext cx="965184" cy="13502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3" name="テキスト ボックス 1"/>
          <p:cNvSpPr txBox="1">
            <a:spLocks noChangeArrowheads="1"/>
          </p:cNvSpPr>
          <p:nvPr/>
        </p:nvSpPr>
        <p:spPr bwMode="auto">
          <a:xfrm>
            <a:off x="482529" y="4614628"/>
            <a:ext cx="449162" cy="261610"/>
          </a:xfrm>
          <a:prstGeom prst="rect">
            <a:avLst/>
          </a:prstGeom>
          <a:solidFill>
            <a:srgbClr val="99FF66"/>
          </a:solidFill>
          <a:ln w="38100">
            <a:solidFill>
              <a:srgbClr val="00B050"/>
            </a:solidFill>
            <a:miter lim="800000"/>
            <a:headEnd/>
            <a:tailEnd/>
          </a:ln>
        </p:spPr>
        <p:txBody>
          <a:bodyPr wrap="none">
            <a:spAutoFit/>
          </a:bodyPr>
          <a:lstStyle>
            <a:lvl1pPr eaLnBrk="0" hangingPunct="0">
              <a:defRPr kumimoji="1" sz="2400">
                <a:solidFill>
                  <a:schemeClr val="tx1"/>
                </a:solidFill>
                <a:latin typeface="Times New Roman" pitchFamily="18" charset="0"/>
                <a:ea typeface="ＭＳ Ｐゴシック" pitchFamily="50" charset="-128"/>
              </a:defRPr>
            </a:lvl1pPr>
            <a:lvl2pPr marL="742950" indent="-285750" eaLnBrk="0" hangingPunct="0">
              <a:defRPr kumimoji="1" sz="2400">
                <a:solidFill>
                  <a:schemeClr val="tx1"/>
                </a:solidFill>
                <a:latin typeface="Times New Roman" pitchFamily="18" charset="0"/>
                <a:ea typeface="ＭＳ Ｐゴシック" pitchFamily="50" charset="-128"/>
              </a:defRPr>
            </a:lvl2pPr>
            <a:lvl3pPr marL="1143000" indent="-228600" eaLnBrk="0" hangingPunct="0">
              <a:defRPr kumimoji="1" sz="2400">
                <a:solidFill>
                  <a:schemeClr val="tx1"/>
                </a:solidFill>
                <a:latin typeface="Times New Roman" pitchFamily="18" charset="0"/>
                <a:ea typeface="ＭＳ Ｐゴシック" pitchFamily="50" charset="-128"/>
              </a:defRPr>
            </a:lvl3pPr>
            <a:lvl4pPr marL="1600200" indent="-228600" eaLnBrk="0" hangingPunct="0">
              <a:defRPr kumimoji="1" sz="2400">
                <a:solidFill>
                  <a:schemeClr val="tx1"/>
                </a:solidFill>
                <a:latin typeface="Times New Roman" pitchFamily="18" charset="0"/>
                <a:ea typeface="ＭＳ Ｐゴシック" pitchFamily="50" charset="-128"/>
              </a:defRPr>
            </a:lvl4pPr>
            <a:lvl5pPr marL="2057400" indent="-228600" eaLnBrk="0" hangingPunct="0">
              <a:defRPr kumimoji="1" sz="2400">
                <a:solidFill>
                  <a:schemeClr val="tx1"/>
                </a:solidFill>
                <a:latin typeface="Times New Roman" pitchFamily="18" charset="0"/>
                <a:ea typeface="ＭＳ Ｐゴシック" pitchFamily="50" charset="-128"/>
              </a:defRPr>
            </a:lvl5pPr>
            <a:lvl6pPr marL="2514600" indent="-228600"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6pPr>
            <a:lvl7pPr marL="2971800" indent="-228600"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7pPr>
            <a:lvl8pPr marL="3429000" indent="-228600"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8pPr>
            <a:lvl9pPr marL="3886200" indent="-228600"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9pPr>
          </a:lstStyle>
          <a:p>
            <a:pPr eaLnBrk="1" hangingPunct="1">
              <a:defRPr/>
            </a:pPr>
            <a:r>
              <a:rPr lang="en-US" altLang="ja-JP" sz="1100" b="1" dirty="0">
                <a:solidFill>
                  <a:srgbClr val="000000"/>
                </a:solidFill>
                <a:latin typeface="Arial" pitchFamily="34" charset="0"/>
                <a:ea typeface="ＭＳ Ｐゴシック"/>
                <a:cs typeface="Arial" pitchFamily="34" charset="0"/>
              </a:rPr>
              <a:t>IMG</a:t>
            </a:r>
            <a:endParaRPr lang="ja-JP" altLang="en-US" sz="1100" b="1" dirty="0">
              <a:solidFill>
                <a:srgbClr val="000000"/>
              </a:solidFill>
              <a:latin typeface="Arial" pitchFamily="34" charset="0"/>
              <a:ea typeface="ＭＳ Ｐゴシック"/>
              <a:cs typeface="Arial" pitchFamily="34" charset="0"/>
            </a:endParaRPr>
          </a:p>
        </p:txBody>
      </p:sp>
      <p:cxnSp>
        <p:nvCxnSpPr>
          <p:cNvPr id="84" name="カギ線コネクタ 33"/>
          <p:cNvCxnSpPr>
            <a:cxnSpLocks noChangeShapeType="1"/>
            <a:stCxn id="67" idx="3"/>
            <a:endCxn id="83" idx="0"/>
          </p:cNvCxnSpPr>
          <p:nvPr/>
        </p:nvCxnSpPr>
        <p:spPr bwMode="auto">
          <a:xfrm>
            <a:off x="617104" y="3321815"/>
            <a:ext cx="90006" cy="1292813"/>
          </a:xfrm>
          <a:prstGeom prst="bentConnector2">
            <a:avLst/>
          </a:prstGeom>
          <a:noFill/>
          <a:ln w="38100" algn="ctr">
            <a:solidFill>
              <a:srgbClr val="00B050"/>
            </a:solidFill>
            <a:round/>
            <a:headEnd type="none" w="sm" len="sm"/>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5" name="テキスト ボックス 1"/>
          <p:cNvSpPr txBox="1">
            <a:spLocks noChangeArrowheads="1"/>
          </p:cNvSpPr>
          <p:nvPr/>
        </p:nvSpPr>
        <p:spPr bwMode="auto">
          <a:xfrm>
            <a:off x="196423" y="3789817"/>
            <a:ext cx="1031052" cy="430887"/>
          </a:xfrm>
          <a:prstGeom prst="rect">
            <a:avLst/>
          </a:prstGeom>
          <a:solidFill>
            <a:srgbClr val="99FF66"/>
          </a:solidFill>
          <a:ln w="38100">
            <a:solidFill>
              <a:srgbClr val="00B050"/>
            </a:solidFill>
            <a:miter lim="800000"/>
            <a:headEnd/>
            <a:tailEnd/>
          </a:ln>
        </p:spPr>
        <p:txBody>
          <a:bodyPr wrap="none">
            <a:spAutoFit/>
          </a:bodyPr>
          <a:lstStyle>
            <a:defPPr>
              <a:defRPr lang="en-US"/>
            </a:defPPr>
            <a:lvl1pPr eaLnBrk="1" hangingPunct="1">
              <a:defRPr sz="1100" b="1">
                <a:solidFill>
                  <a:srgbClr val="2D2DB9"/>
                </a:solidFill>
                <a:latin typeface="Arial" pitchFamily="34" charset="0"/>
                <a:ea typeface="ＭＳ Ｐゴシック" pitchFamily="50" charset="-128"/>
                <a:cs typeface="Arial" pitchFamily="34" charset="0"/>
              </a:defRPr>
            </a:lvl1pPr>
            <a:lvl2pPr marL="742950" indent="-285750" eaLnBrk="0" hangingPunct="0">
              <a:defRPr>
                <a:ea typeface="ＭＳ Ｐゴシック" pitchFamily="50" charset="-128"/>
              </a:defRPr>
            </a:lvl2pPr>
            <a:lvl3pPr marL="1143000" indent="-228600" eaLnBrk="0" hangingPunct="0">
              <a:defRPr>
                <a:ea typeface="ＭＳ Ｐゴシック" pitchFamily="50" charset="-128"/>
              </a:defRPr>
            </a:lvl3pPr>
            <a:lvl4pPr marL="1600200" indent="-228600" eaLnBrk="0" hangingPunct="0">
              <a:defRPr>
                <a:ea typeface="ＭＳ Ｐゴシック" pitchFamily="50" charset="-128"/>
              </a:defRPr>
            </a:lvl4pPr>
            <a:lvl5pPr marL="2057400" indent="-228600" eaLnBrk="0" hangingPunct="0">
              <a:defRPr>
                <a:ea typeface="ＭＳ Ｐゴシック" pitchFamily="50" charset="-128"/>
              </a:defRPr>
            </a:lvl5pPr>
            <a:lvl6pPr marL="2514600" indent="-228600" eaLnBrk="0" fontAlgn="base" hangingPunct="0">
              <a:spcBef>
                <a:spcPct val="0"/>
              </a:spcBef>
              <a:spcAft>
                <a:spcPct val="0"/>
              </a:spcAft>
              <a:defRPr>
                <a:ea typeface="ＭＳ Ｐゴシック" pitchFamily="50" charset="-128"/>
              </a:defRPr>
            </a:lvl6pPr>
            <a:lvl7pPr marL="2971800" indent="-228600" eaLnBrk="0" fontAlgn="base" hangingPunct="0">
              <a:spcBef>
                <a:spcPct val="0"/>
              </a:spcBef>
              <a:spcAft>
                <a:spcPct val="0"/>
              </a:spcAft>
              <a:defRPr>
                <a:ea typeface="ＭＳ Ｐゴシック" pitchFamily="50" charset="-128"/>
              </a:defRPr>
            </a:lvl7pPr>
            <a:lvl8pPr marL="3429000" indent="-228600" eaLnBrk="0" fontAlgn="base" hangingPunct="0">
              <a:spcBef>
                <a:spcPct val="0"/>
              </a:spcBef>
              <a:spcAft>
                <a:spcPct val="0"/>
              </a:spcAft>
              <a:defRPr>
                <a:ea typeface="ＭＳ Ｐゴシック" pitchFamily="50" charset="-128"/>
              </a:defRPr>
            </a:lvl8pPr>
            <a:lvl9pPr marL="3886200" indent="-228600" eaLnBrk="0" fontAlgn="base" hangingPunct="0">
              <a:spcBef>
                <a:spcPct val="0"/>
              </a:spcBef>
              <a:spcAft>
                <a:spcPct val="0"/>
              </a:spcAft>
              <a:defRPr>
                <a:ea typeface="ＭＳ Ｐゴシック" pitchFamily="50" charset="-128"/>
              </a:defRPr>
            </a:lvl9pPr>
          </a:lstStyle>
          <a:p>
            <a:r>
              <a:rPr lang="en-US" altLang="ja-JP" dirty="0"/>
              <a:t>Target</a:t>
            </a:r>
          </a:p>
          <a:p>
            <a:r>
              <a:rPr lang="en-US" altLang="ja-JP" dirty="0"/>
              <a:t>Acceleration</a:t>
            </a:r>
            <a:endParaRPr lang="ja-JP" altLang="en-US" dirty="0"/>
          </a:p>
        </p:txBody>
      </p:sp>
      <p:sp>
        <p:nvSpPr>
          <p:cNvPr id="86" name="テキスト ボックス 1"/>
          <p:cNvSpPr txBox="1">
            <a:spLocks noChangeArrowheads="1"/>
          </p:cNvSpPr>
          <p:nvPr/>
        </p:nvSpPr>
        <p:spPr bwMode="auto">
          <a:xfrm>
            <a:off x="-4140" y="2866530"/>
            <a:ext cx="790601"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ＭＳ Ｐゴシック" pitchFamily="50" charset="-128"/>
              </a:defRPr>
            </a:lvl1pPr>
            <a:lvl2pPr marL="742950" indent="-285750" eaLnBrk="0" hangingPunct="0">
              <a:defRPr kumimoji="1" sz="2400">
                <a:solidFill>
                  <a:schemeClr val="tx1"/>
                </a:solidFill>
                <a:latin typeface="Times New Roman" pitchFamily="18" charset="0"/>
                <a:ea typeface="ＭＳ Ｐゴシック" pitchFamily="50" charset="-128"/>
              </a:defRPr>
            </a:lvl2pPr>
            <a:lvl3pPr marL="1143000" indent="-228600" eaLnBrk="0" hangingPunct="0">
              <a:defRPr kumimoji="1" sz="2400">
                <a:solidFill>
                  <a:schemeClr val="tx1"/>
                </a:solidFill>
                <a:latin typeface="Times New Roman" pitchFamily="18" charset="0"/>
                <a:ea typeface="ＭＳ Ｐゴシック" pitchFamily="50" charset="-128"/>
              </a:defRPr>
            </a:lvl3pPr>
            <a:lvl4pPr marL="1600200" indent="-228600" eaLnBrk="0" hangingPunct="0">
              <a:defRPr kumimoji="1" sz="2400">
                <a:solidFill>
                  <a:schemeClr val="tx1"/>
                </a:solidFill>
                <a:latin typeface="Times New Roman" pitchFamily="18" charset="0"/>
                <a:ea typeface="ＭＳ Ｐゴシック" pitchFamily="50" charset="-128"/>
              </a:defRPr>
            </a:lvl4pPr>
            <a:lvl5pPr marL="2057400" indent="-228600" eaLnBrk="0" hangingPunct="0">
              <a:defRPr kumimoji="1" sz="2400">
                <a:solidFill>
                  <a:schemeClr val="tx1"/>
                </a:solidFill>
                <a:latin typeface="Times New Roman" pitchFamily="18" charset="0"/>
                <a:ea typeface="ＭＳ Ｐゴシック" pitchFamily="50" charset="-128"/>
              </a:defRPr>
            </a:lvl5pPr>
            <a:lvl6pPr marL="2514600" indent="-228600"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6pPr>
            <a:lvl7pPr marL="2971800" indent="-228600"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7pPr>
            <a:lvl8pPr marL="3429000" indent="-228600"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8pPr>
            <a:lvl9pPr marL="3886200" indent="-228600"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9pPr>
          </a:lstStyle>
          <a:p>
            <a:pPr eaLnBrk="1" hangingPunct="1">
              <a:defRPr/>
            </a:pPr>
            <a:r>
              <a:rPr lang="en-US" altLang="ja-JP" sz="1100" dirty="0">
                <a:solidFill>
                  <a:srgbClr val="000000"/>
                </a:solidFill>
                <a:latin typeface="Arial" pitchFamily="34" charset="0"/>
                <a:ea typeface="ＭＳ Ｐゴシック"/>
                <a:cs typeface="Arial" pitchFamily="34" charset="0"/>
              </a:rPr>
              <a:t>CAMERA</a:t>
            </a:r>
            <a:endParaRPr lang="ja-JP" altLang="en-US" sz="1100" dirty="0">
              <a:solidFill>
                <a:srgbClr val="000000"/>
              </a:solidFill>
              <a:latin typeface="Arial" pitchFamily="34" charset="0"/>
              <a:ea typeface="ＭＳ Ｐゴシック"/>
              <a:cs typeface="Arial" pitchFamily="34" charset="0"/>
            </a:endParaRPr>
          </a:p>
        </p:txBody>
      </p:sp>
      <p:sp>
        <p:nvSpPr>
          <p:cNvPr id="87" name="テキスト ボックス 1"/>
          <p:cNvSpPr txBox="1">
            <a:spLocks noChangeArrowheads="1"/>
          </p:cNvSpPr>
          <p:nvPr/>
        </p:nvSpPr>
        <p:spPr bwMode="auto">
          <a:xfrm>
            <a:off x="144938" y="2558005"/>
            <a:ext cx="492444"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ＭＳ Ｐゴシック" pitchFamily="50" charset="-128"/>
              </a:defRPr>
            </a:lvl1pPr>
            <a:lvl2pPr marL="742950" indent="-285750" eaLnBrk="0" hangingPunct="0">
              <a:defRPr kumimoji="1" sz="2400">
                <a:solidFill>
                  <a:schemeClr val="tx1"/>
                </a:solidFill>
                <a:latin typeface="Times New Roman" pitchFamily="18" charset="0"/>
                <a:ea typeface="ＭＳ Ｐゴシック" pitchFamily="50" charset="-128"/>
              </a:defRPr>
            </a:lvl2pPr>
            <a:lvl3pPr marL="1143000" indent="-228600" eaLnBrk="0" hangingPunct="0">
              <a:defRPr kumimoji="1" sz="2400">
                <a:solidFill>
                  <a:schemeClr val="tx1"/>
                </a:solidFill>
                <a:latin typeface="Times New Roman" pitchFamily="18" charset="0"/>
                <a:ea typeface="ＭＳ Ｐゴシック" pitchFamily="50" charset="-128"/>
              </a:defRPr>
            </a:lvl3pPr>
            <a:lvl4pPr marL="1600200" indent="-228600" eaLnBrk="0" hangingPunct="0">
              <a:defRPr kumimoji="1" sz="2400">
                <a:solidFill>
                  <a:schemeClr val="tx1"/>
                </a:solidFill>
                <a:latin typeface="Times New Roman" pitchFamily="18" charset="0"/>
                <a:ea typeface="ＭＳ Ｐゴシック" pitchFamily="50" charset="-128"/>
              </a:defRPr>
            </a:lvl4pPr>
            <a:lvl5pPr marL="2057400" indent="-228600" eaLnBrk="0" hangingPunct="0">
              <a:defRPr kumimoji="1" sz="2400">
                <a:solidFill>
                  <a:schemeClr val="tx1"/>
                </a:solidFill>
                <a:latin typeface="Times New Roman" pitchFamily="18" charset="0"/>
                <a:ea typeface="ＭＳ Ｐゴシック" pitchFamily="50" charset="-128"/>
              </a:defRPr>
            </a:lvl5pPr>
            <a:lvl6pPr marL="2514600" indent="-228600"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6pPr>
            <a:lvl7pPr marL="2971800" indent="-228600"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7pPr>
            <a:lvl8pPr marL="3429000" indent="-228600"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8pPr>
            <a:lvl9pPr marL="3886200" indent="-228600"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9pPr>
          </a:lstStyle>
          <a:p>
            <a:pPr eaLnBrk="1" hangingPunct="1">
              <a:defRPr/>
            </a:pPr>
            <a:r>
              <a:rPr lang="en-US" altLang="ja-JP" sz="1100" b="1" u="sng" dirty="0">
                <a:solidFill>
                  <a:srgbClr val="000000"/>
                </a:solidFill>
                <a:latin typeface="Arial" pitchFamily="34" charset="0"/>
                <a:ea typeface="ＭＳ Ｐゴシック"/>
                <a:cs typeface="Arial" pitchFamily="34" charset="0"/>
              </a:rPr>
              <a:t>ACC</a:t>
            </a:r>
            <a:endParaRPr lang="ja-JP" altLang="en-US" sz="1100" b="1" u="sng" dirty="0">
              <a:solidFill>
                <a:srgbClr val="000000"/>
              </a:solidFill>
              <a:latin typeface="Arial" pitchFamily="34" charset="0"/>
              <a:ea typeface="ＭＳ Ｐゴシック"/>
              <a:cs typeface="Arial" pitchFamily="34" charset="0"/>
            </a:endParaRPr>
          </a:p>
        </p:txBody>
      </p:sp>
      <p:sp>
        <p:nvSpPr>
          <p:cNvPr id="88" name="テキスト ボックス 1"/>
          <p:cNvSpPr txBox="1">
            <a:spLocks noChangeArrowheads="1"/>
          </p:cNvSpPr>
          <p:nvPr/>
        </p:nvSpPr>
        <p:spPr bwMode="auto">
          <a:xfrm>
            <a:off x="181006" y="5072125"/>
            <a:ext cx="420307"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ＭＳ Ｐゴシック" pitchFamily="50" charset="-128"/>
              </a:defRPr>
            </a:lvl1pPr>
            <a:lvl2pPr marL="742950" indent="-285750" eaLnBrk="0" hangingPunct="0">
              <a:defRPr kumimoji="1" sz="2400">
                <a:solidFill>
                  <a:schemeClr val="tx1"/>
                </a:solidFill>
                <a:latin typeface="Times New Roman" pitchFamily="18" charset="0"/>
                <a:ea typeface="ＭＳ Ｐゴシック" pitchFamily="50" charset="-128"/>
              </a:defRPr>
            </a:lvl2pPr>
            <a:lvl3pPr marL="1143000" indent="-228600" eaLnBrk="0" hangingPunct="0">
              <a:defRPr kumimoji="1" sz="2400">
                <a:solidFill>
                  <a:schemeClr val="tx1"/>
                </a:solidFill>
                <a:latin typeface="Times New Roman" pitchFamily="18" charset="0"/>
                <a:ea typeface="ＭＳ Ｐゴシック" pitchFamily="50" charset="-128"/>
              </a:defRPr>
            </a:lvl3pPr>
            <a:lvl4pPr marL="1600200" indent="-228600" eaLnBrk="0" hangingPunct="0">
              <a:defRPr kumimoji="1" sz="2400">
                <a:solidFill>
                  <a:schemeClr val="tx1"/>
                </a:solidFill>
                <a:latin typeface="Times New Roman" pitchFamily="18" charset="0"/>
                <a:ea typeface="ＭＳ Ｐゴシック" pitchFamily="50" charset="-128"/>
              </a:defRPr>
            </a:lvl4pPr>
            <a:lvl5pPr marL="2057400" indent="-228600" eaLnBrk="0" hangingPunct="0">
              <a:defRPr kumimoji="1" sz="2400">
                <a:solidFill>
                  <a:schemeClr val="tx1"/>
                </a:solidFill>
                <a:latin typeface="Times New Roman" pitchFamily="18" charset="0"/>
                <a:ea typeface="ＭＳ Ｐゴシック" pitchFamily="50" charset="-128"/>
              </a:defRPr>
            </a:lvl5pPr>
            <a:lvl6pPr marL="2514600" indent="-228600"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6pPr>
            <a:lvl7pPr marL="2971800" indent="-228600"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7pPr>
            <a:lvl8pPr marL="3429000" indent="-228600"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8pPr>
            <a:lvl9pPr marL="3886200" indent="-228600"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9pPr>
          </a:lstStyle>
          <a:p>
            <a:pPr eaLnBrk="1" hangingPunct="1">
              <a:defRPr/>
            </a:pPr>
            <a:r>
              <a:rPr lang="en-US" altLang="ja-JP" sz="1100" b="1" u="sng" dirty="0">
                <a:solidFill>
                  <a:srgbClr val="000000"/>
                </a:solidFill>
                <a:latin typeface="Arial" pitchFamily="34" charset="0"/>
                <a:ea typeface="ＭＳ Ｐゴシック"/>
                <a:cs typeface="Arial" pitchFamily="34" charset="0"/>
              </a:rPr>
              <a:t>ISA</a:t>
            </a:r>
            <a:endParaRPr lang="ja-JP" altLang="en-US" sz="1100" b="1" u="sng" dirty="0">
              <a:solidFill>
                <a:srgbClr val="000000"/>
              </a:solidFill>
              <a:latin typeface="Arial" pitchFamily="34" charset="0"/>
              <a:ea typeface="ＭＳ Ｐゴシック"/>
              <a:cs typeface="Arial" pitchFamily="34" charset="0"/>
            </a:endParaRPr>
          </a:p>
        </p:txBody>
      </p:sp>
      <p:pic>
        <p:nvPicPr>
          <p:cNvPr id="89" name="図 73"/>
          <p:cNvPicPr>
            <a:picLocks noChangeAspect="1" noChangeArrowheads="1"/>
          </p:cNvPicPr>
          <p:nvPr/>
        </p:nvPicPr>
        <p:blipFill>
          <a:blip r:embed="rId5"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69416" y="5618415"/>
            <a:ext cx="547688"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sp>
        <p:nvSpPr>
          <p:cNvPr id="90" name="テキスト ボックス 1"/>
          <p:cNvSpPr txBox="1">
            <a:spLocks noChangeArrowheads="1"/>
          </p:cNvSpPr>
          <p:nvPr/>
        </p:nvSpPr>
        <p:spPr bwMode="auto">
          <a:xfrm>
            <a:off x="-4140" y="5356805"/>
            <a:ext cx="790601"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ＭＳ Ｐゴシック" pitchFamily="50" charset="-128"/>
              </a:defRPr>
            </a:lvl1pPr>
            <a:lvl2pPr marL="742950" indent="-285750" eaLnBrk="0" hangingPunct="0">
              <a:defRPr kumimoji="1" sz="2400">
                <a:solidFill>
                  <a:schemeClr val="tx1"/>
                </a:solidFill>
                <a:latin typeface="Times New Roman" pitchFamily="18" charset="0"/>
                <a:ea typeface="ＭＳ Ｐゴシック" pitchFamily="50" charset="-128"/>
              </a:defRPr>
            </a:lvl2pPr>
            <a:lvl3pPr marL="1143000" indent="-228600" eaLnBrk="0" hangingPunct="0">
              <a:defRPr kumimoji="1" sz="2400">
                <a:solidFill>
                  <a:schemeClr val="tx1"/>
                </a:solidFill>
                <a:latin typeface="Times New Roman" pitchFamily="18" charset="0"/>
                <a:ea typeface="ＭＳ Ｐゴシック" pitchFamily="50" charset="-128"/>
              </a:defRPr>
            </a:lvl3pPr>
            <a:lvl4pPr marL="1600200" indent="-228600" eaLnBrk="0" hangingPunct="0">
              <a:defRPr kumimoji="1" sz="2400">
                <a:solidFill>
                  <a:schemeClr val="tx1"/>
                </a:solidFill>
                <a:latin typeface="Times New Roman" pitchFamily="18" charset="0"/>
                <a:ea typeface="ＭＳ Ｐゴシック" pitchFamily="50" charset="-128"/>
              </a:defRPr>
            </a:lvl4pPr>
            <a:lvl5pPr marL="2057400" indent="-228600" eaLnBrk="0" hangingPunct="0">
              <a:defRPr kumimoji="1" sz="2400">
                <a:solidFill>
                  <a:schemeClr val="tx1"/>
                </a:solidFill>
                <a:latin typeface="Times New Roman" pitchFamily="18" charset="0"/>
                <a:ea typeface="ＭＳ Ｐゴシック" pitchFamily="50" charset="-128"/>
              </a:defRPr>
            </a:lvl5pPr>
            <a:lvl6pPr marL="2514600" indent="-228600"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6pPr>
            <a:lvl7pPr marL="2971800" indent="-228600"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7pPr>
            <a:lvl8pPr marL="3429000" indent="-228600"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8pPr>
            <a:lvl9pPr marL="3886200" indent="-228600"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9pPr>
          </a:lstStyle>
          <a:p>
            <a:pPr eaLnBrk="1" hangingPunct="1">
              <a:defRPr/>
            </a:pPr>
            <a:r>
              <a:rPr lang="en-US" altLang="ja-JP" sz="1100" dirty="0">
                <a:solidFill>
                  <a:srgbClr val="000000"/>
                </a:solidFill>
                <a:latin typeface="Arial" pitchFamily="34" charset="0"/>
                <a:ea typeface="ＭＳ Ｐゴシック"/>
                <a:cs typeface="Arial" pitchFamily="34" charset="0"/>
              </a:rPr>
              <a:t>CAMERA</a:t>
            </a:r>
            <a:endParaRPr lang="ja-JP" altLang="en-US" sz="1100" dirty="0">
              <a:solidFill>
                <a:srgbClr val="000000"/>
              </a:solidFill>
              <a:latin typeface="Arial" pitchFamily="34" charset="0"/>
              <a:ea typeface="ＭＳ Ｐゴシック"/>
              <a:cs typeface="Arial" pitchFamily="34" charset="0"/>
            </a:endParaRPr>
          </a:p>
        </p:txBody>
      </p:sp>
      <p:cxnSp>
        <p:nvCxnSpPr>
          <p:cNvPr id="91" name="カギ線コネクタ 33"/>
          <p:cNvCxnSpPr>
            <a:cxnSpLocks noChangeShapeType="1"/>
            <a:stCxn id="89" idx="3"/>
            <a:endCxn id="93" idx="1"/>
          </p:cNvCxnSpPr>
          <p:nvPr/>
        </p:nvCxnSpPr>
        <p:spPr bwMode="auto">
          <a:xfrm>
            <a:off x="617104" y="5812090"/>
            <a:ext cx="2433274" cy="241323"/>
          </a:xfrm>
          <a:prstGeom prst="bentConnector3">
            <a:avLst>
              <a:gd name="adj1" fmla="val 33493"/>
            </a:avLst>
          </a:prstGeom>
          <a:noFill/>
          <a:ln w="38100" algn="ctr">
            <a:solidFill>
              <a:srgbClr val="00B050"/>
            </a:solidFill>
            <a:round/>
            <a:headEnd type="none" w="sm" len="sm"/>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2" name="テキスト ボックス 1"/>
          <p:cNvSpPr txBox="1">
            <a:spLocks noChangeArrowheads="1"/>
          </p:cNvSpPr>
          <p:nvPr/>
        </p:nvSpPr>
        <p:spPr bwMode="auto">
          <a:xfrm>
            <a:off x="587543" y="5836488"/>
            <a:ext cx="881973"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ＭＳ Ｐゴシック" pitchFamily="50" charset="-128"/>
              </a:defRPr>
            </a:lvl1pPr>
            <a:lvl2pPr marL="742950" indent="-285750" eaLnBrk="0" hangingPunct="0">
              <a:defRPr kumimoji="1" sz="2400">
                <a:solidFill>
                  <a:schemeClr val="tx1"/>
                </a:solidFill>
                <a:latin typeface="Times New Roman" pitchFamily="18" charset="0"/>
                <a:ea typeface="ＭＳ Ｐゴシック" pitchFamily="50" charset="-128"/>
              </a:defRPr>
            </a:lvl2pPr>
            <a:lvl3pPr marL="1143000" indent="-228600" eaLnBrk="0" hangingPunct="0">
              <a:defRPr kumimoji="1" sz="2400">
                <a:solidFill>
                  <a:schemeClr val="tx1"/>
                </a:solidFill>
                <a:latin typeface="Times New Roman" pitchFamily="18" charset="0"/>
                <a:ea typeface="ＭＳ Ｐゴシック" pitchFamily="50" charset="-128"/>
              </a:defRPr>
            </a:lvl3pPr>
            <a:lvl4pPr marL="1600200" indent="-228600" eaLnBrk="0" hangingPunct="0">
              <a:defRPr kumimoji="1" sz="2400">
                <a:solidFill>
                  <a:schemeClr val="tx1"/>
                </a:solidFill>
                <a:latin typeface="Times New Roman" pitchFamily="18" charset="0"/>
                <a:ea typeface="ＭＳ Ｐゴシック" pitchFamily="50" charset="-128"/>
              </a:defRPr>
            </a:lvl4pPr>
            <a:lvl5pPr marL="2057400" indent="-228600" eaLnBrk="0" hangingPunct="0">
              <a:defRPr kumimoji="1" sz="2400">
                <a:solidFill>
                  <a:schemeClr val="tx1"/>
                </a:solidFill>
                <a:latin typeface="Times New Roman" pitchFamily="18" charset="0"/>
                <a:ea typeface="ＭＳ Ｐゴシック" pitchFamily="50" charset="-128"/>
              </a:defRPr>
            </a:lvl5pPr>
            <a:lvl6pPr marL="2514600" indent="-228600"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6pPr>
            <a:lvl7pPr marL="2971800" indent="-228600"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7pPr>
            <a:lvl8pPr marL="3429000" indent="-228600"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8pPr>
            <a:lvl9pPr marL="3886200" indent="-228600"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9pPr>
          </a:lstStyle>
          <a:p>
            <a:pPr algn="l" eaLnBrk="1" hangingPunct="1">
              <a:defRPr/>
            </a:pPr>
            <a:r>
              <a:rPr lang="en-US" altLang="ja-JP" sz="1100" dirty="0">
                <a:solidFill>
                  <a:srgbClr val="000000"/>
                </a:solidFill>
                <a:latin typeface="Arial" pitchFamily="34" charset="0"/>
                <a:ea typeface="ＭＳ Ｐゴシック"/>
                <a:cs typeface="Arial" pitchFamily="34" charset="0"/>
              </a:rPr>
              <a:t>speed limit</a:t>
            </a:r>
          </a:p>
          <a:p>
            <a:pPr algn="l" eaLnBrk="1" hangingPunct="1">
              <a:defRPr/>
            </a:pPr>
            <a:r>
              <a:rPr lang="en-US" altLang="ja-JP" sz="1100" dirty="0">
                <a:solidFill>
                  <a:srgbClr val="000000"/>
                </a:solidFill>
                <a:latin typeface="Arial" pitchFamily="34" charset="0"/>
                <a:ea typeface="ＭＳ Ｐゴシック"/>
                <a:cs typeface="Arial" pitchFamily="34" charset="0"/>
              </a:rPr>
              <a:t>Information</a:t>
            </a:r>
          </a:p>
          <a:p>
            <a:pPr algn="l" eaLnBrk="1" hangingPunct="1">
              <a:defRPr/>
            </a:pPr>
            <a:r>
              <a:rPr lang="en-US" altLang="ja-JP" sz="1100" dirty="0">
                <a:solidFill>
                  <a:srgbClr val="000000"/>
                </a:solidFill>
                <a:latin typeface="Arial" pitchFamily="34" charset="0"/>
                <a:ea typeface="ＭＳ Ｐゴシック"/>
                <a:cs typeface="Arial" pitchFamily="34" charset="0"/>
              </a:rPr>
              <a:t>(TSR)</a:t>
            </a:r>
            <a:r>
              <a:rPr lang="ja-JP" altLang="en-US" sz="1100" dirty="0">
                <a:solidFill>
                  <a:srgbClr val="000000"/>
                </a:solidFill>
                <a:latin typeface="Arial" pitchFamily="34" charset="0"/>
                <a:ea typeface="ＭＳ Ｐゴシック"/>
                <a:cs typeface="Arial" pitchFamily="34" charset="0"/>
              </a:rPr>
              <a:t> </a:t>
            </a:r>
          </a:p>
        </p:txBody>
      </p:sp>
      <p:pic>
        <p:nvPicPr>
          <p:cNvPr id="93" name="図 68" descr="MLB9C0.jpg"/>
          <p:cNvPicPr>
            <a:picLocks/>
          </p:cNvPicPr>
          <p:nvPr>
            <p:custDataLst>
              <p:tags r:id="rId3"/>
            </p:custDataLst>
          </p:nvPr>
        </p:nvPicPr>
        <p:blipFill>
          <a:blip r:embed="rId7"/>
          <a:srcRect/>
          <a:stretch>
            <a:fillRect/>
          </a:stretch>
        </p:blipFill>
        <p:spPr bwMode="auto">
          <a:xfrm>
            <a:off x="3050378" y="5795444"/>
            <a:ext cx="508000" cy="515938"/>
          </a:xfrm>
          <a:prstGeom prst="rect">
            <a:avLst/>
          </a:prstGeom>
          <a:noFill/>
          <a:ln w="28575">
            <a:solidFill>
              <a:schemeClr val="accent6">
                <a:lumMod val="40000"/>
                <a:lumOff val="60000"/>
              </a:schemeClr>
            </a:solidFill>
            <a:miter lim="800000"/>
            <a:headEnd/>
            <a:tailEnd/>
          </a:ln>
          <a:extLst>
            <a:ext uri="{909E8E84-426E-40DD-AFC4-6F175D3DCCD1}">
              <a14:hiddenFill xmlns:a14="http://schemas.microsoft.com/office/drawing/2010/main">
                <a:solidFill>
                  <a:srgbClr val="FFFFFF"/>
                </a:solidFill>
              </a14:hiddenFill>
            </a:ext>
          </a:extLst>
        </p:spPr>
      </p:pic>
      <p:sp>
        <p:nvSpPr>
          <p:cNvPr id="48" name="Text Box 2"/>
          <p:cNvSpPr txBox="1">
            <a:spLocks noChangeArrowheads="1"/>
          </p:cNvSpPr>
          <p:nvPr/>
        </p:nvSpPr>
        <p:spPr bwMode="auto">
          <a:xfrm>
            <a:off x="250829" y="44451"/>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2000" dirty="0">
                <a:solidFill>
                  <a:srgbClr val="FFFFFF"/>
                </a:solidFill>
                <a:latin typeface="Meiryo UI" panose="020B0604030504040204" pitchFamily="50" charset="-128"/>
                <a:ea typeface="Meiryo UI" panose="020B0604030504040204" pitchFamily="50" charset="-128"/>
                <a:cs typeface="Arial" pitchFamily="34" charset="0"/>
              </a:rPr>
              <a:t>14. Vehicle function relating ECU &amp; Feature</a:t>
            </a:r>
            <a:endParaRPr lang="en-US" altLang="ja-JP" sz="1100" dirty="0">
              <a:solidFill>
                <a:srgbClr val="FFFFFF"/>
              </a:solidFill>
              <a:latin typeface="HGPｺﾞｼｯｸE" pitchFamily="50" charset="-128"/>
              <a:ea typeface="HGPｺﾞｼｯｸE" pitchFamily="50" charset="-128"/>
              <a:cs typeface="Arial" pitchFamily="34" charset="0"/>
            </a:endParaRPr>
          </a:p>
        </p:txBody>
      </p:sp>
      <p:graphicFrame>
        <p:nvGraphicFramePr>
          <p:cNvPr id="43" name="表 42">
            <a:extLst>
              <a:ext uri="{FF2B5EF4-FFF2-40B4-BE49-F238E27FC236}">
                <a16:creationId xmlns:a16="http://schemas.microsoft.com/office/drawing/2014/main" id="{7CF02E14-DDB9-4CB6-BCA3-CD5988D603A9}"/>
              </a:ext>
            </a:extLst>
          </p:cNvPr>
          <p:cNvGraphicFramePr>
            <a:graphicFrameLocks noGrp="1"/>
          </p:cNvGraphicFramePr>
          <p:nvPr/>
        </p:nvGraphicFramePr>
        <p:xfrm>
          <a:off x="4564859" y="2535128"/>
          <a:ext cx="4517242" cy="4199040"/>
        </p:xfrm>
        <a:graphic>
          <a:graphicData uri="http://schemas.openxmlformats.org/drawingml/2006/table">
            <a:tbl>
              <a:tblPr>
                <a:tableStyleId>{5940675A-B579-460E-94D1-54222C63F5DA}</a:tableStyleId>
              </a:tblPr>
              <a:tblGrid>
                <a:gridCol w="979676">
                  <a:extLst>
                    <a:ext uri="{9D8B030D-6E8A-4147-A177-3AD203B41FA5}">
                      <a16:colId xmlns:a16="http://schemas.microsoft.com/office/drawing/2014/main" val="20000"/>
                    </a:ext>
                  </a:extLst>
                </a:gridCol>
                <a:gridCol w="1238802">
                  <a:extLst>
                    <a:ext uri="{9D8B030D-6E8A-4147-A177-3AD203B41FA5}">
                      <a16:colId xmlns:a16="http://schemas.microsoft.com/office/drawing/2014/main" val="20001"/>
                    </a:ext>
                  </a:extLst>
                </a:gridCol>
                <a:gridCol w="1761353">
                  <a:extLst>
                    <a:ext uri="{9D8B030D-6E8A-4147-A177-3AD203B41FA5}">
                      <a16:colId xmlns:a16="http://schemas.microsoft.com/office/drawing/2014/main" val="4087338863"/>
                    </a:ext>
                  </a:extLst>
                </a:gridCol>
                <a:gridCol w="537411">
                  <a:extLst>
                    <a:ext uri="{9D8B030D-6E8A-4147-A177-3AD203B41FA5}">
                      <a16:colId xmlns:a16="http://schemas.microsoft.com/office/drawing/2014/main" val="20002"/>
                    </a:ext>
                  </a:extLst>
                </a:gridCol>
              </a:tblGrid>
              <a:tr h="360000">
                <a:tc>
                  <a:txBody>
                    <a:bodyPr/>
                    <a:lstStyle/>
                    <a:p>
                      <a:pPr algn="ctr" fontAlgn="ctr"/>
                      <a:r>
                        <a:rPr lang="en-US" altLang="ja-JP" sz="1200" u="none" strike="noStrike" dirty="0">
                          <a:effectLst/>
                          <a:latin typeface="Arial" pitchFamily="34" charset="0"/>
                          <a:cs typeface="Arial" pitchFamily="34" charset="0"/>
                        </a:rPr>
                        <a:t>Classification</a:t>
                      </a:r>
                      <a:endParaRPr lang="ja-JP" altLang="en-US" sz="1200" b="0" i="0" u="none" strike="noStrike" dirty="0">
                        <a:solidFill>
                          <a:schemeClr val="tx1"/>
                        </a:solidFill>
                        <a:effectLst/>
                        <a:latin typeface="Arial" pitchFamily="34" charset="0"/>
                        <a:ea typeface="+mn-ea"/>
                        <a:cs typeface="Arial" pitchFamily="34" charset="0"/>
                      </a:endParaRPr>
                    </a:p>
                  </a:txBody>
                  <a:tcPr marL="35995" marR="35995" marT="0" marB="0" anchor="ctr"/>
                </a:tc>
                <a:tc gridSpan="2">
                  <a:txBody>
                    <a:bodyPr/>
                    <a:lstStyle/>
                    <a:p>
                      <a:pPr algn="ctr" fontAlgn="ctr"/>
                      <a:r>
                        <a:rPr lang="en-US" altLang="ja-JP" sz="1200" u="none" strike="noStrike" dirty="0">
                          <a:effectLst/>
                          <a:latin typeface="Arial" pitchFamily="34" charset="0"/>
                          <a:cs typeface="Arial" pitchFamily="34" charset="0"/>
                        </a:rPr>
                        <a:t>Functions</a:t>
                      </a:r>
                      <a:endParaRPr lang="en-US" altLang="ja-JP" sz="1200" b="0" u="none" strike="noStrike" dirty="0">
                        <a:solidFill>
                          <a:schemeClr val="tx1"/>
                        </a:solidFill>
                        <a:effectLst/>
                        <a:latin typeface="Arial" pitchFamily="34" charset="0"/>
                        <a:ea typeface="+mn-ea"/>
                        <a:cs typeface="Arial" pitchFamily="34" charset="0"/>
                      </a:endParaRPr>
                    </a:p>
                  </a:txBody>
                  <a:tcPr marL="35995" marR="35995" marT="0" marB="0" anchor="ctr"/>
                </a:tc>
                <a:tc hMerge="1">
                  <a:txBody>
                    <a:bodyPr/>
                    <a:lstStyle/>
                    <a:p>
                      <a:endParaRPr kumimoji="1" lang="ja-JP" altLang="en-US"/>
                    </a:p>
                  </a:txBody>
                  <a:tcPr/>
                </a:tc>
                <a:tc>
                  <a:txBody>
                    <a:bodyPr/>
                    <a:lstStyle/>
                    <a:p>
                      <a:pPr algn="ctr" fontAlgn="ctr"/>
                      <a:r>
                        <a:rPr lang="en-US" altLang="ja-JP" sz="1200" b="0" i="0" u="none" strike="noStrike" dirty="0">
                          <a:solidFill>
                            <a:schemeClr val="tx1"/>
                          </a:solidFill>
                          <a:effectLst/>
                          <a:latin typeface="Arial" pitchFamily="34" charset="0"/>
                          <a:ea typeface="+mn-ea"/>
                          <a:cs typeface="Arial" pitchFamily="34" charset="0"/>
                        </a:rPr>
                        <a:t>26.5M</a:t>
                      </a:r>
                    </a:p>
                  </a:txBody>
                  <a:tcPr marL="35995" marR="35995" marT="0" marB="0" anchor="ctr"/>
                </a:tc>
                <a:extLst>
                  <a:ext uri="{0D108BD9-81ED-4DB2-BD59-A6C34878D82A}">
                    <a16:rowId xmlns:a16="http://schemas.microsoft.com/office/drawing/2014/main" val="10000"/>
                  </a:ext>
                </a:extLst>
              </a:tr>
              <a:tr h="216000">
                <a:tc rowSpan="4">
                  <a:txBody>
                    <a:bodyPr/>
                    <a:lstStyle/>
                    <a:p>
                      <a:pPr algn="ctr" fontAlgn="ctr"/>
                      <a:r>
                        <a:rPr lang="en-US" altLang="ja-JP" sz="1200" u="none" strike="noStrike" dirty="0">
                          <a:effectLst/>
                          <a:latin typeface="Arial" pitchFamily="34" charset="0"/>
                          <a:cs typeface="Arial" pitchFamily="34" charset="0"/>
                        </a:rPr>
                        <a:t>Comfort</a:t>
                      </a:r>
                      <a:endParaRPr lang="ja-JP" altLang="en-US" sz="1200" b="0" i="0" u="none" strike="noStrike" dirty="0">
                        <a:solidFill>
                          <a:schemeClr val="tx1"/>
                        </a:solidFill>
                        <a:effectLst/>
                        <a:latin typeface="Arial" pitchFamily="34" charset="0"/>
                        <a:ea typeface="+mn-ea"/>
                        <a:cs typeface="Arial" pitchFamily="34" charset="0"/>
                      </a:endParaRPr>
                    </a:p>
                  </a:txBody>
                  <a:tcPr marL="35995" marR="35995" marT="0" marB="0" anchor="ctr"/>
                </a:tc>
                <a:tc gridSpan="2">
                  <a:txBody>
                    <a:bodyPr/>
                    <a:lstStyle/>
                    <a:p>
                      <a:pPr algn="ctr" fontAlgn="ctr"/>
                      <a:r>
                        <a:rPr lang="en-US" altLang="ja-JP" sz="1200" u="none" strike="noStrike" dirty="0">
                          <a:effectLst/>
                          <a:latin typeface="Arial" pitchFamily="34" charset="0"/>
                          <a:cs typeface="Arial" pitchFamily="34" charset="0"/>
                        </a:rPr>
                        <a:t>Adaptive</a:t>
                      </a:r>
                      <a:r>
                        <a:rPr lang="en-US" altLang="ja-JP" sz="1200" u="none" strike="noStrike" baseline="0" dirty="0">
                          <a:effectLst/>
                          <a:latin typeface="Arial" pitchFamily="34" charset="0"/>
                          <a:cs typeface="Arial" pitchFamily="34" charset="0"/>
                        </a:rPr>
                        <a:t> Crouse Control</a:t>
                      </a:r>
                      <a:endParaRPr lang="en-US" altLang="ja-JP" sz="1200" b="1" u="none" strike="noStrike" dirty="0">
                        <a:solidFill>
                          <a:schemeClr val="accent6"/>
                        </a:solidFill>
                        <a:effectLst/>
                        <a:latin typeface="Arial" pitchFamily="34" charset="0"/>
                        <a:ea typeface="+mn-ea"/>
                        <a:cs typeface="Arial" pitchFamily="34" charset="0"/>
                      </a:endParaRPr>
                    </a:p>
                  </a:txBody>
                  <a:tcPr marL="35995" marR="35995" marT="0" marB="0" anchor="ctr">
                    <a:solidFill>
                      <a:srgbClr val="FFFF00"/>
                    </a:solidFill>
                  </a:tcPr>
                </a:tc>
                <a:tc hMerge="1">
                  <a:txBody>
                    <a:bodyPr/>
                    <a:lstStyle/>
                    <a:p>
                      <a:endParaRPr kumimoji="1" lang="ja-JP" altLang="en-US"/>
                    </a:p>
                  </a:txBody>
                  <a:tcPr/>
                </a:tc>
                <a:tc>
                  <a:txBody>
                    <a:bodyPr/>
                    <a:lstStyle/>
                    <a:p>
                      <a:pPr algn="ctr" fontAlgn="ctr"/>
                      <a:r>
                        <a:rPr lang="ja-JP" altLang="en-US" sz="1200" u="none" strike="noStrike" dirty="0">
                          <a:effectLst/>
                          <a:latin typeface="Arial" pitchFamily="34" charset="0"/>
                          <a:cs typeface="Arial" pitchFamily="34" charset="0"/>
                        </a:rPr>
                        <a:t>○</a:t>
                      </a:r>
                      <a:endParaRPr lang="ja-JP" altLang="en-US" sz="1200" b="1" i="0" u="none" strike="noStrike" dirty="0">
                        <a:solidFill>
                          <a:schemeClr val="accent6"/>
                        </a:solidFill>
                        <a:effectLst/>
                        <a:latin typeface="Arial" pitchFamily="34" charset="0"/>
                        <a:ea typeface="+mn-ea"/>
                        <a:cs typeface="Arial" pitchFamily="34" charset="0"/>
                      </a:endParaRPr>
                    </a:p>
                  </a:txBody>
                  <a:tcPr marL="35995" marR="35995" marT="0" marB="0" anchor="ctr">
                    <a:solidFill>
                      <a:srgbClr val="FFFF00"/>
                    </a:solidFill>
                  </a:tcPr>
                </a:tc>
                <a:extLst>
                  <a:ext uri="{0D108BD9-81ED-4DB2-BD59-A6C34878D82A}">
                    <a16:rowId xmlns:a16="http://schemas.microsoft.com/office/drawing/2014/main" val="10001"/>
                  </a:ext>
                </a:extLst>
              </a:tr>
              <a:tr h="216000">
                <a:tc vMerge="1">
                  <a:txBody>
                    <a:bodyPr/>
                    <a:lstStyle/>
                    <a:p>
                      <a:endParaRPr kumimoji="1" lang="ja-JP" altLang="en-US"/>
                    </a:p>
                  </a:txBody>
                  <a:tcPr/>
                </a:tc>
                <a:tc gridSpan="2">
                  <a:txBody>
                    <a:bodyPr/>
                    <a:lstStyle/>
                    <a:p>
                      <a:pPr algn="ctr" fontAlgn="ctr"/>
                      <a:r>
                        <a:rPr lang="en-US" sz="1200" u="none" strike="noStrike" dirty="0">
                          <a:effectLst/>
                          <a:latin typeface="Arial" pitchFamily="34" charset="0"/>
                          <a:cs typeface="Arial" pitchFamily="34" charset="0"/>
                        </a:rPr>
                        <a:t>Low Speed Following</a:t>
                      </a:r>
                      <a:endParaRPr lang="en-US" sz="1200" b="1" i="0" u="none" strike="noStrike" dirty="0">
                        <a:solidFill>
                          <a:schemeClr val="accent6"/>
                        </a:solidFill>
                        <a:effectLst/>
                        <a:latin typeface="Arial" pitchFamily="34" charset="0"/>
                        <a:ea typeface="+mn-ea"/>
                        <a:cs typeface="Arial" pitchFamily="34" charset="0"/>
                      </a:endParaRPr>
                    </a:p>
                  </a:txBody>
                  <a:tcPr marL="35995" marR="35995" marT="0" marB="0" anchor="ctr">
                    <a:solidFill>
                      <a:srgbClr val="FFFF00"/>
                    </a:solidFill>
                  </a:tcPr>
                </a:tc>
                <a:tc hMerge="1">
                  <a:txBody>
                    <a:bodyPr/>
                    <a:lstStyle/>
                    <a:p>
                      <a:endParaRPr kumimoji="1" lang="ja-JP" altLang="en-US"/>
                    </a:p>
                  </a:txBody>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ja-JP" altLang="en-US" sz="1200" b="0" i="0" u="none" strike="noStrike" dirty="0">
                          <a:solidFill>
                            <a:schemeClr val="tx1"/>
                          </a:solidFill>
                          <a:effectLst/>
                          <a:latin typeface="Arial" pitchFamily="34" charset="0"/>
                          <a:ea typeface="+mn-ea"/>
                          <a:cs typeface="Arial" pitchFamily="34" charset="0"/>
                        </a:rPr>
                        <a:t>✕</a:t>
                      </a:r>
                      <a:endParaRPr lang="ja-JP" altLang="en-US" sz="1200" b="1" i="0" u="none" strike="noStrike" dirty="0">
                        <a:solidFill>
                          <a:schemeClr val="accent6"/>
                        </a:solidFill>
                        <a:effectLst/>
                        <a:latin typeface="Arial" pitchFamily="34" charset="0"/>
                        <a:ea typeface="+mn-ea"/>
                        <a:cs typeface="Arial" pitchFamily="34" charset="0"/>
                      </a:endParaRPr>
                    </a:p>
                  </a:txBody>
                  <a:tcPr marL="35995" marR="35995" marT="0" marB="0" anchor="ctr">
                    <a:solidFill>
                      <a:srgbClr val="FFFF00"/>
                    </a:solidFill>
                  </a:tcPr>
                </a:tc>
                <a:extLst>
                  <a:ext uri="{0D108BD9-81ED-4DB2-BD59-A6C34878D82A}">
                    <a16:rowId xmlns:a16="http://schemas.microsoft.com/office/drawing/2014/main" val="10002"/>
                  </a:ext>
                </a:extLst>
              </a:tr>
              <a:tr h="216000">
                <a:tc vMerge="1">
                  <a:txBody>
                    <a:bodyPr/>
                    <a:lstStyle/>
                    <a:p>
                      <a:endParaRPr kumimoji="1" lang="ja-JP" altLang="en-US"/>
                    </a:p>
                  </a:txBody>
                  <a:tcPr/>
                </a:tc>
                <a:tc gridSpan="2">
                  <a:txBody>
                    <a:bodyPr/>
                    <a:lstStyle/>
                    <a:p>
                      <a:pPr algn="ctr" fontAlgn="ctr"/>
                      <a:r>
                        <a:rPr lang="en-US" altLang="ja-JP" sz="1200" u="none" strike="noStrike" dirty="0">
                          <a:effectLst/>
                          <a:latin typeface="Arial" pitchFamily="34" charset="0"/>
                          <a:cs typeface="Arial" pitchFamily="34" charset="0"/>
                        </a:rPr>
                        <a:t>ACC with Cut-in prediction(</a:t>
                      </a:r>
                      <a:r>
                        <a:rPr lang="en-US" altLang="ja-JP" sz="1200" u="none" strike="noStrike" dirty="0" err="1">
                          <a:effectLst/>
                          <a:latin typeface="Arial" pitchFamily="34" charset="0"/>
                          <a:cs typeface="Arial" pitchFamily="34" charset="0"/>
                        </a:rPr>
                        <a:t>iACC</a:t>
                      </a:r>
                      <a:r>
                        <a:rPr lang="en-US" altLang="ja-JP" sz="1200" u="none" strike="noStrike" dirty="0">
                          <a:effectLst/>
                          <a:latin typeface="Arial" pitchFamily="34" charset="0"/>
                          <a:cs typeface="Arial" pitchFamily="34" charset="0"/>
                        </a:rPr>
                        <a:t>)</a:t>
                      </a:r>
                      <a:endParaRPr lang="en-US" sz="1200" b="1" i="0" u="none" strike="noStrike" dirty="0">
                        <a:solidFill>
                          <a:schemeClr val="accent6"/>
                        </a:solidFill>
                        <a:effectLst/>
                        <a:latin typeface="Arial" pitchFamily="34" charset="0"/>
                        <a:ea typeface="+mn-ea"/>
                        <a:cs typeface="Arial" pitchFamily="34" charset="0"/>
                      </a:endParaRPr>
                    </a:p>
                  </a:txBody>
                  <a:tcPr marL="35995" marR="35995" marT="0" marB="0" anchor="ctr">
                    <a:noFill/>
                  </a:tcPr>
                </a:tc>
                <a:tc hMerge="1">
                  <a:txBody>
                    <a:bodyPr/>
                    <a:lstStyle/>
                    <a:p>
                      <a:endParaRPr kumimoji="1" lang="ja-JP" altLang="en-US"/>
                    </a:p>
                  </a:txBody>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ja-JP" altLang="en-US" sz="1200" b="0" i="0" u="none" strike="noStrike" dirty="0">
                          <a:solidFill>
                            <a:schemeClr val="tx1"/>
                          </a:solidFill>
                          <a:effectLst/>
                          <a:latin typeface="Arial" pitchFamily="34" charset="0"/>
                          <a:ea typeface="+mn-ea"/>
                          <a:cs typeface="Arial" pitchFamily="34" charset="0"/>
                        </a:rPr>
                        <a:t>✕</a:t>
                      </a:r>
                      <a:endParaRPr lang="ja-JP" altLang="en-US" sz="1200" b="1" i="0" u="none" strike="noStrike" dirty="0">
                        <a:solidFill>
                          <a:schemeClr val="accent6"/>
                        </a:solidFill>
                        <a:effectLst/>
                        <a:latin typeface="Arial" pitchFamily="34" charset="0"/>
                        <a:ea typeface="+mn-ea"/>
                        <a:cs typeface="Arial" pitchFamily="34" charset="0"/>
                      </a:endParaRPr>
                    </a:p>
                  </a:txBody>
                  <a:tcPr marL="35995" marR="35995" marT="0" marB="0" anchor="ctr">
                    <a:noFill/>
                  </a:tcPr>
                </a:tc>
                <a:extLst>
                  <a:ext uri="{0D108BD9-81ED-4DB2-BD59-A6C34878D82A}">
                    <a16:rowId xmlns:a16="http://schemas.microsoft.com/office/drawing/2014/main" val="10003"/>
                  </a:ext>
                </a:extLst>
              </a:tr>
              <a:tr h="216000">
                <a:tc vMerge="1">
                  <a:txBody>
                    <a:bodyPr/>
                    <a:lstStyle/>
                    <a:p>
                      <a:endParaRPr kumimoji="1" lang="ja-JP" altLang="en-US"/>
                    </a:p>
                  </a:txBody>
                  <a:tcPr/>
                </a:tc>
                <a:tc gridSpan="2">
                  <a:txBody>
                    <a:bodyPr/>
                    <a:lstStyle/>
                    <a:p>
                      <a:pPr algn="ctr" fontAlgn="ctr"/>
                      <a:r>
                        <a:rPr lang="en-US" altLang="ja-JP" sz="1200" u="none" strike="noStrike" dirty="0">
                          <a:effectLst/>
                          <a:latin typeface="Arial" pitchFamily="34" charset="0"/>
                          <a:cs typeface="Arial" pitchFamily="34" charset="0"/>
                        </a:rPr>
                        <a:t>Lane Keep Assist System</a:t>
                      </a:r>
                      <a:endParaRPr lang="en-US" sz="1200" b="0" i="0" u="none" strike="noStrike" dirty="0">
                        <a:solidFill>
                          <a:schemeClr val="tx1"/>
                        </a:solidFill>
                        <a:effectLst/>
                        <a:latin typeface="Arial" pitchFamily="34" charset="0"/>
                        <a:ea typeface="+mn-ea"/>
                        <a:cs typeface="Arial" pitchFamily="34" charset="0"/>
                      </a:endParaRPr>
                    </a:p>
                  </a:txBody>
                  <a:tcPr marL="35995" marR="35995" marT="0" marB="0" anchor="ctr"/>
                </a:tc>
                <a:tc hMerge="1">
                  <a:txBody>
                    <a:bodyPr/>
                    <a:lstStyle/>
                    <a:p>
                      <a:endParaRPr kumimoji="1" lang="ja-JP" altLang="en-US"/>
                    </a:p>
                  </a:txBody>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ja-JP" altLang="en-US" sz="1200" u="none" strike="noStrike" dirty="0">
                          <a:effectLst/>
                          <a:latin typeface="Arial" pitchFamily="34" charset="0"/>
                          <a:cs typeface="Arial" pitchFamily="34" charset="0"/>
                        </a:rPr>
                        <a:t>○</a:t>
                      </a:r>
                      <a:endParaRPr lang="ja-JP" altLang="en-US" sz="1200" b="0" i="0" u="none" strike="noStrike" dirty="0">
                        <a:solidFill>
                          <a:schemeClr val="tx1"/>
                        </a:solidFill>
                        <a:effectLst/>
                        <a:latin typeface="Arial" pitchFamily="34" charset="0"/>
                        <a:ea typeface="+mn-ea"/>
                        <a:cs typeface="Arial" pitchFamily="34" charset="0"/>
                      </a:endParaRPr>
                    </a:p>
                  </a:txBody>
                  <a:tcPr marL="35995" marR="35995" marT="0" marB="0" anchor="ctr"/>
                </a:tc>
                <a:extLst>
                  <a:ext uri="{0D108BD9-81ED-4DB2-BD59-A6C34878D82A}">
                    <a16:rowId xmlns:a16="http://schemas.microsoft.com/office/drawing/2014/main" val="10004"/>
                  </a:ext>
                </a:extLst>
              </a:tr>
              <a:tr h="216000">
                <a:tc rowSpan="5">
                  <a:txBody>
                    <a:bodyPr/>
                    <a:lstStyle/>
                    <a:p>
                      <a:pPr algn="ctr" fontAlgn="ctr"/>
                      <a:r>
                        <a:rPr lang="en-US" altLang="ja-JP" sz="1200" u="none" strike="noStrike" dirty="0">
                          <a:effectLst/>
                          <a:latin typeface="Arial" pitchFamily="34" charset="0"/>
                          <a:cs typeface="Arial" pitchFamily="34" charset="0"/>
                        </a:rPr>
                        <a:t>Safety</a:t>
                      </a:r>
                    </a:p>
                    <a:p>
                      <a:pPr algn="ctr" fontAlgn="ctr"/>
                      <a:r>
                        <a:rPr lang="en-US" altLang="ja-JP" sz="1200" u="none" strike="noStrike" dirty="0">
                          <a:effectLst/>
                          <a:latin typeface="Arial" pitchFamily="34" charset="0"/>
                          <a:cs typeface="Arial" pitchFamily="34" charset="0"/>
                        </a:rPr>
                        <a:t>Crash</a:t>
                      </a:r>
                      <a:endParaRPr lang="ja-JP" altLang="en-US" sz="1200" b="0" i="0" u="none" strike="noStrike" dirty="0">
                        <a:solidFill>
                          <a:schemeClr val="tx1"/>
                        </a:solidFill>
                        <a:effectLst/>
                        <a:latin typeface="Arial" pitchFamily="34" charset="0"/>
                        <a:ea typeface="+mn-ea"/>
                        <a:cs typeface="Arial" pitchFamily="34" charset="0"/>
                      </a:endParaRPr>
                    </a:p>
                  </a:txBody>
                  <a:tcPr marL="35995" marR="35995" marT="0" marB="0" anchor="ctr"/>
                </a:tc>
                <a:tc gridSpan="2">
                  <a:txBody>
                    <a:bodyPr/>
                    <a:lstStyle/>
                    <a:p>
                      <a:pPr algn="ctr" fontAlgn="ctr"/>
                      <a:r>
                        <a:rPr lang="en-US" altLang="ja-JP" sz="1200" u="none" strike="noStrike" dirty="0">
                          <a:effectLst/>
                          <a:latin typeface="Arial" pitchFamily="34" charset="0"/>
                          <a:cs typeface="Arial" pitchFamily="34" charset="0"/>
                        </a:rPr>
                        <a:t>Forward Collision Warning</a:t>
                      </a:r>
                      <a:endParaRPr lang="en-US" altLang="ja-JP" sz="1200" b="0" u="none" strike="noStrike" dirty="0">
                        <a:solidFill>
                          <a:schemeClr val="tx1"/>
                        </a:solidFill>
                        <a:effectLst/>
                        <a:latin typeface="Arial" pitchFamily="34" charset="0"/>
                        <a:ea typeface="+mn-ea"/>
                        <a:cs typeface="Arial" pitchFamily="34" charset="0"/>
                      </a:endParaRPr>
                    </a:p>
                  </a:txBody>
                  <a:tcPr marL="35995" marR="35995" marT="0" marB="0" anchor="ctr"/>
                </a:tc>
                <a:tc hMerge="1">
                  <a:txBody>
                    <a:bodyPr/>
                    <a:lstStyle/>
                    <a:p>
                      <a:endParaRPr kumimoji="1" lang="ja-JP" altLang="en-US"/>
                    </a:p>
                  </a:txBody>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ja-JP" altLang="en-US" sz="1200" u="none" strike="noStrike" dirty="0">
                          <a:effectLst/>
                          <a:latin typeface="Arial" pitchFamily="34" charset="0"/>
                          <a:cs typeface="Arial" pitchFamily="34" charset="0"/>
                        </a:rPr>
                        <a:t>○</a:t>
                      </a:r>
                      <a:endParaRPr lang="ja-JP" altLang="en-US" sz="1200" b="0" i="0" u="none" strike="noStrike" dirty="0">
                        <a:solidFill>
                          <a:schemeClr val="tx1"/>
                        </a:solidFill>
                        <a:effectLst/>
                        <a:latin typeface="Arial" pitchFamily="34" charset="0"/>
                        <a:ea typeface="+mn-ea"/>
                        <a:cs typeface="Arial" pitchFamily="34" charset="0"/>
                      </a:endParaRPr>
                    </a:p>
                  </a:txBody>
                  <a:tcPr marL="35995" marR="35995" marT="0" marB="0" anchor="ctr"/>
                </a:tc>
                <a:extLst>
                  <a:ext uri="{0D108BD9-81ED-4DB2-BD59-A6C34878D82A}">
                    <a16:rowId xmlns:a16="http://schemas.microsoft.com/office/drawing/2014/main" val="10005"/>
                  </a:ext>
                </a:extLst>
              </a:tr>
              <a:tr h="216000">
                <a:tc vMerge="1">
                  <a:txBody>
                    <a:bodyPr/>
                    <a:lstStyle/>
                    <a:p>
                      <a:endParaRPr kumimoji="1" lang="ja-JP" altLang="en-US"/>
                    </a:p>
                  </a:txBody>
                  <a:tcPr/>
                </a:tc>
                <a:tc gridSpan="2">
                  <a:txBody>
                    <a:bodyPr/>
                    <a:lstStyle/>
                    <a:p>
                      <a:pPr algn="ctr" fontAlgn="ctr"/>
                      <a:r>
                        <a:rPr lang="en-US" altLang="ja-JP" sz="1200" u="none" strike="noStrike" dirty="0">
                          <a:effectLst/>
                          <a:latin typeface="Arial" pitchFamily="34" charset="0"/>
                          <a:cs typeface="Arial" pitchFamily="34" charset="0"/>
                        </a:rPr>
                        <a:t>Collision Mitigation Brake System(CMBS)</a:t>
                      </a:r>
                      <a:endParaRPr lang="en-US" altLang="ja-JP" sz="1200" b="0" u="none" strike="noStrike" dirty="0">
                        <a:solidFill>
                          <a:schemeClr val="tx1"/>
                        </a:solidFill>
                        <a:effectLst/>
                        <a:latin typeface="Arial" pitchFamily="34" charset="0"/>
                        <a:ea typeface="+mn-ea"/>
                        <a:cs typeface="Arial" pitchFamily="34" charset="0"/>
                      </a:endParaRPr>
                    </a:p>
                  </a:txBody>
                  <a:tcPr marL="35995" marR="35995" marT="0" marB="0" anchor="ctr"/>
                </a:tc>
                <a:tc hMerge="1">
                  <a:txBody>
                    <a:bodyPr/>
                    <a:lstStyle/>
                    <a:p>
                      <a:endParaRPr kumimoji="1" lang="ja-JP" altLang="en-US"/>
                    </a:p>
                  </a:txBody>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ja-JP" altLang="en-US" sz="1200" u="none" strike="noStrike" dirty="0">
                          <a:effectLst/>
                          <a:latin typeface="Arial" pitchFamily="34" charset="0"/>
                          <a:cs typeface="Arial" pitchFamily="34" charset="0"/>
                        </a:rPr>
                        <a:t>○</a:t>
                      </a:r>
                      <a:endParaRPr lang="ja-JP" altLang="en-US" sz="1200" b="0" i="0" u="none" strike="noStrike" dirty="0">
                        <a:solidFill>
                          <a:schemeClr val="tx1"/>
                        </a:solidFill>
                        <a:effectLst/>
                        <a:latin typeface="Arial" pitchFamily="34" charset="0"/>
                        <a:ea typeface="+mn-ea"/>
                        <a:cs typeface="Arial" pitchFamily="34" charset="0"/>
                      </a:endParaRPr>
                    </a:p>
                  </a:txBody>
                  <a:tcPr marL="35995" marR="35995" marT="0" marB="0" anchor="ctr"/>
                </a:tc>
                <a:extLst>
                  <a:ext uri="{0D108BD9-81ED-4DB2-BD59-A6C34878D82A}">
                    <a16:rowId xmlns:a16="http://schemas.microsoft.com/office/drawing/2014/main" val="10006"/>
                  </a:ext>
                </a:extLst>
              </a:tr>
              <a:tr h="216000">
                <a:tc vMerge="1">
                  <a:txBody>
                    <a:bodyPr/>
                    <a:lstStyle/>
                    <a:p>
                      <a:endParaRPr kumimoji="1" lang="ja-JP" altLang="en-US"/>
                    </a:p>
                  </a:txBody>
                  <a:tcPr/>
                </a:tc>
                <a:tc gridSpan="2">
                  <a:txBody>
                    <a:bodyPr/>
                    <a:lstStyle/>
                    <a:p>
                      <a:pPr algn="ctr" fontAlgn="ctr"/>
                      <a:r>
                        <a:rPr lang="en-US" altLang="ja-JP" sz="1200" u="none" strike="noStrike" dirty="0">
                          <a:effectLst/>
                          <a:latin typeface="Arial" pitchFamily="34" charset="0"/>
                          <a:cs typeface="Arial" pitchFamily="34" charset="0"/>
                        </a:rPr>
                        <a:t>Pedestrian</a:t>
                      </a:r>
                      <a:r>
                        <a:rPr lang="en-US" altLang="ja-JP" sz="1200" u="none" strike="noStrike" baseline="0" dirty="0">
                          <a:effectLst/>
                          <a:latin typeface="Arial" pitchFamily="34" charset="0"/>
                          <a:cs typeface="Arial" pitchFamily="34" charset="0"/>
                        </a:rPr>
                        <a:t> Collision Mitigation</a:t>
                      </a:r>
                    </a:p>
                    <a:p>
                      <a:pPr algn="ctr" fontAlgn="ctr"/>
                      <a:r>
                        <a:rPr lang="en-US" altLang="ja-JP" sz="1200" u="none" strike="noStrike" baseline="0" dirty="0">
                          <a:effectLst/>
                          <a:latin typeface="Arial" pitchFamily="34" charset="0"/>
                          <a:cs typeface="Arial" pitchFamily="34" charset="0"/>
                        </a:rPr>
                        <a:t>Steering System (PCMSS)</a:t>
                      </a:r>
                      <a:endParaRPr lang="ja-JP" altLang="en-US" sz="1200" b="0" i="0" u="none" strike="noStrike" dirty="0">
                        <a:solidFill>
                          <a:schemeClr val="tx1"/>
                        </a:solidFill>
                        <a:effectLst/>
                        <a:latin typeface="Arial" pitchFamily="34" charset="0"/>
                        <a:ea typeface="+mn-ea"/>
                        <a:cs typeface="Arial" pitchFamily="34" charset="0"/>
                      </a:endParaRPr>
                    </a:p>
                  </a:txBody>
                  <a:tcPr marL="35995" marR="35995" marT="0" marB="0" anchor="ctr"/>
                </a:tc>
                <a:tc hMerge="1">
                  <a:txBody>
                    <a:bodyPr/>
                    <a:lstStyle/>
                    <a:p>
                      <a:endParaRPr kumimoji="1" lang="ja-JP" altLang="en-US"/>
                    </a:p>
                  </a:txBody>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ja-JP" altLang="en-US" sz="1200" b="0" i="0" u="none" strike="noStrike" dirty="0">
                          <a:solidFill>
                            <a:schemeClr val="tx1"/>
                          </a:solidFill>
                          <a:effectLst/>
                          <a:latin typeface="Arial" pitchFamily="34" charset="0"/>
                          <a:ea typeface="+mn-ea"/>
                          <a:cs typeface="Arial" pitchFamily="34" charset="0"/>
                        </a:rPr>
                        <a:t>✕</a:t>
                      </a:r>
                    </a:p>
                  </a:txBody>
                  <a:tcPr marL="35995" marR="35995" marT="0" marB="0" anchor="ctr"/>
                </a:tc>
                <a:extLst>
                  <a:ext uri="{0D108BD9-81ED-4DB2-BD59-A6C34878D82A}">
                    <a16:rowId xmlns:a16="http://schemas.microsoft.com/office/drawing/2014/main" val="10009"/>
                  </a:ext>
                </a:extLst>
              </a:tr>
              <a:tr h="216000">
                <a:tc vMerge="1">
                  <a:txBody>
                    <a:bodyPr/>
                    <a:lstStyle/>
                    <a:p>
                      <a:endParaRPr kumimoji="1" lang="ja-JP" altLang="en-US"/>
                    </a:p>
                  </a:txBody>
                  <a:tcPr/>
                </a:tc>
                <a:tc rowSpan="2">
                  <a:txBody>
                    <a:bodyPr/>
                    <a:lstStyle/>
                    <a:p>
                      <a:pPr algn="ctr" fontAlgn="ctr"/>
                      <a:r>
                        <a:rPr lang="en-US" altLang="ja-JP" sz="1200" b="0" i="0" u="none" strike="noStrike" dirty="0">
                          <a:solidFill>
                            <a:schemeClr val="tx1"/>
                          </a:solidFill>
                          <a:effectLst/>
                          <a:latin typeface="Arial" pitchFamily="34" charset="0"/>
                          <a:ea typeface="+mn-ea"/>
                          <a:cs typeface="Arial" pitchFamily="34" charset="0"/>
                        </a:rPr>
                        <a:t>Low</a:t>
                      </a:r>
                      <a:r>
                        <a:rPr lang="ja-JP" altLang="en-US" sz="1200" b="0" i="0" u="none" strike="noStrike" baseline="0" dirty="0">
                          <a:solidFill>
                            <a:schemeClr val="tx1"/>
                          </a:solidFill>
                          <a:effectLst/>
                          <a:latin typeface="Arial" pitchFamily="34" charset="0"/>
                          <a:ea typeface="+mn-ea"/>
                          <a:cs typeface="Arial" pitchFamily="34" charset="0"/>
                        </a:rPr>
                        <a:t> </a:t>
                      </a:r>
                      <a:r>
                        <a:rPr lang="en-US" altLang="ja-JP" sz="1200" b="0" i="0" u="none" strike="noStrike" dirty="0">
                          <a:solidFill>
                            <a:schemeClr val="tx1"/>
                          </a:solidFill>
                          <a:effectLst/>
                          <a:latin typeface="Arial" pitchFamily="34" charset="0"/>
                          <a:ea typeface="+mn-ea"/>
                          <a:cs typeface="Arial" pitchFamily="34" charset="0"/>
                        </a:rPr>
                        <a:t>speed</a:t>
                      </a:r>
                    </a:p>
                    <a:p>
                      <a:pPr algn="ctr" fontAlgn="ctr"/>
                      <a:r>
                        <a:rPr lang="en-US" altLang="ja-JP" sz="1200" b="0" i="0" u="none" strike="noStrike" dirty="0" err="1">
                          <a:solidFill>
                            <a:schemeClr val="tx1"/>
                          </a:solidFill>
                          <a:effectLst/>
                          <a:latin typeface="Arial" pitchFamily="34" charset="0"/>
                          <a:ea typeface="+mn-ea"/>
                          <a:cs typeface="Arial" pitchFamily="34" charset="0"/>
                        </a:rPr>
                        <a:t>Autonomaus</a:t>
                      </a:r>
                      <a:endParaRPr lang="en-US" altLang="ja-JP" sz="1200" b="0" i="0" u="none" strike="noStrike" dirty="0">
                        <a:solidFill>
                          <a:schemeClr val="tx1"/>
                        </a:solidFill>
                        <a:effectLst/>
                        <a:latin typeface="Arial" pitchFamily="34" charset="0"/>
                        <a:ea typeface="+mn-ea"/>
                        <a:cs typeface="Arial" pitchFamily="34" charset="0"/>
                      </a:endParaRPr>
                    </a:p>
                    <a:p>
                      <a:pPr algn="ctr" fontAlgn="ctr"/>
                      <a:r>
                        <a:rPr lang="en-US" altLang="ja-JP" sz="1200" b="0" i="0" u="none" strike="noStrike" dirty="0">
                          <a:solidFill>
                            <a:schemeClr val="tx1"/>
                          </a:solidFill>
                          <a:effectLst/>
                          <a:latin typeface="Arial" pitchFamily="34" charset="0"/>
                          <a:ea typeface="+mn-ea"/>
                          <a:cs typeface="Arial" pitchFamily="34" charset="0"/>
                        </a:rPr>
                        <a:t>Emergency </a:t>
                      </a:r>
                    </a:p>
                    <a:p>
                      <a:pPr algn="ctr" fontAlgn="ctr"/>
                      <a:r>
                        <a:rPr lang="en-US" altLang="ja-JP" sz="1200" b="0" i="0" u="none" strike="noStrike" dirty="0">
                          <a:solidFill>
                            <a:schemeClr val="tx1"/>
                          </a:solidFill>
                          <a:effectLst/>
                          <a:latin typeface="Arial" pitchFamily="34" charset="0"/>
                          <a:ea typeface="+mn-ea"/>
                          <a:cs typeface="Arial" pitchFamily="34" charset="0"/>
                        </a:rPr>
                        <a:t>Braking (</a:t>
                      </a:r>
                      <a:r>
                        <a:rPr lang="en-US" altLang="ja-JP" sz="1200" b="0" i="0" u="none" strike="noStrike" dirty="0" err="1">
                          <a:solidFill>
                            <a:schemeClr val="tx1"/>
                          </a:solidFill>
                          <a:effectLst/>
                          <a:latin typeface="Arial" pitchFamily="34" charset="0"/>
                          <a:ea typeface="+mn-ea"/>
                          <a:cs typeface="Arial" pitchFamily="34" charset="0"/>
                        </a:rPr>
                        <a:t>LsAEB</a:t>
                      </a:r>
                      <a:r>
                        <a:rPr lang="en-US" altLang="ja-JP" sz="1200" b="0" i="0" u="none" strike="noStrike" dirty="0">
                          <a:solidFill>
                            <a:schemeClr val="tx1"/>
                          </a:solidFill>
                          <a:effectLst/>
                          <a:latin typeface="Arial" pitchFamily="34" charset="0"/>
                          <a:ea typeface="+mn-ea"/>
                          <a:cs typeface="Arial" pitchFamily="34" charset="0"/>
                        </a:rPr>
                        <a:t>)</a:t>
                      </a:r>
                      <a:endParaRPr lang="ja-JP" altLang="en-US" sz="1200" b="0" i="0" u="none" strike="noStrike" dirty="0">
                        <a:solidFill>
                          <a:schemeClr val="tx1"/>
                        </a:solidFill>
                        <a:effectLst/>
                        <a:latin typeface="Arial" pitchFamily="34" charset="0"/>
                        <a:ea typeface="+mn-ea"/>
                        <a:cs typeface="Arial" pitchFamily="34" charset="0"/>
                      </a:endParaRPr>
                    </a:p>
                  </a:txBody>
                  <a:tcPr marL="35995" marR="35995" marT="0" marB="0" anchor="ctr">
                    <a:lnR w="6350" cap="flat" cmpd="sng" algn="ctr">
                      <a:solidFill>
                        <a:schemeClr val="tx1"/>
                      </a:solidFill>
                      <a:prstDash val="sysDot"/>
                      <a:round/>
                      <a:headEnd type="none" w="med" len="med"/>
                      <a:tailEnd type="none" w="med" len="med"/>
                    </a:lnR>
                  </a:tcPr>
                </a:tc>
                <a:tc>
                  <a:txBody>
                    <a:bodyPr/>
                    <a:lstStyle/>
                    <a:p>
                      <a:pPr algn="ctr" fontAlgn="ctr"/>
                      <a:r>
                        <a:rPr lang="en-US" altLang="ja-JP" sz="1200" b="0" i="0" u="none" strike="noStrike" dirty="0">
                          <a:solidFill>
                            <a:schemeClr val="tx1"/>
                          </a:solidFill>
                          <a:effectLst/>
                          <a:latin typeface="Arial" pitchFamily="34" charset="0"/>
                          <a:ea typeface="+mn-ea"/>
                          <a:cs typeface="Arial" pitchFamily="34" charset="0"/>
                        </a:rPr>
                        <a:t>Parking Sensor with Brake(</a:t>
                      </a:r>
                      <a:r>
                        <a:rPr lang="en-US" altLang="ja-JP" sz="1200" b="0" i="0" u="none" strike="noStrike" dirty="0" err="1">
                          <a:solidFill>
                            <a:schemeClr val="tx1"/>
                          </a:solidFill>
                          <a:effectLst/>
                          <a:latin typeface="Arial" pitchFamily="34" charset="0"/>
                          <a:ea typeface="+mn-ea"/>
                          <a:cs typeface="Arial" pitchFamily="34" charset="0"/>
                        </a:rPr>
                        <a:t>PKSwB</a:t>
                      </a:r>
                      <a:r>
                        <a:rPr lang="en-US" altLang="ja-JP" sz="1200" b="0" i="0" u="none" strike="noStrike" dirty="0">
                          <a:solidFill>
                            <a:schemeClr val="tx1"/>
                          </a:solidFill>
                          <a:effectLst/>
                          <a:latin typeface="Arial" pitchFamily="34" charset="0"/>
                          <a:ea typeface="+mn-ea"/>
                          <a:cs typeface="Arial" pitchFamily="34" charset="0"/>
                        </a:rPr>
                        <a:t>) </a:t>
                      </a:r>
                      <a:endParaRPr lang="ja-JP" altLang="en-US" sz="1200" b="0" i="0" u="none" strike="noStrike" dirty="0">
                        <a:solidFill>
                          <a:schemeClr val="tx1"/>
                        </a:solidFill>
                        <a:effectLst/>
                        <a:latin typeface="Arial" pitchFamily="34" charset="0"/>
                        <a:ea typeface="+mn-ea"/>
                        <a:cs typeface="Arial" pitchFamily="34" charset="0"/>
                      </a:endParaRPr>
                    </a:p>
                  </a:txBody>
                  <a:tcPr marL="35995" marR="35995" marT="0" marB="0" anchor="ctr">
                    <a:lnL w="6350" cap="flat" cmpd="sng" algn="ctr">
                      <a:solidFill>
                        <a:schemeClr val="tx1"/>
                      </a:solidFill>
                      <a:prstDash val="sysDot"/>
                      <a:round/>
                      <a:headEnd type="none" w="med" len="med"/>
                      <a:tailEnd type="none" w="med" len="med"/>
                    </a:lnL>
                    <a:lnB w="6350" cap="flat" cmpd="sng" algn="ctr">
                      <a:solidFill>
                        <a:schemeClr val="tx1"/>
                      </a:solidFill>
                      <a:prstDash val="sysDot"/>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ja-JP" altLang="en-US" sz="1200" b="0" i="0" u="none" strike="noStrike" dirty="0">
                          <a:solidFill>
                            <a:schemeClr val="tx1"/>
                          </a:solidFill>
                          <a:effectLst/>
                          <a:latin typeface="Arial" pitchFamily="34" charset="0"/>
                          <a:ea typeface="+mn-ea"/>
                          <a:cs typeface="Arial" pitchFamily="34" charset="0"/>
                        </a:rPr>
                        <a:t>✕</a:t>
                      </a:r>
                    </a:p>
                  </a:txBody>
                  <a:tcPr marL="35995" marR="35995" marT="0" marB="0" anchor="ctr">
                    <a:lnB w="6350"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029546426"/>
                  </a:ext>
                </a:extLst>
              </a:tr>
              <a:tr h="216000">
                <a:tc vMerge="1">
                  <a:txBody>
                    <a:bodyPr/>
                    <a:lstStyle/>
                    <a:p>
                      <a:endParaRPr kumimoji="1" lang="ja-JP" altLang="en-US"/>
                    </a:p>
                  </a:txBody>
                  <a:tcPr/>
                </a:tc>
                <a:tc vMerge="1">
                  <a:txBody>
                    <a:bodyPr/>
                    <a:lstStyle/>
                    <a:p>
                      <a:pPr algn="ctr" fontAlgn="ctr"/>
                      <a:endParaRPr lang="ja-JP" altLang="en-US" sz="1200" b="0" i="0" u="none" strike="noStrike" dirty="0">
                        <a:solidFill>
                          <a:schemeClr val="tx1"/>
                        </a:solidFill>
                        <a:effectLst/>
                        <a:latin typeface="Arial" pitchFamily="34" charset="0"/>
                        <a:ea typeface="+mn-ea"/>
                        <a:cs typeface="Arial" pitchFamily="34" charset="0"/>
                      </a:endParaRPr>
                    </a:p>
                  </a:txBody>
                  <a:tcPr marL="35995" marR="35995" marT="0" marB="0" anchor="ctr">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ja-JP" sz="1200" b="0" i="0" u="none" strike="noStrike" dirty="0">
                          <a:solidFill>
                            <a:schemeClr val="tx1"/>
                          </a:solidFill>
                          <a:effectLst/>
                          <a:latin typeface="Arial" pitchFamily="34" charset="0"/>
                          <a:ea typeface="+mn-ea"/>
                          <a:cs typeface="Arial" pitchFamily="34" charset="0"/>
                        </a:rPr>
                        <a:t>Collision Mitigation Throttle Control(CMTC)</a:t>
                      </a:r>
                      <a:endParaRPr lang="ja-JP" altLang="en-US" sz="1200" b="0" i="0" u="none" strike="noStrike" dirty="0">
                        <a:solidFill>
                          <a:schemeClr val="tx1"/>
                        </a:solidFill>
                        <a:effectLst/>
                        <a:latin typeface="Arial" pitchFamily="34" charset="0"/>
                        <a:ea typeface="+mn-ea"/>
                        <a:cs typeface="Arial" pitchFamily="34" charset="0"/>
                      </a:endParaRPr>
                    </a:p>
                  </a:txBody>
                  <a:tcPr marL="35995" marR="35995" marT="0" marB="0" anchor="ctr">
                    <a:lnL w="6350" cap="flat" cmpd="sng" algn="ctr">
                      <a:solidFill>
                        <a:schemeClr val="tx1"/>
                      </a:solidFill>
                      <a:prstDash val="sysDot"/>
                      <a:round/>
                      <a:headEnd type="none" w="med" len="med"/>
                      <a:tailEnd type="none" w="med" len="med"/>
                    </a:lnL>
                    <a:lnT w="6350" cap="flat" cmpd="sng" algn="ctr">
                      <a:solidFill>
                        <a:schemeClr val="tx1"/>
                      </a:solidFill>
                      <a:prstDash val="sysDot"/>
                      <a:round/>
                      <a:headEnd type="none" w="med" len="med"/>
                      <a:tailEnd type="none" w="med" len="med"/>
                    </a:lnT>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ja-JP" altLang="en-US" sz="1200" b="0" i="0" u="none" strike="noStrike" dirty="0">
                          <a:solidFill>
                            <a:schemeClr val="tx1"/>
                          </a:solidFill>
                          <a:effectLst/>
                          <a:latin typeface="Arial" pitchFamily="34" charset="0"/>
                          <a:ea typeface="+mn-ea"/>
                          <a:cs typeface="Arial" pitchFamily="34" charset="0"/>
                        </a:rPr>
                        <a:t>✕</a:t>
                      </a:r>
                    </a:p>
                  </a:txBody>
                  <a:tcPr marL="35995" marR="35995" marT="0" marB="0" anchor="ctr">
                    <a:lnT w="6350" cap="flat" cmpd="sng" algn="ctr">
                      <a:solidFill>
                        <a:schemeClr val="tx1"/>
                      </a:solidFill>
                      <a:prstDash val="sysDot"/>
                      <a:round/>
                      <a:headEnd type="none" w="med" len="med"/>
                      <a:tailEnd type="none" w="med" len="med"/>
                    </a:lnT>
                  </a:tcPr>
                </a:tc>
                <a:extLst>
                  <a:ext uri="{0D108BD9-81ED-4DB2-BD59-A6C34878D82A}">
                    <a16:rowId xmlns:a16="http://schemas.microsoft.com/office/drawing/2014/main" val="10010"/>
                  </a:ext>
                </a:extLst>
              </a:tr>
              <a:tr h="216000">
                <a:tc rowSpan="2">
                  <a:txBody>
                    <a:bodyPr/>
                    <a:lstStyle/>
                    <a:p>
                      <a:pPr algn="ctr" fontAlgn="ctr"/>
                      <a:r>
                        <a:rPr lang="en-US" altLang="ja-JP" sz="1200" u="none" strike="noStrike" dirty="0">
                          <a:effectLst/>
                          <a:latin typeface="Arial" pitchFamily="34" charset="0"/>
                          <a:cs typeface="Arial" pitchFamily="34" charset="0"/>
                        </a:rPr>
                        <a:t>Safety</a:t>
                      </a:r>
                    </a:p>
                    <a:p>
                      <a:pPr algn="ctr" fontAlgn="ctr"/>
                      <a:r>
                        <a:rPr lang="en-US" altLang="ja-JP" sz="1200" u="none" strike="noStrike" dirty="0">
                          <a:effectLst/>
                          <a:latin typeface="Arial" pitchFamily="34" charset="0"/>
                          <a:cs typeface="Arial" pitchFamily="34" charset="0"/>
                        </a:rPr>
                        <a:t>Departure</a:t>
                      </a:r>
                      <a:endParaRPr lang="ja-JP" altLang="en-US" sz="1200" b="0" i="0" u="none" strike="noStrike" dirty="0">
                        <a:solidFill>
                          <a:schemeClr val="tx1"/>
                        </a:solidFill>
                        <a:effectLst/>
                        <a:latin typeface="Arial" pitchFamily="34" charset="0"/>
                        <a:ea typeface="+mn-ea"/>
                        <a:cs typeface="Arial" pitchFamily="34" charset="0"/>
                      </a:endParaRPr>
                    </a:p>
                  </a:txBody>
                  <a:tcPr marL="35995" marR="35995" marT="0" marB="0" anchor="ctr"/>
                </a:tc>
                <a:tc gridSpan="2">
                  <a:txBody>
                    <a:bodyPr/>
                    <a:lstStyle/>
                    <a:p>
                      <a:pPr algn="ctr" fontAlgn="ctr"/>
                      <a:r>
                        <a:rPr lang="en-US" altLang="ja-JP" sz="1200" u="none" strike="noStrike" dirty="0">
                          <a:effectLst/>
                          <a:latin typeface="Arial" pitchFamily="34" charset="0"/>
                          <a:cs typeface="Arial" pitchFamily="34" charset="0"/>
                        </a:rPr>
                        <a:t>Road</a:t>
                      </a:r>
                      <a:r>
                        <a:rPr lang="en-US" altLang="ja-JP" sz="1200" u="none" strike="noStrike" baseline="0" dirty="0">
                          <a:effectLst/>
                          <a:latin typeface="Arial" pitchFamily="34" charset="0"/>
                          <a:cs typeface="Arial" pitchFamily="34" charset="0"/>
                        </a:rPr>
                        <a:t> Departure Mitigation</a:t>
                      </a:r>
                      <a:r>
                        <a:rPr lang="en-US" altLang="ja-JP" sz="1200" u="none" strike="noStrike" dirty="0">
                          <a:effectLst/>
                          <a:latin typeface="Arial" pitchFamily="34" charset="0"/>
                          <a:cs typeface="Arial" pitchFamily="34" charset="0"/>
                        </a:rPr>
                        <a:t>(</a:t>
                      </a:r>
                      <a:r>
                        <a:rPr lang="en-US" sz="1200" u="none" strike="noStrike" dirty="0">
                          <a:effectLst/>
                          <a:latin typeface="Arial" pitchFamily="34" charset="0"/>
                          <a:cs typeface="Arial" pitchFamily="34" charset="0"/>
                        </a:rPr>
                        <a:t>RDM)</a:t>
                      </a:r>
                      <a:endParaRPr lang="en-US" sz="1200" b="0" u="none" strike="noStrike" dirty="0">
                        <a:solidFill>
                          <a:schemeClr val="tx1"/>
                        </a:solidFill>
                        <a:effectLst/>
                        <a:latin typeface="Arial" pitchFamily="34" charset="0"/>
                        <a:ea typeface="+mn-ea"/>
                        <a:cs typeface="Arial" pitchFamily="34" charset="0"/>
                      </a:endParaRPr>
                    </a:p>
                  </a:txBody>
                  <a:tcPr marL="35995" marR="35995" marT="0" marB="0" anchor="ctr"/>
                </a:tc>
                <a:tc hMerge="1">
                  <a:txBody>
                    <a:bodyPr/>
                    <a:lstStyle/>
                    <a:p>
                      <a:pPr algn="ctr" fontAlgn="ctr"/>
                      <a:endParaRPr lang="en-US" sz="1200" b="0" u="none" strike="noStrike" dirty="0">
                        <a:solidFill>
                          <a:schemeClr val="tx1"/>
                        </a:solidFill>
                        <a:effectLst/>
                        <a:latin typeface="Arial" pitchFamily="34" charset="0"/>
                        <a:ea typeface="+mn-ea"/>
                        <a:cs typeface="Arial" pitchFamily="34" charset="0"/>
                      </a:endParaRPr>
                    </a:p>
                  </a:txBody>
                  <a:tcPr marL="35995" marR="35995" marT="0" marB="0" anchor="ctr">
                    <a:lnL w="12700" cap="flat" cmpd="sng" algn="ctr">
                      <a:solidFill>
                        <a:schemeClr val="tx1"/>
                      </a:solidFill>
                      <a:prstDash val="solid"/>
                      <a:round/>
                      <a:headEnd type="none" w="med" len="med"/>
                      <a:tailEnd type="none" w="med" len="med"/>
                    </a:ln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ja-JP" altLang="en-US" sz="1200" u="none" strike="noStrike" dirty="0">
                          <a:effectLst/>
                          <a:latin typeface="Arial" pitchFamily="34" charset="0"/>
                          <a:cs typeface="Arial" pitchFamily="34" charset="0"/>
                        </a:rPr>
                        <a:t>○</a:t>
                      </a:r>
                      <a:endParaRPr lang="ja-JP" altLang="en-US" sz="1200" b="0" i="0" u="none" strike="noStrike" dirty="0">
                        <a:solidFill>
                          <a:schemeClr val="tx1"/>
                        </a:solidFill>
                        <a:effectLst/>
                        <a:latin typeface="Arial" pitchFamily="34" charset="0"/>
                        <a:ea typeface="+mn-ea"/>
                        <a:cs typeface="Arial" pitchFamily="34" charset="0"/>
                      </a:endParaRPr>
                    </a:p>
                  </a:txBody>
                  <a:tcPr marL="35995" marR="35995" marT="0" marB="0" anchor="ctr"/>
                </a:tc>
                <a:extLst>
                  <a:ext uri="{0D108BD9-81ED-4DB2-BD59-A6C34878D82A}">
                    <a16:rowId xmlns:a16="http://schemas.microsoft.com/office/drawing/2014/main" val="10011"/>
                  </a:ext>
                </a:extLst>
              </a:tr>
              <a:tr h="216000">
                <a:tc vMerge="1">
                  <a:txBody>
                    <a:bodyPr/>
                    <a:lstStyle/>
                    <a:p>
                      <a:endParaRPr kumimoji="1" lang="ja-JP" altLang="en-US"/>
                    </a:p>
                  </a:txBody>
                  <a:tcPr/>
                </a:tc>
                <a:tc gridSpan="2">
                  <a:txBody>
                    <a:bodyPr/>
                    <a:lstStyle/>
                    <a:p>
                      <a:pPr algn="ctr" fontAlgn="ctr"/>
                      <a:r>
                        <a:rPr lang="en-US" altLang="ja-JP" sz="1200" u="none" strike="noStrike" dirty="0">
                          <a:effectLst/>
                          <a:latin typeface="Arial" pitchFamily="34" charset="0"/>
                          <a:cs typeface="Arial" pitchFamily="34" charset="0"/>
                        </a:rPr>
                        <a:t>Lane</a:t>
                      </a:r>
                      <a:r>
                        <a:rPr lang="en-US" altLang="ja-JP" sz="1200" u="none" strike="noStrike" baseline="0" dirty="0">
                          <a:effectLst/>
                          <a:latin typeface="Arial" pitchFamily="34" charset="0"/>
                          <a:cs typeface="Arial" pitchFamily="34" charset="0"/>
                        </a:rPr>
                        <a:t> Departure Warning</a:t>
                      </a:r>
                      <a:r>
                        <a:rPr lang="en-US" altLang="ja-JP" sz="1200" u="none" strike="noStrike" dirty="0">
                          <a:effectLst/>
                          <a:latin typeface="Arial" pitchFamily="34" charset="0"/>
                          <a:cs typeface="Arial" pitchFamily="34" charset="0"/>
                        </a:rPr>
                        <a:t>(</a:t>
                      </a:r>
                      <a:r>
                        <a:rPr lang="en-US" sz="1200" u="none" strike="noStrike" dirty="0">
                          <a:effectLst/>
                          <a:latin typeface="Arial" pitchFamily="34" charset="0"/>
                          <a:cs typeface="Arial" pitchFamily="34" charset="0"/>
                        </a:rPr>
                        <a:t>LDW)</a:t>
                      </a:r>
                      <a:endParaRPr lang="en-US" sz="1200" b="0" u="none" strike="noStrike" dirty="0">
                        <a:solidFill>
                          <a:schemeClr val="tx1"/>
                        </a:solidFill>
                        <a:effectLst/>
                        <a:latin typeface="Arial" pitchFamily="34" charset="0"/>
                        <a:ea typeface="+mn-ea"/>
                        <a:cs typeface="Arial" pitchFamily="34" charset="0"/>
                      </a:endParaRPr>
                    </a:p>
                  </a:txBody>
                  <a:tcPr marL="35995" marR="35995" marT="0" marB="0" anchor="ctr"/>
                </a:tc>
                <a:tc hMerge="1">
                  <a:txBody>
                    <a:bodyPr/>
                    <a:lstStyle/>
                    <a:p>
                      <a:endParaRPr kumimoji="1" lang="ja-JP" altLang="en-US"/>
                    </a:p>
                  </a:txBody>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ja-JP" altLang="en-US" sz="1200" u="none" strike="noStrike" dirty="0">
                          <a:effectLst/>
                          <a:latin typeface="Arial" pitchFamily="34" charset="0"/>
                          <a:cs typeface="Arial" pitchFamily="34" charset="0"/>
                        </a:rPr>
                        <a:t>○</a:t>
                      </a:r>
                      <a:endParaRPr lang="ja-JP" altLang="en-US" sz="1200" b="0" i="0" u="none" strike="noStrike" dirty="0">
                        <a:solidFill>
                          <a:schemeClr val="tx1"/>
                        </a:solidFill>
                        <a:effectLst/>
                        <a:latin typeface="Arial" pitchFamily="34" charset="0"/>
                        <a:ea typeface="+mn-ea"/>
                        <a:cs typeface="Arial" pitchFamily="34" charset="0"/>
                      </a:endParaRPr>
                    </a:p>
                  </a:txBody>
                  <a:tcPr marL="35995" marR="35995" marT="0" marB="0" anchor="ctr"/>
                </a:tc>
                <a:extLst>
                  <a:ext uri="{0D108BD9-81ED-4DB2-BD59-A6C34878D82A}">
                    <a16:rowId xmlns:a16="http://schemas.microsoft.com/office/drawing/2014/main" val="10012"/>
                  </a:ext>
                </a:extLst>
              </a:tr>
              <a:tr h="216000">
                <a:tc>
                  <a:txBody>
                    <a:bodyPr/>
                    <a:lstStyle/>
                    <a:p>
                      <a:pPr algn="ctr" fontAlgn="ctr"/>
                      <a:r>
                        <a:rPr lang="en-US" altLang="ja-JP" sz="1200" u="none" strike="noStrike" dirty="0">
                          <a:effectLst/>
                          <a:latin typeface="Arial" pitchFamily="34" charset="0"/>
                          <a:cs typeface="Arial" pitchFamily="34" charset="0"/>
                        </a:rPr>
                        <a:t>Safety</a:t>
                      </a:r>
                    </a:p>
                    <a:p>
                      <a:pPr algn="ctr" fontAlgn="ctr"/>
                      <a:r>
                        <a:rPr lang="en-US" altLang="ja-JP" sz="1200" u="none" strike="noStrike" dirty="0">
                          <a:effectLst/>
                          <a:latin typeface="Arial" pitchFamily="34" charset="0"/>
                          <a:cs typeface="Arial" pitchFamily="34" charset="0"/>
                        </a:rPr>
                        <a:t>Speed</a:t>
                      </a:r>
                      <a:r>
                        <a:rPr lang="en-US" altLang="ja-JP" sz="1200" u="none" strike="noStrike" baseline="0" dirty="0">
                          <a:effectLst/>
                          <a:latin typeface="Arial" pitchFamily="34" charset="0"/>
                          <a:cs typeface="Arial" pitchFamily="34" charset="0"/>
                        </a:rPr>
                        <a:t> Limit</a:t>
                      </a:r>
                      <a:endParaRPr lang="ja-JP" altLang="en-US" sz="1200" b="0" i="0" u="none" strike="noStrike" dirty="0">
                        <a:solidFill>
                          <a:schemeClr val="tx1"/>
                        </a:solidFill>
                        <a:effectLst/>
                        <a:latin typeface="Arial" pitchFamily="34" charset="0"/>
                        <a:ea typeface="+mn-ea"/>
                        <a:cs typeface="Arial" pitchFamily="34" charset="0"/>
                      </a:endParaRPr>
                    </a:p>
                  </a:txBody>
                  <a:tcPr marL="35995" marR="35995" marT="0" marB="0" anchor="ctr"/>
                </a:tc>
                <a:tc gridSpan="2">
                  <a:txBody>
                    <a:bodyPr/>
                    <a:lstStyle/>
                    <a:p>
                      <a:pPr algn="ctr" fontAlgn="ctr"/>
                      <a:r>
                        <a:rPr lang="en-US" altLang="ja-JP" sz="1200" u="none" strike="noStrike" dirty="0">
                          <a:effectLst/>
                          <a:latin typeface="Arial" pitchFamily="34" charset="0"/>
                          <a:cs typeface="Arial" pitchFamily="34" charset="0"/>
                        </a:rPr>
                        <a:t>Speed</a:t>
                      </a:r>
                      <a:r>
                        <a:rPr lang="en-US" altLang="ja-JP" sz="1200" u="none" strike="noStrike" baseline="0" dirty="0">
                          <a:effectLst/>
                          <a:latin typeface="Arial" pitchFamily="34" charset="0"/>
                          <a:cs typeface="Arial" pitchFamily="34" charset="0"/>
                        </a:rPr>
                        <a:t> Limiter with TSR</a:t>
                      </a:r>
                      <a:r>
                        <a:rPr lang="en-US" altLang="ja-JP" sz="1200" u="none" strike="noStrike" dirty="0">
                          <a:effectLst/>
                          <a:latin typeface="Arial" pitchFamily="34" charset="0"/>
                          <a:cs typeface="Arial" pitchFamily="34" charset="0"/>
                        </a:rPr>
                        <a:t>(ISA)</a:t>
                      </a:r>
                      <a:endParaRPr lang="en-US" altLang="ja-JP" sz="1200" b="1" i="0" u="none" strike="noStrike" dirty="0">
                        <a:solidFill>
                          <a:schemeClr val="accent6"/>
                        </a:solidFill>
                        <a:effectLst/>
                        <a:latin typeface="Arial" pitchFamily="34" charset="0"/>
                        <a:ea typeface="+mn-ea"/>
                        <a:cs typeface="Arial" pitchFamily="34" charset="0"/>
                      </a:endParaRPr>
                    </a:p>
                  </a:txBody>
                  <a:tcPr marL="35995" marR="35995" marT="0" marB="0" anchor="ctr">
                    <a:solidFill>
                      <a:srgbClr val="CC99FF"/>
                    </a:solidFill>
                  </a:tcPr>
                </a:tc>
                <a:tc hMerge="1">
                  <a:txBody>
                    <a:bodyPr/>
                    <a:lstStyle/>
                    <a:p>
                      <a:endParaRPr kumimoji="1" lang="ja-JP" altLang="en-US"/>
                    </a:p>
                  </a:txBody>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ja-JP" altLang="en-US" sz="1200" b="0" i="0" u="none" strike="noStrike" dirty="0">
                          <a:solidFill>
                            <a:schemeClr val="tx1"/>
                          </a:solidFill>
                          <a:effectLst/>
                          <a:latin typeface="Arial" pitchFamily="34" charset="0"/>
                          <a:ea typeface="+mn-ea"/>
                          <a:cs typeface="Arial" pitchFamily="34" charset="0"/>
                        </a:rPr>
                        <a:t>✕</a:t>
                      </a:r>
                      <a:endParaRPr lang="ja-JP" altLang="en-US" sz="1200" b="1" i="0" u="none" strike="noStrike" dirty="0">
                        <a:solidFill>
                          <a:schemeClr val="accent6"/>
                        </a:solidFill>
                        <a:effectLst/>
                        <a:latin typeface="Arial" pitchFamily="34" charset="0"/>
                        <a:ea typeface="+mn-ea"/>
                        <a:cs typeface="Arial" pitchFamily="34" charset="0"/>
                      </a:endParaRPr>
                    </a:p>
                  </a:txBody>
                  <a:tcPr marL="35995" marR="35995" marT="0" marB="0" anchor="ctr">
                    <a:solidFill>
                      <a:srgbClr val="CC99FF"/>
                    </a:solidFill>
                  </a:tcPr>
                </a:tc>
                <a:extLst>
                  <a:ext uri="{0D108BD9-81ED-4DB2-BD59-A6C34878D82A}">
                    <a16:rowId xmlns:a16="http://schemas.microsoft.com/office/drawing/2014/main" val="10013"/>
                  </a:ext>
                </a:extLst>
              </a:tr>
              <a:tr h="216000">
                <a:tc rowSpan="2">
                  <a:txBody>
                    <a:bodyPr/>
                    <a:lstStyle/>
                    <a:p>
                      <a:pPr algn="ctr" fontAlgn="ctr"/>
                      <a:r>
                        <a:rPr lang="en-US" altLang="ja-JP" sz="1200" u="none" strike="noStrike" dirty="0">
                          <a:effectLst/>
                          <a:latin typeface="Arial" pitchFamily="34" charset="0"/>
                          <a:cs typeface="Arial" pitchFamily="34" charset="0"/>
                        </a:rPr>
                        <a:t>Information</a:t>
                      </a:r>
                      <a:endParaRPr lang="ja-JP" altLang="en-US" sz="1200" b="0" i="0" u="none" strike="noStrike" dirty="0">
                        <a:solidFill>
                          <a:schemeClr val="tx1"/>
                        </a:solidFill>
                        <a:effectLst/>
                        <a:latin typeface="Arial" pitchFamily="34" charset="0"/>
                        <a:ea typeface="+mn-ea"/>
                        <a:cs typeface="Arial" pitchFamily="34" charset="0"/>
                      </a:endParaRPr>
                    </a:p>
                  </a:txBody>
                  <a:tcPr marL="35995" marR="35995" marT="0" marB="0" anchor="ctr"/>
                </a:tc>
                <a:tc gridSpan="2">
                  <a:txBody>
                    <a:bodyPr/>
                    <a:lstStyle/>
                    <a:p>
                      <a:pPr algn="ctr" fontAlgn="ctr"/>
                      <a:r>
                        <a:rPr lang="en-US" altLang="ja-JP" sz="1200" u="none" strike="noStrike" dirty="0">
                          <a:effectLst/>
                          <a:latin typeface="Arial" pitchFamily="34" charset="0"/>
                          <a:cs typeface="Arial" pitchFamily="34" charset="0"/>
                        </a:rPr>
                        <a:t>Traffic Sign</a:t>
                      </a:r>
                      <a:r>
                        <a:rPr lang="en-US" altLang="ja-JP" sz="1200" u="none" strike="noStrike" baseline="0" dirty="0">
                          <a:effectLst/>
                          <a:latin typeface="Arial" pitchFamily="34" charset="0"/>
                          <a:cs typeface="Arial" pitchFamily="34" charset="0"/>
                        </a:rPr>
                        <a:t> Recognition</a:t>
                      </a:r>
                      <a:endParaRPr lang="en-US" sz="1200" b="0" i="0" u="none" strike="noStrike" dirty="0">
                        <a:solidFill>
                          <a:schemeClr val="tx1"/>
                        </a:solidFill>
                        <a:effectLst/>
                        <a:latin typeface="Arial" pitchFamily="34" charset="0"/>
                        <a:ea typeface="+mn-ea"/>
                        <a:cs typeface="Arial" pitchFamily="34" charset="0"/>
                      </a:endParaRPr>
                    </a:p>
                  </a:txBody>
                  <a:tcPr marL="35995" marR="35995" marT="0" marB="0" anchor="ctr"/>
                </a:tc>
                <a:tc hMerge="1">
                  <a:txBody>
                    <a:bodyPr/>
                    <a:lstStyle/>
                    <a:p>
                      <a:endParaRPr kumimoji="1" lang="ja-JP" altLang="en-US"/>
                    </a:p>
                  </a:txBody>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ja-JP" altLang="en-US" sz="1200" b="0" i="0" u="none" strike="noStrike" dirty="0">
                          <a:solidFill>
                            <a:schemeClr val="tx1"/>
                          </a:solidFill>
                          <a:effectLst/>
                          <a:latin typeface="Arial" pitchFamily="34" charset="0"/>
                          <a:ea typeface="+mn-ea"/>
                          <a:cs typeface="Arial" pitchFamily="34" charset="0"/>
                        </a:rPr>
                        <a:t>✕</a:t>
                      </a:r>
                    </a:p>
                  </a:txBody>
                  <a:tcPr marL="35995" marR="35995" marT="0" marB="0" anchor="ctr"/>
                </a:tc>
                <a:extLst>
                  <a:ext uri="{0D108BD9-81ED-4DB2-BD59-A6C34878D82A}">
                    <a16:rowId xmlns:a16="http://schemas.microsoft.com/office/drawing/2014/main" val="10014"/>
                  </a:ext>
                </a:extLst>
              </a:tr>
              <a:tr h="216000">
                <a:tc vMerge="1">
                  <a:txBody>
                    <a:bodyPr/>
                    <a:lstStyle/>
                    <a:p>
                      <a:pPr algn="ctr" fontAlgn="ctr"/>
                      <a:endParaRPr lang="ja-JP" altLang="en-US" sz="1000" b="0" i="0" u="none" strike="noStrike" dirty="0">
                        <a:solidFill>
                          <a:schemeClr val="tx1"/>
                        </a:solidFill>
                        <a:effectLst/>
                        <a:latin typeface="HGPｺﾞｼｯｸE" pitchFamily="50" charset="-128"/>
                        <a:ea typeface="HGPｺﾞｼｯｸE" pitchFamily="50" charset="-128"/>
                      </a:endParaRPr>
                    </a:p>
                  </a:txBody>
                  <a:tcPr marL="36000" marR="36000" marT="0" marB="0" anchor="ctr">
                    <a:lnL w="28575" cap="flat" cmpd="sng" algn="ctr">
                      <a:solidFill>
                        <a:schemeClr val="tx1"/>
                      </a:solidFill>
                      <a:prstDash val="solid"/>
                      <a:round/>
                      <a:headEnd type="none" w="med" len="med"/>
                      <a:tailEnd type="none" w="med" len="med"/>
                    </a:lnL>
                    <a:solidFill>
                      <a:schemeClr val="bg1"/>
                    </a:solidFill>
                  </a:tcPr>
                </a:tc>
                <a:tc gridSpan="2">
                  <a:txBody>
                    <a:bodyPr/>
                    <a:lstStyle/>
                    <a:p>
                      <a:pPr algn="ctr" fontAlgn="ctr"/>
                      <a:r>
                        <a:rPr lang="en-US" sz="1200" u="none" strike="noStrike" dirty="0">
                          <a:effectLst/>
                          <a:latin typeface="Arial" pitchFamily="34" charset="0"/>
                          <a:cs typeface="Arial" pitchFamily="34" charset="0"/>
                        </a:rPr>
                        <a:t>Starting</a:t>
                      </a:r>
                      <a:r>
                        <a:rPr lang="en-US" sz="1200" u="none" strike="noStrike" baseline="0" dirty="0">
                          <a:effectLst/>
                          <a:latin typeface="Arial" pitchFamily="34" charset="0"/>
                          <a:cs typeface="Arial" pitchFamily="34" charset="0"/>
                        </a:rPr>
                        <a:t> Information</a:t>
                      </a:r>
                      <a:endParaRPr lang="en-US" sz="1200" b="0" i="0" u="none" strike="noStrike" dirty="0">
                        <a:solidFill>
                          <a:schemeClr val="tx1"/>
                        </a:solidFill>
                        <a:effectLst/>
                        <a:latin typeface="Arial" pitchFamily="34" charset="0"/>
                        <a:ea typeface="+mn-ea"/>
                        <a:cs typeface="Arial" pitchFamily="34" charset="0"/>
                      </a:endParaRPr>
                    </a:p>
                  </a:txBody>
                  <a:tcPr marL="35995" marR="35995" marT="0" marB="0" anchor="ctr"/>
                </a:tc>
                <a:tc hMerge="1">
                  <a:txBody>
                    <a:bodyPr/>
                    <a:lstStyle/>
                    <a:p>
                      <a:endParaRPr kumimoji="1" lang="ja-JP" altLang="en-US"/>
                    </a:p>
                  </a:txBody>
                  <a:tcPr/>
                </a:tc>
                <a:tc>
                  <a:txBody>
                    <a:bodyPr/>
                    <a:lstStyle/>
                    <a:p>
                      <a:pPr algn="ctr" fontAlgn="ctr"/>
                      <a:r>
                        <a:rPr lang="ja-JP" altLang="en-US" sz="1200" b="0" i="0" u="none" strike="noStrike" dirty="0">
                          <a:solidFill>
                            <a:schemeClr val="tx1"/>
                          </a:solidFill>
                          <a:effectLst/>
                          <a:latin typeface="Arial" pitchFamily="34" charset="0"/>
                          <a:ea typeface="+mn-ea"/>
                          <a:cs typeface="Arial" pitchFamily="34" charset="0"/>
                        </a:rPr>
                        <a:t>✕</a:t>
                      </a:r>
                      <a:endParaRPr lang="en-US" altLang="ja-JP" sz="1200" b="0" i="0" u="none" strike="noStrike" dirty="0">
                        <a:solidFill>
                          <a:schemeClr val="tx1"/>
                        </a:solidFill>
                        <a:effectLst/>
                        <a:latin typeface="Arial" pitchFamily="34" charset="0"/>
                        <a:ea typeface="+mn-ea"/>
                        <a:cs typeface="Arial" pitchFamily="34" charset="0"/>
                      </a:endParaRPr>
                    </a:p>
                  </a:txBody>
                  <a:tcPr marL="35995" marR="35995" marT="0" marB="0" anchor="ctr"/>
                </a:tc>
                <a:extLst>
                  <a:ext uri="{0D108BD9-81ED-4DB2-BD59-A6C34878D82A}">
                    <a16:rowId xmlns:a16="http://schemas.microsoft.com/office/drawing/2014/main" val="10016"/>
                  </a:ext>
                </a:extLst>
              </a:tr>
              <a:tr h="216000">
                <a:tc>
                  <a:txBody>
                    <a:bodyPr/>
                    <a:lstStyle/>
                    <a:p>
                      <a:pPr algn="ctr" fontAlgn="ctr"/>
                      <a:r>
                        <a:rPr lang="en-US" altLang="ja-JP" sz="1200" u="none" strike="noStrike" baseline="0" dirty="0">
                          <a:effectLst/>
                          <a:latin typeface="Arial" pitchFamily="34" charset="0"/>
                          <a:cs typeface="Arial" pitchFamily="34" charset="0"/>
                        </a:rPr>
                        <a:t>Additional</a:t>
                      </a:r>
                      <a:endParaRPr lang="ja-JP" altLang="en-US" sz="1200" b="0" i="0" u="none" strike="noStrike" dirty="0">
                        <a:solidFill>
                          <a:schemeClr val="tx1"/>
                        </a:solidFill>
                        <a:effectLst/>
                        <a:latin typeface="Arial" pitchFamily="34" charset="0"/>
                        <a:ea typeface="+mn-ea"/>
                        <a:cs typeface="Arial" pitchFamily="34" charset="0"/>
                      </a:endParaRPr>
                    </a:p>
                  </a:txBody>
                  <a:tcPr marL="35995" marR="35995" marT="0" marB="0" anchor="ctr"/>
                </a:tc>
                <a:tc gridSpan="2">
                  <a:txBody>
                    <a:bodyPr/>
                    <a:lstStyle/>
                    <a:p>
                      <a:pPr algn="ctr" fontAlgn="ctr"/>
                      <a:r>
                        <a:rPr lang="en-US" altLang="ja-JP" sz="1200" u="none" strike="noStrike" dirty="0">
                          <a:effectLst/>
                          <a:latin typeface="Arial" pitchFamily="34" charset="0"/>
                          <a:cs typeface="Arial" pitchFamily="34" charset="0"/>
                        </a:rPr>
                        <a:t>High/Low</a:t>
                      </a:r>
                      <a:r>
                        <a:rPr lang="en-US" altLang="ja-JP" sz="1200" u="none" strike="noStrike" baseline="0" dirty="0">
                          <a:effectLst/>
                          <a:latin typeface="Arial" pitchFamily="34" charset="0"/>
                          <a:cs typeface="Arial" pitchFamily="34" charset="0"/>
                        </a:rPr>
                        <a:t> beam support</a:t>
                      </a:r>
                      <a:endParaRPr lang="en-US" altLang="ja-JP" sz="1200" b="0" u="none" strike="noStrike" dirty="0">
                        <a:solidFill>
                          <a:schemeClr val="tx1"/>
                        </a:solidFill>
                        <a:effectLst/>
                        <a:latin typeface="Arial" pitchFamily="34" charset="0"/>
                        <a:ea typeface="+mn-ea"/>
                        <a:cs typeface="Arial" pitchFamily="34" charset="0"/>
                      </a:endParaRPr>
                    </a:p>
                  </a:txBody>
                  <a:tcPr marL="35995" marR="35995" marT="0" marB="0" anchor="ctr"/>
                </a:tc>
                <a:tc hMerge="1">
                  <a:txBody>
                    <a:bodyPr/>
                    <a:lstStyle/>
                    <a:p>
                      <a:endParaRPr kumimoji="1" lang="ja-JP" altLang="en-US"/>
                    </a:p>
                  </a:txBody>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ja-JP" altLang="en-US" sz="1200" b="0" i="0" u="none" strike="noStrike" dirty="0">
                          <a:solidFill>
                            <a:schemeClr val="tx1"/>
                          </a:solidFill>
                          <a:effectLst/>
                          <a:latin typeface="Arial" pitchFamily="34" charset="0"/>
                          <a:ea typeface="+mn-ea"/>
                          <a:cs typeface="Arial" pitchFamily="34" charset="0"/>
                        </a:rPr>
                        <a:t>○</a:t>
                      </a:r>
                      <a:endParaRPr lang="ja-JP" altLang="en-US" sz="1200" b="1" i="0" u="none" strike="noStrike" dirty="0">
                        <a:solidFill>
                          <a:schemeClr val="accent6"/>
                        </a:solidFill>
                        <a:effectLst/>
                        <a:latin typeface="Arial" pitchFamily="34" charset="0"/>
                        <a:ea typeface="+mn-ea"/>
                        <a:cs typeface="Arial" pitchFamily="34" charset="0"/>
                      </a:endParaRPr>
                    </a:p>
                  </a:txBody>
                  <a:tcPr marL="35995" marR="35995" marT="0" marB="0" anchor="ctr"/>
                </a:tc>
                <a:extLst>
                  <a:ext uri="{0D108BD9-81ED-4DB2-BD59-A6C34878D82A}">
                    <a16:rowId xmlns:a16="http://schemas.microsoft.com/office/drawing/2014/main" val="10017"/>
                  </a:ext>
                </a:extLst>
              </a:tr>
            </a:tbl>
          </a:graphicData>
        </a:graphic>
      </p:graphicFrame>
    </p:spTree>
    <p:extLst>
      <p:ext uri="{BB962C8B-B14F-4D97-AF65-F5344CB8AC3E}">
        <p14:creationId xmlns:p14="http://schemas.microsoft.com/office/powerpoint/2010/main" val="299537182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ext Box 2"/>
          <p:cNvSpPr txBox="1">
            <a:spLocks noChangeArrowheads="1"/>
          </p:cNvSpPr>
          <p:nvPr/>
        </p:nvSpPr>
        <p:spPr bwMode="auto">
          <a:xfrm>
            <a:off x="5017111" y="571728"/>
            <a:ext cx="4126889" cy="61247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キックオフミーティングの目的</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委託開発適用範囲</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委託元と</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Bosch</a:t>
            </a:r>
            <a:endPar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基本コンセプト</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成果物</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委託業務役割責任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RASIC</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要約）</a:t>
            </a: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前提条件</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判断（評価判断、委託完了判断・対価の判断）およびタイミング</a:t>
            </a:r>
            <a:b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b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支払い基準</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開発費定義　　　　　　　　　　　　　　　　　　　　　　　　　　　　　　　　　　　　　　　　　　　　　　</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プロジェクトマネージメント</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概要・基本諸元説明</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適用法規概要</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Engine</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Management</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System</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概要</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構成部品（</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Bosch</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部品）</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仕様差</a:t>
            </a:r>
            <a:b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b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・プロジェクト情報</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関連部品</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Spec</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説明</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車載機能・装備説明</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信頼性保証要件</a:t>
            </a:r>
            <a:endParaRPr kumimoji="1" lang="en-US" altLang="ja-JP" sz="14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要求＆ＣＲ</a:t>
            </a:r>
            <a:endParaRPr kumimoji="1" lang="en-US" altLang="ja-JP" sz="14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成果物検証・品質検証</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シート</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エキスパート</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MTG</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について</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サポート業務</a:t>
            </a: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その他の開発ガイドライン</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開発日程</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開発体制表</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p:txBody>
      </p:sp>
      <p:sp>
        <p:nvSpPr>
          <p:cNvPr id="6" name="Text Box 2"/>
          <p:cNvSpPr txBox="1">
            <a:spLocks noChangeArrowheads="1"/>
          </p:cNvSpPr>
          <p:nvPr/>
        </p:nvSpPr>
        <p:spPr bwMode="auto">
          <a:xfrm>
            <a:off x="133262" y="44450"/>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20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Contents</a:t>
            </a:r>
            <a:r>
              <a:rPr kumimoji="1" lang="ja-JP" altLang="en-US" sz="20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　（目次）</a:t>
            </a:r>
            <a:endParaRPr kumimoji="1" lang="en-US" altLang="ja-JP" sz="1100" b="0" i="0" u="none" strike="noStrike" kern="1200" cap="none" spc="0" normalizeH="0" baseline="0" noProof="0">
              <a:ln>
                <a:noFill/>
              </a:ln>
              <a:solidFill>
                <a:srgbClr val="FFFFFF"/>
              </a:solidFill>
              <a:effectLst/>
              <a:uLnTx/>
              <a:uFillTx/>
              <a:latin typeface="HGPｺﾞｼｯｸE" pitchFamily="50" charset="-128"/>
              <a:ea typeface="HGPｺﾞｼｯｸE" pitchFamily="50" charset="-128"/>
              <a:cs typeface="Arial" pitchFamily="34" charset="0"/>
            </a:endParaRPr>
          </a:p>
        </p:txBody>
      </p:sp>
      <p:sp>
        <p:nvSpPr>
          <p:cNvPr id="7" name="Text Box 2"/>
          <p:cNvSpPr txBox="1">
            <a:spLocks noChangeArrowheads="1"/>
          </p:cNvSpPr>
          <p:nvPr/>
        </p:nvSpPr>
        <p:spPr bwMode="auto">
          <a:xfrm>
            <a:off x="106623" y="571728"/>
            <a:ext cx="4910488" cy="5909310"/>
          </a:xfrm>
          <a:prstGeom prst="rect">
            <a:avLst/>
          </a:prstGeom>
          <a:noFill/>
          <a:ln>
            <a:noFill/>
          </a:ln>
          <a:effec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Purpose of</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Kick-off Meeting</a:t>
            </a:r>
            <a:endPar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Scope of Development Work</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err="1">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Entrustor</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and </a:t>
            </a:r>
            <a:r>
              <a:rPr kumimoji="1" lang="en-US" altLang="ja-JP" sz="1400" b="0" i="0" u="none" strike="noStrike" kern="1200" cap="none" spc="0" normalizeH="0" baseline="0" noProof="0" dirty="0" err="1">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Entrustee</a:t>
            </a:r>
            <a:endPar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Basic Concept / Deliverables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Role</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&amp;</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Responsibility (Samples of RASIC)</a:t>
            </a:r>
            <a:endPar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Preconditions</a:t>
            </a:r>
          </a:p>
          <a:p>
            <a:pPr marL="450850" marR="0" lvl="0" indent="-45085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Judgments (on Evaluation, Completion of Development Work Entrusted by Honda and  Payment Amount) and Timings</a:t>
            </a:r>
            <a:b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b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Payment Criteria / Definition of Development Fee </a:t>
            </a:r>
          </a:p>
          <a:p>
            <a:pPr marL="450850" marR="0" lvl="0" indent="-45085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Project Management </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Engine Overview</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and</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Basic Specification </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Applicable Regulations Overview</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Engine</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Management</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System Overview</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 Components</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(Bosch components)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Engine Spec Comparison from Base Model</a:t>
            </a:r>
            <a:b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b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Project information / Non-Bosch</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Components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In-Vehicle</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Functions</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Relating</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ECU and Features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Reliability</a:t>
            </a:r>
            <a:r>
              <a:rPr kumimoji="1" lang="ja-JP" altLang="en-US" sz="14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Assurance</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EMS Requirement and CR </a:t>
            </a:r>
            <a:endParaRPr kumimoji="1" lang="ja-JP" altLang="en-US" sz="1400" b="1" i="0" u="none" strike="dbl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anose="020B0604020202020204" pitchFamily="34" charset="0"/>
              </a:rPr>
              <a:t>EMS Report Maturity and Quality Verification</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anose="020B0604020202020204" pitchFamily="34" charset="0"/>
              </a:rPr>
              <a:t>EMS Sheet</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anose="020B0604020202020204" pitchFamily="34" charset="0"/>
              </a:rPr>
              <a:t>Expert Meeting</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anose="020B0604020202020204" pitchFamily="34" charset="0"/>
              </a:rPr>
              <a:t>Necessary</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Support</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Miscellaneous Guidelines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Development Schedule</a:t>
            </a:r>
            <a:endPar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Development Organization Chart</a:t>
            </a:r>
          </a:p>
        </p:txBody>
      </p:sp>
    </p:spTree>
    <p:extLst>
      <p:ext uri="{BB962C8B-B14F-4D97-AF65-F5344CB8AC3E}">
        <p14:creationId xmlns:p14="http://schemas.microsoft.com/office/powerpoint/2010/main" val="251123195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Box 2"/>
          <p:cNvSpPr txBox="1">
            <a:spLocks noChangeArrowheads="1"/>
          </p:cNvSpPr>
          <p:nvPr/>
        </p:nvSpPr>
        <p:spPr bwMode="auto">
          <a:xfrm>
            <a:off x="250829" y="44451"/>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2000">
                <a:solidFill>
                  <a:srgbClr val="FFFFFF"/>
                </a:solidFill>
                <a:latin typeface="Meiryo UI" panose="020B0604030504040204" pitchFamily="50" charset="-128"/>
                <a:ea typeface="Meiryo UI" panose="020B0604030504040204" pitchFamily="50" charset="-128"/>
                <a:cs typeface="Arial" pitchFamily="34" charset="0"/>
              </a:rPr>
              <a:t>15. EMS Reliability</a:t>
            </a:r>
            <a:r>
              <a:rPr lang="ja-JP" altLang="en-US" sz="2000">
                <a:solidFill>
                  <a:srgbClr val="FFFFFF"/>
                </a:solidFill>
                <a:latin typeface="Meiryo UI" panose="020B0604030504040204" pitchFamily="50" charset="-128"/>
                <a:ea typeface="Meiryo UI" panose="020B0604030504040204" pitchFamily="50" charset="-128"/>
                <a:cs typeface="Arial" pitchFamily="34" charset="0"/>
              </a:rPr>
              <a:t> </a:t>
            </a:r>
            <a:r>
              <a:rPr lang="en-US" altLang="ja-JP" sz="2000">
                <a:solidFill>
                  <a:srgbClr val="FFFFFF"/>
                </a:solidFill>
                <a:latin typeface="Meiryo UI" panose="020B0604030504040204" pitchFamily="50" charset="-128"/>
                <a:ea typeface="Meiryo UI" panose="020B0604030504040204" pitchFamily="50" charset="-128"/>
                <a:cs typeface="Arial" pitchFamily="34" charset="0"/>
              </a:rPr>
              <a:t>Assurance</a:t>
            </a:r>
            <a:endParaRPr lang="en-US" altLang="ja-JP" sz="1100">
              <a:solidFill>
                <a:srgbClr val="FFFFFF"/>
              </a:solidFill>
              <a:latin typeface="HGPｺﾞｼｯｸE" pitchFamily="50" charset="-128"/>
              <a:ea typeface="HGPｺﾞｼｯｸE" pitchFamily="50" charset="-128"/>
              <a:cs typeface="Arial" pitchFamily="34" charset="0"/>
            </a:endParaRPr>
          </a:p>
        </p:txBody>
      </p:sp>
      <p:sp>
        <p:nvSpPr>
          <p:cNvPr id="10" name="Text Box 2"/>
          <p:cNvSpPr txBox="1">
            <a:spLocks noChangeArrowheads="1"/>
          </p:cNvSpPr>
          <p:nvPr/>
        </p:nvSpPr>
        <p:spPr bwMode="auto">
          <a:xfrm>
            <a:off x="107504" y="581499"/>
            <a:ext cx="8775239" cy="3453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360363" indent="-360363" algn="l" eaLnBrk="1" hangingPunct="1">
              <a:lnSpc>
                <a:spcPct val="120000"/>
              </a:lnSpc>
            </a:pPr>
            <a:r>
              <a:rPr lang="en-US" altLang="ja-JP" sz="1400" u="sng" dirty="0">
                <a:latin typeface="Meiryo UI" panose="020B0604030504040204" pitchFamily="50" charset="-128"/>
                <a:ea typeface="Meiryo UI" panose="020B0604030504040204" pitchFamily="50" charset="-128"/>
                <a:cs typeface="Arial" pitchFamily="34" charset="0"/>
              </a:rPr>
              <a:t>Basic stance for</a:t>
            </a:r>
            <a:r>
              <a:rPr lang="ja-JP" altLang="en-US" sz="1400" u="sng" dirty="0">
                <a:latin typeface="Meiryo UI" panose="020B0604030504040204" pitchFamily="50" charset="-128"/>
                <a:ea typeface="Meiryo UI" panose="020B0604030504040204" pitchFamily="50" charset="-128"/>
                <a:cs typeface="Arial" pitchFamily="34" charset="0"/>
              </a:rPr>
              <a:t> </a:t>
            </a:r>
            <a:r>
              <a:rPr lang="en-US" altLang="ja-JP" sz="1400" u="sng" dirty="0">
                <a:latin typeface="Meiryo UI" panose="020B0604030504040204" pitchFamily="50" charset="-128"/>
                <a:ea typeface="Meiryo UI" panose="020B0604030504040204" pitchFamily="50" charset="-128"/>
                <a:cs typeface="Arial" pitchFamily="34" charset="0"/>
              </a:rPr>
              <a:t>Bosch</a:t>
            </a:r>
            <a:r>
              <a:rPr lang="ja-JP" altLang="en-US" sz="1400" u="sng" dirty="0">
                <a:latin typeface="Meiryo UI" panose="020B0604030504040204" pitchFamily="50" charset="-128"/>
                <a:ea typeface="Meiryo UI" panose="020B0604030504040204" pitchFamily="50" charset="-128"/>
                <a:cs typeface="Arial" pitchFamily="34" charset="0"/>
              </a:rPr>
              <a:t> </a:t>
            </a:r>
            <a:r>
              <a:rPr lang="en-US" altLang="ja-JP" sz="1400" u="sng" dirty="0">
                <a:latin typeface="Meiryo UI" panose="020B0604030504040204" pitchFamily="50" charset="-128"/>
                <a:ea typeface="Meiryo UI" panose="020B0604030504040204" pitchFamily="50" charset="-128"/>
                <a:cs typeface="Arial" pitchFamily="34" charset="0"/>
              </a:rPr>
              <a:t>EMS reliability security as consigned development</a:t>
            </a:r>
            <a:br>
              <a:rPr lang="en-US" altLang="ja-JP" sz="1400" u="sng" dirty="0">
                <a:latin typeface="Meiryo UI" panose="020B0604030504040204" pitchFamily="50" charset="-128"/>
                <a:ea typeface="Meiryo UI" panose="020B0604030504040204" pitchFamily="50" charset="-128"/>
                <a:cs typeface="Arial" pitchFamily="34" charset="0"/>
              </a:rPr>
            </a:br>
            <a:r>
              <a:rPr lang="en-US" altLang="ja-JP" sz="1400" dirty="0">
                <a:latin typeface="Meiryo UI" panose="020B0604030504040204" pitchFamily="50" charset="-128"/>
                <a:ea typeface="Meiryo UI" panose="020B0604030504040204" pitchFamily="50" charset="-128"/>
                <a:cs typeface="Arial" pitchFamily="34" charset="0"/>
              </a:rPr>
              <a:t>Bosch</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shall guarantee reliability of</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Bosch</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EMS including</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Bosch</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parts specifications, control algorisms, and data calibration with meeting target performance and durability set by Honda in EMS sheets.</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Also, adaptability and marketability to market environments shall be assured by</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Bosch</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 After </a:t>
            </a:r>
            <a:r>
              <a:rPr lang="en-US" altLang="ja-JP" sz="1400" dirty="0" err="1">
                <a:latin typeface="Meiryo UI" panose="020B0604030504040204" pitchFamily="50" charset="-128"/>
                <a:ea typeface="Meiryo UI" panose="020B0604030504040204" pitchFamily="50" charset="-128"/>
                <a:cs typeface="Arial" pitchFamily="34" charset="0"/>
              </a:rPr>
              <a:t>SOP,Bosch</a:t>
            </a:r>
            <a:r>
              <a:rPr lang="en-US" altLang="ja-JP" sz="1400" dirty="0">
                <a:latin typeface="Meiryo UI" panose="020B0604030504040204" pitchFamily="50" charset="-128"/>
                <a:ea typeface="Meiryo UI" panose="020B0604030504040204" pitchFamily="50" charset="-128"/>
                <a:cs typeface="Arial" pitchFamily="34" charset="0"/>
              </a:rPr>
              <a:t> correspond to analysis the root cause and make the countermeasure quickly if the market problem occur. </a:t>
            </a:r>
          </a:p>
          <a:p>
            <a:pPr algn="l" eaLnBrk="1" hangingPunct="1">
              <a:lnSpc>
                <a:spcPct val="120000"/>
              </a:lnSpc>
            </a:pPr>
            <a:r>
              <a:rPr lang="en-US" altLang="ja-JP" sz="1400" u="sng" dirty="0">
                <a:latin typeface="Meiryo UI" panose="020B0604030504040204" pitchFamily="50" charset="-128"/>
                <a:ea typeface="Meiryo UI" panose="020B0604030504040204" pitchFamily="50" charset="-128"/>
                <a:cs typeface="Arial" pitchFamily="34" charset="0"/>
              </a:rPr>
              <a:t>Bosch</a:t>
            </a:r>
            <a:r>
              <a:rPr lang="ja-JP" altLang="en-US" sz="1400" u="sng" dirty="0">
                <a:latin typeface="Meiryo UI" panose="020B0604030504040204" pitchFamily="50" charset="-128"/>
                <a:ea typeface="Meiryo UI" panose="020B0604030504040204" pitchFamily="50" charset="-128"/>
                <a:cs typeface="Arial" pitchFamily="34" charset="0"/>
              </a:rPr>
              <a:t> </a:t>
            </a:r>
            <a:r>
              <a:rPr lang="en-US" altLang="ja-JP" sz="1400" u="sng" dirty="0">
                <a:latin typeface="Meiryo UI" panose="020B0604030504040204" pitchFamily="50" charset="-128"/>
                <a:ea typeface="Meiryo UI" panose="020B0604030504040204" pitchFamily="50" charset="-128"/>
                <a:cs typeface="Arial" pitchFamily="34" charset="0"/>
              </a:rPr>
              <a:t>parts</a:t>
            </a:r>
            <a:r>
              <a:rPr lang="ja-JP" altLang="en-US" sz="1400" u="sng" dirty="0">
                <a:latin typeface="Meiryo UI" panose="020B0604030504040204" pitchFamily="50" charset="-128"/>
                <a:ea typeface="Meiryo UI" panose="020B0604030504040204" pitchFamily="50" charset="-128"/>
                <a:cs typeface="Arial" pitchFamily="34" charset="0"/>
              </a:rPr>
              <a:t> </a:t>
            </a:r>
            <a:r>
              <a:rPr lang="en-US" altLang="ja-JP" sz="1400" u="sng" dirty="0">
                <a:latin typeface="Meiryo UI" panose="020B0604030504040204" pitchFamily="50" charset="-128"/>
                <a:ea typeface="Meiryo UI" panose="020B0604030504040204" pitchFamily="50" charset="-128"/>
                <a:cs typeface="Arial" pitchFamily="34" charset="0"/>
              </a:rPr>
              <a:t>reliability</a:t>
            </a:r>
            <a:r>
              <a:rPr lang="ja-JP" altLang="en-US" sz="1400" u="sng" dirty="0">
                <a:latin typeface="Meiryo UI" panose="020B0604030504040204" pitchFamily="50" charset="-128"/>
                <a:ea typeface="Meiryo UI" panose="020B0604030504040204" pitchFamily="50" charset="-128"/>
                <a:cs typeface="Arial" pitchFamily="34" charset="0"/>
              </a:rPr>
              <a:t> </a:t>
            </a:r>
            <a:r>
              <a:rPr lang="en-US" altLang="ja-JP" sz="1400" u="sng" dirty="0">
                <a:latin typeface="Meiryo UI" panose="020B0604030504040204" pitchFamily="50" charset="-128"/>
                <a:ea typeface="Meiryo UI" panose="020B0604030504040204" pitchFamily="50" charset="-128"/>
                <a:cs typeface="Arial" pitchFamily="34" charset="0"/>
              </a:rPr>
              <a:t>duration</a:t>
            </a:r>
            <a:endParaRPr lang="ja-JP" altLang="en-US" sz="1400" u="sng" dirty="0">
              <a:latin typeface="Meiryo UI" panose="020B0604030504040204" pitchFamily="50" charset="-128"/>
              <a:ea typeface="Meiryo UI" panose="020B0604030504040204" pitchFamily="50" charset="-128"/>
              <a:cs typeface="Arial" pitchFamily="34" charset="0"/>
            </a:endParaRPr>
          </a:p>
          <a:p>
            <a:pPr marL="360363" lvl="1" indent="14288" algn="l" eaLnBrk="1" hangingPunct="1">
              <a:lnSpc>
                <a:spcPct val="120000"/>
              </a:lnSpc>
            </a:pPr>
            <a:r>
              <a:rPr lang="en-US" altLang="ja-JP" sz="1400" dirty="0">
                <a:latin typeface="Meiryo UI" panose="020B0604030504040204" pitchFamily="50" charset="-128"/>
                <a:ea typeface="Meiryo UI" panose="020B0604030504040204" pitchFamily="50" charset="-128"/>
                <a:cs typeface="Arial" pitchFamily="34" charset="0"/>
              </a:rPr>
              <a:t>Bosch</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standard parts’ reliability duration shall be 240,000km/15yrs.</a:t>
            </a:r>
            <a:r>
              <a:rPr lang="ja-JP" altLang="en-US" sz="1400" dirty="0">
                <a:latin typeface="Meiryo UI" panose="020B0604030504040204" pitchFamily="50" charset="-128"/>
                <a:ea typeface="Meiryo UI" panose="020B0604030504040204" pitchFamily="50" charset="-128"/>
                <a:cs typeface="Arial" pitchFamily="34" charset="0"/>
              </a:rPr>
              <a:t>  </a:t>
            </a:r>
            <a:endParaRPr lang="en-US" altLang="ja-JP" sz="1400" dirty="0">
              <a:latin typeface="Meiryo UI" panose="020B0604030504040204" pitchFamily="50" charset="-128"/>
              <a:ea typeface="Meiryo UI" panose="020B0604030504040204" pitchFamily="50" charset="-128"/>
              <a:cs typeface="Arial" pitchFamily="34" charset="0"/>
            </a:endParaRPr>
          </a:p>
          <a:p>
            <a:pPr marL="360363" lvl="1" indent="14288" algn="l" eaLnBrk="1" hangingPunct="1">
              <a:lnSpc>
                <a:spcPct val="120000"/>
              </a:lnSpc>
            </a:pPr>
            <a:r>
              <a:rPr lang="en-US" altLang="ja-JP" sz="1400" dirty="0">
                <a:latin typeface="Meiryo UI" panose="020B0604030504040204" pitchFamily="50" charset="-128"/>
                <a:ea typeface="Meiryo UI" panose="020B0604030504040204" pitchFamily="50" charset="-128"/>
                <a:cs typeface="Arial" pitchFamily="34" charset="0"/>
              </a:rPr>
              <a:t>Design and test condition for the durability of respective parts shall be based on</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Bosch</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standards.</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Honda’s quality improvement measure requirements would be added as additional requirements.</a:t>
            </a:r>
          </a:p>
          <a:p>
            <a:pPr algn="l" eaLnBrk="1" hangingPunct="1">
              <a:lnSpc>
                <a:spcPct val="120000"/>
              </a:lnSpc>
            </a:pPr>
            <a:r>
              <a:rPr lang="en-US" altLang="ja-JP" sz="1400" u="sng" dirty="0">
                <a:latin typeface="Meiryo UI" panose="020B0604030504040204" pitchFamily="50" charset="-128"/>
                <a:ea typeface="Meiryo UI" panose="020B0604030504040204" pitchFamily="50" charset="-128"/>
                <a:cs typeface="Arial" pitchFamily="34" charset="0"/>
              </a:rPr>
              <a:t>Bosch components adaptability to the vehicle  </a:t>
            </a:r>
            <a:r>
              <a:rPr lang="en-US" altLang="ja-JP" sz="1400" u="sng" dirty="0">
                <a:latin typeface="Meiryo UI" panose="020B0604030504040204" pitchFamily="50" charset="-128"/>
                <a:ea typeface="Meiryo UI" panose="020B0604030504040204" pitchFamily="50" charset="-128"/>
                <a:cs typeface="Arial" pitchFamily="34" charset="0"/>
                <a:sym typeface="Wingdings" pitchFamily="2" charset="2"/>
              </a:rPr>
              <a:t> To be measured at</a:t>
            </a:r>
            <a:r>
              <a:rPr lang="ja-JP" altLang="en-US" sz="1400" u="sng" dirty="0">
                <a:latin typeface="Meiryo UI" panose="020B0604030504040204" pitchFamily="50" charset="-128"/>
                <a:ea typeface="Meiryo UI" panose="020B0604030504040204" pitchFamily="50" charset="-128"/>
                <a:cs typeface="Arial" pitchFamily="34" charset="0"/>
                <a:sym typeface="Wingdings" pitchFamily="2" charset="2"/>
              </a:rPr>
              <a:t> </a:t>
            </a:r>
            <a:r>
              <a:rPr lang="en-US" altLang="ja-JP" sz="1400" u="sng" dirty="0">
                <a:latin typeface="Meiryo UI" panose="020B0604030504040204" pitchFamily="50" charset="-128"/>
                <a:ea typeface="Meiryo UI" panose="020B0604030504040204" pitchFamily="50" charset="-128"/>
                <a:cs typeface="Arial" pitchFamily="34" charset="0"/>
              </a:rPr>
              <a:t>Bosch</a:t>
            </a:r>
            <a:r>
              <a:rPr lang="ja-JP" altLang="en-US" sz="1400" dirty="0">
                <a:latin typeface="Meiryo UI" panose="020B0604030504040204" pitchFamily="50" charset="-128"/>
                <a:ea typeface="Meiryo UI" panose="020B0604030504040204" pitchFamily="50" charset="-128"/>
                <a:cs typeface="Arial" pitchFamily="34" charset="0"/>
              </a:rPr>
              <a:t> </a:t>
            </a:r>
            <a:br>
              <a:rPr lang="en-US" altLang="ja-JP" sz="1400" dirty="0">
                <a:latin typeface="Meiryo UI" panose="020B0604030504040204" pitchFamily="50" charset="-128"/>
                <a:ea typeface="Meiryo UI" panose="020B0604030504040204" pitchFamily="50" charset="-128"/>
                <a:cs typeface="Arial" pitchFamily="34" charset="0"/>
              </a:rPr>
            </a:br>
            <a:r>
              <a:rPr lang="en-US" altLang="ja-JP" sz="1400" dirty="0">
                <a:latin typeface="Meiryo UI" panose="020B0604030504040204" pitchFamily="50" charset="-128"/>
                <a:ea typeface="Meiryo UI" panose="020B0604030504040204" pitchFamily="50" charset="-128"/>
                <a:cs typeface="Arial" pitchFamily="34" charset="0"/>
              </a:rPr>
              <a:t>See EMS sheet for details.</a:t>
            </a:r>
            <a:endParaRPr lang="ja-JP" altLang="en-US" sz="1400" dirty="0">
              <a:latin typeface="Meiryo UI" panose="020B0604030504040204" pitchFamily="50" charset="-128"/>
              <a:ea typeface="Meiryo UI" panose="020B0604030504040204" pitchFamily="50" charset="-128"/>
              <a:cs typeface="Arial" pitchFamily="34" charset="0"/>
            </a:endParaRPr>
          </a:p>
        </p:txBody>
      </p:sp>
      <p:sp>
        <p:nvSpPr>
          <p:cNvPr id="15" name="Text Box 2"/>
          <p:cNvSpPr txBox="1">
            <a:spLocks noChangeArrowheads="1"/>
          </p:cNvSpPr>
          <p:nvPr/>
        </p:nvSpPr>
        <p:spPr bwMode="auto">
          <a:xfrm>
            <a:off x="53752" y="4152521"/>
            <a:ext cx="9090248" cy="26345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360363" indent="-360363" algn="l" eaLnBrk="1" hangingPunct="1">
              <a:lnSpc>
                <a:spcPct val="120000"/>
              </a:lnSpc>
            </a:pPr>
            <a:r>
              <a:rPr kumimoji="1" lang="ja-JP" altLang="en-US" sz="1400" b="0" i="0" u="sng"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委託開発としての</a:t>
            </a:r>
            <a:r>
              <a:rPr lang="en-US" altLang="ja-JP" sz="1400" u="sng" dirty="0">
                <a:latin typeface="Meiryo UI" panose="020B0604030504040204" pitchFamily="50" charset="-128"/>
                <a:ea typeface="Meiryo UI" panose="020B0604030504040204" pitchFamily="50" charset="-128"/>
                <a:cs typeface="Arial" pitchFamily="34" charset="0"/>
              </a:rPr>
              <a:t>Bosch</a:t>
            </a:r>
            <a:r>
              <a:rPr kumimoji="1" lang="ja-JP" altLang="en-US" sz="1400" b="0" i="0" u="sng"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sng"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sng"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の信頼性保証について；</a:t>
            </a:r>
            <a:br>
              <a:rPr kumimoji="1" lang="en-US" altLang="ja-JP" sz="1400" b="0" i="0" u="sng"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br>
            <a:r>
              <a:rPr lang="en-US" altLang="ja-JP" sz="1400" dirty="0">
                <a:latin typeface="Meiryo UI" panose="020B0604030504040204" pitchFamily="50" charset="-128"/>
                <a:ea typeface="Meiryo UI" panose="020B0604030504040204" pitchFamily="50" charset="-128"/>
                <a:cs typeface="Arial" pitchFamily="34" charset="0"/>
              </a:rPr>
              <a:t>Bosch</a:t>
            </a:r>
            <a:r>
              <a:rPr lang="ja-JP" altLang="en-US" sz="1400" dirty="0">
                <a:latin typeface="Meiryo UI" panose="020B0604030504040204" pitchFamily="50" charset="-128"/>
                <a:ea typeface="Meiryo UI" panose="020B0604030504040204" pitchFamily="50" charset="-128"/>
                <a:cs typeface="Arial" pitchFamily="34" charset="0"/>
              </a:rPr>
              <a:t>は、</a:t>
            </a:r>
            <a:r>
              <a:rPr lang="en-US" altLang="ja-JP" sz="1400" dirty="0">
                <a:latin typeface="Meiryo UI" panose="020B0604030504040204" pitchFamily="50" charset="-128"/>
                <a:ea typeface="Meiryo UI" panose="020B0604030504040204" pitchFamily="50" charset="-128"/>
                <a:cs typeface="Arial" pitchFamily="34" charset="0"/>
              </a:rPr>
              <a:t>EMS</a:t>
            </a:r>
            <a:r>
              <a:rPr lang="ja-JP" altLang="en-US" sz="1400" dirty="0">
                <a:latin typeface="Meiryo UI" panose="020B0604030504040204" pitchFamily="50" charset="-128"/>
                <a:ea typeface="Meiryo UI" panose="020B0604030504040204" pitchFamily="50" charset="-128"/>
                <a:cs typeface="Arial" pitchFamily="34" charset="0"/>
              </a:rPr>
              <a:t>シートで</a:t>
            </a:r>
            <a:r>
              <a:rPr lang="en-US" altLang="ja-JP" sz="1400" dirty="0">
                <a:latin typeface="Meiryo UI" panose="020B0604030504040204" pitchFamily="50" charset="-128"/>
                <a:ea typeface="Meiryo UI" panose="020B0604030504040204" pitchFamily="50" charset="-128"/>
                <a:cs typeface="Arial" pitchFamily="34" charset="0"/>
              </a:rPr>
              <a:t>Honda</a:t>
            </a:r>
            <a:r>
              <a:rPr lang="ja-JP" altLang="en-US" sz="1400" dirty="0">
                <a:latin typeface="Meiryo UI" panose="020B0604030504040204" pitchFamily="50" charset="-128"/>
                <a:ea typeface="Meiryo UI" panose="020B0604030504040204" pitchFamily="50" charset="-128"/>
                <a:cs typeface="Arial" pitchFamily="34" charset="0"/>
              </a:rPr>
              <a:t>が定めた目標性能および耐久信頼性を満足した上で、部品仕様、制御アルゴリズム、データ設定を含む</a:t>
            </a:r>
            <a:r>
              <a:rPr lang="en-US" altLang="ja-JP" sz="1400" dirty="0">
                <a:latin typeface="Meiryo UI" panose="020B0604030504040204" pitchFamily="50" charset="-128"/>
                <a:ea typeface="Meiryo UI" panose="020B0604030504040204" pitchFamily="50" charset="-128"/>
                <a:cs typeface="Arial" pitchFamily="34" charset="0"/>
              </a:rPr>
              <a:t>EMS</a:t>
            </a:r>
            <a:r>
              <a:rPr lang="ja-JP" altLang="en-US" sz="1400" dirty="0">
                <a:latin typeface="Meiryo UI" panose="020B0604030504040204" pitchFamily="50" charset="-128"/>
                <a:ea typeface="Meiryo UI" panose="020B0604030504040204" pitchFamily="50" charset="-128"/>
                <a:cs typeface="Arial" pitchFamily="34" charset="0"/>
              </a:rPr>
              <a:t>の信頼性を保証すること。 市場環境への適合性や商品性についても保証すること。</a:t>
            </a:r>
            <a:endParaRPr lang="en-US" altLang="ja-JP" sz="1400" dirty="0">
              <a:latin typeface="Meiryo UI" panose="020B0604030504040204" pitchFamily="50" charset="-128"/>
              <a:ea typeface="Meiryo UI" panose="020B0604030504040204" pitchFamily="50" charset="-128"/>
              <a:cs typeface="Arial" pitchFamily="34" charset="0"/>
            </a:endParaRPr>
          </a:p>
          <a:p>
            <a:pPr marL="360363" indent="-360363" algn="l" eaLnBrk="1" hangingPunct="1">
              <a:lnSpc>
                <a:spcPct val="120000"/>
              </a:lnSpc>
            </a:pPr>
            <a:r>
              <a:rPr lang="en-US" altLang="ja-JP" sz="1400" dirty="0">
                <a:latin typeface="Meiryo UI" panose="020B0604030504040204" pitchFamily="50" charset="-128"/>
                <a:ea typeface="Meiryo UI" panose="020B0604030504040204" pitchFamily="50" charset="-128"/>
                <a:cs typeface="Arial" pitchFamily="34" charset="0"/>
              </a:rPr>
              <a:t>	SOP</a:t>
            </a:r>
            <a:r>
              <a:rPr lang="ja-JP" altLang="en-US" sz="1400" dirty="0">
                <a:latin typeface="Meiryo UI" panose="020B0604030504040204" pitchFamily="50" charset="-128"/>
                <a:ea typeface="Meiryo UI" panose="020B0604030504040204" pitchFamily="50" charset="-128"/>
                <a:cs typeface="Arial" pitchFamily="34" charset="0"/>
              </a:rPr>
              <a:t>後、市場不具合が発生した際は、</a:t>
            </a:r>
            <a:r>
              <a:rPr lang="en-US" altLang="ja-JP" sz="1400" dirty="0">
                <a:latin typeface="Meiryo UI" panose="020B0604030504040204" pitchFamily="50" charset="-128"/>
                <a:ea typeface="Meiryo UI" panose="020B0604030504040204" pitchFamily="50" charset="-128"/>
                <a:cs typeface="Arial" pitchFamily="34" charset="0"/>
              </a:rPr>
              <a:t>Bosch</a:t>
            </a:r>
            <a:r>
              <a:rPr lang="ja-JP" altLang="en-US" sz="1400" dirty="0">
                <a:latin typeface="Meiryo UI" panose="020B0604030504040204" pitchFamily="50" charset="-128"/>
                <a:ea typeface="Meiryo UI" panose="020B0604030504040204" pitchFamily="50" charset="-128"/>
                <a:cs typeface="Arial" pitchFamily="34" charset="0"/>
              </a:rPr>
              <a:t>は迅速に解析・対策へ向けた対応を行う事</a:t>
            </a:r>
            <a:endParaRPr lang="en-US" altLang="ja-JP" sz="1400" dirty="0">
              <a:latin typeface="Meiryo UI" panose="020B0604030504040204" pitchFamily="50" charset="-128"/>
              <a:ea typeface="Meiryo UI" panose="020B0604030504040204" pitchFamily="50" charset="-128"/>
              <a:cs typeface="Arial" pitchFamily="34" charset="0"/>
            </a:endParaRPr>
          </a:p>
          <a:p>
            <a:pPr marL="360363" indent="-360363" algn="l" eaLnBrk="1" hangingPunct="1">
              <a:lnSpc>
                <a:spcPct val="120000"/>
              </a:lnSpc>
              <a:defRPr/>
            </a:pPr>
            <a:r>
              <a:rPr lang="en-US" altLang="ja-JP" sz="1400" u="sng" dirty="0">
                <a:latin typeface="Meiryo UI" panose="020B0604030504040204" pitchFamily="50" charset="-128"/>
                <a:ea typeface="Meiryo UI" panose="020B0604030504040204" pitchFamily="50" charset="-128"/>
                <a:cs typeface="Arial" pitchFamily="34" charset="0"/>
              </a:rPr>
              <a:t>Bosch</a:t>
            </a:r>
            <a:r>
              <a:rPr kumimoji="1" lang="ja-JP" altLang="en-US" sz="1400" b="0" i="0" u="sng"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t>部品の信頼性寿命</a:t>
            </a:r>
            <a:br>
              <a:rPr kumimoji="1" lang="en-US" altLang="ja-JP" sz="1400" b="0" i="0" u="sng"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itchFamily="34" charset="0"/>
              </a:rPr>
            </a:br>
            <a:r>
              <a:rPr lang="en-US" altLang="ja-JP" sz="1400" dirty="0">
                <a:latin typeface="Meiryo UI" panose="020B0604030504040204" pitchFamily="50" charset="-128"/>
                <a:ea typeface="Meiryo UI" panose="020B0604030504040204" pitchFamily="50" charset="-128"/>
                <a:cs typeface="Arial" pitchFamily="34" charset="0"/>
              </a:rPr>
              <a:t>Bosch</a:t>
            </a:r>
            <a:r>
              <a:rPr kumimoji="1" lang="ja-JP" altLang="en-US"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部品の信頼性寿命期間は、</a:t>
            </a:r>
            <a:r>
              <a:rPr lang="en-US" altLang="ja-JP" sz="1400" noProof="0" dirty="0">
                <a:latin typeface="Meiryo UI" panose="020B0604030504040204" pitchFamily="50" charset="-128"/>
                <a:ea typeface="Meiryo UI" panose="020B0604030504040204" pitchFamily="50" charset="-128"/>
              </a:rPr>
              <a:t>15</a:t>
            </a:r>
            <a:r>
              <a:rPr lang="ja-JP" altLang="en-US" sz="1400" dirty="0">
                <a:latin typeface="Meiryo UI" panose="020B0604030504040204" pitchFamily="50" charset="-128"/>
                <a:ea typeface="Meiryo UI" panose="020B0604030504040204" pitchFamily="50" charset="-128"/>
              </a:rPr>
              <a:t>年</a:t>
            </a:r>
            <a:r>
              <a:rPr lang="en-US" altLang="ja-JP" sz="1400" dirty="0">
                <a:latin typeface="Meiryo UI" panose="020B0604030504040204" pitchFamily="50" charset="-128"/>
                <a:ea typeface="Meiryo UI" panose="020B0604030504040204" pitchFamily="50" charset="-128"/>
              </a:rPr>
              <a:t>24</a:t>
            </a:r>
            <a:r>
              <a:rPr lang="ja-JP" altLang="en-US" sz="1400" dirty="0">
                <a:latin typeface="Meiryo UI" panose="020B0604030504040204" pitchFamily="50" charset="-128"/>
                <a:ea typeface="Meiryo UI" panose="020B0604030504040204" pitchFamily="50" charset="-128"/>
              </a:rPr>
              <a:t>万</a:t>
            </a:r>
            <a:r>
              <a:rPr lang="en-US" altLang="ja-JP" sz="1400" dirty="0">
                <a:latin typeface="Meiryo UI" panose="020B0604030504040204" pitchFamily="50" charset="-128"/>
                <a:ea typeface="Meiryo UI" panose="020B0604030504040204" pitchFamily="50" charset="-128"/>
              </a:rPr>
              <a:t>km</a:t>
            </a:r>
            <a:r>
              <a:rPr lang="ja-JP" altLang="en-US" sz="1400" dirty="0">
                <a:latin typeface="Meiryo UI" panose="020B0604030504040204" pitchFamily="50" charset="-128"/>
                <a:ea typeface="Meiryo UI" panose="020B0604030504040204" pitchFamily="50" charset="-128"/>
              </a:rPr>
              <a:t>とすること。</a:t>
            </a:r>
            <a:endParaRPr lang="en-US" altLang="ja-JP" sz="1400" dirty="0">
              <a:latin typeface="Meiryo UI" panose="020B0604030504040204" pitchFamily="50" charset="-128"/>
              <a:ea typeface="Meiryo UI" panose="020B0604030504040204" pitchFamily="50" charset="-128"/>
            </a:endParaRPr>
          </a:p>
          <a:p>
            <a:pPr marL="360363" indent="-360363" algn="l" eaLnBrk="1" hangingPunct="1">
              <a:lnSpc>
                <a:spcPct val="120000"/>
              </a:lnSpc>
              <a:defRPr/>
            </a:pPr>
            <a:r>
              <a:rPr lang="ja-JP" altLang="en-US" sz="1400" dirty="0">
                <a:latin typeface="Meiryo UI" panose="020B0604030504040204" pitchFamily="50" charset="-128"/>
                <a:ea typeface="Meiryo UI" panose="020B0604030504040204" pitchFamily="50" charset="-128"/>
              </a:rPr>
              <a:t>       各部品の信頼性寿命期間に対する設計および耐久試験項目は</a:t>
            </a:r>
            <a:r>
              <a:rPr lang="en-US" altLang="ja-JP" sz="1400" dirty="0">
                <a:latin typeface="Meiryo UI" panose="020B0604030504040204" pitchFamily="50" charset="-128"/>
                <a:ea typeface="Meiryo UI" panose="020B0604030504040204" pitchFamily="50" charset="-128"/>
                <a:cs typeface="Arial" pitchFamily="34" charset="0"/>
              </a:rPr>
              <a:t>Bosch</a:t>
            </a:r>
            <a:r>
              <a:rPr lang="ja-JP" altLang="en-US" sz="1400" dirty="0">
                <a:latin typeface="Meiryo UI" panose="020B0604030504040204" pitchFamily="50" charset="-128"/>
                <a:ea typeface="Meiryo UI" panose="020B0604030504040204" pitchFamily="50" charset="-128"/>
              </a:rPr>
              <a:t>基準を基本とし、</a:t>
            </a:r>
            <a:r>
              <a:rPr lang="en-US" altLang="ja-JP" sz="1400" dirty="0">
                <a:latin typeface="Meiryo UI" panose="020B0604030504040204" pitchFamily="50" charset="-128"/>
                <a:ea typeface="Meiryo UI" panose="020B0604030504040204" pitchFamily="50" charset="-128"/>
              </a:rPr>
              <a:t>Honda</a:t>
            </a:r>
            <a:r>
              <a:rPr lang="ja-JP" altLang="en-US" sz="1400" dirty="0">
                <a:latin typeface="Meiryo UI" panose="020B0604030504040204" pitchFamily="50" charset="-128"/>
                <a:ea typeface="Meiryo UI" panose="020B0604030504040204" pitchFamily="50" charset="-128"/>
              </a:rPr>
              <a:t>品質向上施策</a:t>
            </a:r>
            <a:endParaRPr lang="en-US" altLang="ja-JP" sz="1400" dirty="0">
              <a:latin typeface="Meiryo UI" panose="020B0604030504040204" pitchFamily="50" charset="-128"/>
              <a:ea typeface="Meiryo UI" panose="020B0604030504040204" pitchFamily="50" charset="-128"/>
            </a:endParaRPr>
          </a:p>
          <a:p>
            <a:pPr marL="360363" indent="-360363" algn="l" eaLnBrk="1" hangingPunct="1">
              <a:lnSpc>
                <a:spcPct val="120000"/>
              </a:lnSpc>
              <a:defRPr/>
            </a:pPr>
            <a:r>
              <a:rPr lang="en-US" altLang="ja-JP" sz="1400" dirty="0">
                <a:latin typeface="Meiryo UI" panose="020B0604030504040204" pitchFamily="50" charset="-128"/>
                <a:ea typeface="Meiryo UI" panose="020B0604030504040204" pitchFamily="50" charset="-128"/>
              </a:rPr>
              <a:t>       </a:t>
            </a:r>
            <a:r>
              <a:rPr lang="ja-JP" altLang="en-US" sz="1400" dirty="0">
                <a:latin typeface="Meiryo UI" panose="020B0604030504040204" pitchFamily="50" charset="-128"/>
                <a:ea typeface="Meiryo UI" panose="020B0604030504040204" pitchFamily="50" charset="-128"/>
              </a:rPr>
              <a:t>については別途追加要求し、これを満足するものとする</a:t>
            </a:r>
            <a:endPar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endParaRPr>
          </a:p>
          <a:p>
            <a:pPr marL="360363" lvl="1" indent="-360363" algn="l">
              <a:spcBef>
                <a:spcPct val="20000"/>
              </a:spcBef>
              <a:defRPr/>
            </a:pPr>
            <a:r>
              <a:rPr lang="en-US" altLang="ja-JP" sz="1400" u="sng" dirty="0">
                <a:latin typeface="Meiryo UI" panose="020B0604030504040204" pitchFamily="50" charset="-128"/>
                <a:ea typeface="Meiryo UI" panose="020B0604030504040204" pitchFamily="50" charset="-128"/>
                <a:cs typeface="Arial" pitchFamily="34" charset="0"/>
              </a:rPr>
              <a:t>Bosch</a:t>
            </a:r>
            <a:r>
              <a:rPr lang="ja-JP" altLang="en-US" sz="1400" u="sng" dirty="0">
                <a:latin typeface="Meiryo UI" panose="020B0604030504040204" pitchFamily="50" charset="-128"/>
                <a:ea typeface="Meiryo UI" panose="020B0604030504040204" pitchFamily="50" charset="-128"/>
                <a:cs typeface="Arial" pitchFamily="34" charset="0"/>
              </a:rPr>
              <a:t>部品の車両適合性 （Ｇ測、測温）</a:t>
            </a:r>
            <a:r>
              <a:rPr lang="en-US" altLang="ja-JP" sz="1400" u="sng" dirty="0">
                <a:latin typeface="Meiryo UI" panose="020B0604030504040204" pitchFamily="50" charset="-128"/>
                <a:ea typeface="Meiryo UI" panose="020B0604030504040204" pitchFamily="50" charset="-128"/>
                <a:cs typeface="Arial" pitchFamily="34" charset="0"/>
                <a:sym typeface="Wingdings" pitchFamily="2" charset="2"/>
              </a:rPr>
              <a:t></a:t>
            </a:r>
            <a:r>
              <a:rPr lang="ja-JP" altLang="en-US" sz="1400" u="sng" dirty="0">
                <a:latin typeface="Meiryo UI" panose="020B0604030504040204" pitchFamily="50" charset="-128"/>
                <a:ea typeface="Meiryo UI" panose="020B0604030504040204" pitchFamily="50" charset="-128"/>
                <a:cs typeface="Arial" pitchFamily="34" charset="0"/>
                <a:sym typeface="Wingdings" pitchFamily="2" charset="2"/>
              </a:rPr>
              <a:t> </a:t>
            </a:r>
            <a:r>
              <a:rPr lang="en-US" altLang="ja-JP" sz="1400" u="sng" dirty="0">
                <a:latin typeface="Meiryo UI" panose="020B0604030504040204" pitchFamily="50" charset="-128"/>
                <a:ea typeface="Meiryo UI" panose="020B0604030504040204" pitchFamily="50" charset="-128"/>
                <a:cs typeface="Arial" pitchFamily="34" charset="0"/>
              </a:rPr>
              <a:t>Bosch</a:t>
            </a:r>
            <a:r>
              <a:rPr lang="ja-JP" altLang="en-US" sz="1400" u="sng" dirty="0">
                <a:latin typeface="Meiryo UI" panose="020B0604030504040204" pitchFamily="50" charset="-128"/>
                <a:ea typeface="Meiryo UI" panose="020B0604030504040204" pitchFamily="50" charset="-128"/>
                <a:cs typeface="Arial" pitchFamily="34" charset="0"/>
                <a:sym typeface="Wingdings" pitchFamily="2" charset="2"/>
              </a:rPr>
              <a:t>評価判断の為、</a:t>
            </a:r>
            <a:r>
              <a:rPr lang="en-US" altLang="ja-JP" sz="1400" u="sng" dirty="0">
                <a:latin typeface="Meiryo UI" panose="020B0604030504040204" pitchFamily="50" charset="-128"/>
                <a:ea typeface="Meiryo UI" panose="020B0604030504040204" pitchFamily="50" charset="-128"/>
                <a:cs typeface="Arial" pitchFamily="34" charset="0"/>
              </a:rPr>
              <a:t>Bosch</a:t>
            </a:r>
            <a:r>
              <a:rPr lang="ja-JP" altLang="en-US" sz="1400" u="sng" dirty="0">
                <a:latin typeface="Meiryo UI" panose="020B0604030504040204" pitchFamily="50" charset="-128"/>
                <a:ea typeface="Meiryo UI" panose="020B0604030504040204" pitchFamily="50" charset="-128"/>
                <a:cs typeface="Arial" pitchFamily="34" charset="0"/>
                <a:sym typeface="Wingdings" pitchFamily="2" charset="2"/>
              </a:rPr>
              <a:t>にて測定</a:t>
            </a:r>
            <a:br>
              <a:rPr lang="en-US" altLang="ja-JP" sz="1400" dirty="0">
                <a:latin typeface="Meiryo UI" panose="020B0604030504040204" pitchFamily="50" charset="-128"/>
                <a:ea typeface="Meiryo UI" panose="020B0604030504040204" pitchFamily="50" charset="-128"/>
                <a:cs typeface="Arial" pitchFamily="34" charset="0"/>
                <a:sym typeface="Wingdings" pitchFamily="2" charset="2"/>
              </a:rPr>
            </a:br>
            <a:r>
              <a:rPr lang="ja-JP" altLang="en-US" sz="1400" dirty="0">
                <a:latin typeface="Meiryo UI" panose="020B0604030504040204" pitchFamily="50" charset="-128"/>
                <a:ea typeface="Meiryo UI" panose="020B0604030504040204" pitchFamily="50" charset="-128"/>
                <a:cs typeface="Arial" pitchFamily="34" charset="0"/>
                <a:sym typeface="Wingdings" pitchFamily="2" charset="2"/>
              </a:rPr>
              <a:t>詳細は</a:t>
            </a:r>
            <a:r>
              <a:rPr lang="en-US" altLang="ja-JP" sz="1400" dirty="0">
                <a:latin typeface="Meiryo UI" panose="020B0604030504040204" pitchFamily="50" charset="-128"/>
                <a:ea typeface="Meiryo UI" panose="020B0604030504040204" pitchFamily="50" charset="-128"/>
                <a:cs typeface="Arial" pitchFamily="34" charset="0"/>
                <a:sym typeface="Wingdings" pitchFamily="2" charset="2"/>
              </a:rPr>
              <a:t>EMS</a:t>
            </a:r>
            <a:r>
              <a:rPr lang="ja-JP" altLang="en-US" sz="1400" dirty="0">
                <a:latin typeface="Meiryo UI" panose="020B0604030504040204" pitchFamily="50" charset="-128"/>
                <a:ea typeface="Meiryo UI" panose="020B0604030504040204" pitchFamily="50" charset="-128"/>
                <a:cs typeface="Arial" pitchFamily="34" charset="0"/>
                <a:sym typeface="Wingdings" pitchFamily="2" charset="2"/>
              </a:rPr>
              <a:t>シート参照のこと。</a:t>
            </a:r>
            <a:endParaRPr lang="ja-JP" altLang="en-US" sz="1400" dirty="0">
              <a:latin typeface="Meiryo UI" panose="020B0604030504040204" pitchFamily="50" charset="-128"/>
              <a:ea typeface="Meiryo UI" panose="020B0604030504040204" pitchFamily="50" charset="-128"/>
              <a:cs typeface="Arial" pitchFamily="34" charset="0"/>
            </a:endParaRPr>
          </a:p>
        </p:txBody>
      </p:sp>
    </p:spTree>
    <p:extLst>
      <p:ext uri="{BB962C8B-B14F-4D97-AF65-F5344CB8AC3E}">
        <p14:creationId xmlns:p14="http://schemas.microsoft.com/office/powerpoint/2010/main" val="111206980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a:spLocks noChangeArrowheads="1"/>
          </p:cNvSpPr>
          <p:nvPr/>
        </p:nvSpPr>
        <p:spPr bwMode="auto">
          <a:xfrm>
            <a:off x="250829" y="44451"/>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2000">
                <a:solidFill>
                  <a:srgbClr val="FFFFFF"/>
                </a:solidFill>
                <a:latin typeface="Meiryo UI" panose="020B0604030504040204" pitchFamily="50" charset="-128"/>
                <a:ea typeface="Meiryo UI" panose="020B0604030504040204" pitchFamily="50" charset="-128"/>
                <a:cs typeface="Arial" pitchFamily="34" charset="0"/>
              </a:rPr>
              <a:t>16. EMS Requirement and CR (1/21)</a:t>
            </a:r>
            <a:endParaRPr lang="en-US" altLang="ja-JP" sz="1100">
              <a:solidFill>
                <a:srgbClr val="FFFFFF"/>
              </a:solidFill>
              <a:latin typeface="HGPｺﾞｼｯｸE" pitchFamily="50" charset="-128"/>
              <a:ea typeface="HGPｺﾞｼｯｸE" pitchFamily="50" charset="-128"/>
              <a:cs typeface="Arial" pitchFamily="34" charset="0"/>
            </a:endParaRPr>
          </a:p>
        </p:txBody>
      </p:sp>
      <p:sp>
        <p:nvSpPr>
          <p:cNvPr id="8" name="Text Box 2"/>
          <p:cNvSpPr txBox="1">
            <a:spLocks noChangeArrowheads="1"/>
          </p:cNvSpPr>
          <p:nvPr/>
        </p:nvSpPr>
        <p:spPr bwMode="auto">
          <a:xfrm>
            <a:off x="182352" y="611168"/>
            <a:ext cx="8922459" cy="5610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l" eaLnBrk="1" hangingPunct="1">
              <a:lnSpc>
                <a:spcPct val="110000"/>
              </a:lnSpc>
            </a:pPr>
            <a:r>
              <a:rPr lang="en-US" altLang="ja-JP" sz="1800" b="1" u="sng" dirty="0">
                <a:latin typeface="Meiryo UI" panose="020B0604030504040204" pitchFamily="50" charset="-128"/>
                <a:ea typeface="Meiryo UI" panose="020B0604030504040204" pitchFamily="50" charset="-128"/>
                <a:cs typeface="Arial" pitchFamily="34" charset="0"/>
              </a:rPr>
              <a:t>EMS Requirement</a:t>
            </a:r>
          </a:p>
          <a:p>
            <a:pPr lvl="1" algn="l" eaLnBrk="1" hangingPunct="1">
              <a:lnSpc>
                <a:spcPct val="110000"/>
              </a:lnSpc>
            </a:pPr>
            <a:r>
              <a:rPr lang="en-US" altLang="ja-JP" sz="1400" dirty="0">
                <a:latin typeface="Meiryo UI" panose="020B0604030504040204" pitchFamily="50" charset="-128"/>
                <a:ea typeface="Meiryo UI" panose="020B0604030504040204" pitchFamily="50" charset="-128"/>
                <a:cs typeface="Arial" pitchFamily="34" charset="0"/>
              </a:rPr>
              <a:t>The requirements of this project are </a:t>
            </a:r>
          </a:p>
          <a:p>
            <a:pPr algn="l" eaLnBrk="1" hangingPunct="1">
              <a:lnSpc>
                <a:spcPct val="110000"/>
              </a:lnSpc>
            </a:pPr>
            <a:r>
              <a:rPr lang="en-US" altLang="ja-JP" sz="1400" dirty="0">
                <a:latin typeface="Meiryo UI" panose="020B0604030504040204" pitchFamily="50" charset="-128"/>
                <a:ea typeface="Meiryo UI" panose="020B0604030504040204" pitchFamily="50" charset="-128"/>
                <a:cs typeface="Arial" pitchFamily="34" charset="0"/>
              </a:rPr>
              <a:t>	- to obey all regulation of the target countries</a:t>
            </a:r>
          </a:p>
          <a:p>
            <a:pPr algn="l" eaLnBrk="1" hangingPunct="1">
              <a:lnSpc>
                <a:spcPct val="110000"/>
              </a:lnSpc>
            </a:pPr>
            <a:r>
              <a:rPr lang="en-US" altLang="ja-JP" sz="1400" dirty="0">
                <a:latin typeface="Meiryo UI" panose="020B0604030504040204" pitchFamily="50" charset="-128"/>
                <a:ea typeface="Meiryo UI" panose="020B0604030504040204" pitchFamily="50" charset="-128"/>
                <a:cs typeface="Arial" pitchFamily="34" charset="0"/>
              </a:rPr>
              <a:t>	- to secure calibration maturity</a:t>
            </a:r>
          </a:p>
          <a:p>
            <a:pPr algn="l" eaLnBrk="1" hangingPunct="1">
              <a:lnSpc>
                <a:spcPct val="110000"/>
              </a:lnSpc>
            </a:pPr>
            <a:r>
              <a:rPr lang="en-US" altLang="ja-JP" sz="1400" dirty="0">
                <a:latin typeface="Meiryo UI" panose="020B0604030504040204" pitchFamily="50" charset="-128"/>
                <a:ea typeface="Meiryo UI" panose="020B0604030504040204" pitchFamily="50" charset="-128"/>
                <a:cs typeface="Arial" pitchFamily="34" charset="0"/>
              </a:rPr>
              <a:t>	- to fulfill EMS target</a:t>
            </a:r>
          </a:p>
          <a:p>
            <a:pPr algn="l" eaLnBrk="1" hangingPunct="1">
              <a:lnSpc>
                <a:spcPct val="110000"/>
              </a:lnSpc>
            </a:pPr>
            <a:endParaRPr lang="en-US" altLang="ja-JP" sz="1600" dirty="0">
              <a:latin typeface="Meiryo UI" panose="020B0604030504040204" pitchFamily="50" charset="-128"/>
              <a:ea typeface="Meiryo UI" panose="020B0604030504040204" pitchFamily="50" charset="-128"/>
              <a:cs typeface="Arial" pitchFamily="34" charset="0"/>
            </a:endParaRPr>
          </a:p>
          <a:p>
            <a:pPr lvl="1" algn="l" eaLnBrk="1" hangingPunct="1">
              <a:lnSpc>
                <a:spcPct val="110000"/>
              </a:lnSpc>
            </a:pPr>
            <a:r>
              <a:rPr lang="ja-JP" altLang="en-US" sz="1400" dirty="0">
                <a:latin typeface="Meiryo UI" panose="020B0604030504040204" pitchFamily="50" charset="-128"/>
                <a:ea typeface="Meiryo UI" panose="020B0604030504040204" pitchFamily="50" charset="-128"/>
                <a:cs typeface="Arial" pitchFamily="34" charset="0"/>
              </a:rPr>
              <a:t>本プロジェクトの要求は法規を守ること、キャリブレーションの品質を守ること、</a:t>
            </a:r>
            <a:r>
              <a:rPr lang="en-US" altLang="ja-JP" sz="1400" dirty="0">
                <a:latin typeface="Meiryo UI" panose="020B0604030504040204" pitchFamily="50" charset="-128"/>
                <a:ea typeface="Meiryo UI" panose="020B0604030504040204" pitchFamily="50" charset="-128"/>
                <a:cs typeface="Arial" pitchFamily="34" charset="0"/>
              </a:rPr>
              <a:t>EMS</a:t>
            </a:r>
            <a:r>
              <a:rPr lang="ja-JP" altLang="en-US" sz="1400" dirty="0">
                <a:latin typeface="Meiryo UI" panose="020B0604030504040204" pitchFamily="50" charset="-128"/>
                <a:ea typeface="Meiryo UI" panose="020B0604030504040204" pitchFamily="50" charset="-128"/>
                <a:cs typeface="Arial" pitchFamily="34" charset="0"/>
              </a:rPr>
              <a:t>ターゲットを満足することである。</a:t>
            </a:r>
            <a:endParaRPr lang="en-US" altLang="ja-JP" sz="1400" dirty="0">
              <a:latin typeface="Meiryo UI" panose="020B0604030504040204" pitchFamily="50" charset="-128"/>
              <a:ea typeface="Meiryo UI" panose="020B0604030504040204" pitchFamily="50" charset="-128"/>
              <a:cs typeface="Arial" pitchFamily="34" charset="0"/>
            </a:endParaRPr>
          </a:p>
          <a:p>
            <a:pPr algn="l" eaLnBrk="1" hangingPunct="1">
              <a:lnSpc>
                <a:spcPct val="110000"/>
              </a:lnSpc>
            </a:pPr>
            <a:endParaRPr lang="en-US" altLang="ja-JP" sz="1800" b="1" u="sng" dirty="0">
              <a:latin typeface="Meiryo UI" panose="020B0604030504040204" pitchFamily="50" charset="-128"/>
              <a:ea typeface="Meiryo UI" panose="020B0604030504040204" pitchFamily="50" charset="-128"/>
              <a:cs typeface="Arial" pitchFamily="34" charset="0"/>
            </a:endParaRPr>
          </a:p>
          <a:p>
            <a:pPr algn="l" eaLnBrk="1" hangingPunct="1">
              <a:lnSpc>
                <a:spcPct val="110000"/>
              </a:lnSpc>
            </a:pPr>
            <a:r>
              <a:rPr lang="en-US" altLang="ja-JP" sz="1800" b="1" u="sng" dirty="0">
                <a:latin typeface="Meiryo UI" panose="020B0604030504040204" pitchFamily="50" charset="-128"/>
                <a:ea typeface="Meiryo UI" panose="020B0604030504040204" pitchFamily="50" charset="-128"/>
                <a:cs typeface="Arial" pitchFamily="34" charset="0"/>
              </a:rPr>
              <a:t>EMS Index, EMS Sheet</a:t>
            </a:r>
          </a:p>
          <a:p>
            <a:pPr lvl="1" algn="l" eaLnBrk="1" hangingPunct="1">
              <a:lnSpc>
                <a:spcPct val="110000"/>
              </a:lnSpc>
            </a:pPr>
            <a:r>
              <a:rPr lang="en-US" altLang="ja-JP" sz="1400" dirty="0">
                <a:latin typeface="Meiryo UI" panose="020B0604030504040204" pitchFamily="50" charset="-128"/>
                <a:ea typeface="Meiryo UI" panose="020B0604030504040204" pitchFamily="50" charset="-128"/>
                <a:cs typeface="Arial" pitchFamily="34" charset="0"/>
              </a:rPr>
              <a:t>The requirement list shall be handled and organized by Honda, and the document</a:t>
            </a:r>
          </a:p>
          <a:p>
            <a:pPr lvl="1" algn="l" eaLnBrk="1" hangingPunct="1">
              <a:lnSpc>
                <a:spcPct val="110000"/>
              </a:lnSpc>
            </a:pPr>
            <a:r>
              <a:rPr lang="en-US" altLang="ja-JP" sz="1400" dirty="0">
                <a:latin typeface="Meiryo UI" panose="020B0604030504040204" pitchFamily="50" charset="-128"/>
                <a:ea typeface="Meiryo UI" panose="020B0604030504040204" pitchFamily="50" charset="-128"/>
                <a:cs typeface="Arial" pitchFamily="34" charset="0"/>
              </a:rPr>
              <a:t>shows the control number and issue date.  EMS requirement is kind of spot check,</a:t>
            </a:r>
            <a:r>
              <a:rPr lang="ja-JP" altLang="en-US" sz="1400" dirty="0">
                <a:latin typeface="Meiryo UI" panose="020B0604030504040204" pitchFamily="50" charset="-128"/>
                <a:ea typeface="Meiryo UI" panose="020B0604030504040204" pitchFamily="50" charset="-128"/>
                <a:cs typeface="Arial" pitchFamily="34" charset="0"/>
              </a:rPr>
              <a:t> </a:t>
            </a:r>
            <a:endParaRPr lang="en-US" altLang="ja-JP" sz="1400" dirty="0">
              <a:latin typeface="Meiryo UI" panose="020B0604030504040204" pitchFamily="50" charset="-128"/>
              <a:ea typeface="Meiryo UI" panose="020B0604030504040204" pitchFamily="50" charset="-128"/>
              <a:cs typeface="Arial" pitchFamily="34" charset="0"/>
            </a:endParaRPr>
          </a:p>
          <a:p>
            <a:pPr lvl="1" algn="l" eaLnBrk="1" hangingPunct="1">
              <a:lnSpc>
                <a:spcPct val="110000"/>
              </a:lnSpc>
            </a:pP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dirty="0">
                <a:latin typeface="Meiryo UI" panose="020B0604030504040204" pitchFamily="50" charset="-128"/>
                <a:ea typeface="Meiryo UI" panose="020B0604030504040204" pitchFamily="50" charset="-128"/>
                <a:cs typeface="Arial" pitchFamily="34" charset="0"/>
              </a:rPr>
              <a:t> is responsible for securing calibration maturity in all condition defined in coming page.</a:t>
            </a:r>
          </a:p>
          <a:p>
            <a:pPr algn="l" eaLnBrk="1" hangingPunct="1">
              <a:lnSpc>
                <a:spcPct val="110000"/>
              </a:lnSpc>
            </a:pPr>
            <a:endParaRPr lang="en-US" altLang="ja-JP" sz="1400" dirty="0">
              <a:latin typeface="Meiryo UI" panose="020B0604030504040204" pitchFamily="50" charset="-128"/>
              <a:ea typeface="Meiryo UI" panose="020B0604030504040204" pitchFamily="50" charset="-128"/>
              <a:cs typeface="Arial" pitchFamily="34" charset="0"/>
            </a:endParaRPr>
          </a:p>
          <a:p>
            <a:pPr lvl="1" algn="l" eaLnBrk="1" hangingPunct="1">
              <a:lnSpc>
                <a:spcPct val="110000"/>
              </a:lnSpc>
            </a:pPr>
            <a:r>
              <a:rPr lang="ja-JP" altLang="en-US" sz="1400" dirty="0">
                <a:latin typeface="Meiryo UI" panose="020B0604030504040204" pitchFamily="50" charset="-128"/>
                <a:ea typeface="Meiryo UI" panose="020B0604030504040204" pitchFamily="50" charset="-128"/>
                <a:cs typeface="Arial" pitchFamily="34" charset="0"/>
              </a:rPr>
              <a:t>要求仕様一覧は、契約書に基づきＮ</a:t>
            </a:r>
            <a:r>
              <a:rPr lang="en-US" altLang="ja-JP" sz="1400" dirty="0">
                <a:latin typeface="Meiryo UI" panose="020B0604030504040204" pitchFamily="50" charset="-128"/>
                <a:ea typeface="Meiryo UI" panose="020B0604030504040204" pitchFamily="50" charset="-128"/>
                <a:cs typeface="Arial" pitchFamily="34" charset="0"/>
              </a:rPr>
              <a:t>o.</a:t>
            </a:r>
            <a:r>
              <a:rPr lang="ja-JP" altLang="en-US" sz="1400" dirty="0">
                <a:latin typeface="Meiryo UI" panose="020B0604030504040204" pitchFamily="50" charset="-128"/>
                <a:ea typeface="Meiryo UI" panose="020B0604030504040204" pitchFamily="50" charset="-128"/>
                <a:cs typeface="Arial" pitchFamily="34" charset="0"/>
              </a:rPr>
              <a:t>の管理、変更時の追番管理、発行日の記述を行い、</a:t>
            </a:r>
            <a:r>
              <a:rPr lang="en-US" altLang="ja-JP" sz="1400" dirty="0">
                <a:latin typeface="Meiryo UI" panose="020B0604030504040204" pitchFamily="50" charset="-128"/>
                <a:ea typeface="Meiryo UI" panose="020B0604030504040204" pitchFamily="50" charset="-128"/>
                <a:cs typeface="Arial" pitchFamily="34" charset="0"/>
              </a:rPr>
              <a:t>Honda</a:t>
            </a:r>
            <a:r>
              <a:rPr lang="ja-JP" altLang="en-US" sz="1400" dirty="0">
                <a:latin typeface="Meiryo UI" panose="020B0604030504040204" pitchFamily="50" charset="-128"/>
                <a:ea typeface="Meiryo UI" panose="020B0604030504040204" pitchFamily="50" charset="-128"/>
                <a:cs typeface="Arial" pitchFamily="34" charset="0"/>
              </a:rPr>
              <a:t>が管理する。</a:t>
            </a:r>
            <a:endParaRPr lang="en-US" altLang="ja-JP" sz="1400" dirty="0">
              <a:latin typeface="Meiryo UI" panose="020B0604030504040204" pitchFamily="50" charset="-128"/>
              <a:ea typeface="Meiryo UI" panose="020B0604030504040204" pitchFamily="50" charset="-128"/>
              <a:cs typeface="Arial" pitchFamily="34" charset="0"/>
            </a:endParaRPr>
          </a:p>
          <a:p>
            <a:pPr lvl="1" algn="l" eaLnBrk="1" hangingPunct="1">
              <a:lnSpc>
                <a:spcPct val="110000"/>
              </a:lnSpc>
            </a:pPr>
            <a:r>
              <a:rPr lang="ja-JP" altLang="en-US" sz="1400" dirty="0">
                <a:latin typeface="Meiryo UI" panose="020B0604030504040204" pitchFamily="50" charset="-128"/>
                <a:ea typeface="Meiryo UI" panose="020B0604030504040204" pitchFamily="50" charset="-128"/>
                <a:cs typeface="Arial" pitchFamily="34" charset="0"/>
              </a:rPr>
              <a:t>これらの要求はスポットチェックであり、</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latin typeface="Meiryo UI" panose="020B0604030504040204" pitchFamily="50" charset="-128"/>
                <a:ea typeface="Meiryo UI" panose="020B0604030504040204" pitchFamily="50" charset="-128"/>
                <a:cs typeface="Arial" pitchFamily="34" charset="0"/>
              </a:rPr>
              <a:t>は次ページで定義される条件下で、適切な適合値であることに</a:t>
            </a:r>
            <a:endParaRPr lang="en-US" altLang="ja-JP" sz="1400" dirty="0">
              <a:latin typeface="Meiryo UI" panose="020B0604030504040204" pitchFamily="50" charset="-128"/>
              <a:ea typeface="Meiryo UI" panose="020B0604030504040204" pitchFamily="50" charset="-128"/>
              <a:cs typeface="Arial" pitchFamily="34" charset="0"/>
            </a:endParaRPr>
          </a:p>
          <a:p>
            <a:pPr lvl="1" algn="l" eaLnBrk="1" hangingPunct="1">
              <a:lnSpc>
                <a:spcPct val="110000"/>
              </a:lnSpc>
            </a:pPr>
            <a:r>
              <a:rPr lang="ja-JP" altLang="en-US" sz="1400" dirty="0">
                <a:latin typeface="Meiryo UI" panose="020B0604030504040204" pitchFamily="50" charset="-128"/>
                <a:ea typeface="Meiryo UI" panose="020B0604030504040204" pitchFamily="50" charset="-128"/>
                <a:cs typeface="Arial" pitchFamily="34" charset="0"/>
              </a:rPr>
              <a:t>責任を負う。</a:t>
            </a:r>
            <a:endParaRPr lang="en-US" altLang="ja-JP" sz="1400" dirty="0">
              <a:latin typeface="Meiryo UI" panose="020B0604030504040204" pitchFamily="50" charset="-128"/>
              <a:ea typeface="Meiryo UI" panose="020B0604030504040204" pitchFamily="50" charset="-128"/>
              <a:cs typeface="Arial" pitchFamily="34" charset="0"/>
            </a:endParaRPr>
          </a:p>
          <a:p>
            <a:pPr algn="l" eaLnBrk="1" hangingPunct="1">
              <a:lnSpc>
                <a:spcPct val="110000"/>
              </a:lnSpc>
            </a:pPr>
            <a:endParaRPr lang="en-US" altLang="ja-JP" sz="1400" dirty="0">
              <a:latin typeface="Meiryo UI" panose="020B0604030504040204" pitchFamily="50" charset="-128"/>
              <a:ea typeface="Meiryo UI" panose="020B0604030504040204" pitchFamily="50" charset="-128"/>
              <a:cs typeface="Arial" pitchFamily="34" charset="0"/>
            </a:endParaRPr>
          </a:p>
          <a:p>
            <a:pPr algn="l" eaLnBrk="1" hangingPunct="1">
              <a:lnSpc>
                <a:spcPct val="110000"/>
              </a:lnSpc>
            </a:pPr>
            <a:r>
              <a:rPr lang="en-US" altLang="ja-JP" sz="1800" b="1" u="sng" dirty="0">
                <a:latin typeface="Meiryo UI" panose="020B0604030504040204" pitchFamily="50" charset="-128"/>
                <a:ea typeface="Meiryo UI" panose="020B0604030504040204" pitchFamily="50" charset="-128"/>
                <a:cs typeface="Arial" pitchFamily="34" charset="0"/>
              </a:rPr>
              <a:t>Change Request</a:t>
            </a:r>
          </a:p>
          <a:p>
            <a:pPr lvl="1" algn="l" eaLnBrk="1" hangingPunct="1">
              <a:lnSpc>
                <a:spcPct val="110000"/>
              </a:lnSpc>
            </a:pPr>
            <a:r>
              <a:rPr lang="en-US" altLang="ja-JP" sz="1400" dirty="0">
                <a:latin typeface="Meiryo UI" panose="020B0604030504040204" pitchFamily="50" charset="-128"/>
                <a:ea typeface="Meiryo UI" panose="020B0604030504040204" pitchFamily="50" charset="-128"/>
                <a:cs typeface="Arial" pitchFamily="34" charset="0"/>
              </a:rPr>
              <a:t>The items which is not described in this kick off meeting material shall be handled by CR (Change Request). Honda will issue CR.</a:t>
            </a:r>
          </a:p>
          <a:p>
            <a:pPr algn="l" eaLnBrk="1" hangingPunct="1">
              <a:lnSpc>
                <a:spcPct val="110000"/>
              </a:lnSpc>
            </a:pPr>
            <a:endParaRPr lang="en-US" altLang="ja-JP" sz="1400" dirty="0">
              <a:latin typeface="Meiryo UI" panose="020B0604030504040204" pitchFamily="50" charset="-128"/>
              <a:ea typeface="Meiryo UI" panose="020B0604030504040204" pitchFamily="50" charset="-128"/>
              <a:cs typeface="Arial" pitchFamily="34" charset="0"/>
            </a:endParaRPr>
          </a:p>
          <a:p>
            <a:pPr lvl="1" algn="l" eaLnBrk="1" hangingPunct="1">
              <a:lnSpc>
                <a:spcPct val="110000"/>
              </a:lnSpc>
            </a:pPr>
            <a:r>
              <a:rPr lang="ja-JP" altLang="en-US" sz="1400" dirty="0">
                <a:latin typeface="Meiryo UI" panose="020B0604030504040204" pitchFamily="50" charset="-128"/>
                <a:ea typeface="Meiryo UI" panose="020B0604030504040204" pitchFamily="50" charset="-128"/>
                <a:cs typeface="Arial" pitchFamily="34" charset="0"/>
              </a:rPr>
              <a:t>本資料に記載されていない要求項目は</a:t>
            </a:r>
            <a:r>
              <a:rPr lang="en-US" altLang="ja-JP" sz="1400" dirty="0">
                <a:latin typeface="Meiryo UI" panose="020B0604030504040204" pitchFamily="50" charset="-128"/>
                <a:ea typeface="Meiryo UI" panose="020B0604030504040204" pitchFamily="50" charset="-128"/>
                <a:cs typeface="Arial" pitchFamily="34" charset="0"/>
              </a:rPr>
              <a:t>Honda</a:t>
            </a:r>
            <a:r>
              <a:rPr lang="ja-JP" altLang="en-US" sz="1400" dirty="0">
                <a:latin typeface="Meiryo UI" panose="020B0604030504040204" pitchFamily="50" charset="-128"/>
                <a:ea typeface="Meiryo UI" panose="020B0604030504040204" pitchFamily="50" charset="-128"/>
                <a:cs typeface="Arial" pitchFamily="34" charset="0"/>
              </a:rPr>
              <a:t>が</a:t>
            </a:r>
            <a:r>
              <a:rPr lang="en-US" altLang="ja-JP" sz="1400" dirty="0">
                <a:latin typeface="Meiryo UI" panose="020B0604030504040204" pitchFamily="50" charset="-128"/>
                <a:ea typeface="Meiryo UI" panose="020B0604030504040204" pitchFamily="50" charset="-128"/>
                <a:cs typeface="Arial" pitchFamily="34" charset="0"/>
              </a:rPr>
              <a:t>CR(Change request)</a:t>
            </a:r>
            <a:r>
              <a:rPr lang="ja-JP" altLang="en-US" sz="1400" dirty="0">
                <a:latin typeface="Meiryo UI" panose="020B0604030504040204" pitchFamily="50" charset="-128"/>
                <a:ea typeface="Meiryo UI" panose="020B0604030504040204" pitchFamily="50" charset="-128"/>
                <a:cs typeface="Arial" pitchFamily="34" charset="0"/>
              </a:rPr>
              <a:t>を発行し管理する。</a:t>
            </a:r>
            <a:endParaRPr lang="en-US" altLang="ja-JP" sz="1400" dirty="0">
              <a:latin typeface="Meiryo UI" panose="020B0604030504040204" pitchFamily="50" charset="-128"/>
              <a:ea typeface="Meiryo UI" panose="020B0604030504040204" pitchFamily="50" charset="-128"/>
              <a:cs typeface="Arial" pitchFamily="34" charset="0"/>
            </a:endParaRPr>
          </a:p>
        </p:txBody>
      </p:sp>
    </p:spTree>
    <p:extLst>
      <p:ext uri="{BB962C8B-B14F-4D97-AF65-F5344CB8AC3E}">
        <p14:creationId xmlns:p14="http://schemas.microsoft.com/office/powerpoint/2010/main" val="249788190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 Box 2"/>
          <p:cNvSpPr txBox="1">
            <a:spLocks noChangeArrowheads="1"/>
          </p:cNvSpPr>
          <p:nvPr/>
        </p:nvSpPr>
        <p:spPr bwMode="auto">
          <a:xfrm>
            <a:off x="91440" y="613443"/>
            <a:ext cx="8928992" cy="6042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l" eaLnBrk="1" hangingPunct="1">
              <a:lnSpc>
                <a:spcPct val="110000"/>
              </a:lnSpc>
            </a:pPr>
            <a:r>
              <a:rPr lang="en-US" altLang="ja-JP" sz="1800" b="1" u="sng" dirty="0">
                <a:latin typeface="Meiryo UI" panose="020B0604030504040204" pitchFamily="50" charset="-128"/>
                <a:ea typeface="Meiryo UI" panose="020B0604030504040204" pitchFamily="50" charset="-128"/>
                <a:cs typeface="Arial" pitchFamily="34" charset="0"/>
              </a:rPr>
              <a:t>Calibration Boundary Condition</a:t>
            </a:r>
          </a:p>
          <a:p>
            <a:pPr marL="360363" algn="l" eaLnBrk="1" hangingPunct="1">
              <a:lnSpc>
                <a:spcPct val="110000"/>
              </a:lnSpc>
              <a:spcBef>
                <a:spcPts val="300"/>
              </a:spcBef>
            </a:pPr>
            <a:r>
              <a:rPr lang="en-US" altLang="ja-JP" sz="1400" dirty="0">
                <a:latin typeface="Meiryo UI" panose="020B0604030504040204" pitchFamily="50" charset="-128"/>
                <a:ea typeface="Meiryo UI" panose="020B0604030504040204" pitchFamily="50" charset="-128"/>
                <a:cs typeface="Arial" pitchFamily="34" charset="0"/>
              </a:rPr>
              <a:t>Honda defines calibration boundary condition requirement of the project.</a:t>
            </a:r>
          </a:p>
          <a:p>
            <a:pPr marL="360363" algn="l" eaLnBrk="1" hangingPunct="1">
              <a:lnSpc>
                <a:spcPct val="110000"/>
              </a:lnSpc>
              <a:spcBef>
                <a:spcPts val="300"/>
              </a:spcBef>
            </a:pP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dirty="0">
                <a:latin typeface="Meiryo UI" panose="020B0604030504040204" pitchFamily="50" charset="-128"/>
                <a:ea typeface="Meiryo UI" panose="020B0604030504040204" pitchFamily="50" charset="-128"/>
                <a:cs typeface="Arial" pitchFamily="34" charset="0"/>
              </a:rPr>
              <a:t> is responsible to fulfill</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solidFill>
                  <a:srgbClr val="0000FF"/>
                </a:solidFill>
                <a:latin typeface="Meiryo UI" panose="020B0604030504040204" pitchFamily="50" charset="-128"/>
                <a:ea typeface="Meiryo UI" panose="020B0604030504040204" pitchFamily="50" charset="-128"/>
                <a:cs typeface="Arial" pitchFamily="34" charset="0"/>
              </a:rPr>
              <a:t>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’s </a:t>
            </a:r>
            <a:r>
              <a:rPr lang="en-US" altLang="ja-JP" sz="1400" dirty="0">
                <a:latin typeface="Meiryo UI" panose="020B0604030504040204" pitchFamily="50" charset="-128"/>
                <a:ea typeface="Meiryo UI" panose="020B0604030504040204" pitchFamily="50" charset="-128"/>
                <a:cs typeface="Arial" pitchFamily="34" charset="0"/>
              </a:rPr>
              <a:t>internal verification criteria to secure calibration maturity in the market.</a:t>
            </a:r>
          </a:p>
          <a:p>
            <a:pPr marL="360363" algn="l" eaLnBrk="1" hangingPunct="1">
              <a:lnSpc>
                <a:spcPct val="110000"/>
              </a:lnSpc>
              <a:spcBef>
                <a:spcPts val="300"/>
              </a:spcBef>
            </a:pP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dirty="0">
                <a:latin typeface="Meiryo UI" panose="020B0604030504040204" pitchFamily="50" charset="-128"/>
                <a:ea typeface="Meiryo UI" panose="020B0604030504040204" pitchFamily="50" charset="-128"/>
                <a:cs typeface="Arial" pitchFamily="34" charset="0"/>
              </a:rPr>
              <a:t> is also required to report which working package will be calibrated / verified.</a:t>
            </a:r>
          </a:p>
          <a:p>
            <a:pPr marL="360363" algn="l" eaLnBrk="1" hangingPunct="1">
              <a:lnSpc>
                <a:spcPct val="110000"/>
              </a:lnSpc>
              <a:spcBef>
                <a:spcPts val="300"/>
              </a:spcBef>
            </a:pPr>
            <a:r>
              <a:rPr lang="en-US" altLang="ja-JP" sz="1400" dirty="0">
                <a:latin typeface="Meiryo UI" panose="020B0604030504040204" pitchFamily="50" charset="-128"/>
                <a:ea typeface="Meiryo UI" panose="020B0604030504040204" pitchFamily="50" charset="-128"/>
                <a:cs typeface="Arial" pitchFamily="34" charset="0"/>
              </a:rPr>
              <a:t>This verification result shall be reported in the expert meeting.</a:t>
            </a:r>
          </a:p>
          <a:p>
            <a:pPr marL="360363" algn="l" eaLnBrk="1" hangingPunct="1">
              <a:lnSpc>
                <a:spcPct val="110000"/>
              </a:lnSpc>
              <a:spcBef>
                <a:spcPts val="300"/>
              </a:spcBef>
            </a:pPr>
            <a:r>
              <a:rPr lang="en-US" altLang="ja-JP" sz="1400" dirty="0">
                <a:latin typeface="Meiryo UI" panose="020B0604030504040204" pitchFamily="50" charset="-128"/>
                <a:ea typeface="Meiryo UI" panose="020B0604030504040204" pitchFamily="50" charset="-128"/>
                <a:cs typeface="Arial" pitchFamily="34" charset="0"/>
              </a:rPr>
              <a:t>EMS items are Honda requirement to verify calibration maturity, and EMS verification is just Honda minimum requirement and</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solidFill>
                  <a:srgbClr val="0000FF"/>
                </a:solidFill>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is responsible for all calibration to secure maturity in the boundary condition which is defined from next page onwards.</a:t>
            </a:r>
          </a:p>
          <a:p>
            <a:pPr marL="360363" algn="l" eaLnBrk="1" hangingPunct="1">
              <a:lnSpc>
                <a:spcPct val="110000"/>
              </a:lnSpc>
              <a:spcBef>
                <a:spcPts val="300"/>
              </a:spcBef>
            </a:pPr>
            <a:r>
              <a:rPr lang="en-US" altLang="ja-JP" sz="1400" dirty="0">
                <a:latin typeface="Meiryo UI" panose="020B0604030504040204" pitchFamily="50" charset="-128"/>
                <a:ea typeface="Meiryo UI" panose="020B0604030504040204" pitchFamily="50" charset="-128"/>
                <a:cs typeface="Arial" pitchFamily="34" charset="0"/>
              </a:rPr>
              <a:t>If</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dirty="0">
                <a:latin typeface="Meiryo UI" panose="020B0604030504040204" pitchFamily="50" charset="-128"/>
                <a:ea typeface="Meiryo UI" panose="020B0604030504040204" pitchFamily="50" charset="-128"/>
                <a:cs typeface="Arial" pitchFamily="34" charset="0"/>
              </a:rPr>
              <a:t> cannot perform several condition, like high altitude and low/high temperature,</a:t>
            </a:r>
          </a:p>
          <a:p>
            <a:pPr marL="360363" algn="l" eaLnBrk="1" hangingPunct="1">
              <a:lnSpc>
                <a:spcPct val="110000"/>
              </a:lnSpc>
              <a:spcBef>
                <a:spcPts val="300"/>
              </a:spcBef>
            </a:pPr>
            <a:r>
              <a:rPr lang="en-US" altLang="ja-JP" sz="1400" dirty="0">
                <a:latin typeface="Meiryo UI" panose="020B0604030504040204" pitchFamily="50" charset="-128"/>
                <a:ea typeface="Meiryo UI" panose="020B0604030504040204" pitchFamily="50" charset="-128"/>
                <a:cs typeface="Arial" pitchFamily="34" charset="0"/>
              </a:rPr>
              <a:t>Honda can perform measurement at Honda facility instead of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solidFill>
                  <a:srgbClr val="0000FF"/>
                </a:solidFill>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verification. </a:t>
            </a:r>
          </a:p>
          <a:p>
            <a:pPr marL="360363" algn="l" eaLnBrk="1" hangingPunct="1">
              <a:lnSpc>
                <a:spcPct val="110000"/>
              </a:lnSpc>
              <a:spcBef>
                <a:spcPts val="300"/>
              </a:spcBef>
            </a:pP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solidFill>
                  <a:srgbClr val="0000FF"/>
                </a:solidFill>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assumes responsibility about conformity result in that case. </a:t>
            </a:r>
          </a:p>
          <a:p>
            <a:pPr marL="360363" algn="l" eaLnBrk="1" hangingPunct="1">
              <a:lnSpc>
                <a:spcPct val="110000"/>
              </a:lnSpc>
              <a:spcBef>
                <a:spcPts val="300"/>
              </a:spcBef>
            </a:pPr>
            <a:endParaRPr lang="en-US" altLang="ja-JP" sz="1400" dirty="0">
              <a:latin typeface="Meiryo UI" panose="020B0604030504040204" pitchFamily="50" charset="-128"/>
              <a:ea typeface="Meiryo UI" panose="020B0604030504040204" pitchFamily="50" charset="-128"/>
              <a:cs typeface="Arial" pitchFamily="34" charset="0"/>
            </a:endParaRPr>
          </a:p>
          <a:p>
            <a:pPr marL="360363" algn="l" eaLnBrk="1" hangingPunct="1">
              <a:lnSpc>
                <a:spcPct val="110000"/>
              </a:lnSpc>
              <a:spcBef>
                <a:spcPts val="300"/>
              </a:spcBef>
            </a:pPr>
            <a:r>
              <a:rPr lang="en-US" altLang="ja-JP" sz="1400" dirty="0">
                <a:latin typeface="Meiryo UI" panose="020B0604030504040204" pitchFamily="50" charset="-128"/>
                <a:ea typeface="Meiryo UI" panose="020B0604030504040204" pitchFamily="50" charset="-128"/>
                <a:cs typeface="Arial" pitchFamily="34" charset="0"/>
              </a:rPr>
              <a:t>Honda </a:t>
            </a:r>
            <a:r>
              <a:rPr lang="ja-JP" altLang="en-US" sz="1400" dirty="0">
                <a:latin typeface="Meiryo UI" panose="020B0604030504040204" pitchFamily="50" charset="-128"/>
                <a:ea typeface="Meiryo UI" panose="020B0604030504040204" pitchFamily="50" charset="-128"/>
                <a:cs typeface="Arial" pitchFamily="34" charset="0"/>
              </a:rPr>
              <a:t>がプロジェクトにおけるキャリブレーションの環境条件を定義する。</a:t>
            </a:r>
            <a:endParaRPr lang="en-US" altLang="ja-JP" sz="1400" dirty="0">
              <a:latin typeface="Meiryo UI" panose="020B0604030504040204" pitchFamily="50" charset="-128"/>
              <a:ea typeface="Meiryo UI" panose="020B0604030504040204" pitchFamily="50" charset="-128"/>
              <a:cs typeface="Arial" pitchFamily="34" charset="0"/>
            </a:endParaRPr>
          </a:p>
          <a:p>
            <a:pPr marL="360363" algn="l" eaLnBrk="1" hangingPunct="1">
              <a:lnSpc>
                <a:spcPct val="110000"/>
              </a:lnSpc>
              <a:spcBef>
                <a:spcPts val="300"/>
              </a:spcBef>
            </a:pP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latin typeface="Meiryo UI" panose="020B0604030504040204" pitchFamily="50" charset="-128"/>
                <a:ea typeface="Meiryo UI" panose="020B0604030504040204" pitchFamily="50" charset="-128"/>
                <a:cs typeface="Arial" pitchFamily="34" charset="0"/>
              </a:rPr>
              <a:t>は定義された環境条件下で、市場での品質を守るため適合の確認を行う責務を負う。</a:t>
            </a:r>
            <a:endParaRPr lang="en-US" altLang="ja-JP" sz="1400" dirty="0">
              <a:latin typeface="Meiryo UI" panose="020B0604030504040204" pitchFamily="50" charset="-128"/>
              <a:ea typeface="Meiryo UI" panose="020B0604030504040204" pitchFamily="50" charset="-128"/>
              <a:cs typeface="Arial" pitchFamily="34" charset="0"/>
            </a:endParaRPr>
          </a:p>
          <a:p>
            <a:pPr marL="360363" algn="l" eaLnBrk="1" hangingPunct="1">
              <a:lnSpc>
                <a:spcPct val="110000"/>
              </a:lnSpc>
              <a:spcBef>
                <a:spcPts val="300"/>
              </a:spcBef>
            </a:pP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latin typeface="Meiryo UI" panose="020B0604030504040204" pitchFamily="50" charset="-128"/>
                <a:ea typeface="Meiryo UI" panose="020B0604030504040204" pitchFamily="50" charset="-128"/>
                <a:cs typeface="Arial" pitchFamily="34" charset="0"/>
              </a:rPr>
              <a:t>は定義された環境下で、どのファンクションのキャリブレーションを行うかを適合を始める前に</a:t>
            </a:r>
            <a:r>
              <a:rPr lang="en-US" altLang="ja-JP" sz="1400" dirty="0">
                <a:latin typeface="Meiryo UI" panose="020B0604030504040204" pitchFamily="50" charset="-128"/>
                <a:ea typeface="Meiryo UI" panose="020B0604030504040204" pitchFamily="50" charset="-128"/>
                <a:cs typeface="Arial" pitchFamily="34" charset="0"/>
              </a:rPr>
              <a:t>Honda</a:t>
            </a:r>
            <a:r>
              <a:rPr lang="ja-JP" altLang="en-US" sz="1400" dirty="0">
                <a:latin typeface="Meiryo UI" panose="020B0604030504040204" pitchFamily="50" charset="-128"/>
                <a:ea typeface="Meiryo UI" panose="020B0604030504040204" pitchFamily="50" charset="-128"/>
                <a:cs typeface="Arial" pitchFamily="34" charset="0"/>
              </a:rPr>
              <a:t>に提示する。</a:t>
            </a:r>
            <a:endParaRPr lang="en-US" altLang="ja-JP" sz="1400" dirty="0">
              <a:latin typeface="Meiryo UI" panose="020B0604030504040204" pitchFamily="50" charset="-128"/>
              <a:ea typeface="Meiryo UI" panose="020B0604030504040204" pitchFamily="50" charset="-128"/>
              <a:cs typeface="Arial" pitchFamily="34" charset="0"/>
            </a:endParaRPr>
          </a:p>
          <a:p>
            <a:pPr marL="360363" algn="l" eaLnBrk="1" hangingPunct="1">
              <a:lnSpc>
                <a:spcPct val="110000"/>
              </a:lnSpc>
              <a:spcBef>
                <a:spcPts val="300"/>
              </a:spcBef>
            </a:pPr>
            <a:r>
              <a:rPr lang="ja-JP" altLang="en-US" sz="1400" dirty="0">
                <a:latin typeface="Meiryo UI" panose="020B0604030504040204" pitchFamily="50" charset="-128"/>
                <a:ea typeface="Meiryo UI" panose="020B0604030504040204" pitchFamily="50" charset="-128"/>
                <a:cs typeface="Arial" pitchFamily="34" charset="0"/>
              </a:rPr>
              <a:t>キャリブレーションの確認結果で</a:t>
            </a:r>
            <a:r>
              <a:rPr lang="en-US" altLang="ja-JP" sz="1400" dirty="0">
                <a:latin typeface="Meiryo UI" panose="020B0604030504040204" pitchFamily="50" charset="-128"/>
                <a:ea typeface="Meiryo UI" panose="020B0604030504040204" pitchFamily="50" charset="-128"/>
                <a:cs typeface="Arial" pitchFamily="34" charset="0"/>
              </a:rPr>
              <a:t>Honda</a:t>
            </a:r>
            <a:r>
              <a:rPr lang="ja-JP" altLang="en-US" sz="1400" dirty="0">
                <a:latin typeface="Meiryo UI" panose="020B0604030504040204" pitchFamily="50" charset="-128"/>
                <a:ea typeface="Meiryo UI" panose="020B0604030504040204" pitchFamily="50" charset="-128"/>
                <a:cs typeface="Arial" pitchFamily="34" charset="0"/>
              </a:rPr>
              <a:t>要求項目については</a:t>
            </a:r>
            <a:r>
              <a:rPr lang="en-US" altLang="ja-JP" sz="1400" dirty="0">
                <a:latin typeface="Meiryo UI" panose="020B0604030504040204" pitchFamily="50" charset="-128"/>
                <a:ea typeface="Meiryo UI" panose="020B0604030504040204" pitchFamily="50" charset="-128"/>
                <a:cs typeface="Arial" pitchFamily="34" charset="0"/>
              </a:rPr>
              <a:t>Expert meeting</a:t>
            </a:r>
            <a:r>
              <a:rPr lang="ja-JP" altLang="en-US" sz="1400" dirty="0">
                <a:latin typeface="Meiryo UI" panose="020B0604030504040204" pitchFamily="50" charset="-128"/>
                <a:ea typeface="Meiryo UI" panose="020B0604030504040204" pitchFamily="50" charset="-128"/>
                <a:cs typeface="Arial" pitchFamily="34" charset="0"/>
              </a:rPr>
              <a:t>にて報告される。</a:t>
            </a:r>
            <a:endParaRPr lang="en-US" altLang="ja-JP" sz="1400" dirty="0">
              <a:latin typeface="Meiryo UI" panose="020B0604030504040204" pitchFamily="50" charset="-128"/>
              <a:ea typeface="Meiryo UI" panose="020B0604030504040204" pitchFamily="50" charset="-128"/>
              <a:cs typeface="Arial" pitchFamily="34" charset="0"/>
            </a:endParaRPr>
          </a:p>
          <a:p>
            <a:pPr marL="360363" algn="l" eaLnBrk="1" hangingPunct="1">
              <a:lnSpc>
                <a:spcPct val="110000"/>
              </a:lnSpc>
              <a:spcBef>
                <a:spcPts val="300"/>
              </a:spcBef>
            </a:pPr>
            <a:r>
              <a:rPr lang="en-US" altLang="ja-JP" sz="1400" dirty="0">
                <a:latin typeface="Meiryo UI" panose="020B0604030504040204" pitchFamily="50" charset="-128"/>
                <a:ea typeface="Meiryo UI" panose="020B0604030504040204" pitchFamily="50" charset="-128"/>
                <a:cs typeface="Arial" pitchFamily="34" charset="0"/>
              </a:rPr>
              <a:t>EMS</a:t>
            </a:r>
            <a:r>
              <a:rPr lang="ja-JP" altLang="en-US" sz="1400" dirty="0">
                <a:latin typeface="Meiryo UI" panose="020B0604030504040204" pitchFamily="50" charset="-128"/>
                <a:ea typeface="Meiryo UI" panose="020B0604030504040204" pitchFamily="50" charset="-128"/>
                <a:cs typeface="Arial" pitchFamily="34" charset="0"/>
              </a:rPr>
              <a:t>項目は</a:t>
            </a:r>
            <a:r>
              <a:rPr lang="en-US" altLang="ja-JP" sz="1400" dirty="0">
                <a:latin typeface="Meiryo UI" panose="020B0604030504040204" pitchFamily="50" charset="-128"/>
                <a:ea typeface="Meiryo UI" panose="020B0604030504040204" pitchFamily="50" charset="-128"/>
                <a:cs typeface="Arial" pitchFamily="34" charset="0"/>
              </a:rPr>
              <a:t>Honda</a:t>
            </a:r>
            <a:r>
              <a:rPr lang="ja-JP" altLang="en-US" sz="1400" dirty="0">
                <a:latin typeface="Meiryo UI" panose="020B0604030504040204" pitchFamily="50" charset="-128"/>
                <a:ea typeface="Meiryo UI" panose="020B0604030504040204" pitchFamily="50" charset="-128"/>
                <a:cs typeface="Arial" pitchFamily="34" charset="0"/>
              </a:rPr>
              <a:t>の要求項目であり、ミニマム確認項目である。</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latin typeface="Meiryo UI" panose="020B0604030504040204" pitchFamily="50" charset="-128"/>
                <a:ea typeface="Meiryo UI" panose="020B0604030504040204" pitchFamily="50" charset="-128"/>
                <a:cs typeface="Arial" pitchFamily="34" charset="0"/>
              </a:rPr>
              <a:t>は次ページ以降で定義される領域において</a:t>
            </a:r>
            <a:endParaRPr lang="en-US" altLang="ja-JP" sz="1400" dirty="0">
              <a:latin typeface="Meiryo UI" panose="020B0604030504040204" pitchFamily="50" charset="-128"/>
              <a:ea typeface="Meiryo UI" panose="020B0604030504040204" pitchFamily="50" charset="-128"/>
              <a:cs typeface="Arial" pitchFamily="34" charset="0"/>
            </a:endParaRPr>
          </a:p>
          <a:p>
            <a:pPr marL="360363" algn="l" eaLnBrk="1" hangingPunct="1">
              <a:lnSpc>
                <a:spcPct val="110000"/>
              </a:lnSpc>
              <a:spcBef>
                <a:spcPts val="300"/>
              </a:spcBef>
            </a:pPr>
            <a:r>
              <a:rPr lang="ja-JP" altLang="en-US" sz="1400" dirty="0">
                <a:latin typeface="Meiryo UI" panose="020B0604030504040204" pitchFamily="50" charset="-128"/>
                <a:ea typeface="Meiryo UI" panose="020B0604030504040204" pitchFamily="50" charset="-128"/>
                <a:cs typeface="Arial" pitchFamily="34" charset="0"/>
              </a:rPr>
              <a:t>市場での品質責任を負う。</a:t>
            </a:r>
            <a:endParaRPr lang="en-US" altLang="ja-JP" sz="1400" dirty="0">
              <a:latin typeface="Meiryo UI" panose="020B0604030504040204" pitchFamily="50" charset="-128"/>
              <a:ea typeface="Meiryo UI" panose="020B0604030504040204" pitchFamily="50" charset="-128"/>
              <a:cs typeface="Arial" pitchFamily="34" charset="0"/>
            </a:endParaRPr>
          </a:p>
          <a:p>
            <a:pPr marL="360363" algn="l" eaLnBrk="1" hangingPunct="1">
              <a:lnSpc>
                <a:spcPct val="110000"/>
              </a:lnSpc>
              <a:spcBef>
                <a:spcPts val="300"/>
              </a:spcBef>
            </a:pPr>
            <a:r>
              <a:rPr lang="ja-JP" altLang="en-US" sz="1400" dirty="0">
                <a:latin typeface="Meiryo UI" panose="020B0604030504040204" pitchFamily="50" charset="-128"/>
                <a:ea typeface="Meiryo UI" panose="020B0604030504040204" pitchFamily="50" charset="-128"/>
                <a:cs typeface="Arial" pitchFamily="34" charset="0"/>
              </a:rPr>
              <a:t>高地、低高温など、</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latin typeface="Meiryo UI" panose="020B0604030504040204" pitchFamily="50" charset="-128"/>
                <a:ea typeface="Meiryo UI" panose="020B0604030504040204" pitchFamily="50" charset="-128"/>
                <a:cs typeface="Arial" pitchFamily="34" charset="0"/>
              </a:rPr>
              <a:t>にてテストできない環境条件に関しては、</a:t>
            </a:r>
            <a:r>
              <a:rPr lang="en-US" altLang="ja-JP" sz="1400" dirty="0">
                <a:latin typeface="Meiryo UI" panose="020B0604030504040204" pitchFamily="50" charset="-128"/>
                <a:ea typeface="Meiryo UI" panose="020B0604030504040204" pitchFamily="50" charset="-128"/>
                <a:cs typeface="Arial" pitchFamily="34" charset="0"/>
              </a:rPr>
              <a:t>Honda</a:t>
            </a:r>
            <a:r>
              <a:rPr lang="ja-JP" altLang="en-US" sz="1400" dirty="0">
                <a:latin typeface="Meiryo UI" panose="020B0604030504040204" pitchFamily="50" charset="-128"/>
                <a:ea typeface="Meiryo UI" panose="020B0604030504040204" pitchFamily="50" charset="-128"/>
                <a:cs typeface="Arial" pitchFamily="34" charset="0"/>
              </a:rPr>
              <a:t>設備にて</a:t>
            </a:r>
            <a:r>
              <a:rPr lang="en-US" altLang="ja-JP" sz="1400" dirty="0">
                <a:latin typeface="Meiryo UI" panose="020B0604030504040204" pitchFamily="50" charset="-128"/>
                <a:ea typeface="Meiryo UI" panose="020B0604030504040204" pitchFamily="50" charset="-128"/>
                <a:cs typeface="Arial" pitchFamily="34" charset="0"/>
              </a:rPr>
              <a:t>Honda</a:t>
            </a:r>
            <a:r>
              <a:rPr lang="ja-JP" altLang="en-US" sz="1400" dirty="0">
                <a:latin typeface="Meiryo UI" panose="020B0604030504040204" pitchFamily="50" charset="-128"/>
                <a:ea typeface="Meiryo UI" panose="020B0604030504040204" pitchFamily="50" charset="-128"/>
                <a:cs typeface="Arial" pitchFamily="34" charset="0"/>
              </a:rPr>
              <a:t>が</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latin typeface="Meiryo UI" panose="020B0604030504040204" pitchFamily="50" charset="-128"/>
                <a:ea typeface="Meiryo UI" panose="020B0604030504040204" pitchFamily="50" charset="-128"/>
                <a:cs typeface="Arial" pitchFamily="34" charset="0"/>
              </a:rPr>
              <a:t>の代わりに</a:t>
            </a:r>
            <a:endParaRPr lang="en-US" altLang="ja-JP" sz="1400" dirty="0">
              <a:latin typeface="Meiryo UI" panose="020B0604030504040204" pitchFamily="50" charset="-128"/>
              <a:ea typeface="Meiryo UI" panose="020B0604030504040204" pitchFamily="50" charset="-128"/>
              <a:cs typeface="Arial" pitchFamily="34" charset="0"/>
            </a:endParaRPr>
          </a:p>
          <a:p>
            <a:pPr marL="360363" algn="l" eaLnBrk="1" hangingPunct="1">
              <a:lnSpc>
                <a:spcPct val="110000"/>
              </a:lnSpc>
              <a:spcBef>
                <a:spcPts val="300"/>
              </a:spcBef>
            </a:pPr>
            <a:r>
              <a:rPr lang="ja-JP" altLang="en-US" sz="1400" dirty="0">
                <a:latin typeface="Meiryo UI" panose="020B0604030504040204" pitchFamily="50" charset="-128"/>
                <a:ea typeface="Meiryo UI" panose="020B0604030504040204" pitchFamily="50" charset="-128"/>
                <a:cs typeface="Arial" pitchFamily="34" charset="0"/>
              </a:rPr>
              <a:t>検証を行うこともできる。</a:t>
            </a:r>
            <a:endParaRPr lang="en-US" altLang="ja-JP" sz="1400" dirty="0">
              <a:latin typeface="Meiryo UI" panose="020B0604030504040204" pitchFamily="50" charset="-128"/>
              <a:ea typeface="Meiryo UI" panose="020B0604030504040204" pitchFamily="50" charset="-128"/>
              <a:cs typeface="Arial" pitchFamily="34" charset="0"/>
            </a:endParaRPr>
          </a:p>
          <a:p>
            <a:pPr marL="360363" algn="l" eaLnBrk="1" hangingPunct="1">
              <a:lnSpc>
                <a:spcPct val="110000"/>
              </a:lnSpc>
              <a:spcBef>
                <a:spcPts val="300"/>
              </a:spcBef>
            </a:pPr>
            <a:r>
              <a:rPr lang="ja-JP" altLang="en-US" sz="1400" dirty="0">
                <a:latin typeface="Meiryo UI" panose="020B0604030504040204" pitchFamily="50" charset="-128"/>
                <a:ea typeface="Meiryo UI" panose="020B0604030504040204" pitchFamily="50" charset="-128"/>
                <a:cs typeface="Arial" pitchFamily="34" charset="0"/>
              </a:rPr>
              <a:t>その際の適合結果については</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latin typeface="Meiryo UI" panose="020B0604030504040204" pitchFamily="50" charset="-128"/>
                <a:ea typeface="Meiryo UI" panose="020B0604030504040204" pitchFamily="50" charset="-128"/>
                <a:cs typeface="Arial" pitchFamily="34" charset="0"/>
              </a:rPr>
              <a:t>が責任を負う。</a:t>
            </a:r>
            <a:endParaRPr lang="en-US" altLang="ja-JP" sz="1400" dirty="0">
              <a:latin typeface="Meiryo UI" panose="020B0604030504040204" pitchFamily="50" charset="-128"/>
              <a:ea typeface="Meiryo UI" panose="020B0604030504040204" pitchFamily="50" charset="-128"/>
              <a:cs typeface="Arial" pitchFamily="34" charset="0"/>
            </a:endParaRPr>
          </a:p>
        </p:txBody>
      </p:sp>
      <p:sp>
        <p:nvSpPr>
          <p:cNvPr id="5" name="Text Box 2"/>
          <p:cNvSpPr txBox="1">
            <a:spLocks noChangeArrowheads="1"/>
          </p:cNvSpPr>
          <p:nvPr/>
        </p:nvSpPr>
        <p:spPr bwMode="auto">
          <a:xfrm>
            <a:off x="250829" y="44451"/>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2000">
                <a:solidFill>
                  <a:srgbClr val="FFFFFF"/>
                </a:solidFill>
                <a:latin typeface="Meiryo UI" panose="020B0604030504040204" pitchFamily="50" charset="-128"/>
                <a:ea typeface="Meiryo UI" panose="020B0604030504040204" pitchFamily="50" charset="-128"/>
                <a:cs typeface="Arial" pitchFamily="34" charset="0"/>
              </a:rPr>
              <a:t>16. EMS Requirement and CR (2/21)</a:t>
            </a:r>
            <a:endParaRPr lang="en-US" altLang="ja-JP" sz="1100">
              <a:solidFill>
                <a:srgbClr val="FFFFFF"/>
              </a:solidFill>
              <a:latin typeface="HGPｺﾞｼｯｸE" pitchFamily="50" charset="-128"/>
              <a:ea typeface="HGPｺﾞｼｯｸE" pitchFamily="50" charset="-128"/>
              <a:cs typeface="Arial" pitchFamily="34" charset="0"/>
            </a:endParaRPr>
          </a:p>
        </p:txBody>
      </p:sp>
    </p:spTree>
    <p:extLst>
      <p:ext uri="{BB962C8B-B14F-4D97-AF65-F5344CB8AC3E}">
        <p14:creationId xmlns:p14="http://schemas.microsoft.com/office/powerpoint/2010/main" val="91680945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 Box 2"/>
          <p:cNvSpPr txBox="1">
            <a:spLocks noChangeArrowheads="1"/>
          </p:cNvSpPr>
          <p:nvPr/>
        </p:nvSpPr>
        <p:spPr bwMode="auto">
          <a:xfrm>
            <a:off x="102661" y="631778"/>
            <a:ext cx="8893175" cy="10886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0" marR="0" lvl="0" indent="0" algn="l" defTabSz="914400" rtl="0" eaLnBrk="1" fontAlgn="base" latinLnBrk="0" hangingPunct="1">
              <a:lnSpc>
                <a:spcPct val="110000"/>
              </a:lnSpc>
              <a:spcBef>
                <a:spcPct val="0"/>
              </a:spcBef>
              <a:spcAft>
                <a:spcPct val="0"/>
              </a:spcAft>
              <a:buClrTx/>
              <a:buSzTx/>
              <a:buFontTx/>
              <a:buNone/>
              <a:tabLst/>
              <a:defRPr/>
            </a:pPr>
            <a:r>
              <a:rPr kumimoji="1" lang="en-US" altLang="ja-JP" sz="1800" b="1" i="0" u="sng" strike="noStrike" kern="1200" cap="none" spc="0" normalizeH="0" baseline="0" noProof="0" dirty="0">
                <a:ln>
                  <a:noFill/>
                </a:ln>
                <a:effectLst/>
                <a:uLnTx/>
                <a:uFillTx/>
                <a:latin typeface="Arial" panose="020B0604020202020204" pitchFamily="34" charset="0"/>
                <a:ea typeface="Meiryo UI" panose="020B0604030504040204" pitchFamily="50" charset="-128"/>
                <a:cs typeface="Arial" panose="020B0604020202020204" pitchFamily="34" charset="0"/>
              </a:rPr>
              <a:t>Calibration Boundary Conditions</a:t>
            </a:r>
            <a:endParaRPr lang="en-US" altLang="ja-JP" sz="1400" dirty="0">
              <a:latin typeface="Arial" panose="020B0604020202020204" pitchFamily="34" charset="0"/>
              <a:ea typeface="Meiryo UI" panose="020B0604030504040204" pitchFamily="50" charset="-128"/>
              <a:cs typeface="Arial" panose="020B0604020202020204" pitchFamily="34" charset="0"/>
            </a:endParaRPr>
          </a:p>
          <a:p>
            <a:pPr marL="0" marR="0" lvl="0" indent="0" algn="l" defTabSz="914400" rtl="0" eaLnBrk="1" fontAlgn="base" latinLnBrk="0" hangingPunct="1">
              <a:lnSpc>
                <a:spcPct val="110000"/>
              </a:lnSpc>
              <a:spcBef>
                <a:spcPct val="0"/>
              </a:spcBef>
              <a:spcAft>
                <a:spcPct val="0"/>
              </a:spcAft>
              <a:buClrTx/>
              <a:buSzTx/>
              <a:buFontTx/>
              <a:buNone/>
              <a:tabLst/>
              <a:defRPr/>
            </a:pPr>
            <a:endParaRPr kumimoji="1" lang="en-US" altLang="ja-JP" sz="1400" b="0" i="0" u="none" strike="noStrike" kern="1200" cap="none" spc="0" normalizeH="0" baseline="0" noProof="0" dirty="0">
              <a:ln>
                <a:noFill/>
              </a:ln>
              <a:effectLst/>
              <a:uLnTx/>
              <a:uFillTx/>
              <a:latin typeface="Arial" panose="020B0604020202020204" pitchFamily="34" charset="0"/>
              <a:ea typeface="Meiryo UI" panose="020B0604030504040204" pitchFamily="50" charset="-128"/>
              <a:cs typeface="Arial" panose="020B0604020202020204" pitchFamily="34" charset="0"/>
            </a:endParaRPr>
          </a:p>
          <a:p>
            <a:pPr marL="0" marR="0" lvl="0" indent="0" algn="l" defTabSz="914400" rtl="0" eaLnBrk="1" fontAlgn="base" latinLnBrk="0" hangingPunct="1">
              <a:lnSpc>
                <a:spcPct val="110000"/>
              </a:lnSpc>
              <a:spcBef>
                <a:spcPct val="0"/>
              </a:spcBef>
              <a:spcAft>
                <a:spcPct val="0"/>
              </a:spcAft>
              <a:buClrTx/>
              <a:buSzTx/>
              <a:buFontTx/>
              <a:buNone/>
              <a:tabLst/>
              <a:defRPr/>
            </a:pPr>
            <a:r>
              <a:rPr lang="en-US" altLang="ja-JP" sz="1400" dirty="0">
                <a:latin typeface="Arial" panose="020B0604020202020204" pitchFamily="34" charset="0"/>
                <a:ea typeface="Meiryo UI" panose="020B0604030504040204" pitchFamily="50" charset="-128"/>
                <a:cs typeface="Arial" panose="020B0604020202020204" pitchFamily="34" charset="0"/>
              </a:rPr>
              <a:t>     Scope of the </a:t>
            </a:r>
            <a:r>
              <a:rPr kumimoji="1" lang="en-US" altLang="ja-JP" sz="1400" b="0" i="0" u="none" strike="noStrike" kern="1200" cap="none" spc="0" normalizeH="0" baseline="0" noProof="0" dirty="0">
                <a:ln>
                  <a:noFill/>
                </a:ln>
                <a:effectLst/>
                <a:uLnTx/>
                <a:uFillTx/>
                <a:latin typeface="Arial" panose="020B0604020202020204" pitchFamily="34" charset="0"/>
                <a:ea typeface="Meiryo UI" panose="020B0604030504040204" pitchFamily="50" charset="-128"/>
                <a:cs typeface="Arial" panose="020B0604020202020204" pitchFamily="34" charset="0"/>
              </a:rPr>
              <a:t>development requirements (EMS) and concept of how to guarantee calibrations outside the </a:t>
            </a:r>
          </a:p>
          <a:p>
            <a:pPr marL="0" marR="0" lvl="0" indent="0" algn="l" defTabSz="914400" rtl="0" eaLnBrk="1" fontAlgn="base" latinLnBrk="0" hangingPunct="1">
              <a:lnSpc>
                <a:spcPct val="110000"/>
              </a:lnSpc>
              <a:spcBef>
                <a:spcPct val="0"/>
              </a:spcBef>
              <a:spcAft>
                <a:spcPct val="0"/>
              </a:spcAft>
              <a:buClrTx/>
              <a:buSzTx/>
              <a:buFontTx/>
              <a:buNone/>
              <a:tabLst/>
              <a:defRPr/>
            </a:pPr>
            <a:r>
              <a:rPr lang="en-US" altLang="ja-JP" sz="1400" dirty="0">
                <a:latin typeface="Arial" panose="020B0604020202020204" pitchFamily="34" charset="0"/>
                <a:ea typeface="Meiryo UI" panose="020B0604030504040204" pitchFamily="50" charset="-128"/>
                <a:cs typeface="Arial" panose="020B0604020202020204" pitchFamily="34" charset="0"/>
              </a:rPr>
              <a:t>     development scope </a:t>
            </a:r>
            <a:r>
              <a:rPr kumimoji="1" lang="en-US" altLang="ja-JP" sz="1400" b="0" i="0" u="none" strike="noStrike" kern="1200" cap="none" spc="0" normalizeH="0" baseline="0" noProof="0" dirty="0">
                <a:ln>
                  <a:noFill/>
                </a:ln>
                <a:effectLst/>
                <a:uLnTx/>
                <a:uFillTx/>
                <a:latin typeface="Arial" panose="020B0604020202020204" pitchFamily="34" charset="0"/>
                <a:ea typeface="Meiryo UI" panose="020B0604030504040204" pitchFamily="50" charset="-128"/>
                <a:cs typeface="Arial" panose="020B0604020202020204" pitchFamily="34" charset="0"/>
              </a:rPr>
              <a:t>are as stated below   </a:t>
            </a:r>
            <a:r>
              <a:rPr kumimoji="1" lang="ja-JP" altLang="en-US" sz="1400" b="0" i="0" u="none" strike="noStrike" kern="1200" cap="none" spc="0" normalizeH="0" baseline="0" noProof="0" dirty="0">
                <a:ln>
                  <a:noFill/>
                </a:ln>
                <a:effectLst/>
                <a:uLnTx/>
                <a:uFillTx/>
                <a:latin typeface="Arial" panose="020B0604020202020204" pitchFamily="34" charset="0"/>
                <a:ea typeface="Meiryo UI" panose="020B0604030504040204" pitchFamily="50" charset="-128"/>
                <a:cs typeface="Arial" panose="020B0604020202020204" pitchFamily="34" charset="0"/>
              </a:rPr>
              <a:t>（</a:t>
            </a:r>
            <a:r>
              <a:rPr lang="en-US" altLang="ja-JP" sz="1400" dirty="0">
                <a:latin typeface="Arial" panose="020B0604020202020204" pitchFamily="34" charset="0"/>
                <a:ea typeface="Meiryo UI" panose="020B0604030504040204" pitchFamily="50" charset="-128"/>
                <a:cs typeface="Arial" panose="020B0604020202020204" pitchFamily="34" charset="0"/>
              </a:rPr>
              <a:t>exclusive</a:t>
            </a:r>
            <a:r>
              <a:rPr kumimoji="1" lang="en-US" altLang="ja-JP" sz="1400" b="0" i="0" u="none" strike="noStrike" kern="1200" cap="none" spc="0" normalizeH="0" baseline="0" noProof="0" dirty="0">
                <a:ln>
                  <a:noFill/>
                </a:ln>
                <a:effectLst/>
                <a:uLnTx/>
                <a:uFillTx/>
                <a:latin typeface="Arial" panose="020B0604020202020204" pitchFamily="34" charset="0"/>
                <a:ea typeface="Meiryo UI" panose="020B0604030504040204" pitchFamily="50" charset="-128"/>
                <a:cs typeface="Arial" panose="020B0604020202020204" pitchFamily="34" charset="0"/>
              </a:rPr>
              <a:t> to BOSCH</a:t>
            </a:r>
            <a:r>
              <a:rPr kumimoji="1" lang="ja-JP" altLang="en-US" sz="1400" b="0" i="0" u="none" strike="noStrike" kern="1200" cap="none" spc="0" normalizeH="0" baseline="0" noProof="0" dirty="0">
                <a:ln>
                  <a:noFill/>
                </a:ln>
                <a:effectLst/>
                <a:uLnTx/>
                <a:uFillTx/>
                <a:latin typeface="Arial" panose="020B0604020202020204" pitchFamily="34" charset="0"/>
                <a:ea typeface="Meiryo UI" panose="020B0604030504040204" pitchFamily="50" charset="-128"/>
                <a:cs typeface="Arial" panose="020B0604020202020204" pitchFamily="34" charset="0"/>
              </a:rPr>
              <a:t>）</a:t>
            </a:r>
            <a:endParaRPr kumimoji="1" lang="en-US" altLang="ja-JP" sz="1400" b="0" i="0" u="none" strike="noStrike" kern="1200" cap="none" spc="0" normalizeH="0" baseline="0" noProof="0" dirty="0">
              <a:ln>
                <a:noFill/>
              </a:ln>
              <a:effectLst/>
              <a:uLnTx/>
              <a:uFillTx/>
              <a:latin typeface="Arial" panose="020B0604020202020204" pitchFamily="34" charset="0"/>
              <a:ea typeface="Meiryo UI" panose="020B0604030504040204" pitchFamily="50" charset="-128"/>
              <a:cs typeface="Arial" panose="020B0604020202020204" pitchFamily="34" charset="0"/>
            </a:endParaRPr>
          </a:p>
        </p:txBody>
      </p:sp>
      <p:sp>
        <p:nvSpPr>
          <p:cNvPr id="5" name="Text Box 2"/>
          <p:cNvSpPr txBox="1">
            <a:spLocks noChangeArrowheads="1"/>
          </p:cNvSpPr>
          <p:nvPr/>
        </p:nvSpPr>
        <p:spPr bwMode="auto">
          <a:xfrm>
            <a:off x="250829" y="44451"/>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2000" b="0" i="0" u="none" strike="noStrike" kern="1200" cap="none" spc="0" normalizeH="0" baseline="0" noProof="0">
                <a:ln>
                  <a:noFill/>
                </a:ln>
                <a:solidFill>
                  <a:srgbClr val="FFFFFF"/>
                </a:solidFill>
                <a:effectLst/>
                <a:uLnTx/>
                <a:uFillTx/>
                <a:latin typeface="Arial" panose="020B0604020202020204" pitchFamily="34" charset="0"/>
                <a:ea typeface="Meiryo UI" panose="020B0604030504040204" pitchFamily="50" charset="-128"/>
                <a:cs typeface="Arial" panose="020B0604020202020204" pitchFamily="34" charset="0"/>
              </a:rPr>
              <a:t>16. EMS Requirement and CR (2/14)</a:t>
            </a:r>
            <a:endParaRPr kumimoji="1" lang="en-US" altLang="ja-JP" sz="1100" b="0" i="0" u="none" strike="noStrike" kern="1200" cap="none" spc="0" normalizeH="0" baseline="0" noProof="0">
              <a:ln>
                <a:noFill/>
              </a:ln>
              <a:solidFill>
                <a:srgbClr val="FFFFFF"/>
              </a:solidFill>
              <a:effectLst/>
              <a:uLnTx/>
              <a:uFillTx/>
              <a:latin typeface="Arial" panose="020B0604020202020204" pitchFamily="34" charset="0"/>
              <a:ea typeface="HGPｺﾞｼｯｸE" pitchFamily="50" charset="-128"/>
              <a:cs typeface="Arial" panose="020B0604020202020204" pitchFamily="34" charset="0"/>
            </a:endParaRPr>
          </a:p>
        </p:txBody>
      </p:sp>
      <p:graphicFrame>
        <p:nvGraphicFramePr>
          <p:cNvPr id="10" name="表 5">
            <a:extLst>
              <a:ext uri="{FF2B5EF4-FFF2-40B4-BE49-F238E27FC236}">
                <a16:creationId xmlns:a16="http://schemas.microsoft.com/office/drawing/2014/main" id="{49E278D1-0D1C-4641-EDAB-174A838A56F8}"/>
              </a:ext>
            </a:extLst>
          </p:cNvPr>
          <p:cNvGraphicFramePr>
            <a:graphicFrameLocks noGrp="1"/>
          </p:cNvGraphicFramePr>
          <p:nvPr>
            <p:extLst>
              <p:ext uri="{D42A27DB-BD31-4B8C-83A1-F6EECF244321}">
                <p14:modId xmlns:p14="http://schemas.microsoft.com/office/powerpoint/2010/main" val="1707592663"/>
              </p:ext>
            </p:extLst>
          </p:nvPr>
        </p:nvGraphicFramePr>
        <p:xfrm>
          <a:off x="1351936" y="1718195"/>
          <a:ext cx="6408000" cy="3307080"/>
        </p:xfrm>
        <a:graphic>
          <a:graphicData uri="http://schemas.openxmlformats.org/drawingml/2006/table">
            <a:tbl>
              <a:tblPr firstRow="1" bandRow="1">
                <a:tableStyleId>{5C22544A-7EE6-4342-B048-85BDC9FD1C3A}</a:tableStyleId>
              </a:tblPr>
              <a:tblGrid>
                <a:gridCol w="1188000">
                  <a:extLst>
                    <a:ext uri="{9D8B030D-6E8A-4147-A177-3AD203B41FA5}">
                      <a16:colId xmlns:a16="http://schemas.microsoft.com/office/drawing/2014/main" val="2989285583"/>
                    </a:ext>
                  </a:extLst>
                </a:gridCol>
                <a:gridCol w="1227731">
                  <a:extLst>
                    <a:ext uri="{9D8B030D-6E8A-4147-A177-3AD203B41FA5}">
                      <a16:colId xmlns:a16="http://schemas.microsoft.com/office/drawing/2014/main" val="1158168181"/>
                    </a:ext>
                  </a:extLst>
                </a:gridCol>
                <a:gridCol w="1976269">
                  <a:extLst>
                    <a:ext uri="{9D8B030D-6E8A-4147-A177-3AD203B41FA5}">
                      <a16:colId xmlns:a16="http://schemas.microsoft.com/office/drawing/2014/main" val="1985270355"/>
                    </a:ext>
                  </a:extLst>
                </a:gridCol>
                <a:gridCol w="2016000">
                  <a:extLst>
                    <a:ext uri="{9D8B030D-6E8A-4147-A177-3AD203B41FA5}">
                      <a16:colId xmlns:a16="http://schemas.microsoft.com/office/drawing/2014/main" val="2960289742"/>
                    </a:ext>
                  </a:extLst>
                </a:gridCol>
              </a:tblGrid>
              <a:tr h="370840">
                <a:tc>
                  <a:txBody>
                    <a:bodyPr/>
                    <a:lstStyle/>
                    <a:p>
                      <a:pPr algn="ctr"/>
                      <a:endParaRPr kumimoji="1" lang="ja-JP" altLang="en-US" sz="120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kumimoji="1" lang="ja-JP" altLang="en-US" sz="1200" dirty="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1200">
                          <a:solidFill>
                            <a:schemeClr val="tx1"/>
                          </a:solidFill>
                          <a:latin typeface="Arial" panose="020B0604020202020204" pitchFamily="34" charset="0"/>
                          <a:ea typeface="Meiryo UI" panose="020B0604030504040204" pitchFamily="50" charset="-128"/>
                          <a:cs typeface="Arial" panose="020B0604020202020204" pitchFamily="34" charset="0"/>
                        </a:rPr>
                        <a:t>Scope of the Development Requirements</a:t>
                      </a:r>
                    </a:p>
                    <a:p>
                      <a:pPr algn="ctr"/>
                      <a:r>
                        <a:rPr kumimoji="1" lang="en-US" altLang="ja-JP" sz="1200">
                          <a:solidFill>
                            <a:schemeClr val="tx1"/>
                          </a:solidFill>
                          <a:latin typeface="Arial" panose="020B0604020202020204" pitchFamily="34" charset="0"/>
                          <a:ea typeface="Meiryo UI" panose="020B0604030504040204" pitchFamily="50" charset="-128"/>
                          <a:cs typeface="Arial" panose="020B0604020202020204" pitchFamily="34" charset="0"/>
                        </a:rPr>
                        <a:t> (EMS)</a:t>
                      </a:r>
                      <a:endParaRPr kumimoji="1" lang="ja-JP" altLang="en-US" sz="1200">
                        <a:solidFill>
                          <a:schemeClr val="tx1"/>
                        </a:solidFill>
                        <a:latin typeface="Arial" panose="020B0604020202020204" pitchFamily="34" charset="0"/>
                        <a:ea typeface="Meiryo UI" panose="020B0604030504040204" pitchFamily="50" charset="-128"/>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1200">
                          <a:solidFill>
                            <a:schemeClr val="tx1"/>
                          </a:solidFill>
                          <a:latin typeface="Arial" panose="020B0604020202020204" pitchFamily="34" charset="0"/>
                          <a:ea typeface="Meiryo UI" panose="020B0604030504040204" pitchFamily="50" charset="-128"/>
                          <a:cs typeface="Arial" panose="020B0604020202020204" pitchFamily="34" charset="0"/>
                        </a:rPr>
                        <a:t>Outside the Scope of the Development Requirement</a:t>
                      </a:r>
                    </a:p>
                    <a:p>
                      <a:pPr algn="ctr"/>
                      <a:r>
                        <a:rPr kumimoji="1" lang="en-US" altLang="ja-JP" sz="1200">
                          <a:solidFill>
                            <a:schemeClr val="tx1"/>
                          </a:solidFill>
                          <a:latin typeface="Arial" panose="020B0604020202020204" pitchFamily="34" charset="0"/>
                          <a:ea typeface="Meiryo UI" panose="020B0604030504040204" pitchFamily="50" charset="-128"/>
                          <a:cs typeface="Arial" panose="020B0604020202020204" pitchFamily="34" charset="0"/>
                        </a:rPr>
                        <a:t>(Non-EMS)</a:t>
                      </a:r>
                      <a:endParaRPr kumimoji="1" lang="ja-JP" altLang="en-US" sz="1200">
                        <a:solidFill>
                          <a:schemeClr val="tx1"/>
                        </a:solidFill>
                        <a:latin typeface="Arial" panose="020B0604020202020204" pitchFamily="34" charset="0"/>
                        <a:ea typeface="Meiryo UI" panose="020B0604030504040204" pitchFamily="50" charset="-128"/>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79453756"/>
                  </a:ext>
                </a:extLst>
              </a:tr>
              <a:tr h="370840">
                <a:tc rowSpan="2">
                  <a:txBody>
                    <a:bodyPr/>
                    <a:lstStyle/>
                    <a:p>
                      <a:pPr algn="ctr"/>
                      <a:r>
                        <a:rPr kumimoji="1" lang="en-US" altLang="ja-JP" sz="1200">
                          <a:solidFill>
                            <a:schemeClr val="tx1"/>
                          </a:solidFill>
                          <a:latin typeface="Arial" panose="020B0604020202020204" pitchFamily="34" charset="0"/>
                          <a:ea typeface="Meiryo UI" panose="020B0604030504040204" pitchFamily="50" charset="-128"/>
                          <a:cs typeface="Arial" panose="020B0604020202020204" pitchFamily="34" charset="0"/>
                        </a:rPr>
                        <a:t>Market Environment Requirements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1200">
                          <a:solidFill>
                            <a:schemeClr val="tx1"/>
                          </a:solidFill>
                          <a:latin typeface="Arial" panose="020B0604020202020204" pitchFamily="34" charset="0"/>
                          <a:ea typeface="Meiryo UI" panose="020B0604030504040204" pitchFamily="50" charset="-128"/>
                          <a:cs typeface="Arial" panose="020B0604020202020204" pitchFamily="34" charset="0"/>
                        </a:rPr>
                        <a:t>Altitude</a:t>
                      </a:r>
                      <a:endParaRPr kumimoji="1" lang="ja-JP" altLang="en-US" sz="1200">
                        <a:solidFill>
                          <a:schemeClr val="tx1"/>
                        </a:solidFill>
                        <a:latin typeface="Arial" panose="020B0604020202020204" pitchFamily="34" charset="0"/>
                        <a:ea typeface="Meiryo UI" panose="020B0604030504040204" pitchFamily="50" charset="-128"/>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p>
                      <a:pPr algn="ctr"/>
                      <a:r>
                        <a:rPr kumimoji="1" lang="en-US" altLang="ja-JP" sz="1200">
                          <a:solidFill>
                            <a:schemeClr val="tx1"/>
                          </a:solidFill>
                          <a:latin typeface="Arial" panose="020B0604020202020204" pitchFamily="34" charset="0"/>
                          <a:ea typeface="Meiryo UI" panose="020B0604030504040204" pitchFamily="50" charset="-128"/>
                          <a:cs typeface="Arial" panose="020B0604020202020204" pitchFamily="34" charset="0"/>
                        </a:rPr>
                        <a:t>Defined by HM</a:t>
                      </a:r>
                      <a:endParaRPr kumimoji="1" lang="ja-JP" altLang="en-US" sz="1200">
                        <a:solidFill>
                          <a:schemeClr val="tx1"/>
                        </a:solidFill>
                        <a:latin typeface="Arial" panose="020B0604020202020204" pitchFamily="34" charset="0"/>
                        <a:ea typeface="Meiryo UI" panose="020B0604030504040204" pitchFamily="50" charset="-128"/>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p>
                      <a:pPr algn="ctr"/>
                      <a:r>
                        <a:rPr kumimoji="1" lang="en-US" altLang="ja-JP" sz="1200">
                          <a:solidFill>
                            <a:schemeClr val="tx1"/>
                          </a:solidFill>
                          <a:latin typeface="Arial" panose="020B0604020202020204" pitchFamily="34" charset="0"/>
                          <a:ea typeface="Meiryo UI" panose="020B0604030504040204" pitchFamily="50" charset="-128"/>
                          <a:cs typeface="Arial" panose="020B0604020202020204" pitchFamily="34" charset="0"/>
                        </a:rPr>
                        <a:t>Not Bosch responsibility </a:t>
                      </a:r>
                    </a:p>
                    <a:p>
                      <a:pPr algn="ctr"/>
                      <a:r>
                        <a:rPr kumimoji="1" lang="en-US" altLang="ja-JP" sz="1200">
                          <a:solidFill>
                            <a:schemeClr val="tx1"/>
                          </a:solidFill>
                          <a:latin typeface="Arial" panose="020B0604020202020204" pitchFamily="34" charset="0"/>
                          <a:ea typeface="Meiryo UI" panose="020B0604030504040204" pitchFamily="50" charset="-128"/>
                          <a:cs typeface="Arial" panose="020B0604020202020204" pitchFamily="34" charset="0"/>
                        </a:rPr>
                        <a:t>Refer to (</a:t>
                      </a:r>
                      <a:r>
                        <a:rPr kumimoji="1" lang="ja-JP" altLang="en-US" sz="1200">
                          <a:solidFill>
                            <a:schemeClr val="tx1"/>
                          </a:solidFill>
                          <a:latin typeface="Arial" panose="020B0604020202020204" pitchFamily="34" charset="0"/>
                          <a:ea typeface="Meiryo UI" panose="020B0604030504040204" pitchFamily="50" charset="-128"/>
                          <a:cs typeface="Arial" panose="020B0604020202020204" pitchFamily="34" charset="0"/>
                        </a:rPr>
                        <a:t>*</a:t>
                      </a:r>
                      <a:r>
                        <a:rPr kumimoji="1" lang="en-US" altLang="ja-JP" sz="1200">
                          <a:solidFill>
                            <a:schemeClr val="tx1"/>
                          </a:solidFill>
                          <a:latin typeface="Arial" panose="020B0604020202020204" pitchFamily="34" charset="0"/>
                          <a:ea typeface="Meiryo UI" panose="020B0604030504040204" pitchFamily="50" charset="-128"/>
                          <a:cs typeface="Arial" panose="020B0604020202020204" pitchFamily="34" charset="0"/>
                        </a:rPr>
                        <a:t>1) for exception.</a:t>
                      </a:r>
                      <a:endParaRPr kumimoji="1" lang="ja-JP" altLang="en-US" sz="1200">
                        <a:solidFill>
                          <a:schemeClr val="tx1"/>
                        </a:solidFill>
                        <a:latin typeface="Arial" panose="020B0604020202020204" pitchFamily="34" charset="0"/>
                        <a:ea typeface="Meiryo UI" panose="020B0604030504040204" pitchFamily="50" charset="-128"/>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3895142"/>
                  </a:ext>
                </a:extLst>
              </a:tr>
              <a:tr h="370840">
                <a:tc vMerge="1">
                  <a:txBody>
                    <a:bodyPr/>
                    <a:lstStyle/>
                    <a:p>
                      <a:pPr algn="ctr"/>
                      <a:endParaRPr kumimoji="1" lang="ja-JP" altLang="en-US" sz="120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1200">
                          <a:solidFill>
                            <a:schemeClr val="tx1"/>
                          </a:solidFill>
                          <a:latin typeface="Arial" panose="020B0604020202020204" pitchFamily="34" charset="0"/>
                          <a:ea typeface="Meiryo UI" panose="020B0604030504040204" pitchFamily="50" charset="-128"/>
                          <a:cs typeface="Arial" panose="020B0604020202020204" pitchFamily="34" charset="0"/>
                        </a:rPr>
                        <a:t>Ambient temperature</a:t>
                      </a:r>
                      <a:endParaRPr kumimoji="1" lang="ja-JP" altLang="en-US" sz="1200">
                        <a:solidFill>
                          <a:schemeClr val="tx1"/>
                        </a:solidFill>
                        <a:latin typeface="Arial" panose="020B0604020202020204" pitchFamily="34" charset="0"/>
                        <a:ea typeface="Meiryo UI" panose="020B0604030504040204" pitchFamily="50" charset="-128"/>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a:endParaRPr kumimoji="1" lang="ja-JP" altLang="en-US" sz="120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a:endParaRPr kumimoji="1" lang="ja-JP" altLang="en-US" sz="120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20522345"/>
                  </a:ext>
                </a:extLst>
              </a:tr>
              <a:tr h="370840">
                <a:tc rowSpan="4">
                  <a:txBody>
                    <a:bodyPr/>
                    <a:lstStyle/>
                    <a:p>
                      <a:pPr algn="ctr"/>
                      <a:r>
                        <a:rPr kumimoji="1" lang="en-US" altLang="ja-JP" sz="1200">
                          <a:solidFill>
                            <a:schemeClr val="tx1"/>
                          </a:solidFill>
                          <a:latin typeface="Arial" panose="020B0604020202020204" pitchFamily="34" charset="0"/>
                          <a:ea typeface="Meiryo UI" panose="020B0604030504040204" pitchFamily="50" charset="-128"/>
                          <a:cs typeface="Arial" panose="020B0604020202020204" pitchFamily="34" charset="0"/>
                        </a:rPr>
                        <a:t>Market Fuel</a:t>
                      </a:r>
                    </a:p>
                    <a:p>
                      <a:pPr algn="ctr"/>
                      <a:r>
                        <a:rPr kumimoji="1" lang="en-US" altLang="ja-JP" sz="1200">
                          <a:solidFill>
                            <a:schemeClr val="tx1"/>
                          </a:solidFill>
                          <a:latin typeface="Arial" panose="020B0604020202020204" pitchFamily="34" charset="0"/>
                          <a:ea typeface="Meiryo UI" panose="020B0604030504040204" pitchFamily="50" charset="-128"/>
                          <a:cs typeface="Arial" panose="020B0604020202020204" pitchFamily="34" charset="0"/>
                        </a:rPr>
                        <a:t>Properties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1200">
                          <a:solidFill>
                            <a:schemeClr val="tx1"/>
                          </a:solidFill>
                          <a:latin typeface="Arial" panose="020B0604020202020204" pitchFamily="34" charset="0"/>
                          <a:ea typeface="Meiryo UI" panose="020B0604030504040204" pitchFamily="50" charset="-128"/>
                          <a:cs typeface="Arial" panose="020B0604020202020204" pitchFamily="34" charset="0"/>
                        </a:rPr>
                        <a:t>Ethanol concentration</a:t>
                      </a:r>
                      <a:endParaRPr kumimoji="1" lang="ja-JP" altLang="en-US" sz="1200">
                        <a:solidFill>
                          <a:schemeClr val="tx1"/>
                        </a:solidFill>
                        <a:latin typeface="Arial" panose="020B0604020202020204" pitchFamily="34" charset="0"/>
                        <a:ea typeface="Meiryo UI" panose="020B0604030504040204" pitchFamily="50" charset="-128"/>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4">
                  <a:txBody>
                    <a:bodyPr/>
                    <a:lstStyle/>
                    <a:p>
                      <a:pPr algn="ctr"/>
                      <a:r>
                        <a:rPr kumimoji="1" lang="en-US" altLang="ja-JP" sz="1200">
                          <a:solidFill>
                            <a:schemeClr val="tx1"/>
                          </a:solidFill>
                          <a:latin typeface="Arial" panose="020B0604020202020204" pitchFamily="34" charset="0"/>
                          <a:ea typeface="Meiryo UI" panose="020B0604030504040204" pitchFamily="50" charset="-128"/>
                          <a:cs typeface="Arial" panose="020B0604020202020204" pitchFamily="34" charset="0"/>
                        </a:rPr>
                        <a:t>Proposed from HM</a:t>
                      </a:r>
                    </a:p>
                    <a:p>
                      <a:pPr algn="ctr"/>
                      <a:r>
                        <a:rPr kumimoji="1" lang="en-US" altLang="ja-JP" sz="1200">
                          <a:solidFill>
                            <a:schemeClr val="tx1"/>
                          </a:solidFill>
                          <a:latin typeface="Arial" panose="020B0604020202020204" pitchFamily="34" charset="0"/>
                          <a:ea typeface="Meiryo UI" panose="020B0604030504040204" pitchFamily="50" charset="-128"/>
                          <a:cs typeface="Arial" panose="020B0604020202020204" pitchFamily="34" charset="0"/>
                        </a:rPr>
                        <a:t>Agreed by RB</a:t>
                      </a:r>
                      <a:endParaRPr kumimoji="1" lang="ja-JP" altLang="en-US" sz="1200">
                        <a:solidFill>
                          <a:schemeClr val="tx1"/>
                        </a:solidFill>
                        <a:latin typeface="Arial" panose="020B0604020202020204" pitchFamily="34" charset="0"/>
                        <a:ea typeface="Meiryo UI" panose="020B0604030504040204" pitchFamily="50" charset="-128"/>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4">
                  <a:txBody>
                    <a:bodyPr/>
                    <a:lstStyle/>
                    <a:p>
                      <a:pPr algn="ctr"/>
                      <a:r>
                        <a:rPr kumimoji="1" lang="en-US" altLang="ja-JP" sz="1200">
                          <a:solidFill>
                            <a:schemeClr val="tx1"/>
                          </a:solidFill>
                          <a:latin typeface="Arial" panose="020B0604020202020204" pitchFamily="34" charset="0"/>
                          <a:ea typeface="Meiryo UI" panose="020B0604030504040204" pitchFamily="50" charset="-128"/>
                          <a:cs typeface="Arial" panose="020B0604020202020204" pitchFamily="34" charset="0"/>
                        </a:rPr>
                        <a:t>Not Bosch Responsibility.</a:t>
                      </a:r>
                    </a:p>
                    <a:p>
                      <a:pPr algn="ctr"/>
                      <a:r>
                        <a:rPr kumimoji="1" lang="en-US" altLang="ja-JP" sz="1200">
                          <a:solidFill>
                            <a:schemeClr val="tx1"/>
                          </a:solidFill>
                          <a:latin typeface="Arial" panose="020B0604020202020204" pitchFamily="34" charset="0"/>
                          <a:ea typeface="Meiryo UI" panose="020B0604030504040204" pitchFamily="50" charset="-128"/>
                          <a:cs typeface="Arial" panose="020B0604020202020204" pitchFamily="34" charset="0"/>
                        </a:rPr>
                        <a:t>Refer to (</a:t>
                      </a:r>
                      <a:r>
                        <a:rPr kumimoji="1" lang="ja-JP" altLang="en-US" sz="1200">
                          <a:solidFill>
                            <a:schemeClr val="tx1"/>
                          </a:solidFill>
                          <a:latin typeface="Arial" panose="020B0604020202020204" pitchFamily="34" charset="0"/>
                          <a:ea typeface="Meiryo UI" panose="020B0604030504040204" pitchFamily="50" charset="-128"/>
                          <a:cs typeface="Arial" panose="020B0604020202020204" pitchFamily="34" charset="0"/>
                        </a:rPr>
                        <a:t>*</a:t>
                      </a:r>
                      <a:r>
                        <a:rPr kumimoji="1" lang="en-US" altLang="ja-JP" sz="1200">
                          <a:solidFill>
                            <a:schemeClr val="tx1"/>
                          </a:solidFill>
                          <a:latin typeface="Arial" panose="020B0604020202020204" pitchFamily="34" charset="0"/>
                          <a:ea typeface="Meiryo UI" panose="020B0604030504040204" pitchFamily="50" charset="-128"/>
                          <a:cs typeface="Arial" panose="020B0604020202020204" pitchFamily="34" charset="0"/>
                        </a:rPr>
                        <a:t>2) for the proviso.</a:t>
                      </a:r>
                      <a:endParaRPr kumimoji="1" lang="ja-JP" altLang="en-US" sz="1200">
                        <a:solidFill>
                          <a:schemeClr val="tx1"/>
                        </a:solidFill>
                        <a:latin typeface="Arial" panose="020B0604020202020204" pitchFamily="34" charset="0"/>
                        <a:ea typeface="Meiryo UI" panose="020B0604030504040204" pitchFamily="50" charset="-128"/>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19007432"/>
                  </a:ext>
                </a:extLst>
              </a:tr>
              <a:tr h="370840">
                <a:tc vMerge="1">
                  <a:txBody>
                    <a:bodyPr/>
                    <a:lstStyle/>
                    <a:p>
                      <a:pPr algn="ctr"/>
                      <a:endParaRPr kumimoji="1" lang="ja-JP" altLang="en-US" sz="120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1200">
                          <a:solidFill>
                            <a:schemeClr val="tx1"/>
                          </a:solidFill>
                          <a:latin typeface="Arial" panose="020B0604020202020204" pitchFamily="34" charset="0"/>
                          <a:ea typeface="Meiryo UI" panose="020B0604030504040204" pitchFamily="50" charset="-128"/>
                          <a:cs typeface="Arial" panose="020B0604020202020204" pitchFamily="34" charset="0"/>
                        </a:rPr>
                        <a:t>Heavy fuel</a:t>
                      </a:r>
                      <a:endParaRPr kumimoji="1" lang="ja-JP" altLang="en-US" sz="1200">
                        <a:solidFill>
                          <a:schemeClr val="tx1"/>
                        </a:solidFill>
                        <a:latin typeface="Arial" panose="020B0604020202020204" pitchFamily="34" charset="0"/>
                        <a:ea typeface="Meiryo UI" panose="020B0604030504040204" pitchFamily="50" charset="-128"/>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a:endParaRPr kumimoji="1" lang="ja-JP" altLang="en-US" sz="120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a:endParaRPr kumimoji="1" lang="ja-JP" altLang="en-US" sz="120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16143814"/>
                  </a:ext>
                </a:extLst>
              </a:tr>
              <a:tr h="370840">
                <a:tc vMerge="1">
                  <a:txBody>
                    <a:bodyPr/>
                    <a:lstStyle/>
                    <a:p>
                      <a:pPr algn="ctr"/>
                      <a:endParaRPr kumimoji="1" lang="ja-JP" altLang="en-US" sz="120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1200">
                          <a:solidFill>
                            <a:schemeClr val="tx1"/>
                          </a:solidFill>
                          <a:latin typeface="Arial" panose="020B0604020202020204" pitchFamily="34" charset="0"/>
                          <a:ea typeface="Meiryo UI" panose="020B0604030504040204" pitchFamily="50" charset="-128"/>
                          <a:cs typeface="Arial" panose="020B0604020202020204" pitchFamily="34" charset="0"/>
                        </a:rPr>
                        <a:t>RON</a:t>
                      </a:r>
                      <a:endParaRPr kumimoji="1" lang="ja-JP" altLang="en-US" sz="1200">
                        <a:solidFill>
                          <a:schemeClr val="tx1"/>
                        </a:solidFill>
                        <a:latin typeface="Arial" panose="020B0604020202020204" pitchFamily="34" charset="0"/>
                        <a:ea typeface="Meiryo UI" panose="020B0604030504040204" pitchFamily="50" charset="-128"/>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a:endParaRPr kumimoji="1" lang="ja-JP" altLang="en-US" sz="120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a:endParaRPr kumimoji="1" lang="ja-JP" altLang="en-US" sz="120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4182490"/>
                  </a:ext>
                </a:extLst>
              </a:tr>
              <a:tr h="370840">
                <a:tc vMerge="1">
                  <a:txBody>
                    <a:bodyPr/>
                    <a:lstStyle/>
                    <a:p>
                      <a:pPr algn="ctr"/>
                      <a:endParaRPr kumimoji="1" lang="ja-JP" altLang="en-US" sz="120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1200" dirty="0">
                          <a:solidFill>
                            <a:schemeClr val="tx1"/>
                          </a:solidFill>
                          <a:latin typeface="Arial" panose="020B0604020202020204" pitchFamily="34" charset="0"/>
                          <a:ea typeface="Meiryo UI" panose="020B0604030504040204" pitchFamily="50" charset="-128"/>
                          <a:cs typeface="Arial" panose="020B0604020202020204" pitchFamily="34" charset="0"/>
                        </a:rPr>
                        <a:t>Other Ingredients</a:t>
                      </a:r>
                      <a:endParaRPr kumimoji="1" lang="ja-JP" altLang="en-US" sz="1200" dirty="0">
                        <a:solidFill>
                          <a:schemeClr val="tx1"/>
                        </a:solidFill>
                        <a:latin typeface="Arial" panose="020B0604020202020204" pitchFamily="34" charset="0"/>
                        <a:ea typeface="Meiryo UI" panose="020B0604030504040204" pitchFamily="50" charset="-128"/>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a:endParaRPr kumimoji="1" lang="ja-JP" altLang="en-US" sz="120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a:endParaRPr kumimoji="1" lang="ja-JP" altLang="en-US" sz="120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41596057"/>
                  </a:ext>
                </a:extLst>
              </a:tr>
            </a:tbl>
          </a:graphicData>
        </a:graphic>
      </p:graphicFrame>
      <p:sp>
        <p:nvSpPr>
          <p:cNvPr id="11" name="テキスト ボックス 10">
            <a:extLst>
              <a:ext uri="{FF2B5EF4-FFF2-40B4-BE49-F238E27FC236}">
                <a16:creationId xmlns:a16="http://schemas.microsoft.com/office/drawing/2014/main" id="{C21A7B7D-102B-B130-D501-DD377531203D}"/>
              </a:ext>
            </a:extLst>
          </p:cNvPr>
          <p:cNvSpPr txBox="1"/>
          <p:nvPr/>
        </p:nvSpPr>
        <p:spPr>
          <a:xfrm>
            <a:off x="367965" y="5022625"/>
            <a:ext cx="8674435" cy="138499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altLang="ja-JP" sz="1400" dirty="0">
                <a:latin typeface="Arial" panose="020B0604020202020204" pitchFamily="34" charset="0"/>
                <a:ea typeface="Meiryo UI" panose="020B0604030504040204" pitchFamily="50" charset="-128"/>
                <a:cs typeface="Arial" panose="020B0604020202020204" pitchFamily="34" charset="0"/>
              </a:rPr>
              <a:t>(</a:t>
            </a:r>
            <a:r>
              <a:rPr kumimoji="1" lang="ja-JP" altLang="en-US" sz="1400" b="0" i="0" u="none" strike="noStrike" kern="1200" cap="none" spc="0" normalizeH="0" baseline="0" noProof="0" dirty="0">
                <a:ln>
                  <a:noFill/>
                </a:ln>
                <a:effectLst/>
                <a:uLnTx/>
                <a:uFillTx/>
                <a:latin typeface="Arial" panose="020B0604020202020204" pitchFamily="34" charset="0"/>
                <a:ea typeface="Meiryo UI" panose="020B0604030504040204" pitchFamily="50" charset="-128"/>
                <a:cs typeface="Arial" panose="020B0604020202020204" pitchFamily="34" charset="0"/>
              </a:rPr>
              <a:t>*</a:t>
            </a:r>
            <a:r>
              <a:rPr kumimoji="1" lang="en-US" altLang="ja-JP" sz="1400" b="0" i="0" u="none" strike="noStrike" kern="1200" cap="none" spc="0" normalizeH="0" baseline="0" noProof="0" dirty="0">
                <a:ln>
                  <a:noFill/>
                </a:ln>
                <a:effectLst/>
                <a:uLnTx/>
                <a:uFillTx/>
                <a:latin typeface="Arial" panose="020B0604020202020204" pitchFamily="34" charset="0"/>
                <a:ea typeface="Meiryo UI" panose="020B0604030504040204" pitchFamily="50" charset="-128"/>
                <a:cs typeface="Arial" panose="020B0604020202020204" pitchFamily="34" charset="0"/>
              </a:rPr>
              <a:t>1)  </a:t>
            </a:r>
            <a:r>
              <a:rPr lang="en-US" altLang="ja-JP" sz="1400" dirty="0">
                <a:latin typeface="Arial" panose="020B0604020202020204" pitchFamily="34" charset="0"/>
                <a:ea typeface="Meiryo UI" panose="020B0604030504040204" pitchFamily="50" charset="-128"/>
                <a:cs typeface="Arial" panose="020B0604020202020204" pitchFamily="34" charset="0"/>
              </a:rPr>
              <a:t>It is outside the range to be guaranteed by </a:t>
            </a:r>
            <a:r>
              <a:rPr kumimoji="1" lang="en-US" altLang="ja-JP" sz="1400" b="0" i="0" u="none" strike="noStrike" kern="1200" cap="none" spc="0" normalizeH="0" baseline="0" noProof="0" dirty="0">
                <a:ln>
                  <a:noFill/>
                </a:ln>
                <a:effectLst/>
                <a:uLnTx/>
                <a:uFillTx/>
                <a:latin typeface="Arial" panose="020B0604020202020204" pitchFamily="34" charset="0"/>
                <a:ea typeface="Meiryo UI" panose="020B0604030504040204" pitchFamily="50" charset="-128"/>
                <a:cs typeface="Arial" panose="020B0604020202020204" pitchFamily="34" charset="0"/>
              </a:rPr>
              <a:t>Bosch when defects are related to Non-EMS. However,</a:t>
            </a:r>
            <a:r>
              <a:rPr lang="en-US" altLang="ja-JP" sz="1400" dirty="0">
                <a:latin typeface="Arial" panose="020B0604020202020204" pitchFamily="34" charset="0"/>
                <a:ea typeface="Meiryo UI" panose="020B0604030504040204" pitchFamily="50" charset="-128"/>
                <a:cs typeface="Arial" panose="020B0604020202020204" pitchFamily="34" charset="0"/>
              </a:rPr>
              <a:t> it will be Bosch responsibility if </a:t>
            </a:r>
            <a:r>
              <a:rPr kumimoji="1" lang="en-US" altLang="ja-JP" sz="1400" b="0" i="0" u="none" strike="noStrike" kern="1200" cap="none" spc="0" normalizeH="0" baseline="0" noProof="0" dirty="0">
                <a:ln>
                  <a:noFill/>
                </a:ln>
                <a:effectLst/>
                <a:uLnTx/>
                <a:uFillTx/>
                <a:latin typeface="Arial" panose="020B0604020202020204" pitchFamily="34" charset="0"/>
                <a:ea typeface="Meiryo UI" panose="020B0604030504040204" pitchFamily="50" charset="-128"/>
                <a:cs typeface="Arial" panose="020B0604020202020204" pitchFamily="34" charset="0"/>
              </a:rPr>
              <a:t>confirmation </a:t>
            </a:r>
            <a:r>
              <a:rPr lang="en-US" altLang="ja-JP" sz="1400" dirty="0">
                <a:latin typeface="Arial" panose="020B0604020202020204" pitchFamily="34" charset="0"/>
                <a:ea typeface="Meiryo UI" panose="020B0604030504040204" pitchFamily="50" charset="-128"/>
                <a:cs typeface="Arial" panose="020B0604020202020204" pitchFamily="34" charset="0"/>
              </a:rPr>
              <a:t>for the outside </a:t>
            </a:r>
            <a:r>
              <a:rPr kumimoji="1" lang="en-US" altLang="ja-JP" sz="1400" b="0" i="0" u="none" strike="noStrike" kern="1200" cap="none" spc="0" normalizeH="0" baseline="0" noProof="0" dirty="0">
                <a:ln>
                  <a:noFill/>
                </a:ln>
                <a:effectLst/>
                <a:uLnTx/>
                <a:uFillTx/>
                <a:latin typeface="Arial" panose="020B0604020202020204" pitchFamily="34" charset="0"/>
                <a:ea typeface="Meiryo UI" panose="020B0604030504040204" pitchFamily="50" charset="-128"/>
                <a:cs typeface="Arial" panose="020B0604020202020204" pitchFamily="34" charset="0"/>
              </a:rPr>
              <a:t>range was not performed to make sure there is no obviously inappropriate calibration. </a:t>
            </a:r>
          </a:p>
          <a:p>
            <a:pPr marL="0" marR="0" lvl="0" indent="0" algn="l" defTabSz="914400" rtl="0" eaLnBrk="1" fontAlgn="base" latinLnBrk="0" hangingPunct="1">
              <a:lnSpc>
                <a:spcPct val="100000"/>
              </a:lnSpc>
              <a:spcBef>
                <a:spcPct val="0"/>
              </a:spcBef>
              <a:spcAft>
                <a:spcPct val="0"/>
              </a:spcAft>
              <a:buClrTx/>
              <a:buSzTx/>
              <a:buFontTx/>
              <a:buNone/>
              <a:tabLst/>
              <a:defRPr/>
            </a:pPr>
            <a:r>
              <a:rPr lang="en-US" altLang="ja-JP" sz="1400" dirty="0">
                <a:latin typeface="Arial" panose="020B0604020202020204" pitchFamily="34" charset="0"/>
                <a:ea typeface="Meiryo UI" panose="020B0604030504040204" pitchFamily="50" charset="-128"/>
                <a:cs typeface="Arial" panose="020B0604020202020204" pitchFamily="34" charset="0"/>
              </a:rPr>
              <a:t>(</a:t>
            </a:r>
            <a:r>
              <a:rPr kumimoji="1" lang="ja-JP" altLang="en-US" sz="1400" b="0" i="0" u="none" strike="noStrike" kern="1200" cap="none" spc="0" normalizeH="0" baseline="0" noProof="0" dirty="0">
                <a:ln>
                  <a:noFill/>
                </a:ln>
                <a:effectLst/>
                <a:uLnTx/>
                <a:uFillTx/>
                <a:latin typeface="Arial" panose="020B0604020202020204" pitchFamily="34" charset="0"/>
                <a:ea typeface="Meiryo UI" panose="020B0604030504040204" pitchFamily="50" charset="-128"/>
                <a:cs typeface="Arial" panose="020B0604020202020204" pitchFamily="34" charset="0"/>
              </a:rPr>
              <a:t>*</a:t>
            </a:r>
            <a:r>
              <a:rPr kumimoji="1" lang="en-US" altLang="ja-JP" sz="1400" b="0" i="0" u="none" strike="noStrike" kern="1200" cap="none" spc="0" normalizeH="0" baseline="0" noProof="0" dirty="0">
                <a:ln>
                  <a:noFill/>
                </a:ln>
                <a:effectLst/>
                <a:uLnTx/>
                <a:uFillTx/>
                <a:latin typeface="Arial" panose="020B0604020202020204" pitchFamily="34" charset="0"/>
                <a:ea typeface="Meiryo UI" panose="020B0604030504040204" pitchFamily="50" charset="-128"/>
                <a:cs typeface="Arial" panose="020B0604020202020204" pitchFamily="34" charset="0"/>
              </a:rPr>
              <a:t>2)  Regarding additional development cost that incurs due to Non-EMS related defects, Honda will bear 100% of the cost for</a:t>
            </a:r>
            <a:r>
              <a:rPr lang="en-US" altLang="ja-JP" sz="1400" dirty="0">
                <a:latin typeface="Arial" panose="020B0604020202020204" pitchFamily="34" charset="0"/>
                <a:ea typeface="Meiryo UI" panose="020B0604030504040204" pitchFamily="50" charset="-128"/>
                <a:cs typeface="Arial" panose="020B0604020202020204" pitchFamily="34" charset="0"/>
              </a:rPr>
              <a:t> such defect investigations and application of countermeasures</a:t>
            </a:r>
            <a:r>
              <a:rPr kumimoji="1" lang="en-US" altLang="ja-JP" sz="1400" b="0" i="0" u="none" strike="noStrike" kern="1200" cap="none" spc="0" normalizeH="0" baseline="0" noProof="0" dirty="0">
                <a:ln>
                  <a:noFill/>
                </a:ln>
                <a:effectLst/>
                <a:uLnTx/>
                <a:uFillTx/>
                <a:latin typeface="Arial" panose="020B0604020202020204" pitchFamily="34" charset="0"/>
                <a:ea typeface="Meiryo UI" panose="020B0604030504040204" pitchFamily="50" charset="-128"/>
                <a:cs typeface="Arial" panose="020B0604020202020204" pitchFamily="34" charset="0"/>
              </a:rPr>
              <a:t>. However, in any cases where multiple factors are involved, consultation shall be held between Honda and RB for cost burden ratio.</a:t>
            </a:r>
            <a:endParaRPr kumimoji="1" lang="ja-JP" altLang="en-US" sz="1400" b="0" i="0" u="none" strike="noStrike" kern="1200" cap="none" spc="0" normalizeH="0" baseline="0" noProof="0" dirty="0">
              <a:ln>
                <a:noFill/>
              </a:ln>
              <a:effectLst/>
              <a:uLnTx/>
              <a:uFillTx/>
              <a:latin typeface="Arial" panose="020B0604020202020204" pitchFamily="34" charset="0"/>
              <a:ea typeface="Meiryo UI" panose="020B0604030504040204" pitchFamily="50" charset="-128"/>
              <a:cs typeface="Arial" panose="020B0604020202020204" pitchFamily="34" charset="0"/>
            </a:endParaRPr>
          </a:p>
        </p:txBody>
      </p:sp>
    </p:spTree>
    <p:extLst>
      <p:ext uri="{BB962C8B-B14F-4D97-AF65-F5344CB8AC3E}">
        <p14:creationId xmlns:p14="http://schemas.microsoft.com/office/powerpoint/2010/main" val="227141493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 Box 2"/>
          <p:cNvSpPr txBox="1">
            <a:spLocks noChangeArrowheads="1"/>
          </p:cNvSpPr>
          <p:nvPr/>
        </p:nvSpPr>
        <p:spPr bwMode="auto">
          <a:xfrm>
            <a:off x="91440" y="613443"/>
            <a:ext cx="8928992" cy="9243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l" eaLnBrk="1" hangingPunct="1">
              <a:lnSpc>
                <a:spcPct val="110000"/>
              </a:lnSpc>
            </a:pPr>
            <a:r>
              <a:rPr lang="en-US" altLang="ja-JP" sz="1800" b="1" u="sng">
                <a:latin typeface="Meiryo UI" panose="020B0604030504040204" pitchFamily="50" charset="-128"/>
                <a:ea typeface="Meiryo UI" panose="020B0604030504040204" pitchFamily="50" charset="-128"/>
                <a:cs typeface="Arial" pitchFamily="34" charset="0"/>
              </a:rPr>
              <a:t>Calibration Boundary Condition</a:t>
            </a:r>
          </a:p>
          <a:p>
            <a:pPr marL="360363" algn="l" eaLnBrk="1" hangingPunct="1">
              <a:lnSpc>
                <a:spcPct val="110000"/>
              </a:lnSpc>
              <a:spcBef>
                <a:spcPts val="300"/>
              </a:spcBef>
            </a:pPr>
            <a:endParaRPr lang="en-US" altLang="ja-JP" sz="1400">
              <a:latin typeface="Meiryo UI" panose="020B0604030504040204" pitchFamily="50" charset="-128"/>
              <a:ea typeface="Meiryo UI" panose="020B0604030504040204" pitchFamily="50" charset="-128"/>
              <a:cs typeface="Arial" pitchFamily="34" charset="0"/>
            </a:endParaRPr>
          </a:p>
          <a:p>
            <a:pPr marL="360363" algn="l" eaLnBrk="1" hangingPunct="1">
              <a:lnSpc>
                <a:spcPct val="110000"/>
              </a:lnSpc>
              <a:spcBef>
                <a:spcPts val="300"/>
              </a:spcBef>
            </a:pPr>
            <a:r>
              <a:rPr lang="ja-JP" altLang="en-US" sz="1400">
                <a:latin typeface="Meiryo UI" panose="020B0604030504040204" pitchFamily="50" charset="-128"/>
                <a:ea typeface="Meiryo UI" panose="020B0604030504040204" pitchFamily="50" charset="-128"/>
                <a:cs typeface="Arial" pitchFamily="34" charset="0"/>
              </a:rPr>
              <a:t>市場環境、市場流通燃料について、開発要件、要件外保証の考え方は以下に従う。（</a:t>
            </a:r>
            <a:r>
              <a:rPr lang="en-US" altLang="ja-JP" sz="1400">
                <a:latin typeface="Meiryo UI" panose="020B0604030504040204" pitchFamily="50" charset="-128"/>
                <a:ea typeface="Meiryo UI" panose="020B0604030504040204" pitchFamily="50" charset="-128"/>
                <a:cs typeface="Arial" pitchFamily="34" charset="0"/>
              </a:rPr>
              <a:t>BOSCH</a:t>
            </a:r>
            <a:r>
              <a:rPr lang="ja-JP" altLang="en-US" sz="1400">
                <a:latin typeface="Meiryo UI" panose="020B0604030504040204" pitchFamily="50" charset="-128"/>
                <a:ea typeface="Meiryo UI" panose="020B0604030504040204" pitchFamily="50" charset="-128"/>
                <a:cs typeface="Arial" pitchFamily="34" charset="0"/>
              </a:rPr>
              <a:t>固有）</a:t>
            </a:r>
            <a:endParaRPr lang="en-US" altLang="ja-JP" sz="1400">
              <a:latin typeface="Meiryo UI" panose="020B0604030504040204" pitchFamily="50" charset="-128"/>
              <a:ea typeface="Meiryo UI" panose="020B0604030504040204" pitchFamily="50" charset="-128"/>
              <a:cs typeface="Arial" pitchFamily="34" charset="0"/>
            </a:endParaRPr>
          </a:p>
        </p:txBody>
      </p:sp>
      <p:sp>
        <p:nvSpPr>
          <p:cNvPr id="5" name="Text Box 2"/>
          <p:cNvSpPr txBox="1">
            <a:spLocks noChangeArrowheads="1"/>
          </p:cNvSpPr>
          <p:nvPr/>
        </p:nvSpPr>
        <p:spPr bwMode="auto">
          <a:xfrm>
            <a:off x="250829" y="44451"/>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2000">
                <a:solidFill>
                  <a:srgbClr val="FFFFFF"/>
                </a:solidFill>
                <a:latin typeface="Meiryo UI" panose="020B0604030504040204" pitchFamily="50" charset="-128"/>
                <a:ea typeface="Meiryo UI" panose="020B0604030504040204" pitchFamily="50" charset="-128"/>
                <a:cs typeface="Arial" pitchFamily="34" charset="0"/>
              </a:rPr>
              <a:t>16. EMS Requirement and CR (4/21)</a:t>
            </a:r>
            <a:endParaRPr lang="en-US" altLang="ja-JP" sz="1100">
              <a:solidFill>
                <a:srgbClr val="FFFFFF"/>
              </a:solidFill>
              <a:latin typeface="HGPｺﾞｼｯｸE" pitchFamily="50" charset="-128"/>
              <a:ea typeface="HGPｺﾞｼｯｸE" pitchFamily="50" charset="-128"/>
              <a:cs typeface="Arial" pitchFamily="34" charset="0"/>
            </a:endParaRPr>
          </a:p>
        </p:txBody>
      </p:sp>
      <p:graphicFrame>
        <p:nvGraphicFramePr>
          <p:cNvPr id="2" name="表 5">
            <a:extLst>
              <a:ext uri="{FF2B5EF4-FFF2-40B4-BE49-F238E27FC236}">
                <a16:creationId xmlns:a16="http://schemas.microsoft.com/office/drawing/2014/main" id="{0723F8E9-A678-0C28-C263-354A9D84E20E}"/>
              </a:ext>
            </a:extLst>
          </p:cNvPr>
          <p:cNvGraphicFramePr>
            <a:graphicFrameLocks noGrp="1"/>
          </p:cNvGraphicFramePr>
          <p:nvPr>
            <p:extLst>
              <p:ext uri="{D42A27DB-BD31-4B8C-83A1-F6EECF244321}">
                <p14:modId xmlns:p14="http://schemas.microsoft.com/office/powerpoint/2010/main" val="1372076090"/>
              </p:ext>
            </p:extLst>
          </p:nvPr>
        </p:nvGraphicFramePr>
        <p:xfrm>
          <a:off x="1103586" y="1854829"/>
          <a:ext cx="6810704" cy="2743200"/>
        </p:xfrm>
        <a:graphic>
          <a:graphicData uri="http://schemas.openxmlformats.org/drawingml/2006/table">
            <a:tbl>
              <a:tblPr firstRow="1" bandRow="1">
                <a:tableStyleId>{5C22544A-7EE6-4342-B048-85BDC9FD1C3A}</a:tableStyleId>
              </a:tblPr>
              <a:tblGrid>
                <a:gridCol w="1262658">
                  <a:extLst>
                    <a:ext uri="{9D8B030D-6E8A-4147-A177-3AD203B41FA5}">
                      <a16:colId xmlns:a16="http://schemas.microsoft.com/office/drawing/2014/main" val="2989285583"/>
                    </a:ext>
                  </a:extLst>
                </a:gridCol>
                <a:gridCol w="1262658">
                  <a:extLst>
                    <a:ext uri="{9D8B030D-6E8A-4147-A177-3AD203B41FA5}">
                      <a16:colId xmlns:a16="http://schemas.microsoft.com/office/drawing/2014/main" val="1158168181"/>
                    </a:ext>
                  </a:extLst>
                </a:gridCol>
                <a:gridCol w="2142694">
                  <a:extLst>
                    <a:ext uri="{9D8B030D-6E8A-4147-A177-3AD203B41FA5}">
                      <a16:colId xmlns:a16="http://schemas.microsoft.com/office/drawing/2014/main" val="1985270355"/>
                    </a:ext>
                  </a:extLst>
                </a:gridCol>
                <a:gridCol w="2142694">
                  <a:extLst>
                    <a:ext uri="{9D8B030D-6E8A-4147-A177-3AD203B41FA5}">
                      <a16:colId xmlns:a16="http://schemas.microsoft.com/office/drawing/2014/main" val="2960289742"/>
                    </a:ext>
                  </a:extLst>
                </a:gridCol>
              </a:tblGrid>
              <a:tr h="370840">
                <a:tc>
                  <a:txBody>
                    <a:bodyPr/>
                    <a:lstStyle/>
                    <a:p>
                      <a:pPr algn="ctr"/>
                      <a:endParaRPr kumimoji="1" lang="ja-JP" altLang="en-US" sz="140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kumimoji="1" lang="ja-JP" altLang="en-US" sz="140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ja-JP" altLang="en-US" sz="1400">
                          <a:solidFill>
                            <a:schemeClr val="tx1"/>
                          </a:solidFill>
                          <a:latin typeface="Meiryo UI" panose="020B0604030504040204" pitchFamily="50" charset="-128"/>
                          <a:ea typeface="Meiryo UI" panose="020B0604030504040204" pitchFamily="50" charset="-128"/>
                        </a:rPr>
                        <a:t>開発要件</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ja-JP" altLang="en-US" sz="1400">
                          <a:solidFill>
                            <a:schemeClr val="tx1"/>
                          </a:solidFill>
                          <a:latin typeface="Meiryo UI" panose="020B0604030504040204" pitchFamily="50" charset="-128"/>
                          <a:ea typeface="Meiryo UI" panose="020B0604030504040204" pitchFamily="50" charset="-128"/>
                        </a:rPr>
                        <a:t>不具合原因が要件外の場合</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79453756"/>
                  </a:ext>
                </a:extLst>
              </a:tr>
              <a:tr h="370840">
                <a:tc rowSpan="2">
                  <a:txBody>
                    <a:bodyPr/>
                    <a:lstStyle/>
                    <a:p>
                      <a:pPr algn="ctr"/>
                      <a:r>
                        <a:rPr kumimoji="1" lang="ja-JP" altLang="en-US" sz="1400">
                          <a:solidFill>
                            <a:schemeClr val="tx1"/>
                          </a:solidFill>
                          <a:latin typeface="Meiryo UI" panose="020B0604030504040204" pitchFamily="50" charset="-128"/>
                          <a:ea typeface="Meiryo UI" panose="020B0604030504040204" pitchFamily="50" charset="-128"/>
                        </a:rPr>
                        <a:t>市場環境要件</a:t>
                      </a:r>
                      <a:endParaRPr kumimoji="1" lang="en-US" altLang="ja-JP" sz="140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ja-JP" altLang="en-US" sz="1400">
                          <a:solidFill>
                            <a:schemeClr val="tx1"/>
                          </a:solidFill>
                          <a:latin typeface="Meiryo UI" panose="020B0604030504040204" pitchFamily="50" charset="-128"/>
                          <a:ea typeface="Meiryo UI" panose="020B0604030504040204" pitchFamily="50" charset="-128"/>
                        </a:rPr>
                        <a:t>標高</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p>
                      <a:pPr algn="ctr"/>
                      <a:r>
                        <a:rPr kumimoji="1" lang="en-US" altLang="ja-JP" sz="1400">
                          <a:solidFill>
                            <a:schemeClr val="tx1"/>
                          </a:solidFill>
                          <a:latin typeface="Meiryo UI" panose="020B0604030504040204" pitchFamily="50" charset="-128"/>
                          <a:ea typeface="Meiryo UI" panose="020B0604030504040204" pitchFamily="50" charset="-128"/>
                        </a:rPr>
                        <a:t>HM</a:t>
                      </a:r>
                      <a:r>
                        <a:rPr kumimoji="1" lang="ja-JP" altLang="en-US" sz="1400">
                          <a:solidFill>
                            <a:schemeClr val="tx1"/>
                          </a:solidFill>
                          <a:latin typeface="Meiryo UI" panose="020B0604030504040204" pitchFamily="50" charset="-128"/>
                          <a:ea typeface="Meiryo UI" panose="020B0604030504040204" pitchFamily="50" charset="-128"/>
                        </a:rPr>
                        <a:t>が定義</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p>
                      <a:pPr algn="ctr"/>
                      <a:r>
                        <a:rPr kumimoji="1" lang="ja-JP" altLang="en-US" sz="1400">
                          <a:solidFill>
                            <a:schemeClr val="tx1"/>
                          </a:solidFill>
                          <a:latin typeface="Meiryo UI" panose="020B0604030504040204" pitchFamily="50" charset="-128"/>
                          <a:ea typeface="Meiryo UI" panose="020B0604030504040204" pitchFamily="50" charset="-128"/>
                        </a:rPr>
                        <a:t>対象外（*</a:t>
                      </a:r>
                      <a:r>
                        <a:rPr kumimoji="1" lang="en-US" altLang="ja-JP" sz="1400">
                          <a:solidFill>
                            <a:schemeClr val="tx1"/>
                          </a:solidFill>
                          <a:latin typeface="Meiryo UI" panose="020B0604030504040204" pitchFamily="50" charset="-128"/>
                          <a:ea typeface="Meiryo UI" panose="020B0604030504040204" pitchFamily="50" charset="-128"/>
                        </a:rPr>
                        <a:t>1</a:t>
                      </a:r>
                      <a:r>
                        <a:rPr kumimoji="1" lang="ja-JP" altLang="en-US" sz="1400">
                          <a:solidFill>
                            <a:schemeClr val="tx1"/>
                          </a:solidFill>
                          <a:latin typeface="Meiryo UI" panose="020B0604030504040204" pitchFamily="50" charset="-128"/>
                          <a:ea typeface="Meiryo UI" panose="020B0604030504040204" pitchFamily="50" charset="-128"/>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3895142"/>
                  </a:ext>
                </a:extLst>
              </a:tr>
              <a:tr h="370840">
                <a:tc vMerge="1">
                  <a:txBody>
                    <a:bodyPr/>
                    <a:lstStyle/>
                    <a:p>
                      <a:pPr algn="ctr"/>
                      <a:endParaRPr kumimoji="1" lang="ja-JP" altLang="en-US" sz="120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ja-JP" altLang="en-US" sz="1400">
                          <a:solidFill>
                            <a:schemeClr val="tx1"/>
                          </a:solidFill>
                          <a:latin typeface="Meiryo UI" panose="020B0604030504040204" pitchFamily="50" charset="-128"/>
                          <a:ea typeface="Meiryo UI" panose="020B0604030504040204" pitchFamily="50" charset="-128"/>
                        </a:rPr>
                        <a:t>温度</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a:endParaRPr kumimoji="1" lang="ja-JP" altLang="en-US" sz="120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a:endParaRPr kumimoji="1" lang="ja-JP" altLang="en-US" sz="120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20522345"/>
                  </a:ext>
                </a:extLst>
              </a:tr>
              <a:tr h="370840">
                <a:tc rowSpan="4">
                  <a:txBody>
                    <a:bodyPr/>
                    <a:lstStyle/>
                    <a:p>
                      <a:pPr algn="ctr"/>
                      <a:r>
                        <a:rPr kumimoji="1" lang="ja-JP" altLang="en-US" sz="1400">
                          <a:solidFill>
                            <a:schemeClr val="tx1"/>
                          </a:solidFill>
                          <a:latin typeface="Meiryo UI" panose="020B0604030504040204" pitchFamily="50" charset="-128"/>
                          <a:ea typeface="Meiryo UI" panose="020B0604030504040204" pitchFamily="50" charset="-128"/>
                        </a:rPr>
                        <a:t>市場流通燃料</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ja-JP" altLang="en-US" sz="1400">
                          <a:solidFill>
                            <a:schemeClr val="tx1"/>
                          </a:solidFill>
                          <a:latin typeface="Meiryo UI" panose="020B0604030504040204" pitchFamily="50" charset="-128"/>
                          <a:ea typeface="Meiryo UI" panose="020B0604030504040204" pitchFamily="50" charset="-128"/>
                        </a:rPr>
                        <a:t>エタノール濃度</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4">
                  <a:txBody>
                    <a:bodyPr/>
                    <a:lstStyle/>
                    <a:p>
                      <a:pPr algn="ctr"/>
                      <a:r>
                        <a:rPr kumimoji="1" lang="en-US" altLang="ja-JP" sz="1400">
                          <a:solidFill>
                            <a:schemeClr val="tx1"/>
                          </a:solidFill>
                          <a:latin typeface="Meiryo UI" panose="020B0604030504040204" pitchFamily="50" charset="-128"/>
                          <a:ea typeface="Meiryo UI" panose="020B0604030504040204" pitchFamily="50" charset="-128"/>
                        </a:rPr>
                        <a:t>HM</a:t>
                      </a:r>
                      <a:r>
                        <a:rPr kumimoji="1" lang="ja-JP" altLang="en-US" sz="1400">
                          <a:solidFill>
                            <a:schemeClr val="tx1"/>
                          </a:solidFill>
                          <a:latin typeface="Meiryo UI" panose="020B0604030504040204" pitchFamily="50" charset="-128"/>
                          <a:ea typeface="Meiryo UI" panose="020B0604030504040204" pitchFamily="50" charset="-128"/>
                        </a:rPr>
                        <a:t>提案、</a:t>
                      </a:r>
                      <a:r>
                        <a:rPr kumimoji="1" lang="en-US" altLang="ja-JP" sz="1400">
                          <a:solidFill>
                            <a:schemeClr val="tx1"/>
                          </a:solidFill>
                          <a:latin typeface="Meiryo UI" panose="020B0604030504040204" pitchFamily="50" charset="-128"/>
                          <a:ea typeface="Meiryo UI" panose="020B0604030504040204" pitchFamily="50" charset="-128"/>
                        </a:rPr>
                        <a:t>RB</a:t>
                      </a:r>
                      <a:r>
                        <a:rPr kumimoji="1" lang="ja-JP" altLang="en-US" sz="1400">
                          <a:solidFill>
                            <a:schemeClr val="tx1"/>
                          </a:solidFill>
                          <a:latin typeface="Meiryo UI" panose="020B0604030504040204" pitchFamily="50" charset="-128"/>
                          <a:ea typeface="Meiryo UI" panose="020B0604030504040204" pitchFamily="50" charset="-128"/>
                        </a:rPr>
                        <a:t>合意</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4">
                  <a:txBody>
                    <a:bodyPr/>
                    <a:lstStyle/>
                    <a:p>
                      <a:pPr algn="ctr"/>
                      <a:r>
                        <a:rPr kumimoji="1" lang="ja-JP" altLang="en-US" sz="1400">
                          <a:solidFill>
                            <a:schemeClr val="tx1"/>
                          </a:solidFill>
                          <a:latin typeface="Meiryo UI" panose="020B0604030504040204" pitchFamily="50" charset="-128"/>
                          <a:ea typeface="Meiryo UI" panose="020B0604030504040204" pitchFamily="50" charset="-128"/>
                        </a:rPr>
                        <a:t>対象外（*</a:t>
                      </a:r>
                      <a:r>
                        <a:rPr kumimoji="1" lang="en-US" altLang="ja-JP" sz="1400">
                          <a:solidFill>
                            <a:schemeClr val="tx1"/>
                          </a:solidFill>
                          <a:latin typeface="Meiryo UI" panose="020B0604030504040204" pitchFamily="50" charset="-128"/>
                          <a:ea typeface="Meiryo UI" panose="020B0604030504040204" pitchFamily="50" charset="-128"/>
                        </a:rPr>
                        <a:t>2</a:t>
                      </a:r>
                      <a:r>
                        <a:rPr kumimoji="1" lang="ja-JP" altLang="en-US" sz="1400">
                          <a:solidFill>
                            <a:schemeClr val="tx1"/>
                          </a:solidFill>
                          <a:latin typeface="Meiryo UI" panose="020B0604030504040204" pitchFamily="50" charset="-128"/>
                          <a:ea typeface="Meiryo UI" panose="020B0604030504040204" pitchFamily="50" charset="-128"/>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19007432"/>
                  </a:ext>
                </a:extLst>
              </a:tr>
              <a:tr h="370840">
                <a:tc vMerge="1">
                  <a:txBody>
                    <a:bodyPr/>
                    <a:lstStyle/>
                    <a:p>
                      <a:pPr algn="ctr"/>
                      <a:endParaRPr kumimoji="1" lang="ja-JP" altLang="en-US" sz="120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ja-JP" altLang="en-US" sz="1400">
                          <a:solidFill>
                            <a:schemeClr val="tx1"/>
                          </a:solidFill>
                          <a:latin typeface="Meiryo UI" panose="020B0604030504040204" pitchFamily="50" charset="-128"/>
                          <a:ea typeface="Meiryo UI" panose="020B0604030504040204" pitchFamily="50" charset="-128"/>
                        </a:rPr>
                        <a:t>重質性</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a:endParaRPr kumimoji="1" lang="ja-JP" altLang="en-US" sz="120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a:endParaRPr kumimoji="1" lang="ja-JP" altLang="en-US" sz="120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16143814"/>
                  </a:ext>
                </a:extLst>
              </a:tr>
              <a:tr h="370840">
                <a:tc vMerge="1">
                  <a:txBody>
                    <a:bodyPr/>
                    <a:lstStyle/>
                    <a:p>
                      <a:pPr algn="ctr"/>
                      <a:endParaRPr kumimoji="1" lang="ja-JP" altLang="en-US" sz="120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1400">
                          <a:solidFill>
                            <a:schemeClr val="tx1"/>
                          </a:solidFill>
                          <a:latin typeface="Meiryo UI" panose="020B0604030504040204" pitchFamily="50" charset="-128"/>
                          <a:ea typeface="Meiryo UI" panose="020B0604030504040204" pitchFamily="50" charset="-128"/>
                        </a:rPr>
                        <a:t>RON</a:t>
                      </a:r>
                      <a:endParaRPr kumimoji="1" lang="ja-JP" altLang="en-US" sz="140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a:endParaRPr kumimoji="1" lang="ja-JP" altLang="en-US" sz="120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a:endParaRPr kumimoji="1" lang="ja-JP" altLang="en-US" sz="120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4182490"/>
                  </a:ext>
                </a:extLst>
              </a:tr>
              <a:tr h="370840">
                <a:tc vMerge="1">
                  <a:txBody>
                    <a:bodyPr/>
                    <a:lstStyle/>
                    <a:p>
                      <a:pPr algn="ctr"/>
                      <a:endParaRPr kumimoji="1" lang="ja-JP" altLang="en-US" sz="120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ja-JP" altLang="en-US" sz="1400" dirty="0">
                          <a:solidFill>
                            <a:schemeClr val="tx1"/>
                          </a:solidFill>
                          <a:latin typeface="Meiryo UI" panose="020B0604030504040204" pitchFamily="50" charset="-128"/>
                          <a:ea typeface="Meiryo UI" panose="020B0604030504040204" pitchFamily="50" charset="-128"/>
                        </a:rPr>
                        <a:t>その他成分</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a:endParaRPr kumimoji="1" lang="ja-JP" altLang="en-US" sz="120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a:endParaRPr kumimoji="1" lang="ja-JP" altLang="en-US" sz="120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41596057"/>
                  </a:ext>
                </a:extLst>
              </a:tr>
            </a:tbl>
          </a:graphicData>
        </a:graphic>
      </p:graphicFrame>
      <p:sp>
        <p:nvSpPr>
          <p:cNvPr id="7" name="テキスト ボックス 6">
            <a:extLst>
              <a:ext uri="{FF2B5EF4-FFF2-40B4-BE49-F238E27FC236}">
                <a16:creationId xmlns:a16="http://schemas.microsoft.com/office/drawing/2014/main" id="{A36EC409-E39C-986B-2774-590824994DCF}"/>
              </a:ext>
            </a:extLst>
          </p:cNvPr>
          <p:cNvSpPr txBox="1"/>
          <p:nvPr/>
        </p:nvSpPr>
        <p:spPr>
          <a:xfrm>
            <a:off x="367964" y="5022625"/>
            <a:ext cx="7866256" cy="523220"/>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rPr>
              <a:t>（*</a:t>
            </a: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rPr>
              <a:t>1</a:t>
            </a: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rPr>
              <a:t>）保証対象外だが、環境要件を外れた領域において極端な適合はしない。</a:t>
            </a:r>
            <a:endPar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endParaRPr>
          </a:p>
          <a:p>
            <a:pPr algn="l">
              <a:defRPr/>
            </a:pP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rPr>
              <a:t>（*</a:t>
            </a: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rPr>
              <a:t>2</a:t>
            </a: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rPr>
              <a:t>）</a:t>
            </a:r>
            <a:r>
              <a:rPr kumimoji="1" lang="ja-JP" altLang="en-US" sz="1400">
                <a:solidFill>
                  <a:schemeClr val="tx1"/>
                </a:solidFill>
                <a:latin typeface="Meiryo UI" panose="020B0604030504040204" pitchFamily="50" charset="-128"/>
                <a:ea typeface="Meiryo UI" panose="020B0604030504040204" pitchFamily="50" charset="-128"/>
              </a:rPr>
              <a:t>不具合調査や対策にかかる開発費用は</a:t>
            </a:r>
            <a:r>
              <a:rPr kumimoji="1" lang="en-US" altLang="ja-JP" sz="1400">
                <a:solidFill>
                  <a:schemeClr val="tx1"/>
                </a:solidFill>
                <a:latin typeface="Meiryo UI" panose="020B0604030504040204" pitchFamily="50" charset="-128"/>
                <a:ea typeface="Meiryo UI" panose="020B0604030504040204" pitchFamily="50" charset="-128"/>
              </a:rPr>
              <a:t>Honda</a:t>
            </a:r>
            <a:r>
              <a:rPr kumimoji="1" lang="ja-JP" altLang="en-US" sz="1400">
                <a:solidFill>
                  <a:schemeClr val="tx1"/>
                </a:solidFill>
                <a:latin typeface="Meiryo UI" panose="020B0604030504040204" pitchFamily="50" charset="-128"/>
                <a:ea typeface="Meiryo UI" panose="020B0604030504040204" pitchFamily="50" charset="-128"/>
              </a:rPr>
              <a:t>　</a:t>
            </a:r>
            <a:r>
              <a:rPr kumimoji="1" lang="en-US" altLang="ja-JP" sz="1400">
                <a:solidFill>
                  <a:schemeClr val="tx1"/>
                </a:solidFill>
                <a:latin typeface="Meiryo UI" panose="020B0604030504040204" pitchFamily="50" charset="-128"/>
                <a:ea typeface="Meiryo UI" panose="020B0604030504040204" pitchFamily="50" charset="-128"/>
              </a:rPr>
              <a:t>100%</a:t>
            </a:r>
            <a:r>
              <a:rPr kumimoji="1" lang="ja-JP" altLang="en-US" sz="1400">
                <a:solidFill>
                  <a:schemeClr val="tx1"/>
                </a:solidFill>
                <a:latin typeface="Meiryo UI" panose="020B0604030504040204" pitchFamily="50" charset="-128"/>
                <a:ea typeface="Meiryo UI" panose="020B0604030504040204" pitchFamily="50" charset="-128"/>
              </a:rPr>
              <a:t>負担。</a:t>
            </a:r>
            <a:r>
              <a:rPr lang="ja-JP" altLang="en-US" sz="1400">
                <a:latin typeface="Meiryo UI" panose="020B0604030504040204" pitchFamily="50" charset="-128"/>
                <a:ea typeface="Meiryo UI" panose="020B0604030504040204" pitchFamily="50" charset="-128"/>
              </a:rPr>
              <a:t>ただし、複合要因の場合は要協議。</a:t>
            </a:r>
            <a:endPar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endParaRPr>
          </a:p>
        </p:txBody>
      </p:sp>
    </p:spTree>
    <p:extLst>
      <p:ext uri="{BB962C8B-B14F-4D97-AF65-F5344CB8AC3E}">
        <p14:creationId xmlns:p14="http://schemas.microsoft.com/office/powerpoint/2010/main" val="317192552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Text Box 2"/>
          <p:cNvSpPr txBox="1">
            <a:spLocks noChangeArrowheads="1"/>
          </p:cNvSpPr>
          <p:nvPr/>
        </p:nvSpPr>
        <p:spPr bwMode="auto">
          <a:xfrm>
            <a:off x="250829" y="44451"/>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2000">
                <a:solidFill>
                  <a:srgbClr val="FFFFFF"/>
                </a:solidFill>
                <a:latin typeface="Meiryo UI" panose="020B0604030504040204" pitchFamily="50" charset="-128"/>
                <a:ea typeface="Meiryo UI" panose="020B0604030504040204" pitchFamily="50" charset="-128"/>
                <a:cs typeface="Arial" pitchFamily="34" charset="0"/>
              </a:rPr>
              <a:t>16. EMS Requirement and CR (8/21)</a:t>
            </a:r>
            <a:endParaRPr lang="en-US" altLang="ja-JP" sz="1100">
              <a:solidFill>
                <a:srgbClr val="FFFFFF"/>
              </a:solidFill>
              <a:latin typeface="HGPｺﾞｼｯｸE" pitchFamily="50" charset="-128"/>
              <a:ea typeface="HGPｺﾞｼｯｸE" pitchFamily="50" charset="-128"/>
              <a:cs typeface="Arial" pitchFamily="34" charset="0"/>
            </a:endParaRPr>
          </a:p>
        </p:txBody>
      </p:sp>
      <p:sp>
        <p:nvSpPr>
          <p:cNvPr id="39" name="フリーフォーム 38"/>
          <p:cNvSpPr/>
          <p:nvPr/>
        </p:nvSpPr>
        <p:spPr bwMode="auto">
          <a:xfrm>
            <a:off x="1808532" y="1305238"/>
            <a:ext cx="6603947" cy="4697046"/>
          </a:xfrm>
          <a:custGeom>
            <a:avLst/>
            <a:gdLst>
              <a:gd name="connsiteX0" fmla="*/ 0 w 5782962"/>
              <a:gd name="connsiteY0" fmla="*/ 0 h 3954162"/>
              <a:gd name="connsiteX1" fmla="*/ 0 w 5782962"/>
              <a:gd name="connsiteY1" fmla="*/ 3954162 h 3954162"/>
              <a:gd name="connsiteX2" fmla="*/ 5782962 w 5782962"/>
              <a:gd name="connsiteY2" fmla="*/ 3954162 h 3954162"/>
            </a:gdLst>
            <a:ahLst/>
            <a:cxnLst>
              <a:cxn ang="0">
                <a:pos x="connsiteX0" y="connsiteY0"/>
              </a:cxn>
              <a:cxn ang="0">
                <a:pos x="connsiteX1" y="connsiteY1"/>
              </a:cxn>
              <a:cxn ang="0">
                <a:pos x="connsiteX2" y="connsiteY2"/>
              </a:cxn>
            </a:cxnLst>
            <a:rect l="l" t="t" r="r" b="b"/>
            <a:pathLst>
              <a:path w="5782962" h="3954162">
                <a:moveTo>
                  <a:pt x="0" y="0"/>
                </a:moveTo>
                <a:lnTo>
                  <a:pt x="0" y="3954162"/>
                </a:lnTo>
                <a:lnTo>
                  <a:pt x="5782962" y="3954162"/>
                </a:lnTo>
              </a:path>
            </a:pathLst>
          </a:custGeom>
          <a:no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ja-JP" altLang="en-US" sz="2400" b="0" i="0" u="none" strike="noStrike" kern="1200" cap="none" spc="0" normalizeH="0" baseline="0" noProof="0">
              <a:ln>
                <a:noFill/>
              </a:ln>
              <a:solidFill>
                <a:srgbClr val="000000"/>
              </a:solidFill>
              <a:effectLst/>
              <a:uLnTx/>
              <a:uFillTx/>
              <a:latin typeface="Arial" panose="020B0604020202020204" pitchFamily="34" charset="0"/>
              <a:ea typeface="ＭＳ Ｐゴシック" pitchFamily="50" charset="-128"/>
              <a:cs typeface="Arial" panose="020B0604020202020204" pitchFamily="34" charset="0"/>
            </a:endParaRPr>
          </a:p>
        </p:txBody>
      </p:sp>
      <p:sp>
        <p:nvSpPr>
          <p:cNvPr id="40" name="テキスト ボックス 39"/>
          <p:cNvSpPr txBox="1"/>
          <p:nvPr/>
        </p:nvSpPr>
        <p:spPr>
          <a:xfrm>
            <a:off x="1132233" y="1478972"/>
            <a:ext cx="697627" cy="369332"/>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8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rPr>
              <a:t>5000</a:t>
            </a:r>
            <a:endParaRPr kumimoji="1" lang="ja-JP" altLang="en-US" sz="18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42" name="テキスト ボックス 41"/>
          <p:cNvSpPr txBox="1"/>
          <p:nvPr/>
        </p:nvSpPr>
        <p:spPr>
          <a:xfrm>
            <a:off x="1132233" y="4537560"/>
            <a:ext cx="697627" cy="369332"/>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8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rPr>
              <a:t>1600</a:t>
            </a:r>
            <a:endParaRPr kumimoji="1" lang="ja-JP" altLang="en-US" sz="18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43" name="テキスト ボックス 42"/>
          <p:cNvSpPr txBox="1"/>
          <p:nvPr/>
        </p:nvSpPr>
        <p:spPr>
          <a:xfrm>
            <a:off x="1260301" y="6034505"/>
            <a:ext cx="1114408" cy="738664"/>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8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rPr>
              <a:t>-40</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2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rPr>
              <a:t>(with</a:t>
            </a:r>
            <a:endParaRPr lang="en-US" altLang="ja-JP" sz="1200">
              <a:solidFill>
                <a:srgbClr val="000000"/>
              </a:solidFill>
              <a:latin typeface="Arial" panose="020B0604020202020204" pitchFamily="34" charset="0"/>
              <a:cs typeface="Arial" panose="020B0604020202020204" pitchFamily="34" charset="0"/>
            </a:endParaRP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2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rPr>
              <a:t>Block</a:t>
            </a:r>
            <a:r>
              <a:rPr lang="en-US" altLang="ja-JP" sz="1200" noProof="0">
                <a:solidFill>
                  <a:srgbClr val="000000"/>
                </a:solidFill>
                <a:latin typeface="Arial" panose="020B0604020202020204" pitchFamily="34" charset="0"/>
                <a:cs typeface="Arial" panose="020B0604020202020204" pitchFamily="34" charset="0"/>
              </a:rPr>
              <a:t> </a:t>
            </a:r>
            <a:r>
              <a:rPr kumimoji="1" lang="en-US" altLang="ja-JP" sz="12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rPr>
              <a:t>Heater)</a:t>
            </a:r>
            <a:endParaRPr kumimoji="1" lang="ja-JP" altLang="en-US" sz="12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50" name="テキスト ボックス 49"/>
          <p:cNvSpPr txBox="1"/>
          <p:nvPr/>
        </p:nvSpPr>
        <p:spPr>
          <a:xfrm>
            <a:off x="3786033" y="6034505"/>
            <a:ext cx="518092" cy="369332"/>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8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rPr>
              <a:t>-10</a:t>
            </a:r>
          </a:p>
        </p:txBody>
      </p:sp>
      <p:sp>
        <p:nvSpPr>
          <p:cNvPr id="52" name="テキスト ボックス 51"/>
          <p:cNvSpPr txBox="1"/>
          <p:nvPr/>
        </p:nvSpPr>
        <p:spPr>
          <a:xfrm>
            <a:off x="444970" y="1118044"/>
            <a:ext cx="1359243" cy="369332"/>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8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rPr>
              <a:t>Altitude [m]</a:t>
            </a:r>
            <a:endParaRPr kumimoji="1" lang="ja-JP" altLang="en-US" sz="18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cxnSp>
        <p:nvCxnSpPr>
          <p:cNvPr id="54" name="直線コネクタ 53"/>
          <p:cNvCxnSpPr>
            <a:endCxn id="42" idx="3"/>
          </p:cNvCxnSpPr>
          <p:nvPr/>
        </p:nvCxnSpPr>
        <p:spPr bwMode="auto">
          <a:xfrm flipH="1">
            <a:off x="1829860" y="4720958"/>
            <a:ext cx="6232140" cy="0"/>
          </a:xfrm>
          <a:prstGeom prst="line">
            <a:avLst/>
          </a:prstGeom>
          <a:solidFill>
            <a:schemeClr val="accent1"/>
          </a:solidFill>
          <a:ln w="6350" cap="flat" cmpd="sng" algn="ctr">
            <a:solidFill>
              <a:schemeClr val="bg1">
                <a:lumMod val="65000"/>
              </a:schemeClr>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6" name="テキスト ボックス 55"/>
          <p:cNvSpPr txBox="1"/>
          <p:nvPr/>
        </p:nvSpPr>
        <p:spPr>
          <a:xfrm>
            <a:off x="3321259" y="6364408"/>
            <a:ext cx="3142912" cy="369332"/>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8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rPr>
              <a:t>Ambient</a:t>
            </a:r>
            <a:r>
              <a:rPr kumimoji="1" lang="ja-JP" altLang="en-US" sz="18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rPr>
              <a:t> </a:t>
            </a:r>
            <a:r>
              <a:rPr lang="en-US" altLang="ja-JP" sz="1800">
                <a:solidFill>
                  <a:srgbClr val="000000"/>
                </a:solidFill>
                <a:latin typeface="Arial" panose="020B0604020202020204" pitchFamily="34" charset="0"/>
                <a:cs typeface="Arial" panose="020B0604020202020204" pitchFamily="34" charset="0"/>
              </a:rPr>
              <a:t>Temperature [</a:t>
            </a:r>
            <a:r>
              <a:rPr kumimoji="1" lang="en-US" altLang="ja-JP" sz="18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rPr>
              <a:t>degC</a:t>
            </a:r>
            <a:r>
              <a:rPr lang="en-US" altLang="ja-JP" sz="1800">
                <a:solidFill>
                  <a:srgbClr val="000000"/>
                </a:solidFill>
                <a:latin typeface="Arial" panose="020B0604020202020204" pitchFamily="34" charset="0"/>
                <a:cs typeface="Arial" panose="020B0604020202020204" pitchFamily="34" charset="0"/>
              </a:rPr>
              <a:t>]</a:t>
            </a:r>
            <a:endParaRPr kumimoji="1" lang="ja-JP" altLang="en-US" sz="18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cxnSp>
        <p:nvCxnSpPr>
          <p:cNvPr id="58" name="直線コネクタ 57"/>
          <p:cNvCxnSpPr>
            <a:stCxn id="67" idx="3"/>
          </p:cNvCxnSpPr>
          <p:nvPr/>
        </p:nvCxnSpPr>
        <p:spPr bwMode="auto">
          <a:xfrm>
            <a:off x="1829860" y="2545542"/>
            <a:ext cx="6206100" cy="0"/>
          </a:xfrm>
          <a:prstGeom prst="line">
            <a:avLst/>
          </a:prstGeom>
          <a:solidFill>
            <a:schemeClr val="accent1"/>
          </a:solidFill>
          <a:ln w="6350" cap="flat" cmpd="sng" algn="ctr">
            <a:solidFill>
              <a:schemeClr val="bg1">
                <a:lumMod val="65000"/>
              </a:schemeClr>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9" name="テキスト ボックス 58"/>
          <p:cNvSpPr txBox="1"/>
          <p:nvPr/>
        </p:nvSpPr>
        <p:spPr>
          <a:xfrm>
            <a:off x="1132233" y="3242780"/>
            <a:ext cx="697627" cy="369332"/>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US" altLang="ja-JP" sz="1800">
                <a:solidFill>
                  <a:srgbClr val="000000"/>
                </a:solidFill>
                <a:latin typeface="Arial" panose="020B0604020202020204" pitchFamily="34" charset="0"/>
                <a:cs typeface="Arial" panose="020B0604020202020204" pitchFamily="34" charset="0"/>
              </a:rPr>
              <a:t>3000</a:t>
            </a:r>
            <a:endParaRPr kumimoji="1" lang="ja-JP" altLang="en-US" sz="18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60" name="テキスト ボックス 59"/>
          <p:cNvSpPr txBox="1"/>
          <p:nvPr/>
        </p:nvSpPr>
        <p:spPr>
          <a:xfrm>
            <a:off x="597615" y="5776065"/>
            <a:ext cx="1133645" cy="369332"/>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US" altLang="ja-JP" sz="1800">
                <a:solidFill>
                  <a:srgbClr val="000000"/>
                </a:solidFill>
                <a:latin typeface="Arial" panose="020B0604020202020204" pitchFamily="34" charset="0"/>
                <a:cs typeface="Arial" panose="020B0604020202020204" pitchFamily="34" charset="0"/>
              </a:rPr>
              <a:t>Sea level</a:t>
            </a:r>
            <a:endParaRPr kumimoji="1" lang="ja-JP" altLang="en-US" sz="18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61" name="テキスト ボックス 60"/>
          <p:cNvSpPr txBox="1"/>
          <p:nvPr/>
        </p:nvSpPr>
        <p:spPr>
          <a:xfrm>
            <a:off x="5643357" y="6034505"/>
            <a:ext cx="441146" cy="369332"/>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US" altLang="ja-JP" sz="1800">
                <a:solidFill>
                  <a:srgbClr val="000000"/>
                </a:solidFill>
                <a:latin typeface="Arial" panose="020B0604020202020204" pitchFamily="34" charset="0"/>
                <a:cs typeface="Arial" panose="020B0604020202020204" pitchFamily="34" charset="0"/>
              </a:rPr>
              <a:t>2</a:t>
            </a:r>
            <a:r>
              <a:rPr kumimoji="1" lang="en-US" altLang="ja-JP" sz="18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rPr>
              <a:t>5</a:t>
            </a:r>
            <a:endParaRPr kumimoji="1" lang="ja-JP" altLang="en-US" sz="18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67" name="テキスト ボックス 66"/>
          <p:cNvSpPr txBox="1"/>
          <p:nvPr/>
        </p:nvSpPr>
        <p:spPr>
          <a:xfrm>
            <a:off x="1132233" y="2360876"/>
            <a:ext cx="697627" cy="369332"/>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8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rPr>
              <a:t>4000</a:t>
            </a:r>
            <a:endParaRPr kumimoji="1" lang="ja-JP" altLang="en-US" sz="18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cxnSp>
        <p:nvCxnSpPr>
          <p:cNvPr id="68" name="直線コネクタ 67"/>
          <p:cNvCxnSpPr>
            <a:stCxn id="59" idx="3"/>
          </p:cNvCxnSpPr>
          <p:nvPr/>
        </p:nvCxnSpPr>
        <p:spPr bwMode="auto">
          <a:xfrm flipV="1">
            <a:off x="1829860" y="3421210"/>
            <a:ext cx="6206100" cy="0"/>
          </a:xfrm>
          <a:prstGeom prst="line">
            <a:avLst/>
          </a:prstGeom>
          <a:solidFill>
            <a:schemeClr val="accent1"/>
          </a:solidFill>
          <a:ln w="6350" cap="flat" cmpd="sng" algn="ctr">
            <a:solidFill>
              <a:schemeClr val="bg1">
                <a:lumMod val="65000"/>
              </a:schemeClr>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3" name="直線コネクタ 72"/>
          <p:cNvCxnSpPr>
            <a:stCxn id="50" idx="0"/>
          </p:cNvCxnSpPr>
          <p:nvPr/>
        </p:nvCxnSpPr>
        <p:spPr bwMode="auto">
          <a:xfrm flipV="1">
            <a:off x="4045079" y="1455752"/>
            <a:ext cx="0" cy="4513438"/>
          </a:xfrm>
          <a:prstGeom prst="line">
            <a:avLst/>
          </a:prstGeom>
          <a:solidFill>
            <a:schemeClr val="accent1"/>
          </a:solidFill>
          <a:ln w="6350" cap="flat" cmpd="sng" algn="ctr">
            <a:solidFill>
              <a:schemeClr val="bg1">
                <a:lumMod val="65000"/>
              </a:schemeClr>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5" name="直線コネクタ 74"/>
          <p:cNvCxnSpPr>
            <a:stCxn id="61" idx="0"/>
          </p:cNvCxnSpPr>
          <p:nvPr/>
        </p:nvCxnSpPr>
        <p:spPr bwMode="auto">
          <a:xfrm flipV="1">
            <a:off x="5863930" y="1468184"/>
            <a:ext cx="0" cy="4501006"/>
          </a:xfrm>
          <a:prstGeom prst="line">
            <a:avLst/>
          </a:prstGeom>
          <a:solidFill>
            <a:schemeClr val="accent1"/>
          </a:solidFill>
          <a:ln w="6350" cap="flat" cmpd="sng" algn="ctr">
            <a:solidFill>
              <a:schemeClr val="bg1">
                <a:lumMod val="65000"/>
              </a:schemeClr>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6" name="直線コネクタ 75"/>
          <p:cNvCxnSpPr/>
          <p:nvPr/>
        </p:nvCxnSpPr>
        <p:spPr bwMode="auto">
          <a:xfrm flipV="1">
            <a:off x="7377574" y="1403258"/>
            <a:ext cx="1" cy="4501006"/>
          </a:xfrm>
          <a:prstGeom prst="line">
            <a:avLst/>
          </a:prstGeom>
          <a:solidFill>
            <a:schemeClr val="accent1"/>
          </a:solidFill>
          <a:ln w="6350" cap="flat" cmpd="sng" algn="ctr">
            <a:solidFill>
              <a:schemeClr val="bg1">
                <a:lumMod val="65000"/>
              </a:schemeClr>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7" name="直線コネクタ 76"/>
          <p:cNvCxnSpPr>
            <a:stCxn id="40" idx="3"/>
          </p:cNvCxnSpPr>
          <p:nvPr/>
        </p:nvCxnSpPr>
        <p:spPr bwMode="auto">
          <a:xfrm>
            <a:off x="1829860" y="1663638"/>
            <a:ext cx="6216860" cy="0"/>
          </a:xfrm>
          <a:prstGeom prst="line">
            <a:avLst/>
          </a:prstGeom>
          <a:solidFill>
            <a:schemeClr val="accent1"/>
          </a:solidFill>
          <a:ln w="6350" cap="flat" cmpd="sng" algn="ctr">
            <a:solidFill>
              <a:schemeClr val="bg1">
                <a:lumMod val="65000"/>
              </a:schemeClr>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2" name="テキスト ボックス 81"/>
          <p:cNvSpPr txBox="1"/>
          <p:nvPr/>
        </p:nvSpPr>
        <p:spPr>
          <a:xfrm>
            <a:off x="7158939" y="6034505"/>
            <a:ext cx="441146" cy="369332"/>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8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rPr>
              <a:t>40</a:t>
            </a:r>
          </a:p>
        </p:txBody>
      </p:sp>
      <p:grpSp>
        <p:nvGrpSpPr>
          <p:cNvPr id="107" name="グループ化 106"/>
          <p:cNvGrpSpPr/>
          <p:nvPr/>
        </p:nvGrpSpPr>
        <p:grpSpPr>
          <a:xfrm>
            <a:off x="3917381" y="4592098"/>
            <a:ext cx="3586747" cy="1517840"/>
            <a:chOff x="3917381" y="4592098"/>
            <a:chExt cx="3586747" cy="1517840"/>
          </a:xfrm>
        </p:grpSpPr>
        <p:sp>
          <p:nvSpPr>
            <p:cNvPr id="108" name="正方形/長方形 18"/>
            <p:cNvSpPr/>
            <p:nvPr/>
          </p:nvSpPr>
          <p:spPr bwMode="auto">
            <a:xfrm>
              <a:off x="4046994" y="4720887"/>
              <a:ext cx="3361684" cy="1281396"/>
            </a:xfrm>
            <a:custGeom>
              <a:avLst/>
              <a:gdLst>
                <a:gd name="connsiteX0" fmla="*/ 0 w 2833724"/>
                <a:gd name="connsiteY0" fmla="*/ 0 h 1281325"/>
                <a:gd name="connsiteX1" fmla="*/ 2833724 w 2833724"/>
                <a:gd name="connsiteY1" fmla="*/ 0 h 1281325"/>
                <a:gd name="connsiteX2" fmla="*/ 2833724 w 2833724"/>
                <a:gd name="connsiteY2" fmla="*/ 1281325 h 1281325"/>
                <a:gd name="connsiteX3" fmla="*/ 0 w 2833724"/>
                <a:gd name="connsiteY3" fmla="*/ 1281325 h 1281325"/>
                <a:gd name="connsiteX4" fmla="*/ 0 w 2833724"/>
                <a:gd name="connsiteY4" fmla="*/ 0 h 1281325"/>
                <a:gd name="connsiteX0" fmla="*/ 0 w 2833724"/>
                <a:gd name="connsiteY0" fmla="*/ 5267 h 1286592"/>
                <a:gd name="connsiteX1" fmla="*/ 1371686 w 2833724"/>
                <a:gd name="connsiteY1" fmla="*/ 0 h 1286592"/>
                <a:gd name="connsiteX2" fmla="*/ 2833724 w 2833724"/>
                <a:gd name="connsiteY2" fmla="*/ 5267 h 1286592"/>
                <a:gd name="connsiteX3" fmla="*/ 2833724 w 2833724"/>
                <a:gd name="connsiteY3" fmla="*/ 1286592 h 1286592"/>
                <a:gd name="connsiteX4" fmla="*/ 0 w 2833724"/>
                <a:gd name="connsiteY4" fmla="*/ 1286592 h 1286592"/>
                <a:gd name="connsiteX5" fmla="*/ 0 w 2833724"/>
                <a:gd name="connsiteY5" fmla="*/ 5267 h 1286592"/>
                <a:gd name="connsiteX0" fmla="*/ 0 w 2833724"/>
                <a:gd name="connsiteY0" fmla="*/ 5267 h 1286592"/>
                <a:gd name="connsiteX1" fmla="*/ 1371686 w 2833724"/>
                <a:gd name="connsiteY1" fmla="*/ 0 h 1286592"/>
                <a:gd name="connsiteX2" fmla="*/ 2833724 w 2833724"/>
                <a:gd name="connsiteY2" fmla="*/ 1286592 h 1286592"/>
                <a:gd name="connsiteX3" fmla="*/ 0 w 2833724"/>
                <a:gd name="connsiteY3" fmla="*/ 1286592 h 1286592"/>
                <a:gd name="connsiteX4" fmla="*/ 0 w 2833724"/>
                <a:gd name="connsiteY4" fmla="*/ 5267 h 1286592"/>
                <a:gd name="connsiteX0" fmla="*/ 0 w 2833724"/>
                <a:gd name="connsiteY0" fmla="*/ 71 h 1281396"/>
                <a:gd name="connsiteX1" fmla="*/ 1321183 w 2833724"/>
                <a:gd name="connsiteY1" fmla="*/ 0 h 1281396"/>
                <a:gd name="connsiteX2" fmla="*/ 2833724 w 2833724"/>
                <a:gd name="connsiteY2" fmla="*/ 1281396 h 1281396"/>
                <a:gd name="connsiteX3" fmla="*/ 0 w 2833724"/>
                <a:gd name="connsiteY3" fmla="*/ 1281396 h 1281396"/>
                <a:gd name="connsiteX4" fmla="*/ 0 w 2833724"/>
                <a:gd name="connsiteY4" fmla="*/ 71 h 1281396"/>
                <a:gd name="connsiteX0" fmla="*/ 0 w 2833724"/>
                <a:gd name="connsiteY0" fmla="*/ 71 h 1281396"/>
                <a:gd name="connsiteX1" fmla="*/ 1321183 w 2833724"/>
                <a:gd name="connsiteY1" fmla="*/ 0 h 1281396"/>
                <a:gd name="connsiteX2" fmla="*/ 2833724 w 2833724"/>
                <a:gd name="connsiteY2" fmla="*/ 1281396 h 1281396"/>
                <a:gd name="connsiteX3" fmla="*/ 0 w 2833724"/>
                <a:gd name="connsiteY3" fmla="*/ 1281396 h 1281396"/>
                <a:gd name="connsiteX4" fmla="*/ 0 w 2833724"/>
                <a:gd name="connsiteY4" fmla="*/ 71 h 1281396"/>
                <a:gd name="connsiteX0" fmla="*/ 0 w 2833724"/>
                <a:gd name="connsiteY0" fmla="*/ 0 h 1281325"/>
                <a:gd name="connsiteX1" fmla="*/ 1531998 w 2833724"/>
                <a:gd name="connsiteY1" fmla="*/ 3837 h 1281325"/>
                <a:gd name="connsiteX2" fmla="*/ 2833724 w 2833724"/>
                <a:gd name="connsiteY2" fmla="*/ 1281325 h 1281325"/>
                <a:gd name="connsiteX3" fmla="*/ 0 w 2833724"/>
                <a:gd name="connsiteY3" fmla="*/ 1281325 h 1281325"/>
                <a:gd name="connsiteX4" fmla="*/ 0 w 2833724"/>
                <a:gd name="connsiteY4" fmla="*/ 0 h 1281325"/>
                <a:gd name="connsiteX0" fmla="*/ 0 w 2833724"/>
                <a:gd name="connsiteY0" fmla="*/ 0 h 1281325"/>
                <a:gd name="connsiteX1" fmla="*/ 1531998 w 2833724"/>
                <a:gd name="connsiteY1" fmla="*/ 3837 h 1281325"/>
                <a:gd name="connsiteX2" fmla="*/ 2833724 w 2833724"/>
                <a:gd name="connsiteY2" fmla="*/ 1281325 h 1281325"/>
                <a:gd name="connsiteX3" fmla="*/ 0 w 2833724"/>
                <a:gd name="connsiteY3" fmla="*/ 1281325 h 1281325"/>
                <a:gd name="connsiteX4" fmla="*/ 0 w 2833724"/>
                <a:gd name="connsiteY4" fmla="*/ 0 h 1281325"/>
                <a:gd name="connsiteX0" fmla="*/ 0 w 2833724"/>
                <a:gd name="connsiteY0" fmla="*/ 71 h 1281396"/>
                <a:gd name="connsiteX1" fmla="*/ 1538586 w 2833724"/>
                <a:gd name="connsiteY1" fmla="*/ 0 h 1281396"/>
                <a:gd name="connsiteX2" fmla="*/ 2833724 w 2833724"/>
                <a:gd name="connsiteY2" fmla="*/ 1281396 h 1281396"/>
                <a:gd name="connsiteX3" fmla="*/ 0 w 2833724"/>
                <a:gd name="connsiteY3" fmla="*/ 1281396 h 1281396"/>
                <a:gd name="connsiteX4" fmla="*/ 0 w 2833724"/>
                <a:gd name="connsiteY4" fmla="*/ 71 h 1281396"/>
                <a:gd name="connsiteX0" fmla="*/ 0 w 2833724"/>
                <a:gd name="connsiteY0" fmla="*/ 71 h 1281396"/>
                <a:gd name="connsiteX1" fmla="*/ 1535292 w 2833724"/>
                <a:gd name="connsiteY1" fmla="*/ 0 h 1281396"/>
                <a:gd name="connsiteX2" fmla="*/ 2833724 w 2833724"/>
                <a:gd name="connsiteY2" fmla="*/ 1281396 h 1281396"/>
                <a:gd name="connsiteX3" fmla="*/ 0 w 2833724"/>
                <a:gd name="connsiteY3" fmla="*/ 1281396 h 1281396"/>
                <a:gd name="connsiteX4" fmla="*/ 0 w 2833724"/>
                <a:gd name="connsiteY4" fmla="*/ 71 h 12813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33724" h="1281396">
                  <a:moveTo>
                    <a:pt x="0" y="71"/>
                  </a:moveTo>
                  <a:lnTo>
                    <a:pt x="1535292" y="0"/>
                  </a:lnTo>
                  <a:lnTo>
                    <a:pt x="2833724" y="1281396"/>
                  </a:lnTo>
                  <a:lnTo>
                    <a:pt x="0" y="1281396"/>
                  </a:lnTo>
                  <a:lnTo>
                    <a:pt x="0" y="71"/>
                  </a:lnTo>
                  <a:close/>
                </a:path>
              </a:pathLst>
            </a:custGeom>
            <a:solidFill>
              <a:srgbClr val="00B050">
                <a:alpha val="20000"/>
              </a:srgbClr>
            </a:solidFill>
            <a:ln w="22225" cap="flat" cmpd="sng" algn="ctr">
              <a:solidFill>
                <a:srgbClr val="00B050"/>
              </a:solidFill>
              <a:prstDash val="lg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Arial" panose="020B0604020202020204" pitchFamily="34" charset="0"/>
                <a:ea typeface="ＭＳ Ｐゴシック" pitchFamily="50" charset="-128"/>
                <a:cs typeface="Arial" panose="020B0604020202020204" pitchFamily="34" charset="0"/>
              </a:endParaRPr>
            </a:p>
          </p:txBody>
        </p:sp>
        <p:sp>
          <p:nvSpPr>
            <p:cNvPr id="110" name="ドーナツ 109"/>
            <p:cNvSpPr/>
            <p:nvPr/>
          </p:nvSpPr>
          <p:spPr bwMode="auto">
            <a:xfrm>
              <a:off x="7252128" y="5857938"/>
              <a:ext cx="252000" cy="252000"/>
            </a:xfrm>
            <a:prstGeom prst="donut">
              <a:avLst/>
            </a:prstGeom>
            <a:solidFill>
              <a:srgbClr val="00B05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Times New Roman" pitchFamily="18" charset="0"/>
                <a:ea typeface="ＭＳ Ｐゴシック" pitchFamily="50" charset="-128"/>
              </a:endParaRPr>
            </a:p>
          </p:txBody>
        </p:sp>
        <p:sp>
          <p:nvSpPr>
            <p:cNvPr id="111" name="ドーナツ 110"/>
            <p:cNvSpPr/>
            <p:nvPr/>
          </p:nvSpPr>
          <p:spPr bwMode="auto">
            <a:xfrm>
              <a:off x="3917381" y="4592098"/>
              <a:ext cx="252000" cy="252000"/>
            </a:xfrm>
            <a:prstGeom prst="donut">
              <a:avLst/>
            </a:prstGeom>
            <a:solidFill>
              <a:srgbClr val="00B05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Times New Roman" pitchFamily="18" charset="0"/>
                <a:ea typeface="ＭＳ Ｐゴシック" pitchFamily="50" charset="-128"/>
              </a:endParaRPr>
            </a:p>
          </p:txBody>
        </p:sp>
        <p:sp>
          <p:nvSpPr>
            <p:cNvPr id="112" name="ドーナツ 111"/>
            <p:cNvSpPr/>
            <p:nvPr/>
          </p:nvSpPr>
          <p:spPr bwMode="auto">
            <a:xfrm>
              <a:off x="3917381" y="5857938"/>
              <a:ext cx="252000" cy="252000"/>
            </a:xfrm>
            <a:prstGeom prst="donut">
              <a:avLst/>
            </a:prstGeom>
            <a:solidFill>
              <a:srgbClr val="00B05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Times New Roman" pitchFamily="18" charset="0"/>
                <a:ea typeface="ＭＳ Ｐゴシック" pitchFamily="50" charset="-128"/>
              </a:endParaRPr>
            </a:p>
          </p:txBody>
        </p:sp>
        <p:sp>
          <p:nvSpPr>
            <p:cNvPr id="113" name="ドーナツ 112"/>
            <p:cNvSpPr/>
            <p:nvPr/>
          </p:nvSpPr>
          <p:spPr bwMode="auto">
            <a:xfrm>
              <a:off x="5743195" y="4592098"/>
              <a:ext cx="252000" cy="252000"/>
            </a:xfrm>
            <a:prstGeom prst="donut">
              <a:avLst/>
            </a:prstGeom>
            <a:solidFill>
              <a:srgbClr val="00B05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Times New Roman" pitchFamily="18" charset="0"/>
                <a:ea typeface="ＭＳ Ｐゴシック" pitchFamily="50" charset="-128"/>
              </a:endParaRPr>
            </a:p>
          </p:txBody>
        </p:sp>
        <p:sp>
          <p:nvSpPr>
            <p:cNvPr id="109" name="テキスト ボックス 108"/>
            <p:cNvSpPr txBox="1"/>
            <p:nvPr/>
          </p:nvSpPr>
          <p:spPr>
            <a:xfrm>
              <a:off x="4200224" y="5022446"/>
              <a:ext cx="2081403" cy="830997"/>
            </a:xfrm>
            <a:prstGeom prst="rect">
              <a:avLst/>
            </a:prstGeom>
            <a:noFill/>
          </p:spPr>
          <p:txBody>
            <a:bodyPr wrap="none" rtlCol="0">
              <a:spAutoFit/>
            </a:bodyPr>
            <a:lstStyle/>
            <a:p>
              <a:r>
                <a:rPr kumimoji="1" lang="en-US" altLang="ja-JP" sz="1600" b="1">
                  <a:solidFill>
                    <a:srgbClr val="00B05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E22 Fuel (E0-E30)</a:t>
              </a:r>
            </a:p>
            <a:p>
              <a:r>
                <a:rPr lang="en-US" altLang="ja-JP" sz="1600" b="1">
                  <a:solidFill>
                    <a:srgbClr val="00B05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(For South America</a:t>
              </a:r>
            </a:p>
            <a:p>
              <a:r>
                <a:rPr lang="en-US" altLang="ja-JP" sz="1600" b="1">
                  <a:solidFill>
                    <a:srgbClr val="00B05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verification area)</a:t>
              </a:r>
              <a:endParaRPr kumimoji="1" lang="ja-JP" altLang="en-US" sz="1600" b="1">
                <a:solidFill>
                  <a:srgbClr val="00B05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grpSp>
      <p:sp>
        <p:nvSpPr>
          <p:cNvPr id="123" name="正方形/長方形 122"/>
          <p:cNvSpPr/>
          <p:nvPr/>
        </p:nvSpPr>
        <p:spPr>
          <a:xfrm>
            <a:off x="250829" y="565056"/>
            <a:ext cx="4892686" cy="667875"/>
          </a:xfrm>
          <a:prstGeom prst="rect">
            <a:avLst/>
          </a:prstGeom>
        </p:spPr>
        <p:txBody>
          <a:bodyPr wrap="none">
            <a:spAutoFit/>
          </a:bodyPr>
          <a:lstStyle/>
          <a:p>
            <a:pPr algn="l" eaLnBrk="1" hangingPunct="1">
              <a:lnSpc>
                <a:spcPct val="110000"/>
              </a:lnSpc>
            </a:pPr>
            <a:r>
              <a:rPr lang="en-US" altLang="ja-JP" sz="2000" b="1" u="sng">
                <a:solidFill>
                  <a:srgbClr val="000000"/>
                </a:solidFill>
                <a:latin typeface="Arial" panose="020B0604020202020204" pitchFamily="34" charset="0"/>
                <a:ea typeface="ＭＳ Ｐゴシック"/>
                <a:cs typeface="Arial" panose="020B0604020202020204" pitchFamily="34" charset="0"/>
              </a:rPr>
              <a:t>Calibration Boundary Condition</a:t>
            </a:r>
          </a:p>
          <a:p>
            <a:pPr algn="l" eaLnBrk="1" hangingPunct="1">
              <a:lnSpc>
                <a:spcPct val="110000"/>
              </a:lnSpc>
            </a:pPr>
            <a:r>
              <a:rPr lang="en-US" altLang="ja-JP" sz="1400">
                <a:solidFill>
                  <a:srgbClr val="000000"/>
                </a:solidFill>
                <a:latin typeface="Arial" panose="020B0604020202020204" pitchFamily="34" charset="0"/>
                <a:ea typeface="ＭＳ Ｐゴシック"/>
                <a:cs typeface="Arial" panose="020B0604020202020204" pitchFamily="34" charset="0"/>
              </a:rPr>
              <a:t>* Details are defined in EMS index and Environment matrix.</a:t>
            </a:r>
          </a:p>
        </p:txBody>
      </p:sp>
      <p:sp>
        <p:nvSpPr>
          <p:cNvPr id="129" name="正方形/長方形 128"/>
          <p:cNvSpPr/>
          <p:nvPr/>
        </p:nvSpPr>
        <p:spPr>
          <a:xfrm>
            <a:off x="5585016" y="479087"/>
            <a:ext cx="3558988" cy="1169551"/>
          </a:xfrm>
          <a:prstGeom prst="rect">
            <a:avLst/>
          </a:prstGeom>
          <a:solidFill>
            <a:srgbClr val="FFFF99"/>
          </a:solidFill>
        </p:spPr>
        <p:txBody>
          <a:bodyPr wrap="none">
            <a:spAutoFit/>
          </a:bodyPr>
          <a:lstStyle/>
          <a:p>
            <a:pPr algn="l"/>
            <a:r>
              <a:rPr lang="en-US" altLang="ja-JP" sz="1400" dirty="0">
                <a:latin typeface="Meiryo UI" panose="020B0604030504040204" pitchFamily="50" charset="-128"/>
                <a:ea typeface="Meiryo UI" panose="020B0604030504040204" pitchFamily="50" charset="-128"/>
              </a:rPr>
              <a:t>If </a:t>
            </a:r>
            <a:r>
              <a:rPr lang="en-US" altLang="ja-JP" sz="1400" dirty="0">
                <a:solidFill>
                  <a:srgbClr val="0000FF"/>
                </a:solidFill>
                <a:latin typeface="Meiryo UI" panose="020B0604030504040204" pitchFamily="50" charset="-128"/>
                <a:ea typeface="Meiryo UI" panose="020B0604030504040204" pitchFamily="50" charset="-128"/>
              </a:rPr>
              <a:t>Bosch</a:t>
            </a:r>
            <a:r>
              <a:rPr lang="en-US" altLang="ja-JP" sz="1400" dirty="0">
                <a:latin typeface="Meiryo UI" panose="020B0604030504040204" pitchFamily="50" charset="-128"/>
                <a:ea typeface="Meiryo UI" panose="020B0604030504040204" pitchFamily="50" charset="-128"/>
              </a:rPr>
              <a:t> had requirement to use</a:t>
            </a:r>
          </a:p>
          <a:p>
            <a:pPr algn="l"/>
            <a:r>
              <a:rPr lang="en-US" altLang="ja-JP" sz="1400" dirty="0">
                <a:latin typeface="Meiryo UI" panose="020B0604030504040204" pitchFamily="50" charset="-128"/>
                <a:ea typeface="Meiryo UI" panose="020B0604030504040204" pitchFamily="50" charset="-128"/>
              </a:rPr>
              <a:t>Honda facility(cold chamber, high</a:t>
            </a:r>
          </a:p>
          <a:p>
            <a:pPr algn="l"/>
            <a:r>
              <a:rPr lang="en-US" altLang="ja-JP" sz="1400" dirty="0">
                <a:latin typeface="Meiryo UI" panose="020B0604030504040204" pitchFamily="50" charset="-128"/>
                <a:ea typeface="Meiryo UI" panose="020B0604030504040204" pitchFamily="50" charset="-128"/>
              </a:rPr>
              <a:t>altitude chamber, etc.), </a:t>
            </a:r>
            <a:r>
              <a:rPr lang="en-US" altLang="ja-JP" sz="1400" dirty="0">
                <a:solidFill>
                  <a:srgbClr val="0000FF"/>
                </a:solidFill>
                <a:latin typeface="Meiryo UI" panose="020B0604030504040204" pitchFamily="50" charset="-128"/>
                <a:ea typeface="Meiryo UI" panose="020B0604030504040204" pitchFamily="50" charset="-128"/>
              </a:rPr>
              <a:t>Bosch</a:t>
            </a:r>
            <a:r>
              <a:rPr lang="en-US" altLang="ja-JP" sz="1400" dirty="0">
                <a:latin typeface="Meiryo UI" panose="020B0604030504040204" pitchFamily="50" charset="-128"/>
                <a:ea typeface="Meiryo UI" panose="020B0604030504040204" pitchFamily="50" charset="-128"/>
              </a:rPr>
              <a:t> </a:t>
            </a:r>
          </a:p>
          <a:p>
            <a:pPr algn="l"/>
            <a:r>
              <a:rPr lang="en-US" altLang="ja-JP" sz="1400" dirty="0">
                <a:latin typeface="Meiryo UI" panose="020B0604030504040204" pitchFamily="50" charset="-128"/>
                <a:ea typeface="Meiryo UI" panose="020B0604030504040204" pitchFamily="50" charset="-128"/>
              </a:rPr>
              <a:t>MUST declare</a:t>
            </a:r>
            <a:r>
              <a:rPr lang="ja-JP" altLang="en-US" sz="1400" dirty="0">
                <a:latin typeface="Meiryo UI" panose="020B0604030504040204" pitchFamily="50" charset="-128"/>
                <a:ea typeface="Meiryo UI" panose="020B0604030504040204" pitchFamily="50" charset="-128"/>
              </a:rPr>
              <a:t> </a:t>
            </a:r>
            <a:r>
              <a:rPr lang="en-US" altLang="ja-JP" sz="1400" dirty="0">
                <a:latin typeface="Meiryo UI" panose="020B0604030504040204" pitchFamily="50" charset="-128"/>
                <a:ea typeface="Meiryo UI" panose="020B0604030504040204" pitchFamily="50" charset="-128"/>
              </a:rPr>
              <a:t>which environment</a:t>
            </a:r>
          </a:p>
          <a:p>
            <a:pPr algn="l"/>
            <a:r>
              <a:rPr lang="en-US" altLang="ja-JP" sz="1400" dirty="0">
                <a:latin typeface="Meiryo UI" panose="020B0604030504040204" pitchFamily="50" charset="-128"/>
                <a:ea typeface="Meiryo UI" panose="020B0604030504040204" pitchFamily="50" charset="-128"/>
              </a:rPr>
              <a:t>Condition to use it in</a:t>
            </a:r>
            <a:r>
              <a:rPr lang="ja-JP" altLang="en-US" sz="1400" dirty="0">
                <a:latin typeface="Meiryo UI" panose="020B0604030504040204" pitchFamily="50" charset="-128"/>
                <a:ea typeface="Meiryo UI" panose="020B0604030504040204" pitchFamily="50" charset="-128"/>
              </a:rPr>
              <a:t> </a:t>
            </a:r>
            <a:r>
              <a:rPr lang="en-US" altLang="ja-JP" sz="1400" dirty="0">
                <a:latin typeface="Meiryo UI" panose="020B0604030504040204" pitchFamily="50" charset="-128"/>
                <a:ea typeface="Meiryo UI" panose="020B0604030504040204" pitchFamily="50" charset="-128"/>
              </a:rPr>
              <a:t>quotation timing.</a:t>
            </a:r>
            <a:endParaRPr lang="ja-JP" altLang="en-US" sz="1400"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5274126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Box 7"/>
          <p:cNvSpPr txBox="1">
            <a:spLocks noChangeArrowheads="1"/>
          </p:cNvSpPr>
          <p:nvPr/>
        </p:nvSpPr>
        <p:spPr bwMode="auto">
          <a:xfrm>
            <a:off x="35496" y="3864760"/>
            <a:ext cx="9108504" cy="24560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l" eaLnBrk="1" hangingPunct="1">
              <a:lnSpc>
                <a:spcPct val="120000"/>
              </a:lnSpc>
            </a:pPr>
            <a:r>
              <a:rPr lang="ja-JP" altLang="en-US" sz="1600" b="1" u="sng" dirty="0">
                <a:latin typeface="Meiryo UI" panose="020B0604030504040204" pitchFamily="50" charset="-128"/>
                <a:ea typeface="Meiryo UI" panose="020B0604030504040204" pitchFamily="50" charset="-128"/>
              </a:rPr>
              <a:t>変更要求の定義</a:t>
            </a:r>
          </a:p>
          <a:p>
            <a:pPr marL="442912" indent="0" algn="l" eaLnBrk="1" hangingPunct="1">
              <a:lnSpc>
                <a:spcPct val="120000"/>
              </a:lnSpc>
            </a:pPr>
            <a:r>
              <a:rPr lang="ja-JP" altLang="en-US" sz="1400" dirty="0">
                <a:latin typeface="Meiryo UI" panose="020B0604030504040204" pitchFamily="50" charset="-128"/>
                <a:ea typeface="Meiryo UI" panose="020B0604030504040204" pitchFamily="50" charset="-128"/>
              </a:rPr>
              <a:t>契約に対する変更要求（要求仕様、日程、契約条件の改訂、新規追加）は、</a:t>
            </a:r>
            <a:r>
              <a:rPr lang="en-US" altLang="ja-JP" sz="1400" dirty="0">
                <a:latin typeface="Meiryo UI" panose="020B0604030504040204" pitchFamily="50" charset="-128"/>
                <a:ea typeface="Meiryo UI" panose="020B0604030504040204" pitchFamily="50" charset="-128"/>
              </a:rPr>
              <a:t>CR</a:t>
            </a:r>
            <a:r>
              <a:rPr lang="ja-JP" altLang="en-US" sz="1400" dirty="0">
                <a:latin typeface="Meiryo UI" panose="020B0604030504040204" pitchFamily="50" charset="-128"/>
                <a:ea typeface="Meiryo UI" panose="020B0604030504040204" pitchFamily="50" charset="-128"/>
              </a:rPr>
              <a:t>要求書</a:t>
            </a:r>
            <a:r>
              <a:rPr lang="en-US" altLang="ja-JP" sz="1400" dirty="0">
                <a:latin typeface="Meiryo UI" panose="020B0604030504040204" pitchFamily="50" charset="-128"/>
                <a:ea typeface="Meiryo UI" panose="020B0604030504040204" pitchFamily="50" charset="-128"/>
              </a:rPr>
              <a:t>(Change requirements sheet)</a:t>
            </a:r>
            <a:r>
              <a:rPr lang="ja-JP" altLang="en-US" sz="1400" dirty="0">
                <a:latin typeface="Meiryo UI" panose="020B0604030504040204" pitchFamily="50" charset="-128"/>
                <a:ea typeface="Meiryo UI" panose="020B0604030504040204" pitchFamily="50" charset="-128"/>
              </a:rPr>
              <a:t> として、</a:t>
            </a:r>
            <a:r>
              <a:rPr lang="en-US" altLang="ja-JP" sz="1400" dirty="0">
                <a:latin typeface="Meiryo UI" panose="020B0604030504040204" pitchFamily="50" charset="-128"/>
                <a:ea typeface="Meiryo UI" panose="020B0604030504040204" pitchFamily="50" charset="-128"/>
              </a:rPr>
              <a:t>Honda</a:t>
            </a:r>
            <a:r>
              <a:rPr lang="ja-JP" altLang="en-US" sz="1400" dirty="0">
                <a:latin typeface="Meiryo UI" panose="020B0604030504040204" pitchFamily="50" charset="-128"/>
                <a:ea typeface="Meiryo UI" panose="020B0604030504040204" pitchFamily="50" charset="-128"/>
              </a:rPr>
              <a:t>が発行する</a:t>
            </a:r>
            <a:r>
              <a:rPr lang="en-US" altLang="ja-JP" sz="1400" dirty="0">
                <a:latin typeface="Meiryo UI" panose="020B0604030504040204" pitchFamily="50" charset="-128"/>
                <a:ea typeface="Meiryo UI" panose="020B0604030504040204" pitchFamily="50" charset="-128"/>
              </a:rPr>
              <a:t>.</a:t>
            </a:r>
          </a:p>
          <a:p>
            <a:pPr marL="442912" indent="0" algn="l" eaLnBrk="1" hangingPunct="1">
              <a:lnSpc>
                <a:spcPct val="120000"/>
              </a:lnSpc>
            </a:pPr>
            <a:r>
              <a:rPr lang="en-US" altLang="ja-JP" sz="1400" dirty="0">
                <a:latin typeface="Meiryo UI" panose="020B0604030504040204" pitchFamily="50" charset="-128"/>
                <a:ea typeface="Meiryo UI" panose="020B0604030504040204" pitchFamily="50" charset="-128"/>
              </a:rPr>
              <a:t>CR</a:t>
            </a:r>
            <a:r>
              <a:rPr lang="ja-JP" altLang="en-US" sz="1400" dirty="0">
                <a:latin typeface="Meiryo UI" panose="020B0604030504040204" pitchFamily="50" charset="-128"/>
                <a:ea typeface="Meiryo UI" panose="020B0604030504040204" pitchFamily="50" charset="-128"/>
              </a:rPr>
              <a:t>は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latin typeface="Meiryo UI" panose="020B0604030504040204" pitchFamily="50" charset="-128"/>
                <a:ea typeface="Meiryo UI" panose="020B0604030504040204" pitchFamily="50" charset="-128"/>
              </a:rPr>
              <a:t>に連絡され、正規の手続きを経て</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latin typeface="Meiryo UI" panose="020B0604030504040204" pitchFamily="50" charset="-128"/>
                <a:ea typeface="Meiryo UI" panose="020B0604030504040204" pitchFamily="50" charset="-128"/>
              </a:rPr>
              <a:t>によって実行される．</a:t>
            </a:r>
            <a:r>
              <a:rPr lang="en-US" altLang="ja-JP" sz="1400" dirty="0">
                <a:latin typeface="Meiryo UI" panose="020B0604030504040204" pitchFamily="50" charset="-128"/>
                <a:ea typeface="Meiryo UI" panose="020B0604030504040204" pitchFamily="50" charset="-128"/>
              </a:rPr>
              <a:t>(</a:t>
            </a:r>
            <a:r>
              <a:rPr lang="ja-JP" altLang="en-US" sz="1400" dirty="0">
                <a:latin typeface="Meiryo UI" panose="020B0604030504040204" pitchFamily="50" charset="-128"/>
                <a:ea typeface="Meiryo UI" panose="020B0604030504040204" pitchFamily="50" charset="-128"/>
              </a:rPr>
              <a:t>次頁を参照</a:t>
            </a:r>
            <a:r>
              <a:rPr lang="en-US" altLang="ja-JP" sz="1400" dirty="0">
                <a:latin typeface="Meiryo UI" panose="020B0604030504040204" pitchFamily="50" charset="-128"/>
                <a:ea typeface="Meiryo UI" panose="020B0604030504040204" pitchFamily="50" charset="-128"/>
              </a:rPr>
              <a:t>)</a:t>
            </a:r>
          </a:p>
          <a:p>
            <a:pPr marL="442912" indent="0" algn="l" eaLnBrk="1" hangingPunct="1">
              <a:lnSpc>
                <a:spcPct val="120000"/>
              </a:lnSpc>
            </a:pPr>
            <a:r>
              <a:rPr lang="en-US" altLang="ja-JP" sz="1400" dirty="0">
                <a:latin typeface="Meiryo UI" panose="020B0604030504040204" pitchFamily="50" charset="-128"/>
                <a:ea typeface="Meiryo UI" panose="020B0604030504040204" pitchFamily="50" charset="-128"/>
              </a:rPr>
              <a:t>CR</a:t>
            </a:r>
            <a:r>
              <a:rPr lang="ja-JP" altLang="en-US" sz="1400" dirty="0">
                <a:latin typeface="Meiryo UI" panose="020B0604030504040204" pitchFamily="50" charset="-128"/>
                <a:ea typeface="Meiryo UI" panose="020B0604030504040204" pitchFamily="50" charset="-128"/>
              </a:rPr>
              <a:t>要求書は，以下を対象とする．</a:t>
            </a:r>
            <a:endParaRPr lang="en-US" altLang="ja-JP" sz="1400" dirty="0">
              <a:latin typeface="Meiryo UI" panose="020B0604030504040204" pitchFamily="50" charset="-128"/>
              <a:ea typeface="Meiryo UI" panose="020B0604030504040204" pitchFamily="50" charset="-128"/>
            </a:endParaRPr>
          </a:p>
          <a:p>
            <a:pPr marL="803275" indent="-360363" algn="l" eaLnBrk="1" hangingPunct="1">
              <a:lnSpc>
                <a:spcPct val="120000"/>
              </a:lnSpc>
              <a:buFont typeface="Arial" panose="020B0604020202020204" pitchFamily="34" charset="0"/>
              <a:buChar char="•"/>
            </a:pPr>
            <a:r>
              <a:rPr lang="en-US" altLang="ja-JP" sz="1400" dirty="0">
                <a:latin typeface="Meiryo UI" panose="020B0604030504040204" pitchFamily="50" charset="-128"/>
                <a:ea typeface="Meiryo UI" panose="020B0604030504040204" pitchFamily="50" charset="-128"/>
              </a:rPr>
              <a:t>Hardware</a:t>
            </a:r>
          </a:p>
          <a:p>
            <a:pPr marL="803275" indent="-360363" algn="l" eaLnBrk="1" hangingPunct="1">
              <a:lnSpc>
                <a:spcPct val="120000"/>
              </a:lnSpc>
              <a:buFont typeface="Arial" panose="020B0604020202020204" pitchFamily="34" charset="0"/>
              <a:buChar char="•"/>
            </a:pPr>
            <a:r>
              <a:rPr lang="en-US" altLang="ja-JP" sz="1400" dirty="0">
                <a:latin typeface="Meiryo UI" panose="020B0604030504040204" pitchFamily="50" charset="-128"/>
                <a:ea typeface="Meiryo UI" panose="020B0604030504040204" pitchFamily="50" charset="-128"/>
              </a:rPr>
              <a:t>Software</a:t>
            </a:r>
          </a:p>
          <a:p>
            <a:pPr marL="803275" indent="-360363" algn="l" eaLnBrk="1" hangingPunct="1">
              <a:lnSpc>
                <a:spcPct val="120000"/>
              </a:lnSpc>
              <a:buFont typeface="Arial" panose="020B0604020202020204" pitchFamily="34" charset="0"/>
              <a:buChar char="•"/>
            </a:pPr>
            <a:r>
              <a:rPr lang="en-US" altLang="ja-JP" sz="1400" dirty="0">
                <a:latin typeface="Meiryo UI" panose="020B0604030504040204" pitchFamily="50" charset="-128"/>
                <a:ea typeface="Meiryo UI" panose="020B0604030504040204" pitchFamily="50" charset="-128"/>
              </a:rPr>
              <a:t>Calibration</a:t>
            </a:r>
          </a:p>
          <a:p>
            <a:pPr marL="803275" indent="-360363" algn="l" eaLnBrk="1" hangingPunct="1">
              <a:lnSpc>
                <a:spcPct val="120000"/>
              </a:lnSpc>
              <a:buFont typeface="Arial" panose="020B0604020202020204" pitchFamily="34" charset="0"/>
              <a:buChar char="•"/>
            </a:pPr>
            <a:r>
              <a:rPr lang="en-US" altLang="ja-JP" sz="1400" dirty="0">
                <a:latin typeface="Meiryo UI" panose="020B0604030504040204" pitchFamily="50" charset="-128"/>
                <a:ea typeface="Meiryo UI" panose="020B0604030504040204" pitchFamily="50" charset="-128"/>
              </a:rPr>
              <a:t>EMS</a:t>
            </a:r>
          </a:p>
        </p:txBody>
      </p:sp>
      <p:sp>
        <p:nvSpPr>
          <p:cNvPr id="10" name="Text Box 7"/>
          <p:cNvSpPr txBox="1">
            <a:spLocks noChangeArrowheads="1"/>
          </p:cNvSpPr>
          <p:nvPr/>
        </p:nvSpPr>
        <p:spPr bwMode="auto">
          <a:xfrm>
            <a:off x="35496" y="679310"/>
            <a:ext cx="9108504" cy="24560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914400" indent="-45720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l" eaLnBrk="1" hangingPunct="1">
              <a:lnSpc>
                <a:spcPct val="120000"/>
              </a:lnSpc>
            </a:pPr>
            <a:r>
              <a:rPr lang="en-US" altLang="ja-JP" sz="1600" b="1" u="sng" dirty="0">
                <a:latin typeface="Meiryo UI" panose="020B0604030504040204" pitchFamily="50" charset="-128"/>
                <a:ea typeface="Meiryo UI" panose="020B0604030504040204" pitchFamily="50" charset="-128"/>
                <a:cs typeface="Arial" pitchFamily="34" charset="0"/>
              </a:rPr>
              <a:t>Definition</a:t>
            </a:r>
            <a:r>
              <a:rPr lang="ja-JP" altLang="en-US" sz="1600" b="1" u="sng" dirty="0">
                <a:latin typeface="Meiryo UI" panose="020B0604030504040204" pitchFamily="50" charset="-128"/>
                <a:ea typeface="Meiryo UI" panose="020B0604030504040204" pitchFamily="50" charset="-128"/>
                <a:cs typeface="Arial" pitchFamily="34" charset="0"/>
              </a:rPr>
              <a:t> </a:t>
            </a:r>
            <a:r>
              <a:rPr lang="en-US" altLang="ja-JP" sz="1600" b="1" u="sng" dirty="0">
                <a:latin typeface="Meiryo UI" panose="020B0604030504040204" pitchFamily="50" charset="-128"/>
                <a:ea typeface="Meiryo UI" panose="020B0604030504040204" pitchFamily="50" charset="-128"/>
                <a:cs typeface="Arial" pitchFamily="34" charset="0"/>
              </a:rPr>
              <a:t>of</a:t>
            </a:r>
            <a:r>
              <a:rPr lang="ja-JP" altLang="en-US" sz="1600" b="1" u="sng" dirty="0">
                <a:latin typeface="Meiryo UI" panose="020B0604030504040204" pitchFamily="50" charset="-128"/>
                <a:ea typeface="Meiryo UI" panose="020B0604030504040204" pitchFamily="50" charset="-128"/>
                <a:cs typeface="Arial" pitchFamily="34" charset="0"/>
              </a:rPr>
              <a:t> </a:t>
            </a:r>
            <a:r>
              <a:rPr lang="en-US" altLang="ja-JP" sz="1600" b="1" u="sng" dirty="0">
                <a:latin typeface="Meiryo UI" panose="020B0604030504040204" pitchFamily="50" charset="-128"/>
                <a:ea typeface="Meiryo UI" panose="020B0604030504040204" pitchFamily="50" charset="-128"/>
                <a:cs typeface="Arial" pitchFamily="34" charset="0"/>
              </a:rPr>
              <a:t>Change</a:t>
            </a:r>
            <a:r>
              <a:rPr lang="ja-JP" altLang="en-US" sz="1600" b="1" u="sng" dirty="0">
                <a:latin typeface="Meiryo UI" panose="020B0604030504040204" pitchFamily="50" charset="-128"/>
                <a:ea typeface="Meiryo UI" panose="020B0604030504040204" pitchFamily="50" charset="-128"/>
                <a:cs typeface="Arial" pitchFamily="34" charset="0"/>
              </a:rPr>
              <a:t> </a:t>
            </a:r>
            <a:r>
              <a:rPr lang="en-US" altLang="ja-JP" sz="1600" b="1" u="sng" dirty="0">
                <a:latin typeface="Meiryo UI" panose="020B0604030504040204" pitchFamily="50" charset="-128"/>
                <a:ea typeface="Meiryo UI" panose="020B0604030504040204" pitchFamily="50" charset="-128"/>
                <a:cs typeface="Arial" pitchFamily="34" charset="0"/>
              </a:rPr>
              <a:t>Request</a:t>
            </a:r>
            <a:endParaRPr lang="ja-JP" altLang="en-US" sz="1600" b="1" u="sng" dirty="0">
              <a:latin typeface="Meiryo UI" panose="020B0604030504040204" pitchFamily="50" charset="-128"/>
              <a:ea typeface="Meiryo UI" panose="020B0604030504040204" pitchFamily="50" charset="-128"/>
              <a:cs typeface="Arial" pitchFamily="34" charset="0"/>
            </a:endParaRPr>
          </a:p>
          <a:p>
            <a:pPr marL="457200" lvl="1" indent="0" algn="l" eaLnBrk="1" hangingPunct="1">
              <a:lnSpc>
                <a:spcPct val="120000"/>
              </a:lnSpc>
            </a:pPr>
            <a:r>
              <a:rPr lang="en-US" altLang="ja-JP" sz="1400" dirty="0">
                <a:latin typeface="Meiryo UI" panose="020B0604030504040204" pitchFamily="50" charset="-128"/>
                <a:ea typeface="Meiryo UI" panose="020B0604030504040204" pitchFamily="50" charset="-128"/>
                <a:cs typeface="Arial" pitchFamily="34" charset="0"/>
              </a:rPr>
              <a:t>Change request (required specifications, schedule, boundary condition, additional items) for contract must be issued as Change requirements</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sheet(CR) by Honda.</a:t>
            </a:r>
          </a:p>
          <a:p>
            <a:pPr marL="457200" lvl="1" indent="0" algn="l" eaLnBrk="1" hangingPunct="1">
              <a:lnSpc>
                <a:spcPct val="120000"/>
              </a:lnSpc>
            </a:pPr>
            <a:r>
              <a:rPr lang="en-US" altLang="ja-JP" sz="1400" dirty="0">
                <a:latin typeface="Meiryo UI" panose="020B0604030504040204" pitchFamily="50" charset="-128"/>
                <a:ea typeface="Meiryo UI" panose="020B0604030504040204" pitchFamily="50" charset="-128"/>
                <a:cs typeface="Arial" pitchFamily="34" charset="0"/>
              </a:rPr>
              <a:t>CR will be done by</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dirty="0">
                <a:latin typeface="Meiryo UI" panose="020B0604030504040204" pitchFamily="50" charset="-128"/>
                <a:ea typeface="Meiryo UI" panose="020B0604030504040204" pitchFamily="50" charset="-128"/>
                <a:cs typeface="Arial" pitchFamily="34" charset="0"/>
              </a:rPr>
              <a:t> after formal procedures (refer to next page).</a:t>
            </a:r>
          </a:p>
          <a:p>
            <a:pPr marL="457200" lvl="1" indent="0" algn="l" eaLnBrk="1" hangingPunct="1">
              <a:lnSpc>
                <a:spcPct val="120000"/>
              </a:lnSpc>
            </a:pPr>
            <a:r>
              <a:rPr lang="en-US" altLang="ja-JP" sz="1400" dirty="0">
                <a:latin typeface="Meiryo UI" panose="020B0604030504040204" pitchFamily="50" charset="-128"/>
                <a:ea typeface="Meiryo UI" panose="020B0604030504040204" pitchFamily="50" charset="-128"/>
                <a:cs typeface="Arial" pitchFamily="34" charset="0"/>
              </a:rPr>
              <a:t>CR covers; </a:t>
            </a:r>
          </a:p>
          <a:p>
            <a:pPr marL="800100" lvl="1" indent="-342900" algn="l" eaLnBrk="1" hangingPunct="1">
              <a:lnSpc>
                <a:spcPct val="120000"/>
              </a:lnSpc>
              <a:buFont typeface="Arial" panose="020B0604020202020204" pitchFamily="34" charset="0"/>
              <a:buChar char="•"/>
            </a:pPr>
            <a:r>
              <a:rPr lang="en-US" altLang="ja-JP" sz="1400" dirty="0">
                <a:latin typeface="Meiryo UI" panose="020B0604030504040204" pitchFamily="50" charset="-128"/>
                <a:ea typeface="Meiryo UI" panose="020B0604030504040204" pitchFamily="50" charset="-128"/>
                <a:cs typeface="Arial" pitchFamily="34" charset="0"/>
              </a:rPr>
              <a:t>Hardware</a:t>
            </a:r>
          </a:p>
          <a:p>
            <a:pPr marL="800100" lvl="1" indent="-342900" algn="l" eaLnBrk="1" hangingPunct="1">
              <a:lnSpc>
                <a:spcPct val="120000"/>
              </a:lnSpc>
              <a:buFont typeface="Arial" panose="020B0604020202020204" pitchFamily="34" charset="0"/>
              <a:buChar char="•"/>
            </a:pPr>
            <a:r>
              <a:rPr lang="en-US" altLang="ja-JP" sz="1400" dirty="0">
                <a:latin typeface="Meiryo UI" panose="020B0604030504040204" pitchFamily="50" charset="-128"/>
                <a:ea typeface="Meiryo UI" panose="020B0604030504040204" pitchFamily="50" charset="-128"/>
                <a:cs typeface="Arial" pitchFamily="34" charset="0"/>
              </a:rPr>
              <a:t>Software</a:t>
            </a:r>
          </a:p>
          <a:p>
            <a:pPr marL="800100" lvl="1" indent="-342900" algn="l" eaLnBrk="1" hangingPunct="1">
              <a:lnSpc>
                <a:spcPct val="120000"/>
              </a:lnSpc>
              <a:buFont typeface="Arial" panose="020B0604020202020204" pitchFamily="34" charset="0"/>
              <a:buChar char="•"/>
            </a:pPr>
            <a:r>
              <a:rPr lang="en-US" altLang="ja-JP" sz="1400" dirty="0">
                <a:latin typeface="Meiryo UI" panose="020B0604030504040204" pitchFamily="50" charset="-128"/>
                <a:ea typeface="Meiryo UI" panose="020B0604030504040204" pitchFamily="50" charset="-128"/>
                <a:cs typeface="Arial" pitchFamily="34" charset="0"/>
              </a:rPr>
              <a:t>Calibration</a:t>
            </a:r>
          </a:p>
          <a:p>
            <a:pPr marL="800100" lvl="1" indent="-342900" algn="l" eaLnBrk="1" hangingPunct="1">
              <a:lnSpc>
                <a:spcPct val="120000"/>
              </a:lnSpc>
              <a:buFont typeface="Arial" panose="020B0604020202020204" pitchFamily="34" charset="0"/>
              <a:buChar char="•"/>
            </a:pPr>
            <a:r>
              <a:rPr lang="en-US" altLang="ja-JP" sz="1400" dirty="0">
                <a:latin typeface="Meiryo UI" panose="020B0604030504040204" pitchFamily="50" charset="-128"/>
                <a:ea typeface="Meiryo UI" panose="020B0604030504040204" pitchFamily="50" charset="-128"/>
                <a:cs typeface="Arial" pitchFamily="34" charset="0"/>
              </a:rPr>
              <a:t>EMS</a:t>
            </a:r>
          </a:p>
        </p:txBody>
      </p:sp>
      <p:sp>
        <p:nvSpPr>
          <p:cNvPr id="6" name="Text Box 2"/>
          <p:cNvSpPr txBox="1">
            <a:spLocks noChangeArrowheads="1"/>
          </p:cNvSpPr>
          <p:nvPr/>
        </p:nvSpPr>
        <p:spPr bwMode="auto">
          <a:xfrm>
            <a:off x="250829" y="44451"/>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2000">
                <a:solidFill>
                  <a:srgbClr val="FFFFFF"/>
                </a:solidFill>
                <a:latin typeface="Meiryo UI" panose="020B0604030504040204" pitchFamily="50" charset="-128"/>
                <a:ea typeface="Meiryo UI" panose="020B0604030504040204" pitchFamily="50" charset="-128"/>
                <a:cs typeface="Arial" pitchFamily="34" charset="0"/>
              </a:rPr>
              <a:t>16. EMS Requirement and CR (11/21)</a:t>
            </a:r>
            <a:endParaRPr lang="en-US" altLang="ja-JP" sz="1100">
              <a:solidFill>
                <a:srgbClr val="FFFFFF"/>
              </a:solidFill>
              <a:latin typeface="HGPｺﾞｼｯｸE" pitchFamily="50" charset="-128"/>
              <a:ea typeface="HGPｺﾞｼｯｸE" pitchFamily="50" charset="-128"/>
              <a:cs typeface="Arial" pitchFamily="34" charset="0"/>
            </a:endParaRPr>
          </a:p>
        </p:txBody>
      </p:sp>
    </p:spTree>
    <p:extLst>
      <p:ext uri="{BB962C8B-B14F-4D97-AF65-F5344CB8AC3E}">
        <p14:creationId xmlns:p14="http://schemas.microsoft.com/office/powerpoint/2010/main" val="103104637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Box 7"/>
          <p:cNvSpPr txBox="1">
            <a:spLocks noChangeArrowheads="1"/>
          </p:cNvSpPr>
          <p:nvPr/>
        </p:nvSpPr>
        <p:spPr bwMode="auto">
          <a:xfrm>
            <a:off x="35496" y="4086440"/>
            <a:ext cx="9108504" cy="27145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l" eaLnBrk="1" hangingPunct="1">
              <a:lnSpc>
                <a:spcPct val="120000"/>
              </a:lnSpc>
            </a:pPr>
            <a:r>
              <a:rPr lang="ja-JP" altLang="en-US" sz="1600" b="1" u="sng" dirty="0">
                <a:latin typeface="Meiryo UI" panose="020B0604030504040204" pitchFamily="50" charset="-128"/>
                <a:ea typeface="Meiryo UI" panose="020B0604030504040204" pitchFamily="50" charset="-128"/>
              </a:rPr>
              <a:t>変更要求に関するガイドライン</a:t>
            </a:r>
          </a:p>
          <a:p>
            <a:pPr marL="442912" indent="0" algn="l" eaLnBrk="1" hangingPunct="1">
              <a:lnSpc>
                <a:spcPct val="120000"/>
              </a:lnSpc>
            </a:pPr>
            <a:r>
              <a:rPr lang="ja-JP" altLang="en-US" sz="1400" dirty="0">
                <a:latin typeface="Meiryo UI" panose="020B0604030504040204" pitchFamily="50" charset="-128"/>
                <a:ea typeface="Meiryo UI" panose="020B0604030504040204" pitchFamily="50" charset="-128"/>
              </a:rPr>
              <a:t>変更要求は，</a:t>
            </a:r>
            <a:r>
              <a:rPr lang="en-US" altLang="ja-JP" sz="1400" dirty="0">
                <a:latin typeface="Meiryo UI" panose="020B0604030504040204" pitchFamily="50" charset="-128"/>
                <a:ea typeface="Meiryo UI" panose="020B0604030504040204" pitchFamily="50" charset="-128"/>
              </a:rPr>
              <a:t>CR</a:t>
            </a:r>
            <a:r>
              <a:rPr lang="ja-JP" altLang="en-US" sz="1400" dirty="0">
                <a:latin typeface="Meiryo UI" panose="020B0604030504040204" pitchFamily="50" charset="-128"/>
                <a:ea typeface="Meiryo UI" panose="020B0604030504040204" pitchFamily="50" charset="-128"/>
              </a:rPr>
              <a:t>検討依頼</a:t>
            </a:r>
            <a:r>
              <a:rPr lang="en-US" altLang="ja-JP" sz="1400" dirty="0">
                <a:latin typeface="Meiryo UI" panose="020B0604030504040204" pitchFamily="50" charset="-128"/>
                <a:ea typeface="Meiryo UI" panose="020B0604030504040204" pitchFamily="50" charset="-128"/>
              </a:rPr>
              <a:t>(H)</a:t>
            </a:r>
            <a:r>
              <a:rPr lang="ja-JP" altLang="en-US" sz="1400" dirty="0">
                <a:latin typeface="Meiryo UI" panose="020B0604030504040204" pitchFamily="50" charset="-128"/>
                <a:ea typeface="Meiryo UI" panose="020B0604030504040204" pitchFamily="50" charset="-128"/>
              </a:rPr>
              <a:t>⇒見積依頼</a:t>
            </a:r>
            <a:r>
              <a:rPr lang="en-US" altLang="ja-JP" sz="1400" dirty="0">
                <a:latin typeface="Meiryo UI" panose="020B0604030504040204" pitchFamily="50" charset="-128"/>
                <a:ea typeface="Meiryo UI" panose="020B0604030504040204" pitchFamily="50" charset="-128"/>
              </a:rPr>
              <a:t>RFQ(H)</a:t>
            </a:r>
            <a:r>
              <a:rPr lang="ja-JP" altLang="en-US" sz="1400" dirty="0">
                <a:latin typeface="Meiryo UI" panose="020B0604030504040204" pitchFamily="50" charset="-128"/>
                <a:ea typeface="Meiryo UI" panose="020B0604030504040204" pitchFamily="50" charset="-128"/>
              </a:rPr>
              <a:t>⇒見積</a:t>
            </a:r>
            <a:r>
              <a:rPr lang="en-US" altLang="ja-JP" sz="1400" dirty="0">
                <a:latin typeface="Meiryo UI" panose="020B0604030504040204" pitchFamily="50" charset="-128"/>
                <a:ea typeface="Meiryo UI" panose="020B0604030504040204" pitchFamily="50" charset="-128"/>
              </a:rPr>
              <a:t>(A)</a:t>
            </a:r>
            <a:r>
              <a:rPr lang="ja-JP" altLang="en-US" sz="1400" dirty="0">
                <a:latin typeface="Meiryo UI" panose="020B0604030504040204" pitchFamily="50" charset="-128"/>
                <a:ea typeface="Meiryo UI" panose="020B0604030504040204" pitchFamily="50" charset="-128"/>
              </a:rPr>
              <a:t>⇒発注書</a:t>
            </a:r>
            <a:r>
              <a:rPr lang="en-US" altLang="ja-JP" sz="1400" dirty="0">
                <a:latin typeface="Meiryo UI" panose="020B0604030504040204" pitchFamily="50" charset="-128"/>
                <a:ea typeface="Meiryo UI" panose="020B0604030504040204" pitchFamily="50" charset="-128"/>
              </a:rPr>
              <a:t>PO(H)</a:t>
            </a:r>
            <a:r>
              <a:rPr lang="ja-JP" altLang="en-US" sz="1400" dirty="0">
                <a:latin typeface="Meiryo UI" panose="020B0604030504040204" pitchFamily="50" charset="-128"/>
                <a:ea typeface="Meiryo UI" panose="020B0604030504040204" pitchFamily="50" charset="-128"/>
              </a:rPr>
              <a:t>⇒開発作業着手</a:t>
            </a:r>
            <a:r>
              <a:rPr lang="en-US" altLang="ja-JP" sz="1400" dirty="0">
                <a:latin typeface="Meiryo UI" panose="020B0604030504040204" pitchFamily="50" charset="-128"/>
                <a:ea typeface="Meiryo UI" panose="020B0604030504040204" pitchFamily="50" charset="-128"/>
              </a:rPr>
              <a:t>(A)</a:t>
            </a:r>
            <a:r>
              <a:rPr lang="ja-JP" altLang="en-US" sz="1400" dirty="0">
                <a:latin typeface="Meiryo UI" panose="020B0604030504040204" pitchFamily="50" charset="-128"/>
                <a:ea typeface="Meiryo UI" panose="020B0604030504040204" pitchFamily="50" charset="-128"/>
              </a:rPr>
              <a:t> を正式な手順とする（</a:t>
            </a:r>
            <a:r>
              <a:rPr lang="en-US" altLang="ja-JP" sz="1400" dirty="0">
                <a:latin typeface="Meiryo UI" panose="020B0604030504040204" pitchFamily="50" charset="-128"/>
                <a:ea typeface="Meiryo UI" panose="020B0604030504040204" pitchFamily="50" charset="-128"/>
              </a:rPr>
              <a:t>H</a:t>
            </a:r>
            <a:r>
              <a:rPr lang="ja-JP" altLang="en-US" sz="1400" dirty="0">
                <a:latin typeface="Meiryo UI" panose="020B0604030504040204" pitchFamily="50" charset="-128"/>
                <a:ea typeface="Meiryo UI" panose="020B0604030504040204" pitchFamily="50" charset="-128"/>
              </a:rPr>
              <a:t>：</a:t>
            </a:r>
            <a:r>
              <a:rPr lang="en-US" altLang="ja-JP" sz="1400" dirty="0">
                <a:latin typeface="Meiryo UI" panose="020B0604030504040204" pitchFamily="50" charset="-128"/>
                <a:ea typeface="Meiryo UI" panose="020B0604030504040204" pitchFamily="50" charset="-128"/>
              </a:rPr>
              <a:t>Honda</a:t>
            </a:r>
            <a:r>
              <a:rPr lang="ja-JP" altLang="en-US" sz="1400" dirty="0">
                <a:latin typeface="Meiryo UI" panose="020B0604030504040204" pitchFamily="50" charset="-128"/>
                <a:ea typeface="Meiryo UI" panose="020B0604030504040204" pitchFamily="50" charset="-128"/>
              </a:rPr>
              <a:t>，</a:t>
            </a:r>
            <a:r>
              <a:rPr lang="en-US" altLang="ja-JP" sz="1400" dirty="0">
                <a:latin typeface="Meiryo UI" panose="020B0604030504040204" pitchFamily="50" charset="-128"/>
                <a:ea typeface="Meiryo UI" panose="020B0604030504040204" pitchFamily="50" charset="-128"/>
              </a:rPr>
              <a:t>A</a:t>
            </a:r>
            <a:r>
              <a:rPr lang="ja-JP" altLang="en-US" sz="1400" dirty="0">
                <a:latin typeface="Meiryo UI" panose="020B0604030504040204" pitchFamily="50" charset="-128"/>
                <a:ea typeface="Meiryo UI" panose="020B0604030504040204" pitchFamily="50" charset="-128"/>
              </a:rPr>
              <a:t>：</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solidFill>
                  <a:srgbClr val="0000FF"/>
                </a:solidFill>
                <a:latin typeface="Meiryo UI" panose="020B0604030504040204" pitchFamily="50" charset="-128"/>
                <a:ea typeface="Meiryo UI" panose="020B0604030504040204" pitchFamily="50" charset="-128"/>
                <a:cs typeface="Arial" pitchFamily="34" charset="0"/>
              </a:rPr>
              <a:t> </a:t>
            </a:r>
            <a:r>
              <a:rPr lang="ja-JP" altLang="en-US" sz="1400" dirty="0">
                <a:latin typeface="Meiryo UI" panose="020B0604030504040204" pitchFamily="50" charset="-128"/>
                <a:ea typeface="Meiryo UI" panose="020B0604030504040204" pitchFamily="50" charset="-128"/>
              </a:rPr>
              <a:t>）</a:t>
            </a:r>
            <a:endParaRPr lang="en-US" altLang="ja-JP" sz="1400" dirty="0">
              <a:latin typeface="Meiryo UI" panose="020B0604030504040204" pitchFamily="50" charset="-128"/>
              <a:ea typeface="Meiryo UI" panose="020B0604030504040204" pitchFamily="50" charset="-128"/>
            </a:endParaRPr>
          </a:p>
          <a:p>
            <a:pPr marL="803275" indent="-360363" algn="l" eaLnBrk="1" hangingPunct="1">
              <a:lnSpc>
                <a:spcPct val="120000"/>
              </a:lnSpc>
              <a:buFont typeface="+mj-lt"/>
              <a:buAutoNum type="arabicPeriod"/>
            </a:pPr>
            <a:r>
              <a:rPr lang="en-US" altLang="ja-JP" sz="1400" dirty="0">
                <a:latin typeface="Meiryo UI" panose="020B0604030504040204" pitchFamily="50" charset="-128"/>
                <a:ea typeface="Meiryo UI" panose="020B0604030504040204" pitchFamily="50" charset="-128"/>
              </a:rPr>
              <a:t>Honda</a:t>
            </a:r>
            <a:r>
              <a:rPr lang="ja-JP" altLang="en-US" sz="1400" dirty="0">
                <a:latin typeface="Meiryo UI" panose="020B0604030504040204" pitchFamily="50" charset="-128"/>
                <a:ea typeface="Meiryo UI" panose="020B0604030504040204" pitchFamily="50" charset="-128"/>
              </a:rPr>
              <a:t>開発部門から</a:t>
            </a:r>
            <a:r>
              <a:rPr lang="en-US" altLang="ja-JP" sz="1400" dirty="0">
                <a:latin typeface="Meiryo UI" panose="020B0604030504040204" pitchFamily="50" charset="-128"/>
                <a:ea typeface="Meiryo UI" panose="020B0604030504040204" pitchFamily="50" charset="-128"/>
              </a:rPr>
              <a:t>CR</a:t>
            </a:r>
            <a:r>
              <a:rPr lang="ja-JP" altLang="en-US" sz="1400" dirty="0">
                <a:latin typeface="Meiryo UI" panose="020B0604030504040204" pitchFamily="50" charset="-128"/>
                <a:ea typeface="Meiryo UI" panose="020B0604030504040204" pitchFamily="50" charset="-128"/>
              </a:rPr>
              <a:t>検討依頼を行う場合は，</a:t>
            </a:r>
            <a:r>
              <a:rPr lang="en-US" altLang="ja-JP" sz="1400" dirty="0">
                <a:latin typeface="Meiryo UI" panose="020B0604030504040204" pitchFamily="50" charset="-128"/>
                <a:ea typeface="Meiryo UI" panose="020B0604030504040204" pitchFamily="50" charset="-128"/>
              </a:rPr>
              <a:t>CR</a:t>
            </a:r>
            <a:r>
              <a:rPr lang="ja-JP" altLang="en-US" sz="1400" dirty="0">
                <a:latin typeface="Meiryo UI" panose="020B0604030504040204" pitchFamily="50" charset="-128"/>
                <a:ea typeface="Meiryo UI" panose="020B0604030504040204" pitchFamily="50" charset="-128"/>
              </a:rPr>
              <a:t>要求仕様書を発行する．</a:t>
            </a:r>
            <a:endParaRPr lang="en-US" altLang="ja-JP" sz="1400" dirty="0">
              <a:latin typeface="Meiryo UI" panose="020B0604030504040204" pitchFamily="50" charset="-128"/>
              <a:ea typeface="Meiryo UI" panose="020B0604030504040204" pitchFamily="50" charset="-128"/>
            </a:endParaRPr>
          </a:p>
          <a:p>
            <a:pPr marL="803275" indent="-360363" algn="l" eaLnBrk="1" hangingPunct="1">
              <a:lnSpc>
                <a:spcPct val="120000"/>
              </a:lnSpc>
              <a:buFont typeface="+mj-lt"/>
              <a:buAutoNum type="arabicPeriod"/>
            </a:pPr>
            <a:r>
              <a:rPr lang="ja-JP" altLang="en-US" sz="1400" dirty="0">
                <a:latin typeface="Meiryo UI" panose="020B0604030504040204" pitchFamily="50" charset="-128"/>
                <a:ea typeface="Meiryo UI" panose="020B0604030504040204" pitchFamily="50" charset="-128"/>
              </a:rPr>
              <a:t>同時に</a:t>
            </a:r>
            <a:r>
              <a:rPr lang="en-US" altLang="ja-JP" sz="1400" dirty="0">
                <a:latin typeface="Meiryo UI" panose="020B0604030504040204" pitchFamily="50" charset="-128"/>
                <a:ea typeface="Meiryo UI" panose="020B0604030504040204" pitchFamily="50" charset="-128"/>
              </a:rPr>
              <a:t>Honda</a:t>
            </a:r>
            <a:r>
              <a:rPr lang="ja-JP" altLang="en-US" sz="1400" dirty="0">
                <a:latin typeface="Meiryo UI" panose="020B0604030504040204" pitchFamily="50" charset="-128"/>
                <a:ea typeface="Meiryo UI" panose="020B0604030504040204" pitchFamily="50" charset="-128"/>
              </a:rPr>
              <a:t>購買へ情報展開し，</a:t>
            </a:r>
            <a:r>
              <a:rPr lang="en-US" altLang="ja-JP" sz="1400" dirty="0">
                <a:latin typeface="Meiryo UI" panose="020B0604030504040204" pitchFamily="50" charset="-128"/>
                <a:ea typeface="Meiryo UI" panose="020B0604030504040204" pitchFamily="50" charset="-128"/>
              </a:rPr>
              <a:t>RFQ</a:t>
            </a:r>
            <a:r>
              <a:rPr lang="ja-JP" altLang="en-US" sz="1400" dirty="0">
                <a:latin typeface="Meiryo UI" panose="020B0604030504040204" pitchFamily="50" charset="-128"/>
                <a:ea typeface="Meiryo UI" panose="020B0604030504040204" pitchFamily="50" charset="-128"/>
              </a:rPr>
              <a:t>発行以降の手順を，</a:t>
            </a:r>
            <a:r>
              <a:rPr lang="en-US" altLang="ja-JP" sz="1400" dirty="0">
                <a:latin typeface="Meiryo UI" panose="020B0604030504040204" pitchFamily="50" charset="-128"/>
                <a:ea typeface="Meiryo UI" panose="020B0604030504040204" pitchFamily="50" charset="-128"/>
              </a:rPr>
              <a:t>Honda</a:t>
            </a:r>
            <a:r>
              <a:rPr lang="ja-JP" altLang="en-US" sz="1400" dirty="0">
                <a:latin typeface="Meiryo UI" panose="020B0604030504040204" pitchFamily="50" charset="-128"/>
                <a:ea typeface="Meiryo UI" panose="020B0604030504040204" pitchFamily="50" charset="-128"/>
              </a:rPr>
              <a:t>購買</a:t>
            </a:r>
            <a:r>
              <a:rPr lang="en-US" altLang="ja-JP" sz="1400" dirty="0">
                <a:latin typeface="Meiryo UI" panose="020B0604030504040204" pitchFamily="50" charset="-128"/>
                <a:ea typeface="Meiryo UI" panose="020B0604030504040204" pitchFamily="50" charset="-128"/>
              </a:rPr>
              <a:t>/</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latin typeface="Meiryo UI" panose="020B0604030504040204" pitchFamily="50" charset="-128"/>
                <a:ea typeface="Meiryo UI" panose="020B0604030504040204" pitchFamily="50" charset="-128"/>
              </a:rPr>
              <a:t>営業が主体となり推進する．</a:t>
            </a:r>
            <a:endParaRPr lang="en-US" altLang="ja-JP" sz="1400" dirty="0">
              <a:latin typeface="Meiryo UI" panose="020B0604030504040204" pitchFamily="50" charset="-128"/>
              <a:ea typeface="Meiryo UI" panose="020B0604030504040204" pitchFamily="50" charset="-128"/>
            </a:endParaRPr>
          </a:p>
          <a:p>
            <a:pPr marL="803275" indent="-360363" algn="l" eaLnBrk="1" hangingPunct="1">
              <a:lnSpc>
                <a:spcPct val="120000"/>
              </a:lnSpc>
              <a:buFont typeface="+mj-lt"/>
              <a:buAutoNum type="arabicPeriod"/>
            </a:pP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latin typeface="Meiryo UI" panose="020B0604030504040204" pitchFamily="50" charset="-128"/>
                <a:ea typeface="Meiryo UI" panose="020B0604030504040204" pitchFamily="50" charset="-128"/>
              </a:rPr>
              <a:t>営業は見積書を</a:t>
            </a:r>
            <a:r>
              <a:rPr lang="en-US" altLang="ja-JP" sz="1400" dirty="0">
                <a:latin typeface="Meiryo UI" panose="020B0604030504040204" pitchFamily="50" charset="-128"/>
                <a:ea typeface="Meiryo UI" panose="020B0604030504040204" pitchFamily="50" charset="-128"/>
              </a:rPr>
              <a:t>Honda</a:t>
            </a:r>
            <a:r>
              <a:rPr lang="ja-JP" altLang="en-US" sz="1400" dirty="0">
                <a:latin typeface="Meiryo UI" panose="020B0604030504040204" pitchFamily="50" charset="-128"/>
                <a:ea typeface="Meiryo UI" panose="020B0604030504040204" pitchFamily="50" charset="-128"/>
              </a:rPr>
              <a:t>購買へ提出し，</a:t>
            </a:r>
            <a:r>
              <a:rPr lang="en-US" altLang="ja-JP" sz="1400" dirty="0">
                <a:latin typeface="Meiryo UI" panose="020B0604030504040204" pitchFamily="50" charset="-128"/>
                <a:ea typeface="Meiryo UI" panose="020B0604030504040204" pitchFamily="50" charset="-128"/>
              </a:rPr>
              <a:t>Honda</a:t>
            </a:r>
            <a:r>
              <a:rPr lang="ja-JP" altLang="en-US" sz="1400" dirty="0">
                <a:latin typeface="Meiryo UI" panose="020B0604030504040204" pitchFamily="50" charset="-128"/>
                <a:ea typeface="Meiryo UI" panose="020B0604030504040204" pitchFamily="50" charset="-128"/>
              </a:rPr>
              <a:t>購買と価格整合を行う．</a:t>
            </a:r>
            <a:endParaRPr lang="en-US" altLang="ja-JP" sz="1400" dirty="0">
              <a:latin typeface="Meiryo UI" panose="020B0604030504040204" pitchFamily="50" charset="-128"/>
              <a:ea typeface="Meiryo UI" panose="020B0604030504040204" pitchFamily="50" charset="-128"/>
            </a:endParaRPr>
          </a:p>
          <a:p>
            <a:pPr marL="803275" indent="-360363" algn="l" eaLnBrk="1" hangingPunct="1">
              <a:lnSpc>
                <a:spcPct val="120000"/>
              </a:lnSpc>
              <a:buFont typeface="+mj-lt"/>
              <a:buAutoNum type="arabicPeriod"/>
            </a:pPr>
            <a:r>
              <a:rPr lang="en-US" altLang="ja-JP" sz="1400" dirty="0">
                <a:latin typeface="Meiryo UI" panose="020B0604030504040204" pitchFamily="50" charset="-128"/>
                <a:ea typeface="Meiryo UI" panose="020B0604030504040204" pitchFamily="50" charset="-128"/>
              </a:rPr>
              <a:t>Honda</a:t>
            </a:r>
            <a:r>
              <a:rPr lang="ja-JP" altLang="en-US" sz="1400" dirty="0">
                <a:latin typeface="Meiryo UI" panose="020B0604030504040204" pitchFamily="50" charset="-128"/>
                <a:ea typeface="Meiryo UI" panose="020B0604030504040204" pitchFamily="50" charset="-128"/>
              </a:rPr>
              <a:t>は，追加業務の実施要否を内部で協議し，決定内容を</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latin typeface="Meiryo UI" panose="020B0604030504040204" pitchFamily="50" charset="-128"/>
                <a:ea typeface="Meiryo UI" panose="020B0604030504040204" pitchFamily="50" charset="-128"/>
              </a:rPr>
              <a:t>に伝える．</a:t>
            </a:r>
            <a:endParaRPr lang="en-US" altLang="ja-JP" sz="1400" dirty="0">
              <a:latin typeface="Meiryo UI" panose="020B0604030504040204" pitchFamily="50" charset="-128"/>
              <a:ea typeface="Meiryo UI" panose="020B0604030504040204" pitchFamily="50" charset="-128"/>
            </a:endParaRPr>
          </a:p>
          <a:p>
            <a:pPr marL="803275" indent="-360363" algn="l" eaLnBrk="1" hangingPunct="1">
              <a:lnSpc>
                <a:spcPct val="120000"/>
              </a:lnSpc>
              <a:buFont typeface="+mj-lt"/>
              <a:buAutoNum type="arabicPeriod"/>
            </a:pPr>
            <a:r>
              <a:rPr lang="en-US" altLang="ja-JP" sz="1400" dirty="0">
                <a:latin typeface="Meiryo UI" panose="020B0604030504040204" pitchFamily="50" charset="-128"/>
                <a:ea typeface="Meiryo UI" panose="020B0604030504040204" pitchFamily="50" charset="-128"/>
              </a:rPr>
              <a:t>Honda</a:t>
            </a:r>
            <a:r>
              <a:rPr lang="ja-JP" altLang="en-US" sz="1400" dirty="0">
                <a:latin typeface="Meiryo UI" panose="020B0604030504040204" pitchFamily="50" charset="-128"/>
                <a:ea typeface="Meiryo UI" panose="020B0604030504040204" pitchFamily="50" charset="-128"/>
              </a:rPr>
              <a:t>からの発注書の発行をもって，</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latin typeface="Meiryo UI" panose="020B0604030504040204" pitchFamily="50" charset="-128"/>
                <a:ea typeface="Meiryo UI" panose="020B0604030504040204" pitchFamily="50" charset="-128"/>
              </a:rPr>
              <a:t>は作業に着手する．</a:t>
            </a:r>
            <a:endParaRPr lang="en-US" altLang="ja-JP" sz="1400" dirty="0">
              <a:latin typeface="Meiryo UI" panose="020B0604030504040204" pitchFamily="50" charset="-128"/>
              <a:ea typeface="Meiryo UI" panose="020B0604030504040204" pitchFamily="50" charset="-128"/>
            </a:endParaRPr>
          </a:p>
          <a:p>
            <a:pPr marL="803275" indent="-360363" algn="l" eaLnBrk="1" hangingPunct="1">
              <a:lnSpc>
                <a:spcPct val="120000"/>
              </a:lnSpc>
              <a:buFont typeface="+mj-lt"/>
              <a:buAutoNum type="arabicPeriod"/>
            </a:pPr>
            <a:r>
              <a:rPr lang="ja-JP" altLang="en-US" sz="1400" dirty="0">
                <a:latin typeface="Meiryo UI" panose="020B0604030504040204" pitchFamily="50" charset="-128"/>
                <a:ea typeface="Meiryo UI" panose="020B0604030504040204" pitchFamily="50" charset="-128"/>
              </a:rPr>
              <a:t>支払い時期は，</a:t>
            </a:r>
            <a:r>
              <a:rPr lang="en-US" altLang="ja-JP" sz="1400" dirty="0">
                <a:latin typeface="Meiryo UI" panose="020B0604030504040204" pitchFamily="50" charset="-128"/>
                <a:ea typeface="Meiryo UI" panose="020B0604030504040204" pitchFamily="50" charset="-128"/>
              </a:rPr>
              <a:t>Honda/</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latin typeface="Meiryo UI" panose="020B0604030504040204" pitchFamily="50" charset="-128"/>
                <a:ea typeface="Meiryo UI" panose="020B0604030504040204" pitchFamily="50" charset="-128"/>
              </a:rPr>
              <a:t>間で合意した内容に従う．</a:t>
            </a:r>
            <a:endParaRPr lang="en-US" altLang="ja-JP" sz="1400" dirty="0">
              <a:latin typeface="Meiryo UI" panose="020B0604030504040204" pitchFamily="50" charset="-128"/>
              <a:ea typeface="Meiryo UI" panose="020B0604030504040204" pitchFamily="50" charset="-128"/>
            </a:endParaRPr>
          </a:p>
          <a:p>
            <a:pPr marL="442912" indent="0" algn="l" eaLnBrk="1" hangingPunct="1">
              <a:lnSpc>
                <a:spcPct val="120000"/>
              </a:lnSpc>
            </a:pPr>
            <a:r>
              <a:rPr lang="en-US" altLang="ja-JP" sz="1400" dirty="0">
                <a:latin typeface="Meiryo UI" panose="020B0604030504040204" pitchFamily="50" charset="-128"/>
                <a:ea typeface="Meiryo UI" panose="020B0604030504040204" pitchFamily="50" charset="-128"/>
              </a:rPr>
              <a:t>※</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latin typeface="Meiryo UI" panose="020B0604030504040204" pitchFamily="50" charset="-128"/>
                <a:ea typeface="Meiryo UI" panose="020B0604030504040204" pitchFamily="50" charset="-128"/>
              </a:rPr>
              <a:t>が追加業務が必要と判断したときは，</a:t>
            </a:r>
            <a:r>
              <a:rPr lang="en-US" altLang="ja-JP" sz="1400" dirty="0">
                <a:latin typeface="Meiryo UI" panose="020B0604030504040204" pitchFamily="50" charset="-128"/>
                <a:ea typeface="Meiryo UI" panose="020B0604030504040204" pitchFamily="50" charset="-128"/>
              </a:rPr>
              <a:t>Honda</a:t>
            </a:r>
            <a:r>
              <a:rPr lang="ja-JP" altLang="en-US" sz="1400" dirty="0">
                <a:latin typeface="Meiryo UI" panose="020B0604030504040204" pitchFamily="50" charset="-128"/>
                <a:ea typeface="Meiryo UI" panose="020B0604030504040204" pitchFamily="50" charset="-128"/>
              </a:rPr>
              <a:t>にこれを告げ，対応方法を協議する．</a:t>
            </a:r>
          </a:p>
        </p:txBody>
      </p:sp>
      <p:sp>
        <p:nvSpPr>
          <p:cNvPr id="10" name="Text Box 7"/>
          <p:cNvSpPr txBox="1">
            <a:spLocks noChangeArrowheads="1"/>
          </p:cNvSpPr>
          <p:nvPr/>
        </p:nvSpPr>
        <p:spPr bwMode="auto">
          <a:xfrm>
            <a:off x="35496" y="548680"/>
            <a:ext cx="9108504" cy="3490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914400" indent="-45720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l" eaLnBrk="1" hangingPunct="1">
              <a:lnSpc>
                <a:spcPct val="120000"/>
              </a:lnSpc>
            </a:pPr>
            <a:r>
              <a:rPr lang="en-US" altLang="ja-JP" sz="1600" b="1" u="sng" dirty="0">
                <a:latin typeface="Meiryo UI" panose="020B0604030504040204" pitchFamily="50" charset="-128"/>
                <a:ea typeface="Meiryo UI" panose="020B0604030504040204" pitchFamily="50" charset="-128"/>
                <a:cs typeface="Arial" pitchFamily="34" charset="0"/>
              </a:rPr>
              <a:t>Guideline</a:t>
            </a:r>
            <a:r>
              <a:rPr lang="ja-JP" altLang="en-US" sz="1600" b="1" u="sng" dirty="0">
                <a:latin typeface="Meiryo UI" panose="020B0604030504040204" pitchFamily="50" charset="-128"/>
                <a:ea typeface="Meiryo UI" panose="020B0604030504040204" pitchFamily="50" charset="-128"/>
                <a:cs typeface="Arial" pitchFamily="34" charset="0"/>
              </a:rPr>
              <a:t> </a:t>
            </a:r>
            <a:r>
              <a:rPr lang="en-US" altLang="ja-JP" sz="1600" b="1" u="sng" dirty="0">
                <a:latin typeface="Meiryo UI" panose="020B0604030504040204" pitchFamily="50" charset="-128"/>
                <a:ea typeface="Meiryo UI" panose="020B0604030504040204" pitchFamily="50" charset="-128"/>
                <a:cs typeface="Arial" pitchFamily="34" charset="0"/>
              </a:rPr>
              <a:t>of</a:t>
            </a:r>
            <a:r>
              <a:rPr lang="ja-JP" altLang="en-US" sz="1600" b="1" u="sng" dirty="0">
                <a:latin typeface="Meiryo UI" panose="020B0604030504040204" pitchFamily="50" charset="-128"/>
                <a:ea typeface="Meiryo UI" panose="020B0604030504040204" pitchFamily="50" charset="-128"/>
                <a:cs typeface="Arial" pitchFamily="34" charset="0"/>
              </a:rPr>
              <a:t> </a:t>
            </a:r>
            <a:r>
              <a:rPr lang="en-US" altLang="ja-JP" sz="1600" b="1" u="sng" dirty="0">
                <a:latin typeface="Meiryo UI" panose="020B0604030504040204" pitchFamily="50" charset="-128"/>
                <a:ea typeface="Meiryo UI" panose="020B0604030504040204" pitchFamily="50" charset="-128"/>
                <a:cs typeface="Arial" pitchFamily="34" charset="0"/>
              </a:rPr>
              <a:t>Change</a:t>
            </a:r>
            <a:r>
              <a:rPr lang="ja-JP" altLang="en-US" sz="1600" b="1" u="sng" dirty="0">
                <a:latin typeface="Meiryo UI" panose="020B0604030504040204" pitchFamily="50" charset="-128"/>
                <a:ea typeface="Meiryo UI" panose="020B0604030504040204" pitchFamily="50" charset="-128"/>
                <a:cs typeface="Arial" pitchFamily="34" charset="0"/>
              </a:rPr>
              <a:t> </a:t>
            </a:r>
            <a:r>
              <a:rPr lang="en-US" altLang="ja-JP" sz="1600" b="1" u="sng" dirty="0">
                <a:latin typeface="Meiryo UI" panose="020B0604030504040204" pitchFamily="50" charset="-128"/>
                <a:ea typeface="Meiryo UI" panose="020B0604030504040204" pitchFamily="50" charset="-128"/>
                <a:cs typeface="Arial" pitchFamily="34" charset="0"/>
              </a:rPr>
              <a:t>Request</a:t>
            </a:r>
            <a:endParaRPr lang="ja-JP" altLang="en-US" sz="1600" b="1" u="sng" dirty="0">
              <a:latin typeface="Meiryo UI" panose="020B0604030504040204" pitchFamily="50" charset="-128"/>
              <a:ea typeface="Meiryo UI" panose="020B0604030504040204" pitchFamily="50" charset="-128"/>
              <a:cs typeface="Arial" pitchFamily="34" charset="0"/>
            </a:endParaRPr>
          </a:p>
          <a:p>
            <a:pPr marL="457200" lvl="1" indent="0" algn="l" eaLnBrk="1" hangingPunct="1">
              <a:lnSpc>
                <a:spcPct val="120000"/>
              </a:lnSpc>
            </a:pPr>
            <a:r>
              <a:rPr lang="en-US" altLang="ja-JP" sz="1400" dirty="0">
                <a:latin typeface="Meiryo UI" panose="020B0604030504040204" pitchFamily="50" charset="-128"/>
                <a:ea typeface="Meiryo UI" panose="020B0604030504040204" pitchFamily="50" charset="-128"/>
                <a:cs typeface="Arial" pitchFamily="34" charset="0"/>
              </a:rPr>
              <a:t>Change request(CR) must be according to formal procedures as follows; CR(H) </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RFQ(H) </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Quote(A) </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Purchasing</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Order(H) </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Start of additional work(A).(</a:t>
            </a:r>
            <a:r>
              <a:rPr lang="en-US" altLang="ja-JP" sz="1400" dirty="0" err="1">
                <a:latin typeface="Meiryo UI" panose="020B0604030504040204" pitchFamily="50" charset="-128"/>
                <a:ea typeface="Meiryo UI" panose="020B0604030504040204" pitchFamily="50" charset="-128"/>
                <a:cs typeface="Arial" pitchFamily="34" charset="0"/>
              </a:rPr>
              <a:t>H:Honda</a:t>
            </a:r>
            <a:r>
              <a:rPr lang="en-US" altLang="ja-JP" sz="1400" dirty="0">
                <a:latin typeface="Meiryo UI" panose="020B0604030504040204" pitchFamily="50" charset="-128"/>
                <a:ea typeface="Meiryo UI" panose="020B0604030504040204" pitchFamily="50" charset="-128"/>
                <a:cs typeface="Arial" pitchFamily="34" charset="0"/>
              </a:rPr>
              <a:t>, A:</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solidFill>
                  <a:srgbClr val="0000FF"/>
                </a:solidFill>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a:t>
            </a:r>
          </a:p>
          <a:p>
            <a:pPr marL="800100" lvl="1" indent="-342900" algn="l" eaLnBrk="1" hangingPunct="1">
              <a:lnSpc>
                <a:spcPct val="120000"/>
              </a:lnSpc>
              <a:buFont typeface="+mj-lt"/>
              <a:buAutoNum type="arabicPeriod"/>
            </a:pPr>
            <a:r>
              <a:rPr lang="en-US" altLang="ja-JP" sz="1400" dirty="0">
                <a:latin typeface="Meiryo UI" panose="020B0604030504040204" pitchFamily="50" charset="-128"/>
                <a:ea typeface="Meiryo UI" panose="020B0604030504040204" pitchFamily="50" charset="-128"/>
                <a:cs typeface="Arial" pitchFamily="34" charset="0"/>
              </a:rPr>
              <a:t>Honda development team will issue CR to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dirty="0">
                <a:latin typeface="Meiryo UI" panose="020B0604030504040204" pitchFamily="50" charset="-128"/>
                <a:ea typeface="Meiryo UI" panose="020B0604030504040204" pitchFamily="50" charset="-128"/>
                <a:cs typeface="Arial" pitchFamily="34" charset="0"/>
              </a:rPr>
              <a:t> as needed.</a:t>
            </a:r>
          </a:p>
          <a:p>
            <a:pPr marL="800100" lvl="1" indent="-342900" algn="l" eaLnBrk="1" hangingPunct="1">
              <a:lnSpc>
                <a:spcPct val="120000"/>
              </a:lnSpc>
              <a:buFont typeface="+mj-lt"/>
              <a:buAutoNum type="arabicPeriod"/>
            </a:pPr>
            <a:r>
              <a:rPr lang="en-US" altLang="ja-JP" sz="1400" dirty="0">
                <a:latin typeface="Meiryo UI" panose="020B0604030504040204" pitchFamily="50" charset="-128"/>
                <a:ea typeface="Meiryo UI" panose="020B0604030504040204" pitchFamily="50" charset="-128"/>
                <a:cs typeface="Arial" pitchFamily="34" charset="0"/>
              </a:rPr>
              <a:t>Honda development team will share CR to Honda purchasing department for RFQ and Honda purchasing department and</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dirty="0">
                <a:latin typeface="Meiryo UI" panose="020B0604030504040204" pitchFamily="50" charset="-128"/>
                <a:ea typeface="Meiryo UI" panose="020B0604030504040204" pitchFamily="50" charset="-128"/>
                <a:cs typeface="Arial" pitchFamily="34" charset="0"/>
              </a:rPr>
              <a:t> sales will proceed the procedure after RFQ issued.</a:t>
            </a:r>
          </a:p>
          <a:p>
            <a:pPr marL="800100" lvl="1" indent="-342900" algn="l" eaLnBrk="1" hangingPunct="1">
              <a:lnSpc>
                <a:spcPct val="120000"/>
              </a:lnSpc>
              <a:buFont typeface="+mj-lt"/>
              <a:buAutoNum type="arabicPeriod"/>
            </a:pP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dirty="0">
                <a:latin typeface="Meiryo UI" panose="020B0604030504040204" pitchFamily="50" charset="-128"/>
                <a:ea typeface="Meiryo UI" panose="020B0604030504040204" pitchFamily="50" charset="-128"/>
                <a:cs typeface="Arial" pitchFamily="34" charset="0"/>
              </a:rPr>
              <a:t> sales will issue the quote and align the cost to Honda purchasing department.</a:t>
            </a:r>
          </a:p>
          <a:p>
            <a:pPr marL="800100" lvl="1" indent="-342900" algn="l" eaLnBrk="1" hangingPunct="1">
              <a:lnSpc>
                <a:spcPct val="120000"/>
              </a:lnSpc>
              <a:buFont typeface="+mj-lt"/>
              <a:buAutoNum type="arabicPeriod"/>
            </a:pPr>
            <a:r>
              <a:rPr lang="en-US" altLang="ja-JP" sz="1400" dirty="0">
                <a:latin typeface="Meiryo UI" panose="020B0604030504040204" pitchFamily="50" charset="-128"/>
                <a:ea typeface="Meiryo UI" panose="020B0604030504040204" pitchFamily="50" charset="-128"/>
                <a:cs typeface="Arial" pitchFamily="34" charset="0"/>
              </a:rPr>
              <a:t>Honda will decide GO/NOT GO due to additional work</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with internal discussion, and inform the decision</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to</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solidFill>
                  <a:srgbClr val="0000FF"/>
                </a:solidFill>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a:t>
            </a:r>
          </a:p>
          <a:p>
            <a:pPr marL="800100" lvl="1" indent="-342900" algn="l" eaLnBrk="1" hangingPunct="1">
              <a:lnSpc>
                <a:spcPct val="120000"/>
              </a:lnSpc>
              <a:buFont typeface="+mj-lt"/>
              <a:buAutoNum type="arabicPeriod"/>
            </a:pP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dirty="0">
                <a:latin typeface="Meiryo UI" panose="020B0604030504040204" pitchFamily="50" charset="-128"/>
                <a:ea typeface="Meiryo UI" panose="020B0604030504040204" pitchFamily="50" charset="-128"/>
                <a:cs typeface="Arial" pitchFamily="34" charset="0"/>
              </a:rPr>
              <a:t> will start the additional work after purchasing order received from Honda.</a:t>
            </a:r>
          </a:p>
          <a:p>
            <a:pPr marL="800100" lvl="1" indent="-342900" algn="l" eaLnBrk="1" hangingPunct="1">
              <a:lnSpc>
                <a:spcPct val="120000"/>
              </a:lnSpc>
              <a:buFont typeface="+mj-lt"/>
              <a:buAutoNum type="arabicPeriod"/>
            </a:pPr>
            <a:r>
              <a:rPr lang="en-US" altLang="ja-JP" sz="1400" dirty="0">
                <a:latin typeface="Meiryo UI" panose="020B0604030504040204" pitchFamily="50" charset="-128"/>
                <a:ea typeface="Meiryo UI" panose="020B0604030504040204" pitchFamily="50" charset="-128"/>
                <a:cs typeface="Arial" pitchFamily="34" charset="0"/>
              </a:rPr>
              <a:t>Payment time</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of CR is subject to  the agreement between Honda and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dirty="0">
                <a:latin typeface="Meiryo UI" panose="020B0604030504040204" pitchFamily="50" charset="-128"/>
                <a:ea typeface="Meiryo UI" panose="020B0604030504040204" pitchFamily="50" charset="-128"/>
                <a:cs typeface="Arial" pitchFamily="34" charset="0"/>
              </a:rPr>
              <a:t>.</a:t>
            </a:r>
          </a:p>
          <a:p>
            <a:pPr marL="457200" lvl="1" indent="0" algn="l" eaLnBrk="1" hangingPunct="1">
              <a:lnSpc>
                <a:spcPct val="120000"/>
              </a:lnSpc>
            </a:pPr>
            <a:r>
              <a:rPr lang="en-US" altLang="ja-JP" sz="1400" dirty="0">
                <a:latin typeface="Meiryo UI" panose="020B0604030504040204" pitchFamily="50" charset="-128"/>
                <a:ea typeface="Meiryo UI" panose="020B0604030504040204" pitchFamily="50" charset="-128"/>
                <a:cs typeface="Arial" pitchFamily="34" charset="0"/>
              </a:rPr>
              <a:t>※When</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decides that the additional work must be needed ,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dirty="0">
                <a:latin typeface="Meiryo UI" panose="020B0604030504040204" pitchFamily="50" charset="-128"/>
                <a:ea typeface="Meiryo UI" panose="020B0604030504040204" pitchFamily="50" charset="-128"/>
                <a:cs typeface="Arial" pitchFamily="34" charset="0"/>
              </a:rPr>
              <a:t> will inform this and align how to proceed with Honda.</a:t>
            </a:r>
          </a:p>
        </p:txBody>
      </p:sp>
      <p:sp>
        <p:nvSpPr>
          <p:cNvPr id="6" name="Text Box 2"/>
          <p:cNvSpPr txBox="1">
            <a:spLocks noChangeArrowheads="1"/>
          </p:cNvSpPr>
          <p:nvPr/>
        </p:nvSpPr>
        <p:spPr bwMode="auto">
          <a:xfrm>
            <a:off x="250829" y="44451"/>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2000">
                <a:solidFill>
                  <a:srgbClr val="FFFFFF"/>
                </a:solidFill>
                <a:latin typeface="Meiryo UI" panose="020B0604030504040204" pitchFamily="50" charset="-128"/>
                <a:ea typeface="Meiryo UI" panose="020B0604030504040204" pitchFamily="50" charset="-128"/>
                <a:cs typeface="Arial" pitchFamily="34" charset="0"/>
              </a:rPr>
              <a:t>16. EMS Requirement and CR (12/21)</a:t>
            </a:r>
            <a:endParaRPr lang="en-US" altLang="ja-JP" sz="1100">
              <a:solidFill>
                <a:srgbClr val="FFFFFF"/>
              </a:solidFill>
              <a:latin typeface="HGPｺﾞｼｯｸE" pitchFamily="50" charset="-128"/>
              <a:ea typeface="HGPｺﾞｼｯｸE" pitchFamily="50" charset="-128"/>
              <a:cs typeface="Arial" pitchFamily="34" charset="0"/>
            </a:endParaRPr>
          </a:p>
        </p:txBody>
      </p:sp>
    </p:spTree>
    <p:extLst>
      <p:ext uri="{BB962C8B-B14F-4D97-AF65-F5344CB8AC3E}">
        <p14:creationId xmlns:p14="http://schemas.microsoft.com/office/powerpoint/2010/main" val="19401667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a:spLocks noChangeArrowheads="1"/>
          </p:cNvSpPr>
          <p:nvPr/>
        </p:nvSpPr>
        <p:spPr bwMode="auto">
          <a:xfrm>
            <a:off x="250829" y="44451"/>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2000">
                <a:solidFill>
                  <a:srgbClr val="FFFFFF"/>
                </a:solidFill>
                <a:latin typeface="Meiryo UI" panose="020B0604030504040204" pitchFamily="50" charset="-128"/>
                <a:ea typeface="Meiryo UI" panose="020B0604030504040204" pitchFamily="50" charset="-128"/>
                <a:cs typeface="Arial" pitchFamily="34" charset="0"/>
              </a:rPr>
              <a:t>16. EMS Requirement and CR (13/21)</a:t>
            </a:r>
            <a:endParaRPr lang="en-US" altLang="ja-JP" sz="1100">
              <a:solidFill>
                <a:srgbClr val="FFFFFF"/>
              </a:solidFill>
              <a:latin typeface="HGPｺﾞｼｯｸE" pitchFamily="50" charset="-128"/>
              <a:ea typeface="HGPｺﾞｼｯｸE" pitchFamily="50" charset="-128"/>
              <a:cs typeface="Arial" pitchFamily="34" charset="0"/>
            </a:endParaRPr>
          </a:p>
        </p:txBody>
      </p:sp>
      <p:sp>
        <p:nvSpPr>
          <p:cNvPr id="10" name="Text Box 2"/>
          <p:cNvSpPr txBox="1">
            <a:spLocks noChangeArrowheads="1"/>
          </p:cNvSpPr>
          <p:nvPr/>
        </p:nvSpPr>
        <p:spPr bwMode="auto">
          <a:xfrm>
            <a:off x="143691" y="689421"/>
            <a:ext cx="8828379" cy="6340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l" eaLnBrk="1" hangingPunct="1">
              <a:lnSpc>
                <a:spcPct val="110000"/>
              </a:lnSpc>
            </a:pPr>
            <a:r>
              <a:rPr lang="en-US" altLang="ja-JP" sz="1800" b="1" u="sng">
                <a:solidFill>
                  <a:srgbClr val="000000"/>
                </a:solidFill>
                <a:latin typeface="Meiryo UI" panose="020B0604030504040204" pitchFamily="50" charset="-128"/>
                <a:ea typeface="Meiryo UI" panose="020B0604030504040204" pitchFamily="50" charset="-128"/>
                <a:cs typeface="Arial" pitchFamily="34" charset="0"/>
              </a:rPr>
              <a:t>Change Management</a:t>
            </a:r>
            <a:endParaRPr lang="en-US" altLang="ja-JP" sz="1400" b="1">
              <a:solidFill>
                <a:srgbClr val="000000"/>
              </a:solidFill>
              <a:latin typeface="Meiryo UI" panose="020B0604030504040204" pitchFamily="50" charset="-128"/>
              <a:ea typeface="Meiryo UI" panose="020B0604030504040204" pitchFamily="50" charset="-128"/>
              <a:cs typeface="Arial" pitchFamily="34" charset="0"/>
            </a:endParaRPr>
          </a:p>
          <a:p>
            <a:pPr marL="360363" indent="-360363" algn="l" eaLnBrk="1" hangingPunct="1">
              <a:lnSpc>
                <a:spcPct val="110000"/>
              </a:lnSpc>
            </a:pPr>
            <a:r>
              <a:rPr lang="en-US" altLang="ja-JP" sz="1400">
                <a:solidFill>
                  <a:srgbClr val="000000"/>
                </a:solidFill>
                <a:latin typeface="Meiryo UI" panose="020B0604030504040204" pitchFamily="50" charset="-128"/>
                <a:ea typeface="Meiryo UI" panose="020B0604030504040204" pitchFamily="50" charset="-128"/>
                <a:cs typeface="Arial" pitchFamily="34" charset="0"/>
              </a:rPr>
              <a:t>	</a:t>
            </a:r>
            <a:r>
              <a:rPr lang="ja-JP" altLang="en-US" sz="1400">
                <a:solidFill>
                  <a:srgbClr val="000000"/>
                </a:solidFill>
                <a:latin typeface="Meiryo UI" panose="020B0604030504040204" pitchFamily="50" charset="-128"/>
                <a:ea typeface="Meiryo UI" panose="020B0604030504040204" pitchFamily="50" charset="-128"/>
                <a:cs typeface="Arial" pitchFamily="34" charset="0"/>
              </a:rPr>
              <a:t>契約内容に対して、要求の改定・新規追加を行う際、依頼者が</a:t>
            </a:r>
            <a:r>
              <a:rPr lang="en-US" altLang="ja-JP" sz="1400">
                <a:solidFill>
                  <a:srgbClr val="000000"/>
                </a:solidFill>
                <a:latin typeface="Meiryo UI" panose="020B0604030504040204" pitchFamily="50" charset="-128"/>
                <a:ea typeface="Meiryo UI" panose="020B0604030504040204" pitchFamily="50" charset="-128"/>
                <a:cs typeface="Arial" pitchFamily="34" charset="0"/>
              </a:rPr>
              <a:t>CR</a:t>
            </a:r>
            <a:r>
              <a:rPr lang="ja-JP" altLang="en-US" sz="1400">
                <a:solidFill>
                  <a:srgbClr val="000000"/>
                </a:solidFill>
                <a:latin typeface="Meiryo UI" panose="020B0604030504040204" pitchFamily="50" charset="-128"/>
                <a:ea typeface="Meiryo UI" panose="020B0604030504040204" pitchFamily="50" charset="-128"/>
                <a:cs typeface="Arial" pitchFamily="34" charset="0"/>
              </a:rPr>
              <a:t>を発行し</a:t>
            </a:r>
            <a:r>
              <a:rPr lang="en-US" altLang="ja-JP" sz="1400">
                <a:solidFill>
                  <a:srgbClr val="000000"/>
                </a:solidFill>
                <a:latin typeface="Meiryo UI" panose="020B0604030504040204" pitchFamily="50" charset="-128"/>
                <a:ea typeface="Meiryo UI" panose="020B0604030504040204" pitchFamily="50" charset="-128"/>
                <a:cs typeface="Arial" pitchFamily="34" charset="0"/>
              </a:rPr>
              <a:t>Honda</a:t>
            </a:r>
            <a:r>
              <a:rPr lang="ja-JP" altLang="en-US" sz="1400">
                <a:solidFill>
                  <a:srgbClr val="000000"/>
                </a:solidFill>
                <a:latin typeface="Meiryo UI" panose="020B0604030504040204" pitchFamily="50" charset="-128"/>
                <a:ea typeface="Meiryo UI" panose="020B0604030504040204" pitchFamily="50" charset="-128"/>
                <a:cs typeface="Arial" pitchFamily="34" charset="0"/>
              </a:rPr>
              <a:t>でリストにて管理・推進を行う。</a:t>
            </a:r>
            <a:endParaRPr lang="en-US" altLang="ja-JP" sz="1400">
              <a:solidFill>
                <a:srgbClr val="000000"/>
              </a:solidFill>
              <a:latin typeface="Meiryo UI" panose="020B0604030504040204" pitchFamily="50" charset="-128"/>
              <a:ea typeface="Meiryo UI" panose="020B0604030504040204" pitchFamily="50" charset="-128"/>
              <a:cs typeface="Arial" pitchFamily="34" charset="0"/>
            </a:endParaRPr>
          </a:p>
        </p:txBody>
      </p:sp>
      <p:sp>
        <p:nvSpPr>
          <p:cNvPr id="11" name="Text Box 2"/>
          <p:cNvSpPr txBox="1">
            <a:spLocks noChangeArrowheads="1"/>
          </p:cNvSpPr>
          <p:nvPr/>
        </p:nvSpPr>
        <p:spPr bwMode="auto">
          <a:xfrm>
            <a:off x="143691" y="1642819"/>
            <a:ext cx="8670448" cy="8032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360363" algn="l" eaLnBrk="1" hangingPunct="1">
              <a:lnSpc>
                <a:spcPct val="110000"/>
              </a:lnSpc>
            </a:pPr>
            <a:r>
              <a:rPr lang="en-US" altLang="ja-JP" sz="1400">
                <a:solidFill>
                  <a:srgbClr val="000000"/>
                </a:solidFill>
                <a:latin typeface="Meiryo UI" panose="020B0604030504040204" pitchFamily="50" charset="-128"/>
                <a:ea typeface="Meiryo UI" panose="020B0604030504040204" pitchFamily="50" charset="-128"/>
                <a:cs typeface="Arial" pitchFamily="34" charset="0"/>
              </a:rPr>
              <a:t>If the requirement needs to be updated or new requirement needs to be added, CR</a:t>
            </a:r>
            <a:r>
              <a:rPr lang="ja-JP" altLang="en-US" sz="1400">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400">
                <a:solidFill>
                  <a:srgbClr val="000000"/>
                </a:solidFill>
                <a:latin typeface="Meiryo UI" panose="020B0604030504040204" pitchFamily="50" charset="-128"/>
                <a:ea typeface="Meiryo UI" panose="020B0604030504040204" pitchFamily="50" charset="-128"/>
                <a:cs typeface="Arial" pitchFamily="34" charset="0"/>
              </a:rPr>
              <a:t>document shall be issued by requester, and such change items shall be administered with CR list by both party.</a:t>
            </a:r>
          </a:p>
        </p:txBody>
      </p:sp>
      <p:sp>
        <p:nvSpPr>
          <p:cNvPr id="8" name="テキスト ボックス 7"/>
          <p:cNvSpPr txBox="1"/>
          <p:nvPr/>
        </p:nvSpPr>
        <p:spPr>
          <a:xfrm rot="21087493">
            <a:off x="2485891" y="3117457"/>
            <a:ext cx="4801314" cy="830997"/>
          </a:xfrm>
          <a:prstGeom prst="rect">
            <a:avLst/>
          </a:prstGeom>
          <a:solidFill>
            <a:srgbClr val="00FF00"/>
          </a:solidFill>
        </p:spPr>
        <p:txBody>
          <a:bodyPr wrap="none" rtlCol="0">
            <a:spAutoFit/>
          </a:bodyPr>
          <a:lstStyle/>
          <a:p>
            <a:r>
              <a:rPr lang="ja-JP" altLang="en-US">
                <a:latin typeface="+mn-ea"/>
                <a:ea typeface="+mn-ea"/>
              </a:rPr>
              <a:t>このページに張り付ける資料は</a:t>
            </a:r>
            <a:endParaRPr lang="en-US" altLang="ja-JP">
              <a:latin typeface="+mn-ea"/>
              <a:ea typeface="+mn-ea"/>
            </a:endParaRPr>
          </a:p>
          <a:p>
            <a:r>
              <a:rPr kumimoji="1" lang="ja-JP" altLang="en-US">
                <a:latin typeface="+mn-ea"/>
                <a:ea typeface="+mn-ea"/>
              </a:rPr>
              <a:t>サンプルではなく「本編」が必要</a:t>
            </a:r>
          </a:p>
        </p:txBody>
      </p:sp>
      <p:sp>
        <p:nvSpPr>
          <p:cNvPr id="9" name="コンテンツ プレースホルダー 2"/>
          <p:cNvSpPr txBox="1">
            <a:spLocks/>
          </p:cNvSpPr>
          <p:nvPr>
            <p:custDataLst>
              <p:tags r:id="rId1"/>
            </p:custDataLst>
          </p:nvPr>
        </p:nvSpPr>
        <p:spPr bwMode="auto">
          <a:xfrm>
            <a:off x="5202573" y="4815168"/>
            <a:ext cx="3611566" cy="508473"/>
          </a:xfrm>
          <a:prstGeom prst="rect">
            <a:avLst/>
          </a:prstGeom>
          <a:noFill/>
          <a:ln w="0">
            <a:noFill/>
            <a:miter lim="800000"/>
            <a:headEnd/>
            <a:tailEnd/>
          </a:ln>
          <a:effectLst/>
          <a:extLs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vert="horz" wrap="none" lIns="0" tIns="0" rIns="0" bIns="0" numCol="1" anchor="t" anchorCtr="0" compatLnSpc="1">
            <a:prstTxWarp prst="textNoShape">
              <a:avLst/>
            </a:prstTxWarp>
            <a:spAutoFit/>
          </a:bodyPr>
          <a:lstStyle>
            <a:lvl1pPr marL="251460" indent="-251460" algn="l" rtl="0" eaLnBrk="1" fontAlgn="base" hangingPunct="1">
              <a:lnSpc>
                <a:spcPts val="2300"/>
              </a:lnSpc>
              <a:spcBef>
                <a:spcPts val="500"/>
              </a:spcBef>
              <a:spcAft>
                <a:spcPct val="0"/>
              </a:spcAft>
              <a:buClrTx/>
              <a:buSzPct val="100000"/>
              <a:buFontTx/>
              <a:buNone/>
              <a:defRPr kumimoji="1" sz="1800" b="0" i="0" u="none">
                <a:solidFill>
                  <a:schemeClr val="tx1"/>
                </a:solidFill>
                <a:latin typeface="Bosch Office Sans" panose="020B0604020202020204" pitchFamily="34" charset="0"/>
                <a:ea typeface="+mn-ea"/>
                <a:cs typeface="Arial" pitchFamily="34" charset="0"/>
              </a:defRPr>
            </a:lvl1pPr>
            <a:lvl2pPr marL="467360" indent="-467360" algn="l" rtl="0" eaLnBrk="1" fontAlgn="base" hangingPunct="1">
              <a:lnSpc>
                <a:spcPts val="2000"/>
              </a:lnSpc>
              <a:spcBef>
                <a:spcPts val="500"/>
              </a:spcBef>
              <a:spcAft>
                <a:spcPct val="0"/>
              </a:spcAft>
              <a:buClrTx/>
              <a:buSzPct val="100000"/>
              <a:buFontTx/>
              <a:buNone/>
              <a:defRPr kumimoji="1" sz="1600" b="0" i="0" u="none">
                <a:solidFill>
                  <a:schemeClr val="tx1"/>
                </a:solidFill>
                <a:latin typeface="Bosch Office Sans" panose="020B0604020202020204" pitchFamily="34" charset="0"/>
                <a:cs typeface="Arial" pitchFamily="34" charset="0"/>
              </a:defRPr>
            </a:lvl2pPr>
            <a:lvl3pPr marL="647700" indent="-647700" algn="l" rtl="0" eaLnBrk="1" fontAlgn="base" hangingPunct="1">
              <a:lnSpc>
                <a:spcPts val="1700"/>
              </a:lnSpc>
              <a:spcBef>
                <a:spcPts val="500"/>
              </a:spcBef>
              <a:spcAft>
                <a:spcPct val="0"/>
              </a:spcAft>
              <a:buClrTx/>
              <a:buSzPct val="100000"/>
              <a:buFontTx/>
              <a:buNone/>
              <a:defRPr kumimoji="1" sz="1400" b="0" i="0" u="none">
                <a:solidFill>
                  <a:schemeClr val="tx1"/>
                </a:solidFill>
                <a:latin typeface="Bosch Office Sans" panose="020B0604020202020204" pitchFamily="34" charset="0"/>
                <a:cs typeface="Arial" pitchFamily="34" charset="0"/>
              </a:defRPr>
            </a:lvl3pPr>
            <a:lvl4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4pPr>
            <a:lvl5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5pPr>
            <a:lvl6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6pPr>
            <a:lvl7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7pPr>
            <a:lvl8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8pPr>
            <a:lvl9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9pPr>
          </a:lstStyle>
          <a:p>
            <a:pPr marL="0" indent="0">
              <a:lnSpc>
                <a:spcPct val="105000"/>
              </a:lnSpc>
              <a:spcBef>
                <a:spcPts val="600"/>
              </a:spcBef>
              <a:spcAft>
                <a:spcPts val="0"/>
              </a:spcAft>
            </a:pPr>
            <a:r>
              <a:rPr lang="en-US" altLang="ja-JP" sz="1400" b="1" kern="0">
                <a:latin typeface="Meiryo UI" panose="020B0604030504040204" pitchFamily="50" charset="-128"/>
              </a:rPr>
              <a:t>※</a:t>
            </a:r>
            <a:r>
              <a:rPr lang="ja-JP" altLang="en-US" sz="1400" b="1" kern="0">
                <a:latin typeface="Meiryo UI" panose="020B0604030504040204" pitchFamily="50" charset="-128"/>
              </a:rPr>
              <a:t> </a:t>
            </a:r>
            <a:r>
              <a:rPr lang="en-US" altLang="ja-JP" sz="1400" b="1" kern="0">
                <a:latin typeface="Meiryo UI" panose="020B0604030504040204" pitchFamily="50" charset="-128"/>
              </a:rPr>
              <a:t>Refer to “Change Request List” file.</a:t>
            </a:r>
          </a:p>
          <a:p>
            <a:pPr marL="0" indent="0">
              <a:lnSpc>
                <a:spcPct val="105000"/>
              </a:lnSpc>
              <a:spcBef>
                <a:spcPts val="600"/>
              </a:spcBef>
              <a:spcAft>
                <a:spcPts val="0"/>
              </a:spcAft>
            </a:pPr>
            <a:r>
              <a:rPr lang="en-US" sz="1400" b="1" kern="0">
                <a:latin typeface="Meiryo UI" panose="020B0604030504040204" pitchFamily="50" charset="-128"/>
              </a:rPr>
              <a:t>In folder : “</a:t>
            </a:r>
            <a:r>
              <a:rPr lang="en-US" altLang="ja-JP" sz="1400" b="1" kern="0">
                <a:latin typeface="Meiryo UI" panose="020B0604030504040204" pitchFamily="50" charset="-128"/>
              </a:rPr>
              <a:t>16</a:t>
            </a:r>
            <a:r>
              <a:rPr lang="en-US" sz="1400" b="1" kern="0">
                <a:latin typeface="Meiryo UI" panose="020B0604030504040204" pitchFamily="50" charset="-128"/>
              </a:rPr>
              <a:t>. </a:t>
            </a:r>
            <a:r>
              <a:rPr lang="en-US" altLang="ja-JP" sz="1400" b="1" kern="0">
                <a:latin typeface="Meiryo UI" panose="020B0604030504040204" pitchFamily="50" charset="-128"/>
              </a:rPr>
              <a:t>EMS</a:t>
            </a:r>
            <a:r>
              <a:rPr lang="ja-JP" altLang="en-US" sz="1400" b="1" kern="0">
                <a:latin typeface="Meiryo UI" panose="020B0604030504040204" pitchFamily="50" charset="-128"/>
              </a:rPr>
              <a:t> </a:t>
            </a:r>
            <a:r>
              <a:rPr lang="en-US" altLang="ja-JP" sz="1400" b="1" kern="0">
                <a:latin typeface="Meiryo UI" panose="020B0604030504040204" pitchFamily="50" charset="-128"/>
              </a:rPr>
              <a:t>Requirement</a:t>
            </a:r>
            <a:r>
              <a:rPr lang="en-US" sz="1400" b="1" kern="0">
                <a:latin typeface="Meiryo UI" panose="020B0604030504040204" pitchFamily="50" charset="-128"/>
              </a:rPr>
              <a:t>”</a:t>
            </a:r>
          </a:p>
        </p:txBody>
      </p:sp>
      <p:sp>
        <p:nvSpPr>
          <p:cNvPr id="14" name="四角形吹き出し 13"/>
          <p:cNvSpPr/>
          <p:nvPr/>
        </p:nvSpPr>
        <p:spPr bwMode="auto">
          <a:xfrm>
            <a:off x="2451583" y="4217918"/>
            <a:ext cx="2118940" cy="974783"/>
          </a:xfrm>
          <a:prstGeom prst="wedgeRectCallout">
            <a:avLst>
              <a:gd name="adj1" fmla="val 83861"/>
              <a:gd name="adj2" fmla="val 33121"/>
            </a:avLst>
          </a:prstGeom>
          <a:solidFill>
            <a:srgbClr val="0000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l"/>
            <a:r>
              <a:rPr lang="ja-JP" altLang="en-US" sz="1800" b="1">
                <a:solidFill>
                  <a:schemeClr val="bg1"/>
                </a:solidFill>
                <a:latin typeface="Meiryo UI" panose="020B0604030504040204" pitchFamily="50" charset="-128"/>
                <a:ea typeface="Meiryo UI" panose="020B0604030504040204" pitchFamily="50" charset="-128"/>
              </a:rPr>
              <a:t>ファイル名は機種ごとに違うので、それぞれの名前にすること</a:t>
            </a:r>
          </a:p>
        </p:txBody>
      </p:sp>
      <p:sp>
        <p:nvSpPr>
          <p:cNvPr id="2" name="テキスト ボックス 1">
            <a:extLst>
              <a:ext uri="{FF2B5EF4-FFF2-40B4-BE49-F238E27FC236}">
                <a16:creationId xmlns:a16="http://schemas.microsoft.com/office/drawing/2014/main" id="{0117D76E-DE2D-086C-D810-2C30B1477F62}"/>
              </a:ext>
            </a:extLst>
          </p:cNvPr>
          <p:cNvSpPr txBox="1"/>
          <p:nvPr/>
        </p:nvSpPr>
        <p:spPr>
          <a:xfrm>
            <a:off x="230859" y="2552843"/>
            <a:ext cx="8679328" cy="4133903"/>
          </a:xfrm>
          <a:prstGeom prst="rect">
            <a:avLst/>
          </a:prstGeom>
          <a:solidFill>
            <a:srgbClr val="FFFF99"/>
          </a:solidFill>
        </p:spPr>
        <p:txBody>
          <a:bodyPr wrap="none" rtlCol="0" anchor="ctr">
            <a:spAutoFit/>
          </a:bodyPr>
          <a:lstStyle/>
          <a:p>
            <a:r>
              <a:rPr kumimoji="1" lang="en-US" altLang="ja-JP" dirty="0"/>
              <a:t>Now on construction</a:t>
            </a:r>
            <a:endParaRPr kumimoji="1" lang="ja-JP" altLang="en-US" dirty="0"/>
          </a:p>
        </p:txBody>
      </p:sp>
    </p:spTree>
    <p:extLst>
      <p:ext uri="{BB962C8B-B14F-4D97-AF65-F5344CB8AC3E}">
        <p14:creationId xmlns:p14="http://schemas.microsoft.com/office/powerpoint/2010/main" val="156091937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正方形/長方形 5"/>
          <p:cNvSpPr/>
          <p:nvPr/>
        </p:nvSpPr>
        <p:spPr>
          <a:xfrm>
            <a:off x="250829" y="630371"/>
            <a:ext cx="6469271" cy="458074"/>
          </a:xfrm>
          <a:prstGeom prst="rect">
            <a:avLst/>
          </a:prstGeom>
        </p:spPr>
        <p:txBody>
          <a:bodyPr wrap="none">
            <a:spAutoFit/>
          </a:bodyPr>
          <a:lstStyle/>
          <a:p>
            <a:pPr marL="0" marR="0" lvl="0" indent="0" algn="l" defTabSz="914400" rtl="0" eaLnBrk="1" fontAlgn="base" latinLnBrk="0" hangingPunct="1">
              <a:lnSpc>
                <a:spcPct val="110000"/>
              </a:lnSpc>
              <a:spcBef>
                <a:spcPct val="0"/>
              </a:spcBef>
              <a:spcAft>
                <a:spcPct val="0"/>
              </a:spcAft>
              <a:buClrTx/>
              <a:buSzTx/>
              <a:buFontTx/>
              <a:buNone/>
              <a:tabLst/>
              <a:defRPr/>
            </a:pPr>
            <a:r>
              <a:rPr kumimoji="1" lang="en-US" altLang="ja-JP" sz="2400" b="1" i="0" u="sng"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Standard SW and Calibration Maturity </a:t>
            </a:r>
          </a:p>
        </p:txBody>
      </p:sp>
      <p:sp>
        <p:nvSpPr>
          <p:cNvPr id="8" name="Text Box 2"/>
          <p:cNvSpPr txBox="1">
            <a:spLocks noChangeArrowheads="1"/>
          </p:cNvSpPr>
          <p:nvPr/>
        </p:nvSpPr>
        <p:spPr bwMode="auto">
          <a:xfrm>
            <a:off x="250829" y="44451"/>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20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16. EMS Requirement </a:t>
            </a:r>
            <a:r>
              <a:rPr lang="en-US" altLang="ja-JP" sz="2000">
                <a:solidFill>
                  <a:srgbClr val="FFFFFF"/>
                </a:solidFill>
                <a:latin typeface="Meiryo UI" panose="020B0604030504040204" pitchFamily="50" charset="-128"/>
                <a:ea typeface="Meiryo UI" panose="020B0604030504040204" pitchFamily="50" charset="-128"/>
                <a:cs typeface="Arial" pitchFamily="34" charset="0"/>
              </a:rPr>
              <a:t>and</a:t>
            </a:r>
            <a:r>
              <a:rPr kumimoji="1" lang="en-US" altLang="ja-JP" sz="20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 CR (14/21)</a:t>
            </a:r>
          </a:p>
        </p:txBody>
      </p:sp>
      <p:graphicFrame>
        <p:nvGraphicFramePr>
          <p:cNvPr id="3" name="表 2">
            <a:extLst>
              <a:ext uri="{FF2B5EF4-FFF2-40B4-BE49-F238E27FC236}">
                <a16:creationId xmlns:a16="http://schemas.microsoft.com/office/drawing/2014/main" id="{CE28FB4F-A590-6E6E-9CBD-48A973513B93}"/>
              </a:ext>
            </a:extLst>
          </p:cNvPr>
          <p:cNvGraphicFramePr>
            <a:graphicFrameLocks noGrp="1"/>
          </p:cNvGraphicFramePr>
          <p:nvPr>
            <p:extLst>
              <p:ext uri="{D42A27DB-BD31-4B8C-83A1-F6EECF244321}">
                <p14:modId xmlns:p14="http://schemas.microsoft.com/office/powerpoint/2010/main" val="1434508656"/>
              </p:ext>
            </p:extLst>
          </p:nvPr>
        </p:nvGraphicFramePr>
        <p:xfrm>
          <a:off x="137162" y="1145537"/>
          <a:ext cx="8748846" cy="5433060"/>
        </p:xfrm>
        <a:graphic>
          <a:graphicData uri="http://schemas.openxmlformats.org/drawingml/2006/table">
            <a:tbl>
              <a:tblPr firstRow="1" bandRow="1">
                <a:tableStyleId>{5C22544A-7EE6-4342-B048-85BDC9FD1C3A}</a:tableStyleId>
              </a:tblPr>
              <a:tblGrid>
                <a:gridCol w="972094">
                  <a:extLst>
                    <a:ext uri="{9D8B030D-6E8A-4147-A177-3AD203B41FA5}">
                      <a16:colId xmlns:a16="http://schemas.microsoft.com/office/drawing/2014/main" val="1030641763"/>
                    </a:ext>
                  </a:extLst>
                </a:gridCol>
                <a:gridCol w="972094">
                  <a:extLst>
                    <a:ext uri="{9D8B030D-6E8A-4147-A177-3AD203B41FA5}">
                      <a16:colId xmlns:a16="http://schemas.microsoft.com/office/drawing/2014/main" val="483999296"/>
                    </a:ext>
                  </a:extLst>
                </a:gridCol>
                <a:gridCol w="972094">
                  <a:extLst>
                    <a:ext uri="{9D8B030D-6E8A-4147-A177-3AD203B41FA5}">
                      <a16:colId xmlns:a16="http://schemas.microsoft.com/office/drawing/2014/main" val="1815889758"/>
                    </a:ext>
                  </a:extLst>
                </a:gridCol>
                <a:gridCol w="972094">
                  <a:extLst>
                    <a:ext uri="{9D8B030D-6E8A-4147-A177-3AD203B41FA5}">
                      <a16:colId xmlns:a16="http://schemas.microsoft.com/office/drawing/2014/main" val="1129391594"/>
                    </a:ext>
                  </a:extLst>
                </a:gridCol>
                <a:gridCol w="972094">
                  <a:extLst>
                    <a:ext uri="{9D8B030D-6E8A-4147-A177-3AD203B41FA5}">
                      <a16:colId xmlns:a16="http://schemas.microsoft.com/office/drawing/2014/main" val="1752205546"/>
                    </a:ext>
                  </a:extLst>
                </a:gridCol>
                <a:gridCol w="972094">
                  <a:extLst>
                    <a:ext uri="{9D8B030D-6E8A-4147-A177-3AD203B41FA5}">
                      <a16:colId xmlns:a16="http://schemas.microsoft.com/office/drawing/2014/main" val="4288285946"/>
                    </a:ext>
                  </a:extLst>
                </a:gridCol>
                <a:gridCol w="972094">
                  <a:extLst>
                    <a:ext uri="{9D8B030D-6E8A-4147-A177-3AD203B41FA5}">
                      <a16:colId xmlns:a16="http://schemas.microsoft.com/office/drawing/2014/main" val="1144184363"/>
                    </a:ext>
                  </a:extLst>
                </a:gridCol>
                <a:gridCol w="972094">
                  <a:extLst>
                    <a:ext uri="{9D8B030D-6E8A-4147-A177-3AD203B41FA5}">
                      <a16:colId xmlns:a16="http://schemas.microsoft.com/office/drawing/2014/main" val="617018594"/>
                    </a:ext>
                  </a:extLst>
                </a:gridCol>
                <a:gridCol w="972094">
                  <a:extLst>
                    <a:ext uri="{9D8B030D-6E8A-4147-A177-3AD203B41FA5}">
                      <a16:colId xmlns:a16="http://schemas.microsoft.com/office/drawing/2014/main" val="2301566265"/>
                    </a:ext>
                  </a:extLst>
                </a:gridCol>
              </a:tblGrid>
              <a:tr h="214631">
                <a:tc>
                  <a:txBody>
                    <a:bodyPr/>
                    <a:lstStyle/>
                    <a:p>
                      <a:pPr algn="ctr"/>
                      <a:r>
                        <a:rPr kumimoji="1" lang="en-US" altLang="ja-JP" sz="1000" dirty="0">
                          <a:solidFill>
                            <a:schemeClr val="tx1"/>
                          </a:solidFill>
                          <a:latin typeface="Meiryo UI"/>
                          <a:ea typeface="Meiryo UI"/>
                        </a:rPr>
                        <a:t>Event</a:t>
                      </a:r>
                      <a:endParaRPr kumimoji="1" lang="ja-JP" altLang="en-US" sz="1000" dirty="0">
                        <a:solidFill>
                          <a:schemeClr val="tx1"/>
                        </a:solidFill>
                        <a:latin typeface="Meiryo UI"/>
                        <a:ea typeface="Meiryo UI"/>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1000">
                          <a:solidFill>
                            <a:schemeClr val="tx1"/>
                          </a:solidFill>
                          <a:latin typeface="Meiryo UI"/>
                          <a:ea typeface="Meiryo UI"/>
                        </a:rPr>
                        <a:t>F1</a:t>
                      </a:r>
                      <a:endParaRPr kumimoji="1" lang="ja-JP" altLang="en-US" sz="1000">
                        <a:solidFill>
                          <a:schemeClr val="tx1"/>
                        </a:solidFill>
                        <a:latin typeface="Meiryo UI"/>
                        <a:ea typeface="Meiryo UI"/>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1000">
                          <a:solidFill>
                            <a:schemeClr val="tx1"/>
                          </a:solidFill>
                          <a:latin typeface="Meiryo UI"/>
                          <a:ea typeface="Meiryo UI"/>
                        </a:rPr>
                        <a:t>A00-1(F2)</a:t>
                      </a:r>
                      <a:endParaRPr kumimoji="1" lang="ja-JP" altLang="en-US" sz="1000">
                        <a:solidFill>
                          <a:schemeClr val="tx1"/>
                        </a:solidFill>
                        <a:latin typeface="Meiryo UI"/>
                        <a:ea typeface="Meiryo UI"/>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pPr algn="ctr"/>
                      <a:r>
                        <a:rPr kumimoji="1" lang="en-US" altLang="ja-JP" sz="1000" dirty="0">
                          <a:solidFill>
                            <a:schemeClr val="tx1"/>
                          </a:solidFill>
                          <a:latin typeface="Meiryo UI"/>
                          <a:ea typeface="Meiryo UI"/>
                        </a:rPr>
                        <a:t>A00-2(V1</a:t>
                      </a:r>
                      <a:r>
                        <a:rPr kumimoji="1" lang="ja-JP" altLang="en-US" sz="1000" dirty="0">
                          <a:solidFill>
                            <a:schemeClr val="tx1"/>
                          </a:solidFill>
                          <a:latin typeface="Meiryo UI"/>
                          <a:ea typeface="Meiryo UI"/>
                        </a:rPr>
                        <a:t>　</a:t>
                      </a:r>
                      <a:r>
                        <a:rPr kumimoji="1" lang="en-US" altLang="ja-JP" sz="1000" dirty="0">
                          <a:solidFill>
                            <a:schemeClr val="tx1"/>
                          </a:solidFill>
                          <a:latin typeface="Meiryo UI"/>
                          <a:ea typeface="Meiryo UI"/>
                        </a:rPr>
                        <a:t>V2)</a:t>
                      </a:r>
                      <a:endParaRPr kumimoji="1" lang="ja-JP" altLang="en-US" sz="1000" dirty="0">
                        <a:solidFill>
                          <a:schemeClr val="tx1"/>
                        </a:solidFill>
                        <a:latin typeface="Meiryo UI"/>
                        <a:ea typeface="Meiryo UI"/>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a:endParaRPr kumimoji="1" lang="en-US" altLang="ja-JP" sz="1000" dirty="0">
                        <a:solidFill>
                          <a:schemeClr val="tx1"/>
                        </a:solidFill>
                        <a:latin typeface="Meiryo UI"/>
                        <a:ea typeface="Meiryo UI"/>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1000" dirty="0">
                          <a:solidFill>
                            <a:schemeClr val="tx1"/>
                          </a:solidFill>
                          <a:latin typeface="Meiryo UI"/>
                          <a:ea typeface="Meiryo UI"/>
                        </a:rPr>
                        <a:t>MP0</a:t>
                      </a:r>
                      <a:endParaRPr kumimoji="1" lang="ja-JP" altLang="en-US" sz="1000" dirty="0">
                        <a:solidFill>
                          <a:schemeClr val="tx1"/>
                        </a:solidFill>
                        <a:latin typeface="Meiryo UI"/>
                        <a:ea typeface="Meiryo UI"/>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latin typeface="Meiryo UI"/>
                          <a:ea typeface="Meiryo UI"/>
                        </a:rPr>
                        <a:t>MP1(V3)</a:t>
                      </a:r>
                      <a:endParaRPr kumimoji="1" lang="ja-JP" altLang="en-US" sz="1000" dirty="0">
                        <a:solidFill>
                          <a:schemeClr val="tx1"/>
                        </a:solidFill>
                        <a:latin typeface="Meiryo UI"/>
                        <a:ea typeface="Meiryo UI"/>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ja-JP" sz="1000">
                          <a:solidFill>
                            <a:schemeClr val="tx1"/>
                          </a:solidFill>
                          <a:latin typeface="Meiryo UI"/>
                          <a:ea typeface="Meiryo UI"/>
                          <a:cs typeface="Meiryo UI" pitchFamily="50" charset="-128"/>
                        </a:rPr>
                        <a:t>DAN</a:t>
                      </a:r>
                      <a:endParaRPr lang="ja-JP" altLang="en-US" sz="1000">
                        <a:solidFill>
                          <a:schemeClr val="tx1"/>
                        </a:solidFill>
                        <a:latin typeface="Meiryo UI"/>
                        <a:ea typeface="Meiryo UI"/>
                        <a:cs typeface="Meiryo UI" pitchFamily="50" charset="-128"/>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ja-JP" sz="1000">
                          <a:solidFill>
                            <a:schemeClr val="tx1"/>
                          </a:solidFill>
                          <a:latin typeface="Meiryo UI"/>
                          <a:ea typeface="Meiryo UI"/>
                          <a:cs typeface="Meiryo UI" pitchFamily="50" charset="-128"/>
                        </a:rPr>
                        <a:t>HIN</a:t>
                      </a:r>
                      <a:endParaRPr lang="ja-JP" altLang="en-US" sz="1000">
                        <a:solidFill>
                          <a:schemeClr val="tx1"/>
                        </a:solidFill>
                        <a:latin typeface="Meiryo UI"/>
                        <a:ea typeface="Meiryo UI"/>
                        <a:cs typeface="Meiryo UI" pitchFamily="50" charset="-128"/>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57139695"/>
                  </a:ext>
                </a:extLst>
              </a:tr>
              <a:tr h="754380">
                <a:tc>
                  <a:txBody>
                    <a:bodyPr/>
                    <a:lstStyle/>
                    <a:p>
                      <a:pPr algn="l"/>
                      <a:r>
                        <a:rPr kumimoji="1" lang="en-US" altLang="ja-JP" sz="900" b="0">
                          <a:solidFill>
                            <a:schemeClr val="tx1"/>
                          </a:solidFill>
                          <a:latin typeface="Meiryo UI"/>
                          <a:ea typeface="Meiryo UI"/>
                        </a:rPr>
                        <a:t>Required</a:t>
                      </a:r>
                      <a:r>
                        <a:rPr lang="en-US" altLang="ja-JP" sz="900" b="0">
                          <a:solidFill>
                            <a:schemeClr val="tx1"/>
                          </a:solidFill>
                          <a:latin typeface="Meiryo UI"/>
                          <a:ea typeface="Meiryo UI"/>
                        </a:rPr>
                        <a:t>  </a:t>
                      </a:r>
                      <a:endParaRPr kumimoji="1" lang="en-US" altLang="ja-JP" sz="900" b="0">
                        <a:solidFill>
                          <a:schemeClr val="tx1"/>
                        </a:solidFill>
                        <a:latin typeface="Meiryo UI" panose="020B0604030504040204" pitchFamily="50" charset="-128"/>
                        <a:ea typeface="Meiryo UI" panose="020B0604030504040204" pitchFamily="50" charset="-128"/>
                      </a:endParaRPr>
                    </a:p>
                    <a:p>
                      <a:pPr algn="l"/>
                      <a:r>
                        <a:rPr kumimoji="1" lang="en-US" altLang="ja-JP" sz="900" b="0">
                          <a:solidFill>
                            <a:schemeClr val="tx1"/>
                          </a:solidFill>
                          <a:latin typeface="Meiryo UI"/>
                          <a:ea typeface="Meiryo UI"/>
                        </a:rPr>
                        <a:t>Total System</a:t>
                      </a:r>
                      <a:r>
                        <a:rPr lang="en-US" altLang="ja-JP" sz="900" b="0">
                          <a:solidFill>
                            <a:schemeClr val="tx1"/>
                          </a:solidFill>
                          <a:latin typeface="Meiryo UI"/>
                          <a:ea typeface="Meiryo UI"/>
                        </a:rPr>
                        <a:t> </a:t>
                      </a:r>
                      <a:endParaRPr kumimoji="1" lang="en-US" altLang="ja-JP" sz="900" b="0">
                        <a:solidFill>
                          <a:schemeClr val="tx1"/>
                        </a:solidFill>
                        <a:latin typeface="Meiryo UI"/>
                        <a:ea typeface="Meiryo UI"/>
                      </a:endParaRPr>
                    </a:p>
                    <a:p>
                      <a:pPr algn="l"/>
                      <a:r>
                        <a:rPr kumimoji="1" lang="en-US" altLang="ja-JP" sz="900" b="0">
                          <a:solidFill>
                            <a:schemeClr val="tx1"/>
                          </a:solidFill>
                          <a:latin typeface="Meiryo UI"/>
                          <a:ea typeface="Meiryo UI"/>
                        </a:rPr>
                        <a:t>Maturity</a:t>
                      </a:r>
                      <a:endParaRPr kumimoji="1" lang="ja-JP" altLang="en-US" sz="900" b="0">
                        <a:solidFill>
                          <a:schemeClr val="tx1"/>
                        </a:solidFill>
                        <a:latin typeface="Meiryo UI"/>
                        <a:ea typeface="Meiryo UI"/>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kumimoji="1" lang="en-US" altLang="ja-JP" sz="900" b="0">
                          <a:solidFill>
                            <a:schemeClr val="tx1"/>
                          </a:solidFill>
                          <a:latin typeface="Meiryo UI"/>
                          <a:ea typeface="Meiryo UI"/>
                        </a:rPr>
                        <a:t>All requirement to be identified from Vehicle team request and HW (</a:t>
                      </a:r>
                      <a:r>
                        <a:rPr lang="en-US" altLang="ja-JP" sz="900">
                          <a:solidFill>
                            <a:schemeClr val="tx1"/>
                          </a:solidFill>
                          <a:latin typeface="Meiryo UI"/>
                          <a:ea typeface="Meiryo UI"/>
                          <a:cs typeface="Arial"/>
                        </a:rPr>
                        <a:t>BOSCH</a:t>
                      </a:r>
                      <a:r>
                        <a:rPr lang="ja-JP" altLang="en-US" sz="900">
                          <a:solidFill>
                            <a:schemeClr val="tx1"/>
                          </a:solidFill>
                          <a:latin typeface="Meiryo UI"/>
                          <a:ea typeface="Meiryo UI"/>
                          <a:cs typeface="Arial"/>
                        </a:rPr>
                        <a:t> </a:t>
                      </a:r>
                      <a:r>
                        <a:rPr kumimoji="1" lang="en-US" altLang="ja-JP" sz="900" b="0" baseline="0">
                          <a:solidFill>
                            <a:schemeClr val="tx1"/>
                          </a:solidFill>
                          <a:latin typeface="Meiryo UI"/>
                          <a:ea typeface="Meiryo UI"/>
                        </a:rPr>
                        <a:t> and Honda.</a:t>
                      </a:r>
                      <a:endParaRPr kumimoji="1" lang="ja-JP" altLang="en-US" sz="900" b="0">
                        <a:solidFill>
                          <a:schemeClr val="tx1"/>
                        </a:solidFill>
                        <a:latin typeface="Meiryo UI"/>
                        <a:ea typeface="Meiryo UI"/>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altLang="ja-JP" sz="900" b="0">
                          <a:solidFill>
                            <a:schemeClr val="tx1"/>
                          </a:solidFill>
                          <a:latin typeface="Meiryo UI"/>
                          <a:ea typeface="Meiryo UI"/>
                          <a:cs typeface="Meiryo UI" pitchFamily="50" charset="-128"/>
                        </a:rPr>
                        <a:t>All developing SW item is identified.</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kumimoji="1" lang="en-US" altLang="ja-JP" sz="900" b="0">
                          <a:solidFill>
                            <a:schemeClr val="tx1"/>
                          </a:solidFill>
                          <a:latin typeface="Meiryo UI"/>
                          <a:ea typeface="Meiryo UI"/>
                        </a:rPr>
                        <a:t>SW reliability and validity</a:t>
                      </a:r>
                      <a:r>
                        <a:rPr kumimoji="1" lang="en-US" altLang="ja-JP" sz="900" b="0" baseline="0">
                          <a:solidFill>
                            <a:schemeClr val="tx1"/>
                          </a:solidFill>
                          <a:latin typeface="Meiryo UI"/>
                          <a:ea typeface="Meiryo UI"/>
                        </a:rPr>
                        <a:t> is completed</a:t>
                      </a:r>
                      <a:endParaRPr kumimoji="1" lang="en-US" altLang="ja-JP" sz="900" b="0">
                        <a:solidFill>
                          <a:schemeClr val="tx1"/>
                        </a:solidFill>
                        <a:latin typeface="Meiryo UI"/>
                        <a:ea typeface="Meiryo UI"/>
                      </a:endParaRPr>
                    </a:p>
                    <a:p>
                      <a:pPr algn="l"/>
                      <a:endParaRPr kumimoji="1" lang="en-US" altLang="ja-JP" sz="900" b="0">
                        <a:solidFill>
                          <a:schemeClr val="tx1"/>
                        </a:solidFill>
                        <a:latin typeface="Meiryo UI" panose="020B0604030504040204" pitchFamily="50" charset="-128"/>
                        <a:ea typeface="Meiryo UI" panose="020B0604030504040204" pitchFamily="50" charset="-128"/>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kumimoji="1" lang="en-US" altLang="ja-JP" sz="900" b="0">
                          <a:solidFill>
                            <a:schemeClr val="tx1"/>
                          </a:solidFill>
                          <a:latin typeface="Meiryo UI"/>
                          <a:ea typeface="Meiryo UI"/>
                        </a:rPr>
                        <a:t>SW freeze</a:t>
                      </a:r>
                      <a:endParaRPr kumimoji="1" lang="ja-JP" altLang="en-US" sz="900" b="0">
                        <a:solidFill>
                          <a:schemeClr val="tx1"/>
                        </a:solidFill>
                        <a:latin typeface="Meiryo UI"/>
                        <a:ea typeface="Meiryo UI"/>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kumimoji="1" lang="en-US" altLang="ja-JP" sz="900" b="0" dirty="0">
                          <a:solidFill>
                            <a:schemeClr val="tx1"/>
                          </a:solidFill>
                          <a:latin typeface="Meiryo UI"/>
                          <a:ea typeface="Meiryo UI"/>
                        </a:rPr>
                        <a:t>Ready</a:t>
                      </a:r>
                      <a:r>
                        <a:rPr kumimoji="1" lang="en-US" altLang="ja-JP" sz="900" b="0" baseline="0" dirty="0">
                          <a:solidFill>
                            <a:schemeClr val="tx1"/>
                          </a:solidFill>
                          <a:latin typeface="Meiryo UI"/>
                          <a:ea typeface="Meiryo UI"/>
                        </a:rPr>
                        <a:t> for certification, durability test</a:t>
                      </a:r>
                      <a:endParaRPr kumimoji="1" lang="en-US" altLang="ja-JP" sz="900" b="0" dirty="0">
                        <a:solidFill>
                          <a:schemeClr val="tx1"/>
                        </a:solidFill>
                        <a:latin typeface="Meiryo UI"/>
                        <a:ea typeface="Meiryo UI"/>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kumimoji="1" lang="en-US" altLang="ja-JP" sz="900" b="0">
                          <a:solidFill>
                            <a:schemeClr val="tx1"/>
                          </a:solidFill>
                          <a:latin typeface="Meiryo UI"/>
                          <a:ea typeface="Meiryo UI"/>
                        </a:rPr>
                        <a:t>CAL</a:t>
                      </a:r>
                    </a:p>
                    <a:p>
                      <a:pPr algn="l"/>
                      <a:r>
                        <a:rPr kumimoji="1" lang="en-US" altLang="ja-JP" sz="900" b="0" baseline="0">
                          <a:solidFill>
                            <a:schemeClr val="tx1"/>
                          </a:solidFill>
                          <a:latin typeface="Meiryo UI"/>
                          <a:ea typeface="Meiryo UI"/>
                        </a:rPr>
                        <a:t>Finished</a:t>
                      </a:r>
                      <a:endParaRPr kumimoji="1" lang="ja-JP" altLang="en-US" sz="900" b="0">
                        <a:solidFill>
                          <a:schemeClr val="tx1"/>
                        </a:solidFill>
                        <a:latin typeface="Meiryo UI"/>
                        <a:ea typeface="Meiryo UI"/>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kumimoji="1" lang="en-US" altLang="ja-JP" sz="900" b="0">
                          <a:solidFill>
                            <a:schemeClr val="tx1"/>
                          </a:solidFill>
                          <a:latin typeface="Meiryo UI"/>
                          <a:ea typeface="Meiryo UI"/>
                        </a:rPr>
                        <a:t>MP1 release</a:t>
                      </a:r>
                    </a:p>
                    <a:p>
                      <a:pPr algn="l"/>
                      <a:endParaRPr kumimoji="1" lang="en-US" altLang="ja-JP" sz="900" b="0">
                        <a:solidFill>
                          <a:schemeClr val="tx1"/>
                        </a:solidFill>
                        <a:latin typeface="Meiryo UI" panose="020B0604030504040204" pitchFamily="50" charset="-128"/>
                        <a:ea typeface="Meiryo UI" panose="020B0604030504040204" pitchFamily="50" charset="-128"/>
                      </a:endParaRPr>
                    </a:p>
                    <a:p>
                      <a:pPr algn="l"/>
                      <a:r>
                        <a:rPr kumimoji="1" lang="en-US" altLang="ja-JP" sz="900" b="0">
                          <a:solidFill>
                            <a:schemeClr val="tx1"/>
                          </a:solidFill>
                          <a:latin typeface="Meiryo UI"/>
                          <a:ea typeface="Meiryo UI"/>
                        </a:rPr>
                        <a:t>Assembly</a:t>
                      </a:r>
                      <a:r>
                        <a:rPr kumimoji="1" lang="en-US" altLang="ja-JP" sz="900" b="0" baseline="0">
                          <a:solidFill>
                            <a:schemeClr val="tx1"/>
                          </a:solidFill>
                          <a:latin typeface="Meiryo UI"/>
                          <a:ea typeface="Meiryo UI"/>
                        </a:rPr>
                        <a:t> confirmation in factory</a:t>
                      </a:r>
                      <a:endParaRPr kumimoji="1" lang="en-US" altLang="ja-JP" sz="900" b="0">
                        <a:solidFill>
                          <a:schemeClr val="tx1"/>
                        </a:solidFill>
                        <a:latin typeface="Meiryo UI"/>
                        <a:ea typeface="Meiryo UI"/>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kumimoji="1" lang="en-US" altLang="ja-JP" sz="900" b="0">
                          <a:solidFill>
                            <a:schemeClr val="tx1"/>
                          </a:solidFill>
                          <a:latin typeface="Meiryo UI"/>
                          <a:ea typeface="Meiryo UI"/>
                        </a:rPr>
                        <a:t>Quality check in factory</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01560282"/>
                  </a:ext>
                </a:extLst>
              </a:tr>
              <a:tr h="676003">
                <a:tc>
                  <a:txBody>
                    <a:bodyPr/>
                    <a:lstStyle/>
                    <a:p>
                      <a:pPr algn="l"/>
                      <a:r>
                        <a:rPr kumimoji="1" lang="en-US" altLang="ja-JP" sz="900">
                          <a:solidFill>
                            <a:schemeClr val="tx1"/>
                          </a:solidFill>
                          <a:latin typeface="Meiryo UI"/>
                          <a:ea typeface="Meiryo UI"/>
                        </a:rPr>
                        <a:t>Change</a:t>
                      </a:r>
                      <a:r>
                        <a:rPr lang="en-US" altLang="ja-JP" sz="900">
                          <a:solidFill>
                            <a:schemeClr val="tx1"/>
                          </a:solidFill>
                          <a:latin typeface="Meiryo UI"/>
                          <a:ea typeface="Meiryo UI"/>
                        </a:rPr>
                        <a:t>   </a:t>
                      </a:r>
                      <a:endParaRPr kumimoji="1" lang="en-US" altLang="ja-JP" sz="900">
                        <a:solidFill>
                          <a:schemeClr val="tx1"/>
                        </a:solidFill>
                        <a:latin typeface="Meiryo UI" panose="020B0604030504040204" pitchFamily="50" charset="-128"/>
                        <a:ea typeface="Meiryo UI" panose="020B0604030504040204" pitchFamily="50" charset="-128"/>
                      </a:endParaRPr>
                    </a:p>
                    <a:p>
                      <a:pPr algn="l"/>
                      <a:r>
                        <a:rPr lang="en-US" altLang="ja-JP" sz="900">
                          <a:solidFill>
                            <a:schemeClr val="tx1"/>
                          </a:solidFill>
                          <a:latin typeface="Meiryo UI"/>
                          <a:ea typeface="Meiryo UI"/>
                        </a:rPr>
                        <a:t> </a:t>
                      </a:r>
                      <a:r>
                        <a:rPr kumimoji="1" lang="en-US" altLang="ja-JP" sz="900">
                          <a:solidFill>
                            <a:schemeClr val="tx1"/>
                          </a:solidFill>
                          <a:latin typeface="Meiryo UI"/>
                          <a:ea typeface="Meiryo UI"/>
                        </a:rPr>
                        <a:t> Requirement</a:t>
                      </a:r>
                    </a:p>
                    <a:p>
                      <a:pPr algn="l"/>
                      <a:r>
                        <a:rPr kumimoji="1" lang="en-US" altLang="ja-JP" sz="700">
                          <a:solidFill>
                            <a:schemeClr val="tx1"/>
                          </a:solidFill>
                          <a:latin typeface="Meiryo UI"/>
                          <a:ea typeface="Meiryo UI"/>
                        </a:rPr>
                        <a:t>(SW </a:t>
                      </a:r>
                      <a:r>
                        <a:rPr kumimoji="1" lang="en-US" altLang="ja-JP" sz="700" baseline="0">
                          <a:solidFill>
                            <a:schemeClr val="tx1"/>
                          </a:solidFill>
                          <a:latin typeface="Meiryo UI"/>
                          <a:ea typeface="Meiryo UI"/>
                        </a:rPr>
                        <a:t>specification)</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base">
                        <a:spcBef>
                          <a:spcPct val="0"/>
                        </a:spcBef>
                        <a:spcAft>
                          <a:spcPct val="0"/>
                        </a:spcAft>
                      </a:pPr>
                      <a:r>
                        <a:rPr lang="en-US" altLang="ja-JP" sz="900">
                          <a:solidFill>
                            <a:schemeClr val="tx1"/>
                          </a:solidFill>
                          <a:latin typeface="Meiryo UI"/>
                          <a:ea typeface="Meiryo UI"/>
                        </a:rPr>
                        <a:t>Basic function for test vehicle which</a:t>
                      </a:r>
                      <a:r>
                        <a:rPr lang="en-US" altLang="ja-JP" sz="900" baseline="0">
                          <a:solidFill>
                            <a:schemeClr val="tx1"/>
                          </a:solidFill>
                          <a:latin typeface="Meiryo UI"/>
                          <a:ea typeface="Meiryo UI"/>
                        </a:rPr>
                        <a:t> will be assembled after</a:t>
                      </a:r>
                      <a:r>
                        <a:rPr lang="en-US" altLang="ja-JP" sz="900">
                          <a:solidFill>
                            <a:schemeClr val="tx1"/>
                          </a:solidFill>
                          <a:latin typeface="Meiryo UI"/>
                          <a:ea typeface="Meiryo UI"/>
                        </a:rPr>
                        <a:t> F1 is released.</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kumimoji="1" lang="en-US" altLang="ja-JP" sz="900">
                          <a:solidFill>
                            <a:schemeClr val="tx1"/>
                          </a:solidFill>
                          <a:latin typeface="Meiryo UI"/>
                          <a:ea typeface="Meiryo UI"/>
                        </a:rPr>
                        <a:t>CR of communication with other unit released</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kumimoji="1" lang="en-US" altLang="ja-JP" sz="900">
                          <a:solidFill>
                            <a:schemeClr val="tx1"/>
                          </a:solidFill>
                          <a:latin typeface="Meiryo UI"/>
                          <a:ea typeface="Meiryo UI"/>
                        </a:rPr>
                        <a:t>All</a:t>
                      </a:r>
                      <a:r>
                        <a:rPr kumimoji="1" lang="en-US" altLang="ja-JP" sz="900" baseline="0">
                          <a:solidFill>
                            <a:schemeClr val="tx1"/>
                          </a:solidFill>
                          <a:latin typeface="Meiryo UI"/>
                          <a:ea typeface="Meiryo UI"/>
                        </a:rPr>
                        <a:t> CR released</a:t>
                      </a:r>
                      <a:endParaRPr kumimoji="1" lang="en-US" altLang="ja-JP" sz="900">
                        <a:solidFill>
                          <a:schemeClr val="tx1"/>
                        </a:solidFill>
                        <a:latin typeface="Meiryo UI"/>
                        <a:ea typeface="Meiryo UI"/>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kumimoji="1" lang="en-US" altLang="ja-JP" sz="900">
                          <a:solidFill>
                            <a:schemeClr val="tx1"/>
                          </a:solidFill>
                          <a:latin typeface="Meiryo UI"/>
                          <a:ea typeface="Meiryo UI"/>
                        </a:rPr>
                        <a:t>NA</a:t>
                      </a:r>
                      <a:endParaRPr kumimoji="1" lang="ja-JP" altLang="en-US" sz="900">
                        <a:solidFill>
                          <a:schemeClr val="tx1"/>
                        </a:solidFill>
                        <a:latin typeface="Meiryo UI"/>
                        <a:ea typeface="Meiryo UI"/>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schemeClr val="tx1"/>
                          </a:solidFill>
                          <a:effectLst/>
                          <a:uLnTx/>
                          <a:uFillTx/>
                          <a:latin typeface="Meiryo UI"/>
                          <a:ea typeface="Meiryo UI"/>
                          <a:cs typeface="+mn-cs"/>
                        </a:rPr>
                        <a:t>NA</a:t>
                      </a:r>
                      <a:endParaRPr kumimoji="1" lang="ja-JP" altLang="en-US" sz="900" b="0" i="0" u="none" strike="noStrike" kern="1200" cap="none" spc="0" normalizeH="0" baseline="0" noProof="0">
                        <a:ln>
                          <a:noFill/>
                        </a:ln>
                        <a:solidFill>
                          <a:schemeClr val="tx1"/>
                        </a:solidFill>
                        <a:effectLst/>
                        <a:uLnTx/>
                        <a:uFillTx/>
                        <a:latin typeface="Meiryo UI"/>
                        <a:ea typeface="Meiryo UI"/>
                        <a:cs typeface="+mn-cs"/>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schemeClr val="tx1"/>
                          </a:solidFill>
                          <a:effectLst/>
                          <a:uLnTx/>
                          <a:uFillTx/>
                          <a:latin typeface="Meiryo UI"/>
                          <a:ea typeface="Meiryo UI"/>
                          <a:cs typeface="+mn-cs"/>
                        </a:rPr>
                        <a:t>NA</a:t>
                      </a:r>
                      <a:endParaRPr kumimoji="1" lang="ja-JP" altLang="en-US" sz="900" b="0" i="0" u="none" strike="noStrike" kern="1200" cap="none" spc="0" normalizeH="0" baseline="0" noProof="0">
                        <a:ln>
                          <a:noFill/>
                        </a:ln>
                        <a:solidFill>
                          <a:schemeClr val="tx1"/>
                        </a:solidFill>
                        <a:effectLst/>
                        <a:uLnTx/>
                        <a:uFillTx/>
                        <a:latin typeface="Meiryo UI"/>
                        <a:ea typeface="Meiryo UI"/>
                        <a:cs typeface="+mn-cs"/>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schemeClr val="tx1"/>
                          </a:solidFill>
                          <a:effectLst/>
                          <a:uLnTx/>
                          <a:uFillTx/>
                          <a:latin typeface="Meiryo UI"/>
                          <a:ea typeface="Meiryo UI"/>
                          <a:cs typeface="+mn-cs"/>
                        </a:rPr>
                        <a:t>NA</a:t>
                      </a:r>
                      <a:endParaRPr kumimoji="1" lang="ja-JP" altLang="en-US" sz="900" b="0" i="0" u="none" strike="noStrike" kern="1200" cap="none" spc="0" normalizeH="0" baseline="0" noProof="0">
                        <a:ln>
                          <a:noFill/>
                        </a:ln>
                        <a:solidFill>
                          <a:schemeClr val="tx1"/>
                        </a:solidFill>
                        <a:effectLst/>
                        <a:uLnTx/>
                        <a:uFillTx/>
                        <a:latin typeface="Meiryo UI"/>
                        <a:ea typeface="Meiryo UI"/>
                        <a:cs typeface="+mn-cs"/>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schemeClr val="tx1"/>
                          </a:solidFill>
                          <a:effectLst/>
                          <a:uLnTx/>
                          <a:uFillTx/>
                          <a:latin typeface="Meiryo UI"/>
                          <a:ea typeface="Meiryo UI"/>
                          <a:cs typeface="+mn-cs"/>
                        </a:rPr>
                        <a:t>NA</a:t>
                      </a:r>
                      <a:endParaRPr kumimoji="1" lang="ja-JP" altLang="en-US" sz="900" b="0" i="0" u="none" strike="noStrike" kern="1200" cap="none" spc="0" normalizeH="0" baseline="0" noProof="0">
                        <a:ln>
                          <a:noFill/>
                        </a:ln>
                        <a:solidFill>
                          <a:schemeClr val="tx1"/>
                        </a:solidFill>
                        <a:effectLst/>
                        <a:uLnTx/>
                        <a:uFillTx/>
                        <a:latin typeface="Meiryo UI"/>
                        <a:ea typeface="Meiryo UI"/>
                        <a:cs typeface="+mn-cs"/>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894406065"/>
                  </a:ext>
                </a:extLst>
              </a:tr>
              <a:tr h="754380">
                <a:tc>
                  <a:txBody>
                    <a:bodyPr/>
                    <a:lstStyle/>
                    <a:p>
                      <a:pPr algn="l"/>
                      <a:r>
                        <a:rPr kumimoji="1" lang="ja-JP" altLang="en-US" sz="900">
                          <a:solidFill>
                            <a:schemeClr val="tx1"/>
                          </a:solidFill>
                          <a:latin typeface="Meiryo UI"/>
                          <a:ea typeface="Meiryo UI"/>
                        </a:rPr>
                        <a:t>　</a:t>
                      </a:r>
                      <a:r>
                        <a:rPr kumimoji="1" lang="en-US" altLang="ja-JP" sz="900">
                          <a:solidFill>
                            <a:schemeClr val="tx1"/>
                          </a:solidFill>
                          <a:latin typeface="Meiryo UI"/>
                          <a:ea typeface="Meiryo UI"/>
                        </a:rPr>
                        <a:t>SW</a:t>
                      </a:r>
                      <a:r>
                        <a:rPr lang="ja-JP" altLang="en-US" sz="900">
                          <a:solidFill>
                            <a:schemeClr val="tx1"/>
                          </a:solidFill>
                          <a:latin typeface="Meiryo UI"/>
                          <a:ea typeface="Meiryo UI"/>
                        </a:rPr>
                        <a:t> </a:t>
                      </a:r>
                      <a:r>
                        <a:rPr kumimoji="1" lang="ja-JP" altLang="en-US" sz="900">
                          <a:solidFill>
                            <a:schemeClr val="tx1"/>
                          </a:solidFill>
                          <a:latin typeface="Meiryo UI"/>
                          <a:ea typeface="Meiryo UI"/>
                        </a:rPr>
                        <a:t> </a:t>
                      </a:r>
                      <a:r>
                        <a:rPr kumimoji="1" lang="en-US" altLang="ja-JP" sz="900">
                          <a:solidFill>
                            <a:schemeClr val="tx1"/>
                          </a:solidFill>
                          <a:latin typeface="Meiryo UI"/>
                          <a:ea typeface="Meiryo UI"/>
                        </a:rPr>
                        <a:t>release</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kumimoji="1" lang="en-US" altLang="ja-JP" sz="900">
                          <a:solidFill>
                            <a:schemeClr val="tx1"/>
                          </a:solidFill>
                          <a:latin typeface="Meiryo UI"/>
                          <a:ea typeface="Meiryo UI"/>
                        </a:rPr>
                        <a:t>0x</a:t>
                      </a:r>
                      <a:r>
                        <a:rPr kumimoji="1" lang="en-US" altLang="ja-JP" sz="900" baseline="0">
                          <a:solidFill>
                            <a:schemeClr val="tx1"/>
                          </a:solidFill>
                          <a:latin typeface="Meiryo UI"/>
                          <a:ea typeface="Meiryo UI"/>
                        </a:rPr>
                        <a:t> SW can be released for 0x vehicle</a:t>
                      </a:r>
                      <a:endParaRPr kumimoji="1" lang="en-US" altLang="ja-JP" sz="900">
                        <a:solidFill>
                          <a:schemeClr val="tx1"/>
                        </a:solidFill>
                        <a:latin typeface="Meiryo UI"/>
                        <a:ea typeface="Meiryo UI"/>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kumimoji="1" lang="en-US" altLang="ja-JP" sz="900">
                          <a:solidFill>
                            <a:schemeClr val="tx1"/>
                          </a:solidFill>
                          <a:latin typeface="Meiryo UI"/>
                          <a:ea typeface="Meiryo UI"/>
                        </a:rPr>
                        <a:t>NA</a:t>
                      </a:r>
                      <a:endParaRPr kumimoji="1" lang="ja-JP" altLang="en-US" sz="900">
                        <a:solidFill>
                          <a:schemeClr val="tx1"/>
                        </a:solidFill>
                        <a:latin typeface="Meiryo UI"/>
                        <a:ea typeface="Meiryo UI"/>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l"/>
                      <a:r>
                        <a:rPr kumimoji="1" lang="en-US" altLang="ja-JP" sz="900">
                          <a:solidFill>
                            <a:schemeClr val="tx1"/>
                          </a:solidFill>
                          <a:latin typeface="Meiryo UI"/>
                          <a:ea typeface="Meiryo UI"/>
                        </a:rPr>
                        <a:t>Implementation of communication with other unit finished</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kumimoji="1" lang="en-US" altLang="ja-JP" sz="900">
                          <a:solidFill>
                            <a:schemeClr val="tx1"/>
                          </a:solidFill>
                          <a:latin typeface="Meiryo UI"/>
                          <a:ea typeface="Meiryo UI"/>
                        </a:rPr>
                        <a:t>All functionalities</a:t>
                      </a:r>
                      <a:r>
                        <a:rPr kumimoji="1" lang="en-US" altLang="ja-JP" sz="900" baseline="0">
                          <a:solidFill>
                            <a:schemeClr val="tx1"/>
                          </a:solidFill>
                          <a:latin typeface="Meiryo UI"/>
                          <a:ea typeface="Meiryo UI"/>
                        </a:rPr>
                        <a:t> is implemented and bug fix finished,</a:t>
                      </a:r>
                      <a:endParaRPr kumimoji="1" lang="en-US" altLang="ja-JP" sz="900">
                        <a:solidFill>
                          <a:schemeClr val="tx1"/>
                        </a:solidFill>
                        <a:latin typeface="Meiryo UI"/>
                        <a:ea typeface="Meiryo UI"/>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kumimoji="1" lang="en-US" altLang="ja-JP" sz="900">
                          <a:solidFill>
                            <a:schemeClr val="tx1"/>
                          </a:solidFill>
                          <a:latin typeface="Meiryo UI"/>
                          <a:ea typeface="Meiryo UI"/>
                        </a:rPr>
                        <a:t>NA</a:t>
                      </a:r>
                      <a:endParaRPr kumimoji="1" lang="ja-JP" altLang="en-US" sz="900">
                        <a:solidFill>
                          <a:schemeClr val="tx1"/>
                        </a:solidFill>
                        <a:latin typeface="Meiryo UI"/>
                        <a:ea typeface="Meiryo UI"/>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l"/>
                      <a:r>
                        <a:rPr kumimoji="1" lang="en-US" altLang="ja-JP" sz="900">
                          <a:solidFill>
                            <a:schemeClr val="tx1"/>
                          </a:solidFill>
                          <a:latin typeface="Meiryo UI"/>
                          <a:ea typeface="Meiryo UI"/>
                        </a:rPr>
                        <a:t>MP1</a:t>
                      </a:r>
                      <a:r>
                        <a:rPr kumimoji="1" lang="en-US" altLang="ja-JP" sz="900" baseline="0">
                          <a:solidFill>
                            <a:schemeClr val="tx1"/>
                          </a:solidFill>
                          <a:latin typeface="Meiryo UI"/>
                          <a:ea typeface="Meiryo UI"/>
                        </a:rPr>
                        <a:t> SW prepared</a:t>
                      </a:r>
                      <a:endParaRPr kumimoji="1" lang="en-US" altLang="ja-JP" sz="900">
                        <a:solidFill>
                          <a:schemeClr val="tx1"/>
                        </a:solidFill>
                        <a:latin typeface="Meiryo UI"/>
                        <a:ea typeface="Meiryo UI"/>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schemeClr val="tx1"/>
                          </a:solidFill>
                          <a:effectLst/>
                          <a:uLnTx/>
                          <a:uFillTx/>
                          <a:latin typeface="Meiryo UI"/>
                          <a:ea typeface="Meiryo UI"/>
                          <a:cs typeface="+mn-cs"/>
                        </a:rPr>
                        <a:t>NA</a:t>
                      </a:r>
                      <a:endParaRPr kumimoji="1" lang="ja-JP" altLang="en-US" sz="900" b="0" i="0" u="none" strike="noStrike" kern="1200" cap="none" spc="0" normalizeH="0" baseline="0" noProof="0">
                        <a:ln>
                          <a:noFill/>
                        </a:ln>
                        <a:solidFill>
                          <a:schemeClr val="tx1"/>
                        </a:solidFill>
                        <a:effectLst/>
                        <a:uLnTx/>
                        <a:uFillTx/>
                        <a:latin typeface="Meiryo UI"/>
                        <a:ea typeface="Meiryo UI"/>
                        <a:cs typeface="+mn-cs"/>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schemeClr val="tx1"/>
                          </a:solidFill>
                          <a:effectLst/>
                          <a:uLnTx/>
                          <a:uFillTx/>
                          <a:latin typeface="Meiryo UI"/>
                          <a:ea typeface="Meiryo UI"/>
                          <a:cs typeface="+mn-cs"/>
                        </a:rPr>
                        <a:t>NA</a:t>
                      </a:r>
                      <a:endParaRPr kumimoji="1" lang="ja-JP" altLang="en-US" sz="900" b="0" i="0" u="none" strike="noStrike" kern="1200" cap="none" spc="0" normalizeH="0" baseline="0" noProof="0">
                        <a:ln>
                          <a:noFill/>
                        </a:ln>
                        <a:solidFill>
                          <a:schemeClr val="tx1"/>
                        </a:solidFill>
                        <a:effectLst/>
                        <a:uLnTx/>
                        <a:uFillTx/>
                        <a:latin typeface="Meiryo UI"/>
                        <a:ea typeface="Meiryo UI"/>
                        <a:cs typeface="+mn-cs"/>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432979196"/>
                  </a:ext>
                </a:extLst>
              </a:tr>
              <a:tr h="1028700">
                <a:tc>
                  <a:txBody>
                    <a:bodyPr/>
                    <a:lstStyle/>
                    <a:p>
                      <a:pPr algn="l"/>
                      <a:r>
                        <a:rPr kumimoji="1" lang="en-US" altLang="ja-JP" sz="900">
                          <a:solidFill>
                            <a:schemeClr val="tx1"/>
                          </a:solidFill>
                          <a:latin typeface="Meiryo UI"/>
                          <a:ea typeface="Meiryo UI"/>
                        </a:rPr>
                        <a:t>Calibration Release</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kumimoji="1" lang="en-US" altLang="ja-JP" sz="900">
                          <a:solidFill>
                            <a:schemeClr val="tx1"/>
                          </a:solidFill>
                          <a:latin typeface="Meiryo UI"/>
                          <a:ea typeface="Meiryo UI"/>
                        </a:rPr>
                        <a:t>Basis to be defined.</a:t>
                      </a:r>
                      <a:endParaRPr kumimoji="1" lang="ja-JP" altLang="en-US" sz="900">
                        <a:solidFill>
                          <a:schemeClr val="tx1"/>
                        </a:solidFill>
                        <a:latin typeface="Meiryo UI"/>
                        <a:ea typeface="Meiryo UI"/>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kumimoji="1" lang="en-US" altLang="ja-JP" sz="900">
                          <a:solidFill>
                            <a:schemeClr val="tx1"/>
                          </a:solidFill>
                          <a:latin typeface="Meiryo UI"/>
                          <a:ea typeface="Meiryo UI"/>
                        </a:rPr>
                        <a:t>High</a:t>
                      </a:r>
                      <a:r>
                        <a:rPr kumimoji="1" lang="en-US" altLang="ja-JP" sz="900" baseline="0">
                          <a:solidFill>
                            <a:schemeClr val="tx1"/>
                          </a:solidFill>
                          <a:latin typeface="Meiryo UI"/>
                          <a:ea typeface="Meiryo UI"/>
                        </a:rPr>
                        <a:t> speed can be performed without any damage.</a:t>
                      </a:r>
                    </a:p>
                    <a:p>
                      <a:pPr algn="l"/>
                      <a:r>
                        <a:rPr kumimoji="1" lang="en-US" altLang="ja-JP" sz="900" baseline="0">
                          <a:solidFill>
                            <a:schemeClr val="tx1"/>
                          </a:solidFill>
                          <a:latin typeface="Meiryo UI"/>
                          <a:ea typeface="Meiryo UI"/>
                        </a:rPr>
                        <a:t>ETB cal finished.</a:t>
                      </a:r>
                    </a:p>
                    <a:p>
                      <a:pPr marL="0" marR="0" indent="0" algn="l" rtl="0" eaLnBrk="1" fontAlgn="auto" latinLnBrk="0" hangingPunct="1">
                        <a:lnSpc>
                          <a:spcPct val="100000"/>
                        </a:lnSpc>
                        <a:spcBef>
                          <a:spcPts val="0"/>
                        </a:spcBef>
                        <a:spcAft>
                          <a:spcPts val="0"/>
                        </a:spcAft>
                        <a:buClrTx/>
                        <a:buSzTx/>
                        <a:buFontTx/>
                        <a:buNone/>
                      </a:pPr>
                      <a:r>
                        <a:rPr kumimoji="1" lang="en-US" altLang="ja-JP" sz="900" baseline="0">
                          <a:solidFill>
                            <a:schemeClr val="tx1"/>
                          </a:solidFill>
                          <a:latin typeface="Meiryo UI"/>
                          <a:ea typeface="Meiryo UI"/>
                        </a:rPr>
                        <a:t>Full load performance,</a:t>
                      </a:r>
                      <a:r>
                        <a:rPr lang="en-US" altLang="ja-JP" sz="900" baseline="0">
                          <a:solidFill>
                            <a:schemeClr val="tx1"/>
                          </a:solidFill>
                          <a:latin typeface="Meiryo UI"/>
                          <a:ea typeface="Meiryo UI"/>
                        </a:rPr>
                        <a:t> </a:t>
                      </a:r>
                      <a:endParaRPr kumimoji="1" lang="en-US" altLang="ja-JP" sz="900" baseline="0">
                        <a:solidFill>
                          <a:schemeClr val="tx1"/>
                        </a:solidFill>
                        <a:latin typeface="Meiryo UI"/>
                        <a:ea typeface="Meiryo UI"/>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900" baseline="0">
                          <a:solidFill>
                            <a:schemeClr val="tx1"/>
                          </a:solidFill>
                          <a:latin typeface="Meiryo UI"/>
                          <a:ea typeface="Meiryo UI"/>
                        </a:rPr>
                        <a:t>component protection</a:t>
                      </a:r>
                      <a:endParaRPr kumimoji="1" lang="ja-JP" altLang="en-US" sz="900">
                        <a:solidFill>
                          <a:schemeClr val="tx1"/>
                        </a:solidFill>
                        <a:latin typeface="Meiryo UI"/>
                        <a:ea typeface="Meiryo UI"/>
                      </a:endParaRPr>
                    </a:p>
                    <a:p>
                      <a:pPr algn="l"/>
                      <a:r>
                        <a:rPr kumimoji="1" lang="en-US" altLang="ja-JP" sz="900" baseline="0">
                          <a:solidFill>
                            <a:schemeClr val="tx1"/>
                          </a:solidFill>
                          <a:latin typeface="Meiryo UI"/>
                          <a:ea typeface="Meiryo UI"/>
                        </a:rPr>
                        <a:t>Warmed up DRB finished</a:t>
                      </a:r>
                    </a:p>
                    <a:p>
                      <a:pPr algn="l"/>
                      <a:endParaRPr kumimoji="1" lang="en-US" altLang="ja-JP" sz="900" baseline="0">
                        <a:solidFill>
                          <a:schemeClr val="tx1"/>
                        </a:solidFill>
                        <a:latin typeface="Meiryo UI" panose="020B0604030504040204" pitchFamily="50" charset="-128"/>
                        <a:ea typeface="Meiryo UI" panose="020B0604030504040204" pitchFamily="50" charset="-128"/>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kumimoji="1" lang="en-US" altLang="ja-JP" sz="900" dirty="0">
                          <a:solidFill>
                            <a:schemeClr val="tx1"/>
                          </a:solidFill>
                          <a:latin typeface="Meiryo UI"/>
                          <a:ea typeface="Meiryo UI"/>
                        </a:rPr>
                        <a:t>High/low</a:t>
                      </a:r>
                      <a:r>
                        <a:rPr kumimoji="1" lang="en-US" altLang="ja-JP" sz="900" baseline="0" dirty="0">
                          <a:solidFill>
                            <a:schemeClr val="tx1"/>
                          </a:solidFill>
                          <a:latin typeface="Meiryo UI"/>
                          <a:ea typeface="Meiryo UI"/>
                        </a:rPr>
                        <a:t> temp, high altitude </a:t>
                      </a:r>
                      <a:r>
                        <a:rPr kumimoji="1" lang="en-US" altLang="ja-JP" sz="900" baseline="0" dirty="0" err="1">
                          <a:solidFill>
                            <a:schemeClr val="tx1"/>
                          </a:solidFill>
                          <a:latin typeface="Meiryo UI"/>
                          <a:ea typeface="Meiryo UI"/>
                        </a:rPr>
                        <a:t>cal</a:t>
                      </a:r>
                      <a:r>
                        <a:rPr kumimoji="1" lang="en-US" altLang="ja-JP" sz="900" baseline="0" dirty="0">
                          <a:solidFill>
                            <a:schemeClr val="tx1"/>
                          </a:solidFill>
                          <a:latin typeface="Meiryo UI"/>
                          <a:ea typeface="Meiryo UI"/>
                        </a:rPr>
                        <a:t> DRB finished.</a:t>
                      </a:r>
                    </a:p>
                    <a:p>
                      <a:pPr algn="l"/>
                      <a:r>
                        <a:rPr kumimoji="1" lang="en-US" altLang="ja-JP" sz="900" baseline="0" dirty="0">
                          <a:solidFill>
                            <a:schemeClr val="tx1"/>
                          </a:solidFill>
                          <a:latin typeface="Meiryo UI"/>
                          <a:ea typeface="Meiryo UI"/>
                        </a:rPr>
                        <a:t>Nominal EM </a:t>
                      </a:r>
                      <a:r>
                        <a:rPr kumimoji="1" lang="en-US" altLang="ja-JP" sz="900" baseline="0" dirty="0" err="1">
                          <a:solidFill>
                            <a:schemeClr val="tx1"/>
                          </a:solidFill>
                          <a:latin typeface="Meiryo UI"/>
                          <a:ea typeface="Meiryo UI"/>
                        </a:rPr>
                        <a:t>cal</a:t>
                      </a:r>
                      <a:r>
                        <a:rPr kumimoji="1" lang="en-US" altLang="ja-JP" sz="900" baseline="0" dirty="0">
                          <a:solidFill>
                            <a:schemeClr val="tx1"/>
                          </a:solidFill>
                          <a:latin typeface="Meiryo UI"/>
                          <a:ea typeface="Meiryo UI"/>
                        </a:rPr>
                        <a:t> finished.</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kumimoji="1" lang="en-US" altLang="ja-JP" sz="900">
                          <a:solidFill>
                            <a:schemeClr val="tx1"/>
                          </a:solidFill>
                          <a:latin typeface="Meiryo UI"/>
                          <a:ea typeface="Meiryo UI"/>
                        </a:rPr>
                        <a:t>Toughness</a:t>
                      </a:r>
                      <a:r>
                        <a:rPr kumimoji="1" lang="en-US" altLang="ja-JP" sz="900" baseline="0">
                          <a:solidFill>
                            <a:schemeClr val="tx1"/>
                          </a:solidFill>
                          <a:latin typeface="Meiryo UI"/>
                          <a:ea typeface="Meiryo UI"/>
                        </a:rPr>
                        <a:t> condition cal of DRB</a:t>
                      </a:r>
                    </a:p>
                    <a:p>
                      <a:pPr algn="l"/>
                      <a:r>
                        <a:rPr kumimoji="1" lang="en-US" altLang="ja-JP" sz="900" baseline="0">
                          <a:solidFill>
                            <a:schemeClr val="tx1"/>
                          </a:solidFill>
                          <a:latin typeface="Meiryo UI"/>
                          <a:ea typeface="Meiryo UI"/>
                        </a:rPr>
                        <a:t>Toughness EM</a:t>
                      </a:r>
                    </a:p>
                    <a:p>
                      <a:pPr algn="l"/>
                      <a:r>
                        <a:rPr kumimoji="1" lang="en-US" altLang="ja-JP" sz="900" baseline="0">
                          <a:solidFill>
                            <a:schemeClr val="tx1"/>
                          </a:solidFill>
                          <a:latin typeface="Meiryo UI"/>
                          <a:ea typeface="Meiryo UI"/>
                        </a:rPr>
                        <a:t>Communication with other unit</a:t>
                      </a:r>
                      <a:endParaRPr kumimoji="1" lang="en-US" altLang="ja-JP" sz="900">
                        <a:solidFill>
                          <a:schemeClr val="tx1"/>
                        </a:solidFill>
                        <a:latin typeface="Meiryo UI"/>
                        <a:ea typeface="Meiryo UI"/>
                      </a:endParaRPr>
                    </a:p>
                    <a:p>
                      <a:pPr algn="l"/>
                      <a:r>
                        <a:rPr kumimoji="1" lang="en-US" altLang="ja-JP" sz="900">
                          <a:solidFill>
                            <a:schemeClr val="tx1"/>
                          </a:solidFill>
                          <a:latin typeface="Meiryo UI"/>
                          <a:ea typeface="Meiryo UI"/>
                        </a:rPr>
                        <a:t>OBD</a:t>
                      </a:r>
                      <a:r>
                        <a:rPr kumimoji="1" lang="en-US" altLang="ja-JP" sz="900" baseline="0">
                          <a:solidFill>
                            <a:schemeClr val="tx1"/>
                          </a:solidFill>
                          <a:latin typeface="Meiryo UI"/>
                          <a:ea typeface="Meiryo UI"/>
                        </a:rPr>
                        <a:t> Detectability</a:t>
                      </a:r>
                      <a:endParaRPr kumimoji="1" lang="en-US" altLang="ja-JP" sz="900">
                        <a:solidFill>
                          <a:schemeClr val="tx1"/>
                        </a:solidFill>
                        <a:latin typeface="Meiryo UI"/>
                        <a:ea typeface="Meiryo UI"/>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kumimoji="1" lang="en-US" altLang="ja-JP" sz="900">
                          <a:solidFill>
                            <a:schemeClr val="tx1"/>
                          </a:solidFill>
                          <a:latin typeface="Meiryo UI"/>
                          <a:ea typeface="Meiryo UI"/>
                        </a:rPr>
                        <a:t>LET</a:t>
                      </a:r>
                    </a:p>
                    <a:p>
                      <a:pPr algn="l"/>
                      <a:r>
                        <a:rPr kumimoji="1" lang="en-US" altLang="ja-JP" sz="900">
                          <a:solidFill>
                            <a:schemeClr val="tx1"/>
                          </a:solidFill>
                          <a:latin typeface="Meiryo UI"/>
                          <a:ea typeface="Meiryo UI"/>
                        </a:rPr>
                        <a:t>OBD</a:t>
                      </a:r>
                      <a:r>
                        <a:rPr kumimoji="1" lang="ja-JP" altLang="en-US" sz="900" baseline="0">
                          <a:solidFill>
                            <a:schemeClr val="tx1"/>
                          </a:solidFill>
                          <a:latin typeface="Meiryo UI"/>
                          <a:ea typeface="Meiryo UI"/>
                        </a:rPr>
                        <a:t> </a:t>
                      </a:r>
                      <a:r>
                        <a:rPr kumimoji="1" lang="en-US" altLang="ja-JP" sz="900" baseline="0">
                          <a:solidFill>
                            <a:schemeClr val="tx1"/>
                          </a:solidFill>
                          <a:latin typeface="Meiryo UI"/>
                          <a:ea typeface="Meiryo UI"/>
                        </a:rPr>
                        <a:t>demo test and </a:t>
                      </a:r>
                      <a:r>
                        <a:rPr kumimoji="1" lang="en-US" altLang="ja-JP" sz="900">
                          <a:solidFill>
                            <a:schemeClr val="tx1"/>
                          </a:solidFill>
                          <a:latin typeface="Meiryo UI"/>
                          <a:ea typeface="Meiryo UI"/>
                        </a:rPr>
                        <a:t>IUMPR</a:t>
                      </a:r>
                      <a:endParaRPr kumimoji="1" lang="ja-JP" altLang="en-US" sz="900">
                        <a:solidFill>
                          <a:schemeClr val="tx1"/>
                        </a:solidFill>
                        <a:latin typeface="Meiryo UI"/>
                        <a:ea typeface="Meiryo UI"/>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vl="0" algn="l">
                        <a:lnSpc>
                          <a:spcPct val="100000"/>
                        </a:lnSpc>
                        <a:spcBef>
                          <a:spcPts val="0"/>
                        </a:spcBef>
                        <a:spcAft>
                          <a:spcPts val="0"/>
                        </a:spcAft>
                        <a:buNone/>
                      </a:pPr>
                      <a:r>
                        <a:rPr kumimoji="1" lang="en-US" sz="900" b="0" i="0" u="none" strike="noStrike" noProof="0">
                          <a:solidFill>
                            <a:schemeClr val="tx1"/>
                          </a:solidFill>
                          <a:latin typeface="Roboto"/>
                        </a:rPr>
                        <a:t>Expert verification for MP1 has been completed,</a:t>
                      </a:r>
                    </a:p>
                    <a:p>
                      <a:pPr lvl="0" algn="l">
                        <a:lnSpc>
                          <a:spcPct val="100000"/>
                        </a:lnSpc>
                        <a:spcBef>
                          <a:spcPts val="0"/>
                        </a:spcBef>
                        <a:spcAft>
                          <a:spcPts val="0"/>
                        </a:spcAft>
                        <a:buNone/>
                      </a:pPr>
                      <a:r>
                        <a:rPr kumimoji="1" lang="en-US" sz="900" b="0" i="0" u="none" strike="noStrike" noProof="0">
                          <a:solidFill>
                            <a:schemeClr val="tx1"/>
                          </a:solidFill>
                          <a:latin typeface="Roboto"/>
                        </a:rPr>
                        <a:t>Final fit data FIX.</a:t>
                      </a:r>
                    </a:p>
                    <a:p>
                      <a:pPr lvl="0" algn="l">
                        <a:lnSpc>
                          <a:spcPct val="100000"/>
                        </a:lnSpc>
                        <a:spcBef>
                          <a:spcPts val="0"/>
                        </a:spcBef>
                        <a:spcAft>
                          <a:spcPts val="0"/>
                        </a:spcAft>
                        <a:buNone/>
                      </a:pPr>
                      <a:r>
                        <a:rPr kumimoji="1" lang="en-US" sz="900" b="0" i="0" u="none" strike="noStrike" noProof="0">
                          <a:solidFill>
                            <a:schemeClr val="tx1"/>
                          </a:solidFill>
                          <a:latin typeface="Roboto"/>
                        </a:rPr>
                        <a:t>It can be provided as a mass-produced HEX for certification and commercial inspection verification.</a:t>
                      </a:r>
                    </a:p>
                    <a:p>
                      <a:pPr lvl="0" algn="l">
                        <a:lnSpc>
                          <a:spcPct val="100000"/>
                        </a:lnSpc>
                        <a:spcBef>
                          <a:spcPts val="0"/>
                        </a:spcBef>
                        <a:spcAft>
                          <a:spcPts val="0"/>
                        </a:spcAft>
                        <a:buNone/>
                      </a:pPr>
                      <a:r>
                        <a:rPr kumimoji="1" lang="en-US" sz="900" b="0" i="0" u="none" strike="noStrike" noProof="0">
                          <a:solidFill>
                            <a:schemeClr val="tx1"/>
                          </a:solidFill>
                          <a:latin typeface="Roboto"/>
                        </a:rPr>
                        <a:t>Torque monitor</a:t>
                      </a:r>
                      <a:endParaRPr kumimoji="1" lang="en-US" b="0" i="0" u="none" strike="noStrike" noProof="0">
                        <a:solidFill>
                          <a:schemeClr val="tx1"/>
                        </a:solidFill>
                        <a:latin typeface="Roboto"/>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altLang="ja-JP" sz="900">
                          <a:solidFill>
                            <a:schemeClr val="tx1"/>
                          </a:solidFill>
                          <a:latin typeface="Meiryo UI"/>
                          <a:ea typeface="Meiryo UI"/>
                        </a:rPr>
                        <a:t>NA</a:t>
                      </a:r>
                      <a:endParaRPr kumimoji="1" lang="en-US" altLang="ja-JP" sz="900" baseline="0">
                        <a:solidFill>
                          <a:schemeClr val="tx1"/>
                        </a:solidFill>
                        <a:latin typeface="Meiryo UI"/>
                        <a:ea typeface="Meiryo UI"/>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l"/>
                      <a:r>
                        <a:rPr kumimoji="1" lang="en-US" altLang="ja-JP" sz="900" dirty="0">
                          <a:solidFill>
                            <a:schemeClr val="tx1"/>
                          </a:solidFill>
                          <a:latin typeface="Meiryo UI"/>
                          <a:ea typeface="Meiryo UI"/>
                        </a:rPr>
                        <a:t>NA</a:t>
                      </a:r>
                      <a:endParaRPr kumimoji="1" lang="ja-JP" altLang="en-US" sz="900" dirty="0">
                        <a:solidFill>
                          <a:schemeClr val="tx1"/>
                        </a:solidFill>
                        <a:latin typeface="Meiryo UI"/>
                        <a:ea typeface="Meiryo UI"/>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825807535"/>
                  </a:ext>
                </a:extLst>
              </a:tr>
            </a:tbl>
          </a:graphicData>
        </a:graphic>
      </p:graphicFrame>
    </p:spTree>
    <p:extLst>
      <p:ext uri="{BB962C8B-B14F-4D97-AF65-F5344CB8AC3E}">
        <p14:creationId xmlns:p14="http://schemas.microsoft.com/office/powerpoint/2010/main" val="31365732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p:cNvSpPr/>
          <p:nvPr/>
        </p:nvSpPr>
        <p:spPr>
          <a:xfrm>
            <a:off x="250829" y="630371"/>
            <a:ext cx="4238661" cy="458074"/>
          </a:xfrm>
          <a:prstGeom prst="rect">
            <a:avLst/>
          </a:prstGeom>
        </p:spPr>
        <p:txBody>
          <a:bodyPr wrap="none">
            <a:spAutoFit/>
          </a:bodyPr>
          <a:lstStyle/>
          <a:p>
            <a:pPr marL="0" marR="0" lvl="0" indent="0" algn="l" defTabSz="914400" rtl="0" eaLnBrk="1" fontAlgn="base" latinLnBrk="0" hangingPunct="1">
              <a:lnSpc>
                <a:spcPct val="110000"/>
              </a:lnSpc>
              <a:spcBef>
                <a:spcPct val="0"/>
              </a:spcBef>
              <a:spcAft>
                <a:spcPct val="0"/>
              </a:spcAft>
              <a:buClrTx/>
              <a:buSzTx/>
              <a:buFontTx/>
              <a:buNone/>
              <a:tabLst/>
              <a:defRPr/>
            </a:pPr>
            <a:r>
              <a:rPr kumimoji="1" lang="ja-JP" altLang="en-US" sz="2400" b="1" i="0" u="sng"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標準的な</a:t>
            </a:r>
            <a:r>
              <a:rPr kumimoji="1" lang="en-US" altLang="ja-JP" sz="2400" b="1" i="0" u="sng"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 SW and cal </a:t>
            </a:r>
            <a:r>
              <a:rPr kumimoji="1" lang="ja-JP" altLang="en-US" sz="2400" b="1" i="0" u="sng"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レベル</a:t>
            </a:r>
            <a:r>
              <a:rPr kumimoji="1" lang="en-US" altLang="ja-JP" sz="2400" b="1" i="0" u="sng"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 </a:t>
            </a:r>
          </a:p>
        </p:txBody>
      </p:sp>
      <p:sp>
        <p:nvSpPr>
          <p:cNvPr id="6" name="Text Box 2"/>
          <p:cNvSpPr txBox="1">
            <a:spLocks noChangeArrowheads="1"/>
          </p:cNvSpPr>
          <p:nvPr/>
        </p:nvSpPr>
        <p:spPr bwMode="auto">
          <a:xfrm>
            <a:off x="250829" y="44451"/>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20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16. EMS Requirement </a:t>
            </a:r>
            <a:r>
              <a:rPr lang="en-US" altLang="ja-JP" sz="2000">
                <a:solidFill>
                  <a:srgbClr val="FFFFFF"/>
                </a:solidFill>
                <a:latin typeface="Meiryo UI" panose="020B0604030504040204" pitchFamily="50" charset="-128"/>
                <a:ea typeface="Meiryo UI" panose="020B0604030504040204" pitchFamily="50" charset="-128"/>
                <a:cs typeface="Arial" pitchFamily="34" charset="0"/>
              </a:rPr>
              <a:t>and</a:t>
            </a:r>
            <a:r>
              <a:rPr kumimoji="1" lang="en-US" altLang="ja-JP" sz="20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 CR (15/21)</a:t>
            </a:r>
          </a:p>
        </p:txBody>
      </p:sp>
      <p:graphicFrame>
        <p:nvGraphicFramePr>
          <p:cNvPr id="3" name="表 2">
            <a:extLst>
              <a:ext uri="{FF2B5EF4-FFF2-40B4-BE49-F238E27FC236}">
                <a16:creationId xmlns:a16="http://schemas.microsoft.com/office/drawing/2014/main" id="{3246D8E3-F3D8-EE66-FCC3-1BFD40E245E8}"/>
              </a:ext>
            </a:extLst>
          </p:cNvPr>
          <p:cNvGraphicFramePr>
            <a:graphicFrameLocks noGrp="1"/>
          </p:cNvGraphicFramePr>
          <p:nvPr>
            <p:extLst>
              <p:ext uri="{D42A27DB-BD31-4B8C-83A1-F6EECF244321}">
                <p14:modId xmlns:p14="http://schemas.microsoft.com/office/powerpoint/2010/main" val="2071102042"/>
              </p:ext>
            </p:extLst>
          </p:nvPr>
        </p:nvGraphicFramePr>
        <p:xfrm>
          <a:off x="137162" y="1367605"/>
          <a:ext cx="8748846" cy="3845923"/>
        </p:xfrm>
        <a:graphic>
          <a:graphicData uri="http://schemas.openxmlformats.org/drawingml/2006/table">
            <a:tbl>
              <a:tblPr firstRow="1" bandRow="1">
                <a:tableStyleId>{5C22544A-7EE6-4342-B048-85BDC9FD1C3A}</a:tableStyleId>
              </a:tblPr>
              <a:tblGrid>
                <a:gridCol w="972094">
                  <a:extLst>
                    <a:ext uri="{9D8B030D-6E8A-4147-A177-3AD203B41FA5}">
                      <a16:colId xmlns:a16="http://schemas.microsoft.com/office/drawing/2014/main" val="1030641763"/>
                    </a:ext>
                  </a:extLst>
                </a:gridCol>
                <a:gridCol w="972094">
                  <a:extLst>
                    <a:ext uri="{9D8B030D-6E8A-4147-A177-3AD203B41FA5}">
                      <a16:colId xmlns:a16="http://schemas.microsoft.com/office/drawing/2014/main" val="483999296"/>
                    </a:ext>
                  </a:extLst>
                </a:gridCol>
                <a:gridCol w="972094">
                  <a:extLst>
                    <a:ext uri="{9D8B030D-6E8A-4147-A177-3AD203B41FA5}">
                      <a16:colId xmlns:a16="http://schemas.microsoft.com/office/drawing/2014/main" val="1815889758"/>
                    </a:ext>
                  </a:extLst>
                </a:gridCol>
                <a:gridCol w="972094">
                  <a:extLst>
                    <a:ext uri="{9D8B030D-6E8A-4147-A177-3AD203B41FA5}">
                      <a16:colId xmlns:a16="http://schemas.microsoft.com/office/drawing/2014/main" val="1129391594"/>
                    </a:ext>
                  </a:extLst>
                </a:gridCol>
                <a:gridCol w="972094">
                  <a:extLst>
                    <a:ext uri="{9D8B030D-6E8A-4147-A177-3AD203B41FA5}">
                      <a16:colId xmlns:a16="http://schemas.microsoft.com/office/drawing/2014/main" val="1752205546"/>
                    </a:ext>
                  </a:extLst>
                </a:gridCol>
                <a:gridCol w="972094">
                  <a:extLst>
                    <a:ext uri="{9D8B030D-6E8A-4147-A177-3AD203B41FA5}">
                      <a16:colId xmlns:a16="http://schemas.microsoft.com/office/drawing/2014/main" val="4288285946"/>
                    </a:ext>
                  </a:extLst>
                </a:gridCol>
                <a:gridCol w="972094">
                  <a:extLst>
                    <a:ext uri="{9D8B030D-6E8A-4147-A177-3AD203B41FA5}">
                      <a16:colId xmlns:a16="http://schemas.microsoft.com/office/drawing/2014/main" val="1144184363"/>
                    </a:ext>
                  </a:extLst>
                </a:gridCol>
                <a:gridCol w="972094">
                  <a:extLst>
                    <a:ext uri="{9D8B030D-6E8A-4147-A177-3AD203B41FA5}">
                      <a16:colId xmlns:a16="http://schemas.microsoft.com/office/drawing/2014/main" val="617018594"/>
                    </a:ext>
                  </a:extLst>
                </a:gridCol>
                <a:gridCol w="972094">
                  <a:extLst>
                    <a:ext uri="{9D8B030D-6E8A-4147-A177-3AD203B41FA5}">
                      <a16:colId xmlns:a16="http://schemas.microsoft.com/office/drawing/2014/main" val="2301566265"/>
                    </a:ext>
                  </a:extLst>
                </a:gridCol>
              </a:tblGrid>
              <a:tr h="214631">
                <a:tc>
                  <a:txBody>
                    <a:bodyPr/>
                    <a:lstStyle/>
                    <a:p>
                      <a:pPr algn="ctr"/>
                      <a:r>
                        <a:rPr kumimoji="1" lang="en-US" altLang="ja-JP" sz="1000">
                          <a:solidFill>
                            <a:schemeClr val="tx1"/>
                          </a:solidFill>
                          <a:latin typeface="Meiryo UI"/>
                          <a:ea typeface="Meiryo UI"/>
                        </a:rPr>
                        <a:t>Event</a:t>
                      </a:r>
                      <a:r>
                        <a:rPr kumimoji="1" lang="ja-JP" altLang="en-US" sz="1000">
                          <a:solidFill>
                            <a:schemeClr val="tx1"/>
                          </a:solidFill>
                          <a:latin typeface="Meiryo UI"/>
                          <a:ea typeface="Meiryo UI"/>
                        </a:rPr>
                        <a:t>全</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1000">
                          <a:solidFill>
                            <a:schemeClr val="tx1"/>
                          </a:solidFill>
                          <a:latin typeface="Meiryo UI"/>
                          <a:ea typeface="Meiryo UI"/>
                        </a:rPr>
                        <a:t>F1</a:t>
                      </a:r>
                      <a:endParaRPr kumimoji="1" lang="ja-JP" altLang="en-US" sz="1000">
                        <a:solidFill>
                          <a:schemeClr val="tx1"/>
                        </a:solidFill>
                        <a:latin typeface="Meiryo UI"/>
                        <a:ea typeface="Meiryo UI"/>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1000">
                          <a:solidFill>
                            <a:schemeClr val="tx1"/>
                          </a:solidFill>
                          <a:latin typeface="Meiryo UI"/>
                          <a:ea typeface="Meiryo UI"/>
                        </a:rPr>
                        <a:t>A00-1(F2)</a:t>
                      </a:r>
                      <a:endParaRPr kumimoji="1" lang="ja-JP" altLang="en-US" sz="1000">
                        <a:solidFill>
                          <a:schemeClr val="tx1"/>
                        </a:solidFill>
                        <a:latin typeface="Meiryo UI"/>
                        <a:ea typeface="Meiryo UI"/>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pPr algn="ctr"/>
                      <a:r>
                        <a:rPr kumimoji="1" lang="en-US" altLang="ja-JP" sz="1000" dirty="0">
                          <a:solidFill>
                            <a:schemeClr val="tx1"/>
                          </a:solidFill>
                          <a:latin typeface="Meiryo UI"/>
                          <a:ea typeface="Meiryo UI"/>
                        </a:rPr>
                        <a:t>A00-2(V1</a:t>
                      </a:r>
                      <a:r>
                        <a:rPr kumimoji="1" lang="ja-JP" altLang="en-US" sz="1000" dirty="0">
                          <a:solidFill>
                            <a:schemeClr val="tx1"/>
                          </a:solidFill>
                          <a:latin typeface="Meiryo UI"/>
                          <a:ea typeface="Meiryo UI"/>
                        </a:rPr>
                        <a:t>　</a:t>
                      </a:r>
                      <a:r>
                        <a:rPr kumimoji="1" lang="en-US" altLang="ja-JP" sz="1000" dirty="0">
                          <a:solidFill>
                            <a:schemeClr val="tx1"/>
                          </a:solidFill>
                          <a:latin typeface="Meiryo UI"/>
                          <a:ea typeface="Meiryo UI"/>
                        </a:rPr>
                        <a:t>V2)</a:t>
                      </a:r>
                      <a:endParaRPr kumimoji="1" lang="ja-JP" altLang="en-US" sz="1000" dirty="0">
                        <a:solidFill>
                          <a:schemeClr val="tx1"/>
                        </a:solidFill>
                        <a:latin typeface="Meiryo UI"/>
                        <a:ea typeface="Meiryo UI"/>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a:endParaRPr kumimoji="1" lang="en-US" altLang="ja-JP" sz="1000" dirty="0">
                        <a:solidFill>
                          <a:schemeClr val="tx1"/>
                        </a:solidFill>
                        <a:latin typeface="Meiryo UI"/>
                        <a:ea typeface="Meiryo UI"/>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1000" dirty="0">
                          <a:solidFill>
                            <a:schemeClr val="tx1"/>
                          </a:solidFill>
                          <a:latin typeface="Meiryo UI"/>
                          <a:ea typeface="Meiryo UI"/>
                        </a:rPr>
                        <a:t>MP0</a:t>
                      </a:r>
                      <a:endParaRPr kumimoji="1" lang="ja-JP" altLang="en-US" sz="1000" dirty="0">
                        <a:solidFill>
                          <a:schemeClr val="tx1"/>
                        </a:solidFill>
                        <a:latin typeface="Meiryo UI"/>
                        <a:ea typeface="Meiryo UI"/>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000" dirty="0">
                          <a:solidFill>
                            <a:schemeClr val="tx1"/>
                          </a:solidFill>
                          <a:latin typeface="Meiryo UI"/>
                          <a:ea typeface="Meiryo UI"/>
                        </a:rPr>
                        <a:t>MP1(V3)</a:t>
                      </a:r>
                      <a:endParaRPr kumimoji="1" lang="ja-JP" altLang="en-US" sz="1000" dirty="0">
                        <a:solidFill>
                          <a:schemeClr val="tx1"/>
                        </a:solidFill>
                        <a:latin typeface="Meiryo UI"/>
                        <a:ea typeface="Meiryo UI"/>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ja-JP" sz="1000">
                          <a:solidFill>
                            <a:schemeClr val="tx1"/>
                          </a:solidFill>
                          <a:latin typeface="Meiryo UI"/>
                          <a:ea typeface="Meiryo UI"/>
                          <a:cs typeface="Meiryo UI" pitchFamily="50" charset="-128"/>
                        </a:rPr>
                        <a:t>DAN</a:t>
                      </a:r>
                      <a:endParaRPr lang="ja-JP" altLang="en-US" sz="1000">
                        <a:solidFill>
                          <a:schemeClr val="tx1"/>
                        </a:solidFill>
                        <a:latin typeface="Meiryo UI"/>
                        <a:ea typeface="Meiryo UI"/>
                        <a:cs typeface="Meiryo UI" pitchFamily="50" charset="-128"/>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ja-JP" sz="1000">
                          <a:solidFill>
                            <a:schemeClr val="tx1"/>
                          </a:solidFill>
                          <a:latin typeface="Meiryo UI"/>
                          <a:ea typeface="Meiryo UI"/>
                          <a:cs typeface="Meiryo UI" pitchFamily="50" charset="-128"/>
                        </a:rPr>
                        <a:t>HIN</a:t>
                      </a:r>
                      <a:endParaRPr lang="ja-JP" altLang="en-US" sz="1000">
                        <a:solidFill>
                          <a:schemeClr val="tx1"/>
                        </a:solidFill>
                        <a:latin typeface="Meiryo UI"/>
                        <a:ea typeface="Meiryo UI"/>
                        <a:cs typeface="Meiryo UI" pitchFamily="50" charset="-128"/>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57139695"/>
                  </a:ext>
                </a:extLst>
              </a:tr>
              <a:tr h="754380">
                <a:tc>
                  <a:txBody>
                    <a:bodyPr/>
                    <a:lstStyle/>
                    <a:p>
                      <a:pPr algn="l"/>
                      <a:r>
                        <a:rPr kumimoji="1" lang="ja-JP" altLang="en-US" sz="900" b="0">
                          <a:solidFill>
                            <a:schemeClr val="tx1"/>
                          </a:solidFill>
                          <a:latin typeface="Meiryo UI" panose="020B0604030504040204" pitchFamily="50" charset="-128"/>
                          <a:ea typeface="Meiryo UI" panose="020B0604030504040204" pitchFamily="50" charset="-128"/>
                        </a:rPr>
                        <a:t>要求ｼｽﾃﾑﾚﾍﾞﾙ</a:t>
                      </a:r>
                      <a:endParaRPr kumimoji="1" lang="en-US" altLang="ja-JP" sz="900" b="0">
                        <a:solidFill>
                          <a:schemeClr val="tx1"/>
                        </a:solidFill>
                        <a:latin typeface="Meiryo UI" panose="020B0604030504040204" pitchFamily="50" charset="-128"/>
                        <a:ea typeface="Meiryo UI" panose="020B0604030504040204" pitchFamily="50" charset="-128"/>
                      </a:endParaRPr>
                    </a:p>
                    <a:p>
                      <a:pPr algn="l"/>
                      <a:r>
                        <a:rPr kumimoji="1" lang="en-US" altLang="ja-JP" sz="900" b="0">
                          <a:solidFill>
                            <a:schemeClr val="tx1"/>
                          </a:solidFill>
                          <a:latin typeface="Meiryo UI"/>
                          <a:ea typeface="Meiryo UI"/>
                        </a:rPr>
                        <a:t>Required</a:t>
                      </a:r>
                      <a:r>
                        <a:rPr lang="en-US" altLang="ja-JP" sz="900" b="0">
                          <a:solidFill>
                            <a:schemeClr val="tx1"/>
                          </a:solidFill>
                          <a:latin typeface="Meiryo UI"/>
                          <a:ea typeface="Meiryo UI"/>
                        </a:rPr>
                        <a:t>  </a:t>
                      </a:r>
                      <a:endParaRPr kumimoji="1" lang="en-US" altLang="ja-JP" sz="900" b="0">
                        <a:solidFill>
                          <a:schemeClr val="tx1"/>
                        </a:solidFill>
                        <a:latin typeface="Meiryo UI"/>
                        <a:ea typeface="Meiryo UI"/>
                      </a:endParaRPr>
                    </a:p>
                    <a:p>
                      <a:pPr algn="l"/>
                      <a:r>
                        <a:rPr kumimoji="1" lang="en-US" altLang="ja-JP" sz="900" b="0">
                          <a:solidFill>
                            <a:schemeClr val="tx1"/>
                          </a:solidFill>
                          <a:latin typeface="Meiryo UI"/>
                          <a:ea typeface="Meiryo UI"/>
                        </a:rPr>
                        <a:t>Total System</a:t>
                      </a:r>
                      <a:r>
                        <a:rPr lang="en-US" altLang="ja-JP" sz="900" b="0">
                          <a:solidFill>
                            <a:schemeClr val="tx1"/>
                          </a:solidFill>
                          <a:latin typeface="Meiryo UI"/>
                          <a:ea typeface="Meiryo UI"/>
                        </a:rPr>
                        <a:t> </a:t>
                      </a:r>
                      <a:endParaRPr kumimoji="1" lang="en-US" altLang="ja-JP" sz="900" b="0">
                        <a:solidFill>
                          <a:schemeClr val="tx1"/>
                        </a:solidFill>
                        <a:latin typeface="Meiryo UI"/>
                        <a:ea typeface="Meiryo UI"/>
                      </a:endParaRPr>
                    </a:p>
                    <a:p>
                      <a:pPr algn="l"/>
                      <a:r>
                        <a:rPr kumimoji="1" lang="en-US" altLang="ja-JP" sz="900" b="0">
                          <a:solidFill>
                            <a:schemeClr val="tx1"/>
                          </a:solidFill>
                          <a:latin typeface="Meiryo UI"/>
                          <a:ea typeface="Meiryo UI"/>
                        </a:rPr>
                        <a:t>Level</a:t>
                      </a:r>
                      <a:endParaRPr kumimoji="1" lang="ja-JP" altLang="en-US" sz="900" b="0">
                        <a:solidFill>
                          <a:schemeClr val="tx1"/>
                        </a:solidFill>
                        <a:latin typeface="Meiryo UI"/>
                        <a:ea typeface="Meiryo UI"/>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kumimoji="1" lang="ja-JP" altLang="en-US" sz="900" b="0" u="none">
                          <a:solidFill>
                            <a:schemeClr val="tx1"/>
                          </a:solidFill>
                          <a:latin typeface="Meiryo UI"/>
                          <a:ea typeface="Meiryo UI"/>
                        </a:rPr>
                        <a:t>機種</a:t>
                      </a:r>
                      <a:r>
                        <a:rPr kumimoji="1" lang="en-US" altLang="ja-JP" sz="900" b="0" u="none">
                          <a:solidFill>
                            <a:schemeClr val="tx1"/>
                          </a:solidFill>
                          <a:latin typeface="Meiryo UI"/>
                          <a:ea typeface="Meiryo UI"/>
                        </a:rPr>
                        <a:t>,HW</a:t>
                      </a:r>
                      <a:r>
                        <a:rPr kumimoji="1" lang="ja-JP" altLang="en-US" sz="900" b="0" u="none">
                          <a:solidFill>
                            <a:schemeClr val="tx1"/>
                          </a:solidFill>
                          <a:latin typeface="Meiryo UI"/>
                          <a:ea typeface="Meiryo UI"/>
                        </a:rPr>
                        <a:t>からの要求から必要</a:t>
                      </a:r>
                      <a:endParaRPr kumimoji="1" lang="en-US" altLang="ja-JP" sz="900" b="0" u="none">
                        <a:solidFill>
                          <a:schemeClr val="tx1"/>
                        </a:solidFill>
                        <a:latin typeface="Meiryo UI"/>
                        <a:ea typeface="Meiryo UI"/>
                      </a:endParaRPr>
                    </a:p>
                    <a:p>
                      <a:pPr algn="l"/>
                      <a:r>
                        <a:rPr kumimoji="1" lang="ja-JP" altLang="en-US" sz="900" b="0" u="none">
                          <a:solidFill>
                            <a:schemeClr val="tx1"/>
                          </a:solidFill>
                          <a:latin typeface="Meiryo UI" panose="020B0604030504040204" pitchFamily="50" charset="-128"/>
                          <a:ea typeface="Meiryo UI" panose="020B0604030504040204" pitchFamily="50" charset="-128"/>
                        </a:rPr>
                        <a:t>制御仕様抽出</a:t>
                      </a:r>
                      <a:endParaRPr kumimoji="1" lang="en-US" altLang="ja-JP" sz="900" b="0" u="none">
                        <a:solidFill>
                          <a:schemeClr val="tx1"/>
                        </a:solidFill>
                        <a:latin typeface="Meiryo UI" panose="020B0604030504040204" pitchFamily="50" charset="-128"/>
                        <a:ea typeface="Meiryo UI" panose="020B0604030504040204" pitchFamily="50" charset="-128"/>
                      </a:endParaRPr>
                    </a:p>
                    <a:p>
                      <a:pPr algn="l"/>
                      <a:r>
                        <a:rPr kumimoji="1" lang="ja-JP" altLang="en-US" sz="900" b="0" u="none">
                          <a:solidFill>
                            <a:schemeClr val="tx1"/>
                          </a:solidFill>
                          <a:latin typeface="Meiryo UI"/>
                          <a:ea typeface="Meiryo UI"/>
                        </a:rPr>
                        <a:t>（</a:t>
                      </a:r>
                      <a:r>
                        <a:rPr kumimoji="1" lang="en-US" altLang="ja-JP" sz="900" b="0" u="none">
                          <a:solidFill>
                            <a:schemeClr val="tx1"/>
                          </a:solidFill>
                          <a:latin typeface="Meiryo UI"/>
                          <a:ea typeface="Meiryo UI"/>
                        </a:rPr>
                        <a:t>Honda</a:t>
                      </a:r>
                      <a:r>
                        <a:rPr kumimoji="1" lang="ja-JP" altLang="en-US" sz="900" b="0" u="none">
                          <a:solidFill>
                            <a:schemeClr val="tx1"/>
                          </a:solidFill>
                          <a:latin typeface="Meiryo UI"/>
                          <a:ea typeface="Meiryo UI"/>
                        </a:rPr>
                        <a:t>、</a:t>
                      </a:r>
                      <a:r>
                        <a:rPr lang="en-US" altLang="ja-JP" sz="900">
                          <a:solidFill>
                            <a:schemeClr val="tx1"/>
                          </a:solidFill>
                          <a:latin typeface="Meiryo UI"/>
                          <a:ea typeface="Meiryo UI"/>
                          <a:cs typeface="Arial"/>
                        </a:rPr>
                        <a:t>BOSCH</a:t>
                      </a:r>
                      <a:r>
                        <a:rPr lang="ja-JP" altLang="en-US" sz="900">
                          <a:solidFill>
                            <a:schemeClr val="tx1"/>
                          </a:solidFill>
                          <a:latin typeface="Meiryo UI"/>
                          <a:ea typeface="Meiryo UI"/>
                          <a:cs typeface="Arial"/>
                        </a:rPr>
                        <a:t> </a:t>
                      </a:r>
                      <a:r>
                        <a:rPr kumimoji="1" lang="ja-JP" altLang="en-US" sz="900" b="0" u="none">
                          <a:solidFill>
                            <a:schemeClr val="tx1"/>
                          </a:solidFill>
                          <a:latin typeface="Meiryo UI"/>
                          <a:ea typeface="Meiryo UI"/>
                        </a:rPr>
                        <a:t>）</a:t>
                      </a:r>
                      <a:endParaRPr kumimoji="1" lang="en-US" altLang="ja-JP" sz="900" b="0" u="none">
                        <a:solidFill>
                          <a:schemeClr val="tx1"/>
                        </a:solidFill>
                        <a:latin typeface="Meiryo UI"/>
                        <a:ea typeface="Meiryo UI"/>
                      </a:endParaRPr>
                    </a:p>
                    <a:p>
                      <a:pPr algn="l"/>
                      <a:endParaRPr kumimoji="1" lang="ja-JP" altLang="en-US" sz="900" b="0" u="none">
                        <a:solidFill>
                          <a:schemeClr val="tx1"/>
                        </a:solidFill>
                        <a:latin typeface="Meiryo UI" panose="020B0604030504040204" pitchFamily="50" charset="-128"/>
                        <a:ea typeface="Meiryo UI" panose="020B0604030504040204" pitchFamily="50" charset="-128"/>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altLang="ja-JP" sz="900" b="0" u="none">
                          <a:solidFill>
                            <a:schemeClr val="tx1"/>
                          </a:solidFill>
                          <a:latin typeface="Meiryo UI"/>
                          <a:ea typeface="Meiryo UI"/>
                          <a:cs typeface="Meiryo UI" pitchFamily="50" charset="-128"/>
                        </a:rPr>
                        <a:t>S/W</a:t>
                      </a:r>
                      <a:r>
                        <a:rPr lang="ja-JP" altLang="en-US" sz="900" b="0" u="none">
                          <a:solidFill>
                            <a:schemeClr val="tx1"/>
                          </a:solidFill>
                          <a:latin typeface="Meiryo UI"/>
                          <a:ea typeface="Meiryo UI"/>
                          <a:cs typeface="Meiryo UI" pitchFamily="50" charset="-128"/>
                        </a:rPr>
                        <a:t>開発項目が決定している事。</a:t>
                      </a:r>
                      <a:endParaRPr lang="en-US" altLang="ja-JP" sz="900" b="0" u="none">
                        <a:solidFill>
                          <a:schemeClr val="tx1"/>
                        </a:solidFill>
                        <a:latin typeface="Meiryo UI"/>
                        <a:ea typeface="Meiryo UI"/>
                        <a:cs typeface="Meiryo UI"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lang="ja-JP" altLang="en-US" sz="900" b="0" u="none">
                          <a:solidFill>
                            <a:schemeClr val="tx1"/>
                          </a:solidFill>
                          <a:latin typeface="Meiryo UI" pitchFamily="50" charset="-128"/>
                          <a:ea typeface="Meiryo UI" pitchFamily="50" charset="-128"/>
                          <a:cs typeface="Meiryo UI" pitchFamily="50" charset="-128"/>
                        </a:rPr>
                        <a:t>協調制御について成立性が証明されている事</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kumimoji="1" lang="ja-JP" altLang="en-US" sz="900" b="0" u="none">
                          <a:solidFill>
                            <a:schemeClr val="tx1"/>
                          </a:solidFill>
                          <a:latin typeface="Meiryo UI" panose="020B0604030504040204" pitchFamily="50" charset="-128"/>
                          <a:ea typeface="Meiryo UI" panose="020B0604030504040204" pitchFamily="50" charset="-128"/>
                        </a:rPr>
                        <a:t>制御仕様の信頼性、妥当性が証明されている事</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kumimoji="1" lang="ja-JP" altLang="en-US" sz="900" b="0">
                          <a:solidFill>
                            <a:schemeClr val="tx1"/>
                          </a:solidFill>
                          <a:latin typeface="Meiryo UI" panose="020B0604030504040204" pitchFamily="50" charset="-128"/>
                          <a:ea typeface="Meiryo UI" panose="020B0604030504040204" pitchFamily="50" charset="-128"/>
                        </a:rPr>
                        <a:t>制御仕様完成</a:t>
                      </a:r>
                      <a:endParaRPr kumimoji="1" lang="en-US" altLang="ja-JP" sz="900" b="0">
                        <a:solidFill>
                          <a:schemeClr val="tx1"/>
                        </a:solidFill>
                        <a:latin typeface="Meiryo UI" panose="020B0604030504040204" pitchFamily="50" charset="-128"/>
                        <a:ea typeface="Meiryo UI" panose="020B0604030504040204" pitchFamily="50" charset="-128"/>
                      </a:endParaRPr>
                    </a:p>
                    <a:p>
                      <a:pPr algn="l"/>
                      <a:r>
                        <a:rPr kumimoji="1" lang="ja-JP" altLang="en-US" sz="900" b="0">
                          <a:solidFill>
                            <a:schemeClr val="tx1"/>
                          </a:solidFill>
                          <a:latin typeface="Meiryo UI" panose="020B0604030504040204" pitchFamily="50" charset="-128"/>
                          <a:ea typeface="Meiryo UI" panose="020B0604030504040204" pitchFamily="50" charset="-128"/>
                        </a:rPr>
                        <a:t>仕様ﾌﾘｰｽﾞ</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kumimoji="1" lang="ja-JP" altLang="en-US" sz="900" b="0">
                          <a:solidFill>
                            <a:schemeClr val="tx1"/>
                          </a:solidFill>
                          <a:latin typeface="Meiryo UI" panose="020B0604030504040204" pitchFamily="50" charset="-128"/>
                          <a:ea typeface="Meiryo UI" panose="020B0604030504040204" pitchFamily="50" charset="-128"/>
                        </a:rPr>
                        <a:t>認証用、耐久用</a:t>
                      </a:r>
                      <a:endParaRPr kumimoji="1" lang="en-US" altLang="ja-JP" sz="900" b="0">
                        <a:solidFill>
                          <a:schemeClr val="tx1"/>
                        </a:solidFill>
                        <a:latin typeface="Meiryo UI" panose="020B0604030504040204" pitchFamily="50" charset="-128"/>
                        <a:ea typeface="Meiryo UI" panose="020B0604030504040204" pitchFamily="50" charset="-128"/>
                      </a:endParaRPr>
                    </a:p>
                    <a:p>
                      <a:pPr algn="l"/>
                      <a:r>
                        <a:rPr kumimoji="1" lang="ja-JP" altLang="en-US" sz="900" b="0">
                          <a:solidFill>
                            <a:schemeClr val="tx1"/>
                          </a:solidFill>
                          <a:latin typeface="Meiryo UI"/>
                          <a:ea typeface="Meiryo UI"/>
                        </a:rPr>
                        <a:t>車両製作に提供できる</a:t>
                      </a:r>
                      <a:r>
                        <a:rPr kumimoji="1" lang="en-US" altLang="ja-JP" sz="900" b="0">
                          <a:solidFill>
                            <a:schemeClr val="tx1"/>
                          </a:solidFill>
                          <a:latin typeface="Meiryo UI"/>
                          <a:ea typeface="Meiryo UI"/>
                        </a:rPr>
                        <a:t>ECU</a:t>
                      </a:r>
                      <a:r>
                        <a:rPr kumimoji="1" lang="ja-JP" altLang="en-US" sz="900" b="0">
                          <a:solidFill>
                            <a:schemeClr val="tx1"/>
                          </a:solidFill>
                          <a:latin typeface="Meiryo UI"/>
                          <a:ea typeface="Meiryo UI"/>
                        </a:rPr>
                        <a:t>レベルにある事</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kumimoji="1" lang="ja-JP" altLang="en-US" sz="900" b="0">
                          <a:solidFill>
                            <a:schemeClr val="tx1"/>
                          </a:solidFill>
                          <a:latin typeface="Meiryo UI" panose="020B0604030504040204" pitchFamily="50" charset="-128"/>
                          <a:ea typeface="Meiryo UI" panose="020B0604030504040204" pitchFamily="50" charset="-128"/>
                        </a:rPr>
                        <a:t>開発完了</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kumimoji="1" lang="ja-JP" altLang="en-US" sz="900" b="0">
                          <a:solidFill>
                            <a:schemeClr val="tx1"/>
                          </a:solidFill>
                          <a:latin typeface="Meiryo UI" panose="020B0604030504040204" pitchFamily="50" charset="-128"/>
                          <a:ea typeface="Meiryo UI" panose="020B0604030504040204" pitchFamily="50" charset="-128"/>
                        </a:rPr>
                        <a:t>製作所生産ライン段取り確認</a:t>
                      </a:r>
                      <a:endParaRPr kumimoji="1" lang="en-US" altLang="ja-JP" sz="900" b="0">
                        <a:solidFill>
                          <a:schemeClr val="tx1"/>
                        </a:solidFill>
                        <a:latin typeface="Meiryo UI" panose="020B0604030504040204" pitchFamily="50" charset="-128"/>
                        <a:ea typeface="Meiryo UI" panose="020B0604030504040204" pitchFamily="50" charset="-128"/>
                      </a:endParaRPr>
                    </a:p>
                    <a:p>
                      <a:pPr algn="l"/>
                      <a:r>
                        <a:rPr kumimoji="1" lang="en-US" altLang="ja-JP" sz="900" b="0">
                          <a:solidFill>
                            <a:schemeClr val="tx1"/>
                          </a:solidFill>
                          <a:latin typeface="Meiryo UI"/>
                          <a:ea typeface="Meiryo UI"/>
                        </a:rPr>
                        <a:t>MP1</a:t>
                      </a:r>
                      <a:r>
                        <a:rPr kumimoji="1" lang="ja-JP" altLang="en-US" sz="900" b="0">
                          <a:solidFill>
                            <a:schemeClr val="tx1"/>
                          </a:solidFill>
                          <a:latin typeface="Meiryo UI"/>
                          <a:ea typeface="Meiryo UI"/>
                        </a:rPr>
                        <a:t>適用</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kumimoji="1" lang="ja-JP" altLang="en-US" sz="900" b="0">
                          <a:solidFill>
                            <a:schemeClr val="tx1"/>
                          </a:solidFill>
                          <a:latin typeface="Meiryo UI" panose="020B0604030504040204" pitchFamily="50" charset="-128"/>
                          <a:ea typeface="Meiryo UI" panose="020B0604030504040204" pitchFamily="50" charset="-128"/>
                        </a:rPr>
                        <a:t>生産車両の</a:t>
                      </a:r>
                      <a:endParaRPr kumimoji="1" lang="en-US" altLang="ja-JP" sz="900" b="0">
                        <a:solidFill>
                          <a:schemeClr val="tx1"/>
                        </a:solidFill>
                        <a:latin typeface="Meiryo UI" panose="020B0604030504040204" pitchFamily="50" charset="-128"/>
                        <a:ea typeface="Meiryo UI" panose="020B0604030504040204" pitchFamily="50" charset="-128"/>
                      </a:endParaRPr>
                    </a:p>
                    <a:p>
                      <a:pPr algn="l"/>
                      <a:r>
                        <a:rPr kumimoji="1" lang="ja-JP" altLang="en-US" sz="900" b="0">
                          <a:solidFill>
                            <a:schemeClr val="tx1"/>
                          </a:solidFill>
                          <a:latin typeface="Meiryo UI" panose="020B0604030504040204" pitchFamily="50" charset="-128"/>
                          <a:ea typeface="Meiryo UI" panose="020B0604030504040204" pitchFamily="50" charset="-128"/>
                        </a:rPr>
                        <a:t>品質確認</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01560282"/>
                  </a:ext>
                </a:extLst>
              </a:tr>
              <a:tr h="676003">
                <a:tc>
                  <a:txBody>
                    <a:bodyPr/>
                    <a:lstStyle/>
                    <a:p>
                      <a:pPr algn="l"/>
                      <a:r>
                        <a:rPr kumimoji="1" lang="en-US" altLang="ja-JP" sz="900" b="0">
                          <a:solidFill>
                            <a:schemeClr val="tx1"/>
                          </a:solidFill>
                          <a:latin typeface="Meiryo UI"/>
                          <a:ea typeface="Meiryo UI"/>
                        </a:rPr>
                        <a:t>SW</a:t>
                      </a:r>
                      <a:r>
                        <a:rPr kumimoji="1" lang="ja-JP" altLang="en-US" sz="900" b="0">
                          <a:solidFill>
                            <a:schemeClr val="tx1"/>
                          </a:solidFill>
                          <a:latin typeface="Meiryo UI"/>
                          <a:ea typeface="Meiryo UI"/>
                        </a:rPr>
                        <a:t>要求仕様書</a:t>
                      </a:r>
                      <a:endParaRPr kumimoji="1" lang="en-US" altLang="ja-JP" sz="900" b="0">
                        <a:solidFill>
                          <a:schemeClr val="tx1"/>
                        </a:solidFill>
                        <a:latin typeface="Meiryo UI"/>
                        <a:ea typeface="Meiryo UI"/>
                      </a:endParaRPr>
                    </a:p>
                    <a:p>
                      <a:pPr algn="l"/>
                      <a:r>
                        <a:rPr kumimoji="1" lang="en-US" altLang="ja-JP" sz="900" b="0">
                          <a:solidFill>
                            <a:schemeClr val="tx1"/>
                          </a:solidFill>
                          <a:latin typeface="Meiryo UI"/>
                          <a:ea typeface="Meiryo UI"/>
                        </a:rPr>
                        <a:t>Change</a:t>
                      </a:r>
                      <a:r>
                        <a:rPr lang="en-US" altLang="ja-JP" sz="900" b="0">
                          <a:solidFill>
                            <a:schemeClr val="tx1"/>
                          </a:solidFill>
                          <a:latin typeface="Meiryo UI"/>
                          <a:ea typeface="Meiryo UI"/>
                        </a:rPr>
                        <a:t>   </a:t>
                      </a:r>
                      <a:endParaRPr kumimoji="1" lang="en-US" altLang="ja-JP" sz="900" b="0">
                        <a:solidFill>
                          <a:schemeClr val="tx1"/>
                        </a:solidFill>
                        <a:latin typeface="Meiryo UI"/>
                        <a:ea typeface="Meiryo UI"/>
                      </a:endParaRPr>
                    </a:p>
                    <a:p>
                      <a:pPr algn="l"/>
                      <a:r>
                        <a:rPr lang="en-US" altLang="ja-JP" sz="900" b="0">
                          <a:solidFill>
                            <a:schemeClr val="tx1"/>
                          </a:solidFill>
                          <a:latin typeface="Meiryo UI"/>
                          <a:ea typeface="Meiryo UI"/>
                        </a:rPr>
                        <a:t> </a:t>
                      </a:r>
                      <a:r>
                        <a:rPr kumimoji="1" lang="en-US" altLang="ja-JP" sz="900" b="0">
                          <a:solidFill>
                            <a:schemeClr val="tx1"/>
                          </a:solidFill>
                          <a:latin typeface="Meiryo UI"/>
                          <a:ea typeface="Meiryo UI"/>
                        </a:rPr>
                        <a:t> Requirement</a:t>
                      </a:r>
                    </a:p>
                    <a:p>
                      <a:pPr algn="l"/>
                      <a:r>
                        <a:rPr kumimoji="1" lang="en-US" altLang="ja-JP" sz="700" b="0">
                          <a:solidFill>
                            <a:schemeClr val="tx1"/>
                          </a:solidFill>
                          <a:latin typeface="Meiryo UI"/>
                          <a:ea typeface="Meiryo UI"/>
                        </a:rPr>
                        <a:t>(SW </a:t>
                      </a:r>
                      <a:r>
                        <a:rPr kumimoji="1" lang="en-US" altLang="ja-JP" sz="700" b="0" baseline="0">
                          <a:solidFill>
                            <a:schemeClr val="tx1"/>
                          </a:solidFill>
                          <a:latin typeface="Meiryo UI"/>
                          <a:ea typeface="Meiryo UI"/>
                        </a:rPr>
                        <a:t>specification)</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base">
                        <a:spcBef>
                          <a:spcPct val="0"/>
                        </a:spcBef>
                        <a:spcAft>
                          <a:spcPct val="0"/>
                        </a:spcAft>
                      </a:pPr>
                      <a:r>
                        <a:rPr lang="en-US" altLang="ja-JP" sz="900" b="0" u="none">
                          <a:solidFill>
                            <a:schemeClr val="tx1"/>
                          </a:solidFill>
                          <a:latin typeface="Meiryo UI"/>
                          <a:ea typeface="Meiryo UI"/>
                        </a:rPr>
                        <a:t>F1</a:t>
                      </a:r>
                      <a:r>
                        <a:rPr lang="ja-JP" altLang="en-US" sz="900" b="0" u="none">
                          <a:solidFill>
                            <a:schemeClr val="tx1"/>
                          </a:solidFill>
                          <a:latin typeface="Meiryo UI"/>
                          <a:ea typeface="Meiryo UI"/>
                        </a:rPr>
                        <a:t>後製作ﾃｽﾄ車用基本走行用の仕様が発行されている事</a:t>
                      </a:r>
                      <a:endParaRPr lang="en-US" altLang="ja-JP" sz="900" b="0" u="none">
                        <a:solidFill>
                          <a:schemeClr val="tx1"/>
                        </a:solidFill>
                        <a:latin typeface="Meiryo UI"/>
                        <a:ea typeface="Meiryo UI"/>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kumimoji="1" lang="ja-JP" altLang="en-US" sz="900" b="0" u="none">
                          <a:solidFill>
                            <a:schemeClr val="tx1"/>
                          </a:solidFill>
                          <a:latin typeface="Meiryo UI" panose="020B0604030504040204" pitchFamily="50" charset="-128"/>
                          <a:ea typeface="Meiryo UI" panose="020B0604030504040204" pitchFamily="50" charset="-128"/>
                        </a:rPr>
                        <a:t>他ユニットとの協調制御仕様書が完成している事</a:t>
                      </a:r>
                      <a:endParaRPr kumimoji="1" lang="en-US" altLang="ja-JP" sz="900" b="0" u="none">
                        <a:solidFill>
                          <a:schemeClr val="tx1"/>
                        </a:solidFill>
                        <a:latin typeface="Meiryo UI" panose="020B0604030504040204" pitchFamily="50" charset="-128"/>
                        <a:ea typeface="Meiryo UI" panose="020B0604030504040204" pitchFamily="50" charset="-128"/>
                      </a:endParaRPr>
                    </a:p>
                    <a:p>
                      <a:pPr algn="l"/>
                      <a:r>
                        <a:rPr kumimoji="1" lang="ja-JP" altLang="en-US" sz="900" b="0" u="none">
                          <a:solidFill>
                            <a:schemeClr val="tx1"/>
                          </a:solidFill>
                          <a:latin typeface="Meiryo UI"/>
                          <a:ea typeface="Meiryo UI"/>
                        </a:rPr>
                        <a:t>（</a:t>
                      </a:r>
                      <a:r>
                        <a:rPr kumimoji="1" lang="en-US" altLang="ja-JP" sz="900" b="0" u="none">
                          <a:solidFill>
                            <a:schemeClr val="tx1"/>
                          </a:solidFill>
                          <a:latin typeface="Meiryo UI"/>
                          <a:ea typeface="Meiryo UI"/>
                        </a:rPr>
                        <a:t>H</a:t>
                      </a:r>
                      <a:r>
                        <a:rPr kumimoji="1" lang="ja-JP" altLang="en-US" sz="900" b="0" u="none">
                          <a:solidFill>
                            <a:schemeClr val="tx1"/>
                          </a:solidFill>
                          <a:latin typeface="Meiryo UI"/>
                          <a:ea typeface="Meiryo UI"/>
                        </a:rPr>
                        <a:t>）</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kumimoji="1" lang="en-US" altLang="ja-JP" sz="900" b="0" u="none">
                          <a:solidFill>
                            <a:schemeClr val="tx1"/>
                          </a:solidFill>
                          <a:latin typeface="Meiryo UI"/>
                          <a:ea typeface="Meiryo UI"/>
                        </a:rPr>
                        <a:t>ENG</a:t>
                      </a:r>
                      <a:r>
                        <a:rPr kumimoji="1" lang="ja-JP" altLang="en-US" sz="900" b="0" u="none">
                          <a:solidFill>
                            <a:schemeClr val="tx1"/>
                          </a:solidFill>
                          <a:latin typeface="Meiryo UI"/>
                          <a:ea typeface="Meiryo UI"/>
                        </a:rPr>
                        <a:t>制御全仕様書が完成している事</a:t>
                      </a:r>
                      <a:endParaRPr kumimoji="1" lang="en-US" altLang="ja-JP" sz="900" b="0" u="none">
                        <a:solidFill>
                          <a:schemeClr val="tx1"/>
                        </a:solidFill>
                        <a:latin typeface="Meiryo UI"/>
                        <a:ea typeface="Meiryo UI"/>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schemeClr val="tx1"/>
                          </a:solidFill>
                          <a:effectLst/>
                          <a:uLnTx/>
                          <a:uFillTx/>
                          <a:latin typeface="Meiryo UI"/>
                          <a:ea typeface="Meiryo UI"/>
                          <a:cs typeface="+mn-cs"/>
                        </a:rPr>
                        <a:t>NA</a:t>
                      </a:r>
                      <a:endParaRPr kumimoji="1" lang="ja-JP" altLang="en-US" sz="900" b="0" i="0" u="none" strike="noStrike" kern="1200" cap="none" spc="0" normalizeH="0" baseline="0" noProof="0">
                        <a:ln>
                          <a:noFill/>
                        </a:ln>
                        <a:solidFill>
                          <a:schemeClr val="tx1"/>
                        </a:solidFill>
                        <a:effectLst/>
                        <a:uLnTx/>
                        <a:uFillTx/>
                        <a:latin typeface="Meiryo UI"/>
                        <a:ea typeface="Meiryo UI"/>
                        <a:cs typeface="+mn-cs"/>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schemeClr val="tx1"/>
                          </a:solidFill>
                          <a:effectLst/>
                          <a:uLnTx/>
                          <a:uFillTx/>
                          <a:latin typeface="Meiryo UI"/>
                          <a:ea typeface="Meiryo UI"/>
                          <a:cs typeface="+mn-cs"/>
                        </a:rPr>
                        <a:t>NA</a:t>
                      </a:r>
                      <a:endParaRPr kumimoji="1" lang="ja-JP" altLang="en-US" sz="900" b="0" i="0" u="none" strike="noStrike" kern="1200" cap="none" spc="0" normalizeH="0" baseline="0" noProof="0">
                        <a:ln>
                          <a:noFill/>
                        </a:ln>
                        <a:solidFill>
                          <a:schemeClr val="tx1"/>
                        </a:solidFill>
                        <a:effectLst/>
                        <a:uLnTx/>
                        <a:uFillTx/>
                        <a:latin typeface="Meiryo UI"/>
                        <a:ea typeface="Meiryo UI"/>
                        <a:cs typeface="+mn-cs"/>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schemeClr val="tx1"/>
                          </a:solidFill>
                          <a:effectLst/>
                          <a:uLnTx/>
                          <a:uFillTx/>
                          <a:latin typeface="Meiryo UI"/>
                          <a:ea typeface="Meiryo UI"/>
                          <a:cs typeface="+mn-cs"/>
                        </a:rPr>
                        <a:t>NA</a:t>
                      </a:r>
                      <a:endParaRPr kumimoji="1" lang="ja-JP" altLang="en-US" sz="900" b="0" i="0" u="none" strike="noStrike" kern="1200" cap="none" spc="0" normalizeH="0" baseline="0" noProof="0">
                        <a:ln>
                          <a:noFill/>
                        </a:ln>
                        <a:solidFill>
                          <a:schemeClr val="tx1"/>
                        </a:solidFill>
                        <a:effectLst/>
                        <a:uLnTx/>
                        <a:uFillTx/>
                        <a:latin typeface="Meiryo UI"/>
                        <a:ea typeface="Meiryo UI"/>
                        <a:cs typeface="+mn-cs"/>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schemeClr val="tx1"/>
                          </a:solidFill>
                          <a:effectLst/>
                          <a:uLnTx/>
                          <a:uFillTx/>
                          <a:latin typeface="Meiryo UI"/>
                          <a:ea typeface="Meiryo UI"/>
                          <a:cs typeface="+mn-cs"/>
                        </a:rPr>
                        <a:t>NA</a:t>
                      </a:r>
                      <a:endParaRPr kumimoji="1" lang="ja-JP" altLang="en-US" sz="900" b="0" i="0" u="none" strike="noStrike" kern="1200" cap="none" spc="0" normalizeH="0" baseline="0" noProof="0">
                        <a:ln>
                          <a:noFill/>
                        </a:ln>
                        <a:solidFill>
                          <a:schemeClr val="tx1"/>
                        </a:solidFill>
                        <a:effectLst/>
                        <a:uLnTx/>
                        <a:uFillTx/>
                        <a:latin typeface="Meiryo UI"/>
                        <a:ea typeface="Meiryo UI"/>
                        <a:cs typeface="+mn-cs"/>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schemeClr val="tx1"/>
                          </a:solidFill>
                          <a:effectLst/>
                          <a:uLnTx/>
                          <a:uFillTx/>
                          <a:latin typeface="Meiryo UI"/>
                          <a:ea typeface="Meiryo UI"/>
                          <a:cs typeface="+mn-cs"/>
                        </a:rPr>
                        <a:t>NA</a:t>
                      </a:r>
                      <a:endParaRPr kumimoji="1" lang="ja-JP" altLang="en-US" sz="900" b="0" i="0" u="none" strike="noStrike" kern="1200" cap="none" spc="0" normalizeH="0" baseline="0" noProof="0">
                        <a:ln>
                          <a:noFill/>
                        </a:ln>
                        <a:solidFill>
                          <a:schemeClr val="tx1"/>
                        </a:solidFill>
                        <a:effectLst/>
                        <a:uLnTx/>
                        <a:uFillTx/>
                        <a:latin typeface="Meiryo UI"/>
                        <a:ea typeface="Meiryo UI"/>
                        <a:cs typeface="+mn-cs"/>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894406065"/>
                  </a:ext>
                </a:extLst>
              </a:tr>
              <a:tr h="754380">
                <a:tc>
                  <a:txBody>
                    <a:bodyPr/>
                    <a:lstStyle/>
                    <a:p>
                      <a:pPr algn="l"/>
                      <a:r>
                        <a:rPr kumimoji="1" lang="en-US" altLang="ja-JP" sz="900" b="0">
                          <a:solidFill>
                            <a:schemeClr val="tx1"/>
                          </a:solidFill>
                          <a:latin typeface="Meiryo UI"/>
                          <a:ea typeface="Meiryo UI"/>
                        </a:rPr>
                        <a:t>SW</a:t>
                      </a:r>
                      <a:r>
                        <a:rPr kumimoji="1" lang="ja-JP" altLang="en-US" sz="900" b="0">
                          <a:solidFill>
                            <a:schemeClr val="tx1"/>
                          </a:solidFill>
                          <a:latin typeface="Meiryo UI"/>
                          <a:ea typeface="Meiryo UI"/>
                        </a:rPr>
                        <a:t>リリース</a:t>
                      </a:r>
                      <a:endParaRPr kumimoji="1" lang="en-US" altLang="ja-JP" sz="900" b="0">
                        <a:solidFill>
                          <a:schemeClr val="tx1"/>
                        </a:solidFill>
                        <a:latin typeface="Meiryo UI"/>
                        <a:ea typeface="Meiryo UI"/>
                      </a:endParaRPr>
                    </a:p>
                    <a:p>
                      <a:pPr algn="l"/>
                      <a:r>
                        <a:rPr kumimoji="1" lang="ja-JP" altLang="en-US" sz="900" b="0">
                          <a:solidFill>
                            <a:schemeClr val="tx1"/>
                          </a:solidFill>
                          <a:latin typeface="Meiryo UI" panose="020B0604030504040204" pitchFamily="50" charset="-128"/>
                          <a:ea typeface="Meiryo UI" panose="020B0604030504040204" pitchFamily="50" charset="-128"/>
                        </a:rPr>
                        <a:t>　レベル</a:t>
                      </a:r>
                      <a:endParaRPr kumimoji="1" lang="en-US" altLang="ja-JP" sz="900" b="0">
                        <a:solidFill>
                          <a:schemeClr val="tx1"/>
                        </a:solidFill>
                        <a:latin typeface="Meiryo UI" panose="020B0604030504040204" pitchFamily="50" charset="-128"/>
                        <a:ea typeface="Meiryo UI" panose="020B0604030504040204" pitchFamily="50" charset="-128"/>
                      </a:endParaRPr>
                    </a:p>
                    <a:p>
                      <a:pPr algn="l"/>
                      <a:r>
                        <a:rPr kumimoji="1" lang="ja-JP" altLang="en-US" sz="900" b="0">
                          <a:solidFill>
                            <a:schemeClr val="tx1"/>
                          </a:solidFill>
                          <a:latin typeface="Meiryo UI"/>
                          <a:ea typeface="Meiryo UI"/>
                        </a:rPr>
                        <a:t>　</a:t>
                      </a:r>
                      <a:r>
                        <a:rPr kumimoji="1" lang="en-US" altLang="ja-JP" sz="900" b="0">
                          <a:solidFill>
                            <a:schemeClr val="tx1"/>
                          </a:solidFill>
                          <a:latin typeface="Meiryo UI"/>
                          <a:ea typeface="Meiryo UI"/>
                        </a:rPr>
                        <a:t>SW</a:t>
                      </a:r>
                      <a:r>
                        <a:rPr lang="ja-JP" altLang="en-US" sz="900" b="0">
                          <a:solidFill>
                            <a:schemeClr val="tx1"/>
                          </a:solidFill>
                          <a:latin typeface="Meiryo UI"/>
                          <a:ea typeface="Meiryo UI"/>
                        </a:rPr>
                        <a:t> </a:t>
                      </a:r>
                      <a:r>
                        <a:rPr kumimoji="1" lang="ja-JP" altLang="en-US" sz="900" b="0">
                          <a:solidFill>
                            <a:schemeClr val="tx1"/>
                          </a:solidFill>
                          <a:latin typeface="Meiryo UI"/>
                          <a:ea typeface="Meiryo UI"/>
                        </a:rPr>
                        <a:t> </a:t>
                      </a:r>
                      <a:r>
                        <a:rPr kumimoji="1" lang="en-US" altLang="ja-JP" sz="900" b="0">
                          <a:solidFill>
                            <a:schemeClr val="tx1"/>
                          </a:solidFill>
                          <a:latin typeface="Meiryo UI"/>
                          <a:ea typeface="Meiryo UI"/>
                        </a:rPr>
                        <a:t>release</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kumimoji="1" lang="en-US" altLang="ja-JP" sz="900" b="0" u="none">
                          <a:solidFill>
                            <a:schemeClr val="tx1"/>
                          </a:solidFill>
                          <a:latin typeface="Meiryo UI"/>
                          <a:ea typeface="Meiryo UI"/>
                        </a:rPr>
                        <a:t>0X</a:t>
                      </a:r>
                      <a:r>
                        <a:rPr kumimoji="1" lang="ja-JP" altLang="en-US" sz="900" b="0" u="none">
                          <a:solidFill>
                            <a:schemeClr val="tx1"/>
                          </a:solidFill>
                          <a:latin typeface="Meiryo UI"/>
                          <a:ea typeface="Meiryo UI"/>
                        </a:rPr>
                        <a:t>ﾃｽﾄ車両の基本走行に支障が無く各ｶﾃ配車先でのﾃｽﾄが開始出来る事</a:t>
                      </a:r>
                      <a:endParaRPr kumimoji="1" lang="en-US" altLang="ja-JP" sz="900" b="0" u="none">
                        <a:solidFill>
                          <a:schemeClr val="tx1"/>
                        </a:solidFill>
                        <a:latin typeface="Meiryo UI"/>
                        <a:ea typeface="Meiryo UI"/>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kumimoji="1" lang="en-US" altLang="ja-JP" sz="900" b="0" u="none">
                          <a:solidFill>
                            <a:schemeClr val="tx1"/>
                          </a:solidFill>
                          <a:latin typeface="Meiryo UI"/>
                          <a:ea typeface="Meiryo UI"/>
                        </a:rPr>
                        <a:t>NA</a:t>
                      </a:r>
                      <a:endParaRPr kumimoji="1" lang="ja-JP" altLang="en-US" sz="900" b="0" u="none">
                        <a:solidFill>
                          <a:schemeClr val="tx1"/>
                        </a:solidFill>
                        <a:latin typeface="Meiryo UI"/>
                        <a:ea typeface="Meiryo UI"/>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l"/>
                      <a:r>
                        <a:rPr kumimoji="1" lang="ja-JP" altLang="en-US" sz="900" b="0" u="none">
                          <a:solidFill>
                            <a:schemeClr val="tx1"/>
                          </a:solidFill>
                          <a:latin typeface="Meiryo UI" panose="020B0604030504040204" pitchFamily="50" charset="-128"/>
                          <a:ea typeface="Meiryo UI" panose="020B0604030504040204" pitchFamily="50" charset="-128"/>
                        </a:rPr>
                        <a:t>他ユニット協調制御仕様実装完了</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kumimoji="1" lang="ja-JP" altLang="en-US" sz="900" b="0">
                          <a:solidFill>
                            <a:schemeClr val="tx1"/>
                          </a:solidFill>
                          <a:latin typeface="Meiryo UI"/>
                          <a:ea typeface="Meiryo UI"/>
                        </a:rPr>
                        <a:t>全</a:t>
                      </a:r>
                      <a:r>
                        <a:rPr kumimoji="1" lang="en-US" altLang="ja-JP" sz="900" b="0">
                          <a:solidFill>
                            <a:schemeClr val="tx1"/>
                          </a:solidFill>
                          <a:latin typeface="Meiryo UI"/>
                          <a:ea typeface="Meiryo UI"/>
                        </a:rPr>
                        <a:t>SW</a:t>
                      </a:r>
                      <a:r>
                        <a:rPr kumimoji="1" lang="ja-JP" altLang="en-US" sz="900" b="0">
                          <a:solidFill>
                            <a:schemeClr val="tx1"/>
                          </a:solidFill>
                          <a:latin typeface="Meiryo UI"/>
                          <a:ea typeface="Meiryo UI"/>
                        </a:rPr>
                        <a:t>リリースが行われ　その実装検証、修正対応が完了している事</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900" b="0">
                          <a:solidFill>
                            <a:schemeClr val="tx1"/>
                          </a:solidFill>
                          <a:latin typeface="Meiryo UI"/>
                          <a:ea typeface="Meiryo UI"/>
                        </a:rPr>
                        <a:t>NA</a:t>
                      </a:r>
                      <a:endParaRPr kumimoji="1" lang="ja-JP" altLang="en-US" sz="900" b="0">
                        <a:solidFill>
                          <a:schemeClr val="tx1"/>
                        </a:solidFill>
                        <a:latin typeface="Meiryo UI"/>
                        <a:ea typeface="Meiryo UI"/>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l"/>
                      <a:r>
                        <a:rPr kumimoji="1" lang="en-US" altLang="ja-JP" sz="900" b="0">
                          <a:solidFill>
                            <a:schemeClr val="tx1"/>
                          </a:solidFill>
                          <a:latin typeface="Meiryo UI"/>
                          <a:ea typeface="Meiryo UI"/>
                        </a:rPr>
                        <a:t>V2</a:t>
                      </a:r>
                      <a:r>
                        <a:rPr kumimoji="1" lang="ja-JP" altLang="en-US" sz="900" b="0">
                          <a:solidFill>
                            <a:schemeClr val="tx1"/>
                          </a:solidFill>
                          <a:latin typeface="Meiryo UI"/>
                          <a:ea typeface="Meiryo UI"/>
                        </a:rPr>
                        <a:t>以降の品熟</a:t>
                      </a:r>
                      <a:endParaRPr kumimoji="1" lang="en-US" altLang="ja-JP" sz="900" b="0">
                        <a:solidFill>
                          <a:schemeClr val="tx1"/>
                        </a:solidFill>
                        <a:latin typeface="Meiryo UI"/>
                        <a:ea typeface="Meiryo UI"/>
                      </a:endParaRPr>
                    </a:p>
                    <a:p>
                      <a:pPr algn="l"/>
                      <a:r>
                        <a:rPr kumimoji="1" lang="ja-JP" altLang="en-US" sz="900" b="0">
                          <a:solidFill>
                            <a:schemeClr val="tx1"/>
                          </a:solidFill>
                          <a:latin typeface="Meiryo UI"/>
                          <a:ea typeface="Meiryo UI"/>
                        </a:rPr>
                        <a:t>量産</a:t>
                      </a:r>
                      <a:r>
                        <a:rPr kumimoji="1" lang="en-US" altLang="ja-JP" sz="900" b="0">
                          <a:solidFill>
                            <a:schemeClr val="tx1"/>
                          </a:solidFill>
                          <a:latin typeface="Meiryo UI"/>
                          <a:ea typeface="Meiryo UI"/>
                        </a:rPr>
                        <a:t>MP1</a:t>
                      </a:r>
                      <a:r>
                        <a:rPr kumimoji="1" lang="ja-JP" altLang="en-US" sz="900" b="0">
                          <a:solidFill>
                            <a:schemeClr val="tx1"/>
                          </a:solidFill>
                          <a:latin typeface="Meiryo UI"/>
                          <a:ea typeface="Meiryo UI"/>
                        </a:rPr>
                        <a:t>用</a:t>
                      </a:r>
                      <a:r>
                        <a:rPr kumimoji="1" lang="en-US" altLang="ja-JP" sz="900" b="0">
                          <a:solidFill>
                            <a:schemeClr val="tx1"/>
                          </a:solidFill>
                          <a:latin typeface="Meiryo UI"/>
                          <a:ea typeface="Meiryo UI"/>
                        </a:rPr>
                        <a:t>SW</a:t>
                      </a:r>
                      <a:r>
                        <a:rPr kumimoji="1" lang="ja-JP" altLang="en-US" sz="900" b="0">
                          <a:solidFill>
                            <a:schemeClr val="tx1"/>
                          </a:solidFill>
                          <a:latin typeface="Meiryo UI"/>
                          <a:ea typeface="Meiryo UI"/>
                        </a:rPr>
                        <a:t>が完成している事</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schemeClr val="tx1"/>
                          </a:solidFill>
                          <a:effectLst/>
                          <a:uLnTx/>
                          <a:uFillTx/>
                          <a:latin typeface="Meiryo UI"/>
                          <a:ea typeface="Meiryo UI"/>
                          <a:cs typeface="+mn-cs"/>
                        </a:rPr>
                        <a:t>NA</a:t>
                      </a:r>
                      <a:endParaRPr kumimoji="1" lang="ja-JP" altLang="en-US" sz="900" b="0" i="0" u="none" strike="noStrike" kern="1200" cap="none" spc="0" normalizeH="0" baseline="0" noProof="0">
                        <a:ln>
                          <a:noFill/>
                        </a:ln>
                        <a:solidFill>
                          <a:schemeClr val="tx1"/>
                        </a:solidFill>
                        <a:effectLst/>
                        <a:uLnTx/>
                        <a:uFillTx/>
                        <a:latin typeface="Meiryo UI"/>
                        <a:ea typeface="Meiryo UI"/>
                        <a:cs typeface="+mn-cs"/>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schemeClr val="tx1"/>
                          </a:solidFill>
                          <a:effectLst/>
                          <a:uLnTx/>
                          <a:uFillTx/>
                          <a:latin typeface="Meiryo UI"/>
                          <a:ea typeface="Meiryo UI"/>
                          <a:cs typeface="+mn-cs"/>
                        </a:rPr>
                        <a:t>NA</a:t>
                      </a:r>
                      <a:endParaRPr kumimoji="1" lang="ja-JP" altLang="en-US" sz="900" b="0" i="0" u="none" strike="noStrike" kern="1200" cap="none" spc="0" normalizeH="0" baseline="0" noProof="0">
                        <a:ln>
                          <a:noFill/>
                        </a:ln>
                        <a:solidFill>
                          <a:schemeClr val="tx1"/>
                        </a:solidFill>
                        <a:effectLst/>
                        <a:uLnTx/>
                        <a:uFillTx/>
                        <a:latin typeface="Meiryo UI"/>
                        <a:ea typeface="Meiryo UI"/>
                        <a:cs typeface="+mn-cs"/>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432979196"/>
                  </a:ext>
                </a:extLst>
              </a:tr>
              <a:tr h="1028700">
                <a:tc>
                  <a:txBody>
                    <a:bodyPr/>
                    <a:lstStyle/>
                    <a:p>
                      <a:pPr algn="l"/>
                      <a:r>
                        <a:rPr kumimoji="1" lang="en-US" altLang="ja-JP" sz="900" b="0">
                          <a:solidFill>
                            <a:schemeClr val="tx1"/>
                          </a:solidFill>
                          <a:latin typeface="Meiryo UI"/>
                          <a:ea typeface="Meiryo UI"/>
                        </a:rPr>
                        <a:t>HEX</a:t>
                      </a:r>
                      <a:r>
                        <a:rPr kumimoji="1" lang="ja-JP" altLang="en-US" sz="900" b="0">
                          <a:solidFill>
                            <a:schemeClr val="tx1"/>
                          </a:solidFill>
                          <a:latin typeface="Meiryo UI"/>
                          <a:ea typeface="Meiryo UI"/>
                        </a:rPr>
                        <a:t>リリース</a:t>
                      </a:r>
                      <a:endParaRPr kumimoji="1" lang="en-US" altLang="ja-JP" sz="900" b="0">
                        <a:solidFill>
                          <a:schemeClr val="tx1"/>
                        </a:solidFill>
                        <a:latin typeface="Meiryo UI"/>
                        <a:ea typeface="Meiryo UI"/>
                      </a:endParaRPr>
                    </a:p>
                    <a:p>
                      <a:pPr algn="l"/>
                      <a:r>
                        <a:rPr kumimoji="1" lang="ja-JP" altLang="en-US" sz="900" b="0">
                          <a:solidFill>
                            <a:schemeClr val="tx1"/>
                          </a:solidFill>
                          <a:latin typeface="Meiryo UI" panose="020B0604030504040204" pitchFamily="50" charset="-128"/>
                          <a:ea typeface="Meiryo UI" panose="020B0604030504040204" pitchFamily="50" charset="-128"/>
                        </a:rPr>
                        <a:t>　レベル</a:t>
                      </a:r>
                      <a:endParaRPr kumimoji="1" lang="en-US" altLang="ja-JP" sz="900" b="0">
                        <a:solidFill>
                          <a:schemeClr val="tx1"/>
                        </a:solidFill>
                        <a:latin typeface="Meiryo UI" panose="020B0604030504040204" pitchFamily="50" charset="-128"/>
                        <a:ea typeface="Meiryo UI" panose="020B0604030504040204" pitchFamily="50" charset="-128"/>
                      </a:endParaRPr>
                    </a:p>
                    <a:p>
                      <a:pPr algn="l"/>
                      <a:r>
                        <a:rPr kumimoji="1" lang="ja-JP" altLang="en-US" sz="900" b="0">
                          <a:solidFill>
                            <a:schemeClr val="tx1"/>
                          </a:solidFill>
                          <a:latin typeface="Meiryo UI"/>
                          <a:ea typeface="Meiryo UI"/>
                        </a:rPr>
                        <a:t>（</a:t>
                      </a:r>
                      <a:r>
                        <a:rPr kumimoji="1" lang="en-US" altLang="ja-JP" sz="900" b="0">
                          <a:solidFill>
                            <a:schemeClr val="tx1"/>
                          </a:solidFill>
                          <a:latin typeface="Meiryo UI"/>
                          <a:ea typeface="Meiryo UI"/>
                        </a:rPr>
                        <a:t>Calib</a:t>
                      </a:r>
                      <a:r>
                        <a:rPr kumimoji="1" lang="ja-JP" altLang="en-US" sz="900" b="0">
                          <a:solidFill>
                            <a:schemeClr val="tx1"/>
                          </a:solidFill>
                          <a:latin typeface="Meiryo UI"/>
                          <a:ea typeface="Meiryo UI"/>
                        </a:rPr>
                        <a:t>適合ﾚﾍﾞﾙ</a:t>
                      </a:r>
                      <a:r>
                        <a:rPr kumimoji="1" lang="en-US" altLang="ja-JP" sz="900" b="0">
                          <a:solidFill>
                            <a:schemeClr val="tx1"/>
                          </a:solidFill>
                          <a:latin typeface="Meiryo UI"/>
                          <a:ea typeface="Meiryo UI"/>
                        </a:rPr>
                        <a:t>)</a:t>
                      </a:r>
                    </a:p>
                    <a:p>
                      <a:pPr algn="l"/>
                      <a:r>
                        <a:rPr kumimoji="1" lang="en-US" altLang="ja-JP" sz="900" b="0">
                          <a:solidFill>
                            <a:schemeClr val="tx1"/>
                          </a:solidFill>
                          <a:latin typeface="Meiryo UI"/>
                          <a:ea typeface="Meiryo UI"/>
                        </a:rPr>
                        <a:t>Hex</a:t>
                      </a:r>
                      <a:r>
                        <a:rPr kumimoji="1" lang="ja-JP" altLang="en-US" sz="900" b="0">
                          <a:solidFill>
                            <a:schemeClr val="tx1"/>
                          </a:solidFill>
                          <a:latin typeface="Meiryo UI"/>
                          <a:ea typeface="Meiryo UI"/>
                        </a:rPr>
                        <a:t>　</a:t>
                      </a:r>
                      <a:r>
                        <a:rPr kumimoji="1" lang="en-US" altLang="ja-JP" sz="900" b="0">
                          <a:solidFill>
                            <a:schemeClr val="tx1"/>
                          </a:solidFill>
                          <a:latin typeface="Meiryo UI"/>
                          <a:ea typeface="Meiryo UI"/>
                        </a:rPr>
                        <a:t>Release</a:t>
                      </a:r>
                    </a:p>
                    <a:p>
                      <a:pPr marL="0" marR="0" indent="0" algn="l" rtl="0" eaLnBrk="1" fontAlgn="auto" latinLnBrk="0" hangingPunct="1">
                        <a:lnSpc>
                          <a:spcPct val="100000"/>
                        </a:lnSpc>
                        <a:spcBef>
                          <a:spcPts val="0"/>
                        </a:spcBef>
                        <a:spcAft>
                          <a:spcPts val="0"/>
                        </a:spcAft>
                        <a:buClrTx/>
                        <a:buSzTx/>
                        <a:buFontTx/>
                        <a:buNone/>
                      </a:pPr>
                      <a:r>
                        <a:rPr kumimoji="1" lang="ja-JP" altLang="en-US" sz="900" b="0">
                          <a:solidFill>
                            <a:schemeClr val="tx1"/>
                          </a:solidFill>
                          <a:latin typeface="Meiryo UI"/>
                          <a:ea typeface="Meiryo UI"/>
                        </a:rPr>
                        <a:t>（</a:t>
                      </a:r>
                      <a:r>
                        <a:rPr kumimoji="1" lang="en-US" altLang="ja-JP" sz="900" b="0">
                          <a:solidFill>
                            <a:schemeClr val="tx1"/>
                          </a:solidFill>
                          <a:latin typeface="Meiryo UI"/>
                          <a:ea typeface="Meiryo UI"/>
                        </a:rPr>
                        <a:t>with</a:t>
                      </a:r>
                      <a:r>
                        <a:rPr kumimoji="1" lang="ja-JP" altLang="en-US" sz="900" b="0">
                          <a:solidFill>
                            <a:schemeClr val="tx1"/>
                          </a:solidFill>
                          <a:latin typeface="Meiryo UI"/>
                          <a:ea typeface="Meiryo UI"/>
                        </a:rPr>
                        <a:t>　</a:t>
                      </a:r>
                      <a:r>
                        <a:rPr kumimoji="1" lang="en-US" altLang="ja-JP" sz="900" b="0">
                          <a:solidFill>
                            <a:schemeClr val="tx1"/>
                          </a:solidFill>
                          <a:latin typeface="Meiryo UI"/>
                          <a:ea typeface="Meiryo UI"/>
                        </a:rPr>
                        <a:t>Calib)</a:t>
                      </a:r>
                      <a:r>
                        <a:rPr lang="ja-JP" altLang="en-US" sz="900" b="0">
                          <a:solidFill>
                            <a:schemeClr val="tx1"/>
                          </a:solidFill>
                          <a:latin typeface="Meiryo UI"/>
                          <a:ea typeface="Meiryo UI"/>
                        </a:rPr>
                        <a:t> </a:t>
                      </a:r>
                      <a:endParaRPr kumimoji="1" lang="ja-JP" altLang="en-US" sz="900" b="0">
                        <a:solidFill>
                          <a:schemeClr val="tx1"/>
                        </a:solidFill>
                        <a:latin typeface="Meiryo UI"/>
                        <a:ea typeface="Meiryo UI"/>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kumimoji="1" lang="en-US" altLang="ja-JP" sz="900" b="0">
                          <a:solidFill>
                            <a:schemeClr val="tx1"/>
                          </a:solidFill>
                          <a:latin typeface="Meiryo UI"/>
                          <a:ea typeface="Meiryo UI"/>
                        </a:rPr>
                        <a:t>BASE</a:t>
                      </a:r>
                      <a:r>
                        <a:rPr kumimoji="1" lang="ja-JP" altLang="en-US" sz="900" b="0">
                          <a:solidFill>
                            <a:schemeClr val="tx1"/>
                          </a:solidFill>
                          <a:latin typeface="Meiryo UI"/>
                          <a:ea typeface="Meiryo UI"/>
                        </a:rPr>
                        <a:t> </a:t>
                      </a:r>
                      <a:r>
                        <a:rPr kumimoji="1" lang="en-US" altLang="ja-JP" sz="900" b="0">
                          <a:solidFill>
                            <a:schemeClr val="tx1"/>
                          </a:solidFill>
                          <a:latin typeface="Meiryo UI"/>
                          <a:ea typeface="Meiryo UI"/>
                        </a:rPr>
                        <a:t>HEX</a:t>
                      </a:r>
                      <a:r>
                        <a:rPr kumimoji="1" lang="ja-JP" altLang="en-US" sz="900" b="0">
                          <a:solidFill>
                            <a:schemeClr val="tx1"/>
                          </a:solidFill>
                          <a:latin typeface="Meiryo UI"/>
                          <a:ea typeface="Meiryo UI"/>
                        </a:rPr>
                        <a:t>整合</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kumimoji="1" lang="en-US" altLang="ja-JP" sz="900" b="0">
                          <a:solidFill>
                            <a:schemeClr val="tx1"/>
                          </a:solidFill>
                          <a:latin typeface="Meiryo UI"/>
                          <a:ea typeface="Meiryo UI"/>
                        </a:rPr>
                        <a:t>ENG</a:t>
                      </a:r>
                      <a:r>
                        <a:rPr kumimoji="1" lang="ja-JP" altLang="en-US" sz="900" b="0">
                          <a:solidFill>
                            <a:schemeClr val="tx1"/>
                          </a:solidFill>
                          <a:latin typeface="Meiryo UI"/>
                          <a:ea typeface="Meiryo UI"/>
                        </a:rPr>
                        <a:t>が壊れず</a:t>
                      </a:r>
                      <a:endParaRPr kumimoji="1" lang="en-US" altLang="ja-JP" sz="900" b="0">
                        <a:solidFill>
                          <a:schemeClr val="tx1"/>
                        </a:solidFill>
                        <a:latin typeface="Meiryo UI"/>
                        <a:ea typeface="Meiryo UI"/>
                      </a:endParaRPr>
                    </a:p>
                    <a:p>
                      <a:pPr algn="l"/>
                      <a:r>
                        <a:rPr kumimoji="1" lang="ja-JP" altLang="en-US" sz="900" b="0">
                          <a:solidFill>
                            <a:schemeClr val="tx1"/>
                          </a:solidFill>
                          <a:latin typeface="Meiryo UI" panose="020B0604030504040204" pitchFamily="50" charset="-128"/>
                          <a:ea typeface="Meiryo UI" panose="020B0604030504040204" pitchFamily="50" charset="-128"/>
                        </a:rPr>
                        <a:t>高速走行できる</a:t>
                      </a:r>
                      <a:endParaRPr kumimoji="1" lang="en-US" altLang="ja-JP" sz="900" b="0">
                        <a:solidFill>
                          <a:schemeClr val="tx1"/>
                        </a:solidFill>
                        <a:latin typeface="Meiryo UI" panose="020B0604030504040204" pitchFamily="50" charset="-128"/>
                        <a:ea typeface="Meiryo UI" panose="020B0604030504040204" pitchFamily="50" charset="-128"/>
                      </a:endParaRPr>
                    </a:p>
                    <a:p>
                      <a:pPr algn="l"/>
                      <a:r>
                        <a:rPr kumimoji="1" lang="ja-JP" altLang="en-US" sz="900" b="0">
                          <a:solidFill>
                            <a:schemeClr val="tx1"/>
                          </a:solidFill>
                          <a:latin typeface="Meiryo UI" panose="020B0604030504040204" pitchFamily="50" charset="-128"/>
                          <a:ea typeface="Meiryo UI" panose="020B0604030504040204" pitchFamily="50" charset="-128"/>
                        </a:rPr>
                        <a:t>常温暖気後のベンチ適合</a:t>
                      </a:r>
                      <a:endParaRPr kumimoji="1" lang="en-US" altLang="ja-JP" sz="900" b="0">
                        <a:solidFill>
                          <a:schemeClr val="tx1"/>
                        </a:solidFill>
                        <a:latin typeface="Meiryo UI" panose="020B0604030504040204" pitchFamily="50" charset="-128"/>
                        <a:ea typeface="Meiryo UI" panose="020B0604030504040204" pitchFamily="50" charset="-128"/>
                      </a:endParaRPr>
                    </a:p>
                    <a:p>
                      <a:pPr algn="l"/>
                      <a:r>
                        <a:rPr kumimoji="1" lang="ja-JP" altLang="en-US" sz="900" b="0">
                          <a:solidFill>
                            <a:schemeClr val="tx1"/>
                          </a:solidFill>
                          <a:latin typeface="Meiryo UI"/>
                          <a:ea typeface="Meiryo UI"/>
                        </a:rPr>
                        <a:t>常温暖気後の実車</a:t>
                      </a:r>
                      <a:r>
                        <a:rPr kumimoji="1" lang="en-US" altLang="ja-JP" sz="900" b="0">
                          <a:solidFill>
                            <a:schemeClr val="tx1"/>
                          </a:solidFill>
                          <a:latin typeface="Meiryo UI"/>
                          <a:ea typeface="Meiryo UI"/>
                        </a:rPr>
                        <a:t>DRB</a:t>
                      </a:r>
                    </a:p>
                    <a:p>
                      <a:pPr algn="l"/>
                      <a:endParaRPr kumimoji="1" lang="ja-JP" altLang="en-US" sz="900" b="0">
                        <a:solidFill>
                          <a:schemeClr val="tx1"/>
                        </a:solidFill>
                        <a:latin typeface="Meiryo UI" panose="020B0604030504040204" pitchFamily="50" charset="-128"/>
                        <a:ea typeface="Meiryo UI" panose="020B0604030504040204" pitchFamily="50" charset="-128"/>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kumimoji="1" lang="ja-JP" altLang="en-US" sz="900" b="0">
                          <a:solidFill>
                            <a:schemeClr val="tx1"/>
                          </a:solidFill>
                          <a:latin typeface="Meiryo UI"/>
                          <a:ea typeface="Meiryo UI"/>
                        </a:rPr>
                        <a:t>環境</a:t>
                      </a:r>
                      <a:r>
                        <a:rPr kumimoji="1" lang="en-US" altLang="ja-JP" sz="900" b="0">
                          <a:solidFill>
                            <a:schemeClr val="tx1"/>
                          </a:solidFill>
                          <a:latin typeface="Meiryo UI"/>
                          <a:ea typeface="Meiryo UI"/>
                        </a:rPr>
                        <a:t>(</a:t>
                      </a:r>
                      <a:r>
                        <a:rPr kumimoji="1" lang="ja-JP" altLang="en-US" sz="900" b="0">
                          <a:solidFill>
                            <a:schemeClr val="tx1"/>
                          </a:solidFill>
                          <a:latin typeface="Meiryo UI"/>
                          <a:ea typeface="Meiryo UI"/>
                        </a:rPr>
                        <a:t>高温・低温・高地</a:t>
                      </a:r>
                      <a:r>
                        <a:rPr kumimoji="1" lang="en-US" altLang="ja-JP" sz="900" b="0">
                          <a:solidFill>
                            <a:schemeClr val="tx1"/>
                          </a:solidFill>
                          <a:latin typeface="Meiryo UI"/>
                          <a:ea typeface="Meiryo UI"/>
                        </a:rPr>
                        <a:t>)</a:t>
                      </a:r>
                      <a:r>
                        <a:rPr kumimoji="1" lang="ja-JP" altLang="en-US" sz="900" b="0">
                          <a:solidFill>
                            <a:schemeClr val="tx1"/>
                          </a:solidFill>
                          <a:latin typeface="Meiryo UI"/>
                          <a:ea typeface="Meiryo UI"/>
                        </a:rPr>
                        <a:t>の実車</a:t>
                      </a:r>
                      <a:r>
                        <a:rPr kumimoji="1" lang="en-US" altLang="ja-JP" sz="900" b="0">
                          <a:solidFill>
                            <a:schemeClr val="tx1"/>
                          </a:solidFill>
                          <a:latin typeface="Meiryo UI"/>
                          <a:ea typeface="Meiryo UI"/>
                        </a:rPr>
                        <a:t>DRB</a:t>
                      </a:r>
                      <a:r>
                        <a:rPr kumimoji="1" lang="ja-JP" altLang="en-US" sz="900" b="0">
                          <a:solidFill>
                            <a:schemeClr val="tx1"/>
                          </a:solidFill>
                          <a:latin typeface="Meiryo UI"/>
                          <a:ea typeface="Meiryo UI"/>
                        </a:rPr>
                        <a:t>適合</a:t>
                      </a:r>
                      <a:endParaRPr kumimoji="1" lang="en-US" altLang="ja-JP" sz="900" b="0">
                        <a:solidFill>
                          <a:schemeClr val="tx1"/>
                        </a:solidFill>
                        <a:latin typeface="Meiryo UI"/>
                        <a:ea typeface="Meiryo UI"/>
                      </a:endParaRPr>
                    </a:p>
                    <a:p>
                      <a:pPr algn="l"/>
                      <a:r>
                        <a:rPr kumimoji="1" lang="ja-JP" altLang="en-US" sz="900" b="0">
                          <a:solidFill>
                            <a:schemeClr val="tx1"/>
                          </a:solidFill>
                          <a:latin typeface="Meiryo UI"/>
                          <a:ea typeface="Meiryo UI"/>
                        </a:rPr>
                        <a:t>中央</a:t>
                      </a:r>
                      <a:r>
                        <a:rPr kumimoji="1" lang="en-US" altLang="ja-JP" sz="900" b="0">
                          <a:solidFill>
                            <a:schemeClr val="tx1"/>
                          </a:solidFill>
                          <a:latin typeface="Meiryo UI"/>
                          <a:ea typeface="Meiryo UI"/>
                        </a:rPr>
                        <a:t>EM</a:t>
                      </a:r>
                    </a:p>
                    <a:p>
                      <a:pPr algn="l"/>
                      <a:r>
                        <a:rPr kumimoji="1" lang="ja-JP" altLang="en-US" sz="900" b="0">
                          <a:solidFill>
                            <a:schemeClr val="tx1"/>
                          </a:solidFill>
                          <a:latin typeface="Meiryo UI" panose="020B0604030504040204" pitchFamily="50" charset="-128"/>
                          <a:ea typeface="Meiryo UI" panose="020B0604030504040204" pitchFamily="50" charset="-128"/>
                        </a:rPr>
                        <a:t>全開性能、排気系保護</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kumimoji="1" lang="ja-JP" altLang="en-US" sz="900" b="0">
                          <a:solidFill>
                            <a:schemeClr val="tx1"/>
                          </a:solidFill>
                          <a:latin typeface="Meiryo UI" panose="020B0604030504040204" pitchFamily="50" charset="-128"/>
                          <a:ea typeface="Meiryo UI" panose="020B0604030504040204" pitchFamily="50" charset="-128"/>
                        </a:rPr>
                        <a:t>タフネス適合</a:t>
                      </a:r>
                      <a:endParaRPr kumimoji="1" lang="en-US" altLang="ja-JP" sz="900" b="0">
                        <a:solidFill>
                          <a:schemeClr val="tx1"/>
                        </a:solidFill>
                        <a:latin typeface="Meiryo UI" panose="020B0604030504040204" pitchFamily="50" charset="-128"/>
                        <a:ea typeface="Meiryo UI" panose="020B0604030504040204" pitchFamily="50" charset="-128"/>
                      </a:endParaRPr>
                    </a:p>
                    <a:p>
                      <a:pPr algn="l"/>
                      <a:r>
                        <a:rPr kumimoji="1" lang="ja-JP" altLang="en-US" sz="900" b="0">
                          <a:solidFill>
                            <a:schemeClr val="tx1"/>
                          </a:solidFill>
                          <a:latin typeface="Meiryo UI"/>
                          <a:ea typeface="Meiryo UI"/>
                        </a:rPr>
                        <a:t>全領域の</a:t>
                      </a:r>
                      <a:r>
                        <a:rPr kumimoji="1" lang="en-US" altLang="ja-JP" sz="900" b="0">
                          <a:solidFill>
                            <a:schemeClr val="tx1"/>
                          </a:solidFill>
                          <a:latin typeface="Meiryo UI"/>
                          <a:ea typeface="Meiryo UI"/>
                        </a:rPr>
                        <a:t>DRB</a:t>
                      </a:r>
                      <a:r>
                        <a:rPr kumimoji="1" lang="ja-JP" altLang="en-US" sz="900" b="0">
                          <a:solidFill>
                            <a:schemeClr val="tx1"/>
                          </a:solidFill>
                          <a:latin typeface="Meiryo UI"/>
                          <a:ea typeface="Meiryo UI"/>
                        </a:rPr>
                        <a:t>適合</a:t>
                      </a:r>
                      <a:endParaRPr kumimoji="1" lang="en-US" altLang="ja-JP" sz="900" b="0">
                        <a:solidFill>
                          <a:schemeClr val="tx1"/>
                        </a:solidFill>
                        <a:latin typeface="Meiryo UI"/>
                        <a:ea typeface="Meiryo UI"/>
                      </a:endParaRPr>
                    </a:p>
                    <a:p>
                      <a:pPr algn="l"/>
                      <a:r>
                        <a:rPr kumimoji="1" lang="ja-JP" altLang="en-US" sz="900" b="0">
                          <a:solidFill>
                            <a:schemeClr val="tx1"/>
                          </a:solidFill>
                          <a:latin typeface="Meiryo UI"/>
                          <a:ea typeface="Meiryo UI"/>
                        </a:rPr>
                        <a:t>車体</a:t>
                      </a:r>
                      <a:r>
                        <a:rPr kumimoji="1" lang="en-US" altLang="ja-JP" sz="900" b="0">
                          <a:solidFill>
                            <a:schemeClr val="tx1"/>
                          </a:solidFill>
                          <a:latin typeface="Meiryo UI"/>
                          <a:ea typeface="Meiryo UI"/>
                        </a:rPr>
                        <a:t>UNIT</a:t>
                      </a:r>
                      <a:r>
                        <a:rPr kumimoji="1" lang="ja-JP" altLang="en-US" sz="900" b="0">
                          <a:solidFill>
                            <a:schemeClr val="tx1"/>
                          </a:solidFill>
                          <a:latin typeface="Meiryo UI"/>
                          <a:ea typeface="Meiryo UI"/>
                        </a:rPr>
                        <a:t>連携確認</a:t>
                      </a:r>
                      <a:endParaRPr kumimoji="1" lang="en-US" altLang="ja-JP" sz="900" b="0">
                        <a:solidFill>
                          <a:schemeClr val="tx1"/>
                        </a:solidFill>
                        <a:latin typeface="Meiryo UI"/>
                        <a:ea typeface="Meiryo UI"/>
                      </a:endParaRPr>
                    </a:p>
                    <a:p>
                      <a:pPr algn="l"/>
                      <a:r>
                        <a:rPr kumimoji="1" lang="ja-JP" altLang="en-US" sz="900" b="0">
                          <a:solidFill>
                            <a:schemeClr val="tx1"/>
                          </a:solidFill>
                          <a:latin typeface="Meiryo UI"/>
                          <a:ea typeface="Meiryo UI"/>
                        </a:rPr>
                        <a:t>タフネス</a:t>
                      </a:r>
                      <a:r>
                        <a:rPr kumimoji="1" lang="en-US" altLang="ja-JP" sz="900" b="0">
                          <a:solidFill>
                            <a:schemeClr val="tx1"/>
                          </a:solidFill>
                          <a:latin typeface="Meiryo UI"/>
                          <a:ea typeface="Meiryo UI"/>
                        </a:rPr>
                        <a:t>EM</a:t>
                      </a:r>
                    </a:p>
                    <a:p>
                      <a:pPr algn="l"/>
                      <a:r>
                        <a:rPr kumimoji="1" lang="en-US" altLang="ja-JP" sz="900" b="0">
                          <a:solidFill>
                            <a:schemeClr val="tx1"/>
                          </a:solidFill>
                          <a:latin typeface="Meiryo UI"/>
                          <a:ea typeface="Meiryo UI"/>
                        </a:rPr>
                        <a:t>OBD</a:t>
                      </a:r>
                      <a:r>
                        <a:rPr kumimoji="1" lang="ja-JP" altLang="en-US" sz="900" b="0">
                          <a:solidFill>
                            <a:schemeClr val="tx1"/>
                          </a:solidFill>
                          <a:latin typeface="Meiryo UI"/>
                          <a:ea typeface="Meiryo UI"/>
                        </a:rPr>
                        <a:t>検知性</a:t>
                      </a:r>
                      <a:endParaRPr kumimoji="1" lang="en-US" altLang="ja-JP" sz="900" b="0">
                        <a:solidFill>
                          <a:schemeClr val="tx1"/>
                        </a:solidFill>
                        <a:latin typeface="Meiryo UI"/>
                        <a:ea typeface="Meiryo UI"/>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kumimoji="1" lang="ja-JP" altLang="en-US" sz="900" b="0">
                          <a:solidFill>
                            <a:schemeClr val="tx1"/>
                          </a:solidFill>
                          <a:latin typeface="Meiryo UI"/>
                          <a:ea typeface="Meiryo UI"/>
                        </a:rPr>
                        <a:t>完検</a:t>
                      </a:r>
                      <a:r>
                        <a:rPr kumimoji="1" lang="en-US" altLang="ja-JP" sz="900" b="0">
                          <a:solidFill>
                            <a:schemeClr val="tx1"/>
                          </a:solidFill>
                          <a:latin typeface="Meiryo UI"/>
                          <a:ea typeface="Meiryo UI"/>
                        </a:rPr>
                        <a:t>LET</a:t>
                      </a:r>
                    </a:p>
                    <a:p>
                      <a:pPr algn="l"/>
                      <a:r>
                        <a:rPr kumimoji="1" lang="en-US" altLang="ja-JP" sz="900" b="0">
                          <a:solidFill>
                            <a:schemeClr val="tx1"/>
                          </a:solidFill>
                          <a:latin typeface="Meiryo UI"/>
                          <a:ea typeface="Meiryo UI"/>
                        </a:rPr>
                        <a:t>OBD</a:t>
                      </a:r>
                      <a:r>
                        <a:rPr kumimoji="1" lang="ja-JP" altLang="en-US" sz="900" b="0">
                          <a:solidFill>
                            <a:schemeClr val="tx1"/>
                          </a:solidFill>
                          <a:latin typeface="Meiryo UI"/>
                          <a:ea typeface="Meiryo UI"/>
                        </a:rPr>
                        <a:t>デモテスト、</a:t>
                      </a:r>
                      <a:r>
                        <a:rPr kumimoji="1" lang="en-US" altLang="ja-JP" sz="900" b="0">
                          <a:solidFill>
                            <a:schemeClr val="tx1"/>
                          </a:solidFill>
                          <a:latin typeface="Meiryo UI"/>
                          <a:ea typeface="Meiryo UI"/>
                        </a:rPr>
                        <a:t>IUMPR</a:t>
                      </a:r>
                      <a:endParaRPr kumimoji="1" lang="ja-JP" altLang="en-US" sz="900" b="0">
                        <a:solidFill>
                          <a:schemeClr val="tx1"/>
                        </a:solidFill>
                        <a:latin typeface="Meiryo UI"/>
                        <a:ea typeface="Meiryo UI"/>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vl="0" algn="l">
                        <a:lnSpc>
                          <a:spcPct val="100000"/>
                        </a:lnSpc>
                        <a:spcBef>
                          <a:spcPts val="0"/>
                        </a:spcBef>
                        <a:spcAft>
                          <a:spcPts val="0"/>
                        </a:spcAft>
                        <a:buNone/>
                      </a:pPr>
                      <a:r>
                        <a:rPr lang="ja-JP" sz="900" b="0" i="0" u="none" strike="noStrike" noProof="0">
                          <a:solidFill>
                            <a:schemeClr val="tx1"/>
                          </a:solidFill>
                          <a:latin typeface="Meiryo UI"/>
                          <a:ea typeface="Meiryo UI"/>
                        </a:rPr>
                        <a:t>MP1用</a:t>
                      </a:r>
                      <a:r>
                        <a:rPr kumimoji="1" lang="ja-JP" sz="900" b="0" i="0" u="none" strike="noStrike" noProof="0">
                          <a:solidFill>
                            <a:schemeClr val="tx1"/>
                          </a:solidFill>
                          <a:latin typeface="Meiryo UI"/>
                          <a:ea typeface="Meiryo UI"/>
                        </a:rPr>
                        <a:t>ｴｷｽﾊﾟｰﾄ検証</a:t>
                      </a:r>
                      <a:r>
                        <a:rPr lang="ja-JP" sz="900" b="0" i="0" u="none" strike="noStrike" noProof="0">
                          <a:solidFill>
                            <a:schemeClr val="tx1"/>
                          </a:solidFill>
                          <a:latin typeface="Meiryo UI"/>
                          <a:ea typeface="Meiryo UI"/>
                        </a:rPr>
                        <a:t>が完了し、</a:t>
                      </a:r>
                      <a:endParaRPr kumimoji="1" lang="ja-JP" altLang="en-US">
                        <a:solidFill>
                          <a:schemeClr val="tx1"/>
                        </a:solidFill>
                      </a:endParaRPr>
                    </a:p>
                    <a:p>
                      <a:pPr lvl="0" algn="l">
                        <a:lnSpc>
                          <a:spcPct val="100000"/>
                        </a:lnSpc>
                        <a:spcBef>
                          <a:spcPts val="0"/>
                        </a:spcBef>
                        <a:spcAft>
                          <a:spcPts val="0"/>
                        </a:spcAft>
                        <a:buNone/>
                      </a:pPr>
                      <a:r>
                        <a:rPr kumimoji="1" lang="ja-JP" sz="900" b="0" i="0" u="none" strike="noStrike" noProof="0">
                          <a:solidFill>
                            <a:schemeClr val="tx1"/>
                          </a:solidFill>
                          <a:latin typeface="Meiryo UI"/>
                          <a:ea typeface="Meiryo UI"/>
                        </a:rPr>
                        <a:t>最終適合ﾃﾞｰﾀ</a:t>
                      </a:r>
                      <a:r>
                        <a:rPr lang="en-US" altLang="ja-JP" sz="900" b="0" i="0" u="none" strike="noStrike" noProof="0">
                          <a:solidFill>
                            <a:schemeClr val="tx1"/>
                          </a:solidFill>
                          <a:latin typeface="Meiryo UI"/>
                          <a:ea typeface="Meiryo UI"/>
                        </a:rPr>
                        <a:t>FIX</a:t>
                      </a:r>
                      <a:r>
                        <a:rPr lang="ja-JP" altLang="en-US" sz="900" b="0" i="0" u="none" strike="noStrike" noProof="0">
                          <a:solidFill>
                            <a:schemeClr val="tx1"/>
                          </a:solidFill>
                          <a:latin typeface="Meiryo UI"/>
                          <a:ea typeface="Meiryo UI"/>
                        </a:rPr>
                        <a:t>。</a:t>
                      </a:r>
                      <a:endParaRPr kumimoji="1" lang="en-US">
                        <a:solidFill>
                          <a:schemeClr val="tx1"/>
                        </a:solidFill>
                      </a:endParaRPr>
                    </a:p>
                    <a:p>
                      <a:pPr lvl="0" algn="l">
                        <a:lnSpc>
                          <a:spcPct val="100000"/>
                        </a:lnSpc>
                        <a:spcBef>
                          <a:spcPts val="0"/>
                        </a:spcBef>
                        <a:spcAft>
                          <a:spcPts val="0"/>
                        </a:spcAft>
                        <a:buNone/>
                      </a:pPr>
                      <a:r>
                        <a:rPr kumimoji="1" lang="ja-JP" sz="900" b="0" i="0" u="none" strike="noStrike" noProof="0">
                          <a:solidFill>
                            <a:schemeClr val="tx1"/>
                          </a:solidFill>
                          <a:latin typeface="Meiryo UI"/>
                          <a:ea typeface="Meiryo UI"/>
                        </a:rPr>
                        <a:t>認</a:t>
                      </a:r>
                      <a:r>
                        <a:rPr lang="ja-JP" sz="900" b="0" i="0" u="none" strike="noStrike" noProof="0">
                          <a:solidFill>
                            <a:schemeClr val="tx1"/>
                          </a:solidFill>
                          <a:latin typeface="Meiryo UI"/>
                          <a:ea typeface="Meiryo UI"/>
                        </a:rPr>
                        <a:t>定、商検検証へ量産HEXとして提供可能な事。</a:t>
                      </a:r>
                      <a:endParaRPr kumimoji="1" lang="en-US">
                        <a:solidFill>
                          <a:schemeClr val="tx1"/>
                        </a:solidFill>
                      </a:endParaRPr>
                    </a:p>
                    <a:p>
                      <a:pPr lvl="0" algn="l">
                        <a:lnSpc>
                          <a:spcPct val="100000"/>
                        </a:lnSpc>
                        <a:spcBef>
                          <a:spcPts val="0"/>
                        </a:spcBef>
                        <a:spcAft>
                          <a:spcPts val="0"/>
                        </a:spcAft>
                        <a:buNone/>
                      </a:pPr>
                      <a:r>
                        <a:rPr kumimoji="1" lang="ja-JP" sz="900" b="0" i="0" u="none" strike="noStrike" noProof="0">
                          <a:solidFill>
                            <a:schemeClr val="tx1"/>
                          </a:solidFill>
                          <a:latin typeface="Meiryo UI"/>
                          <a:ea typeface="Meiryo UI"/>
                        </a:rPr>
                        <a:t>トルクモニター</a:t>
                      </a:r>
                      <a:endParaRPr lang="ja-JP" i="0" u="none" strike="noStrike" noProof="0">
                        <a:solidFill>
                          <a:schemeClr val="tx1"/>
                        </a:solidFill>
                        <a:latin typeface="Meiryo UI"/>
                        <a:ea typeface="Meiryo UI"/>
                      </a:endParaRPr>
                    </a:p>
                    <a:p>
                      <a:pPr lvl="0" algn="l">
                        <a:buNone/>
                      </a:pPr>
                      <a:endParaRPr kumimoji="1" lang="ja-JP" altLang="en-US" sz="900" b="0">
                        <a:solidFill>
                          <a:schemeClr val="tx1"/>
                        </a:solidFill>
                        <a:latin typeface="Meiryo UI"/>
                        <a:ea typeface="Meiryo UI"/>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vl="0" algn="l">
                        <a:buNone/>
                      </a:pPr>
                      <a:r>
                        <a:rPr lang="en-US" sz="900" b="0" i="0" u="none" strike="noStrike" noProof="0">
                          <a:solidFill>
                            <a:schemeClr val="tx1"/>
                          </a:solidFill>
                          <a:latin typeface="Meiryo UI"/>
                        </a:rPr>
                        <a:t>NA</a:t>
                      </a:r>
                      <a:endParaRPr kumimoji="1" lang="ja-JP">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900" b="0" dirty="0">
                          <a:solidFill>
                            <a:schemeClr val="tx1"/>
                          </a:solidFill>
                          <a:latin typeface="Meiryo UI"/>
                          <a:ea typeface="Meiryo UI"/>
                        </a:rPr>
                        <a:t>NA</a:t>
                      </a:r>
                      <a:endParaRPr kumimoji="1" lang="ja-JP" altLang="en-US" sz="900" b="0" dirty="0">
                        <a:solidFill>
                          <a:schemeClr val="tx1"/>
                        </a:solidFill>
                        <a:latin typeface="Meiryo UI"/>
                        <a:ea typeface="Meiryo UI"/>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825807535"/>
                  </a:ext>
                </a:extLst>
              </a:tr>
            </a:tbl>
          </a:graphicData>
        </a:graphic>
      </p:graphicFrame>
    </p:spTree>
    <p:extLst>
      <p:ext uri="{BB962C8B-B14F-4D97-AF65-F5344CB8AC3E}">
        <p14:creationId xmlns:p14="http://schemas.microsoft.com/office/powerpoint/2010/main" val="407385165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p:cNvSpPr txBox="1"/>
          <p:nvPr/>
        </p:nvSpPr>
        <p:spPr>
          <a:xfrm>
            <a:off x="431067" y="807417"/>
            <a:ext cx="8399419" cy="2677656"/>
          </a:xfrm>
          <a:prstGeom prst="rect">
            <a:avLst/>
          </a:prstGeom>
          <a:noFill/>
        </p:spPr>
        <p:txBody>
          <a:bodyPr wrap="square" rtlCol="0">
            <a:spAutoFit/>
          </a:bodyPr>
          <a:lstStyle/>
          <a:p>
            <a:pPr algn="l">
              <a:spcBef>
                <a:spcPts val="0"/>
              </a:spcBef>
            </a:pPr>
            <a:r>
              <a:rPr kumimoji="1" lang="en-US" altLang="ja-JP" sz="1400" b="1" dirty="0">
                <a:latin typeface="Meiryo UI" panose="020B0604030504040204" pitchFamily="50" charset="-128"/>
                <a:ea typeface="Meiryo UI" panose="020B0604030504040204" pitchFamily="50" charset="-128"/>
              </a:rPr>
              <a:t>SW V2 </a:t>
            </a:r>
            <a:r>
              <a:rPr kumimoji="1" lang="en-US" altLang="ja-JP" sz="1400" dirty="0">
                <a:latin typeface="Meiryo UI" panose="020B0604030504040204" pitchFamily="50" charset="-128"/>
                <a:ea typeface="Meiryo UI" panose="020B0604030504040204" pitchFamily="50" charset="-128"/>
              </a:rPr>
              <a:t>or later is </a:t>
            </a:r>
            <a:r>
              <a:rPr lang="en-US" altLang="ja-JP" sz="1400" dirty="0">
                <a:latin typeface="Meiryo UI" panose="020B0604030504040204" pitchFamily="50" charset="-128"/>
                <a:ea typeface="Meiryo UI" panose="020B0604030504040204" pitchFamily="50" charset="-128"/>
              </a:rPr>
              <a:t>NOT </a:t>
            </a:r>
            <a:r>
              <a:rPr kumimoji="1" lang="en-US" altLang="ja-JP" sz="1400" dirty="0">
                <a:latin typeface="Meiryo UI" panose="020B0604030504040204" pitchFamily="50" charset="-128"/>
                <a:ea typeface="Meiryo UI" panose="020B0604030504040204" pitchFamily="50" charset="-128"/>
              </a:rPr>
              <a:t>allowed, basically</a:t>
            </a:r>
            <a:r>
              <a:rPr lang="en-US" altLang="ja-JP" sz="1400" dirty="0">
                <a:latin typeface="Meiryo UI" panose="020B0604030504040204" pitchFamily="50" charset="-128"/>
                <a:ea typeface="Meiryo UI" panose="020B0604030504040204" pitchFamily="50" charset="-128"/>
              </a:rPr>
              <a:t>.</a:t>
            </a:r>
          </a:p>
          <a:p>
            <a:pPr algn="l">
              <a:spcBef>
                <a:spcPts val="0"/>
              </a:spcBef>
            </a:pPr>
            <a:r>
              <a:rPr lang="en-US" altLang="ja-JP" sz="1400" dirty="0">
                <a:latin typeface="Meiryo UI" panose="020B0604030504040204" pitchFamily="50" charset="-128"/>
                <a:ea typeface="Meiryo UI" panose="020B0604030504040204" pitchFamily="50" charset="-128"/>
              </a:rPr>
              <a:t>In case of</a:t>
            </a:r>
            <a:r>
              <a:rPr lang="ja-JP" altLang="en-US" sz="1400" dirty="0">
                <a:latin typeface="Meiryo UI" panose="020B0604030504040204" pitchFamily="50" charset="-128"/>
                <a:ea typeface="Meiryo UI" panose="020B0604030504040204" pitchFamily="50" charset="-128"/>
              </a:rPr>
              <a:t>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dirty="0">
                <a:latin typeface="Meiryo UI" panose="020B0604030504040204" pitchFamily="50" charset="-128"/>
                <a:ea typeface="Meiryo UI" panose="020B0604030504040204" pitchFamily="50" charset="-128"/>
              </a:rPr>
              <a:t> needs to release new PVER after V2,</a:t>
            </a:r>
            <a:r>
              <a:rPr lang="ja-JP" altLang="en-US" sz="1400" dirty="0">
                <a:latin typeface="Meiryo UI" panose="020B0604030504040204" pitchFamily="50" charset="-128"/>
                <a:ea typeface="Meiryo UI" panose="020B0604030504040204" pitchFamily="50" charset="-128"/>
              </a:rPr>
              <a:t>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dirty="0">
                <a:latin typeface="Meiryo UI" panose="020B0604030504040204" pitchFamily="50" charset="-128"/>
                <a:ea typeface="Meiryo UI" panose="020B0604030504040204" pitchFamily="50" charset="-128"/>
              </a:rPr>
              <a:t> must get agreement of Honda before PVER activity.</a:t>
            </a:r>
          </a:p>
          <a:p>
            <a:pPr algn="l">
              <a:spcBef>
                <a:spcPts val="0"/>
              </a:spcBef>
            </a:pP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dirty="0">
                <a:latin typeface="Meiryo UI" panose="020B0604030504040204" pitchFamily="50" charset="-128"/>
                <a:ea typeface="Meiryo UI" panose="020B0604030504040204" pitchFamily="50" charset="-128"/>
              </a:rPr>
              <a:t> is required to explain clear necessity.</a:t>
            </a:r>
          </a:p>
          <a:p>
            <a:pPr algn="l">
              <a:spcBef>
                <a:spcPts val="0"/>
              </a:spcBef>
            </a:pPr>
            <a:endParaRPr lang="en-US" altLang="ja-JP" sz="1400" dirty="0">
              <a:latin typeface="Meiryo UI" panose="020B0604030504040204" pitchFamily="50" charset="-128"/>
              <a:ea typeface="Meiryo UI" panose="020B0604030504040204" pitchFamily="50" charset="-128"/>
            </a:endParaRPr>
          </a:p>
          <a:p>
            <a:pPr algn="l">
              <a:spcBef>
                <a:spcPts val="0"/>
              </a:spcBef>
            </a:pPr>
            <a:r>
              <a:rPr lang="en-US" altLang="ja-JP" sz="1400" b="1" dirty="0">
                <a:latin typeface="Meiryo UI" panose="020B0604030504040204" pitchFamily="50" charset="-128"/>
                <a:ea typeface="Meiryo UI" panose="020B0604030504040204" pitchFamily="50" charset="-128"/>
              </a:rPr>
              <a:t>MP1 is final release</a:t>
            </a:r>
            <a:r>
              <a:rPr lang="en-US" altLang="ja-JP" sz="1400" b="1" dirty="0">
                <a:solidFill>
                  <a:srgbClr val="00B050"/>
                </a:solidFill>
                <a:latin typeface="Meiryo UI" panose="020B0604030504040204" pitchFamily="50" charset="-128"/>
                <a:ea typeface="Meiryo UI" panose="020B0604030504040204" pitchFamily="50" charset="-128"/>
              </a:rPr>
              <a:t> </a:t>
            </a:r>
            <a:r>
              <a:rPr lang="en-US" altLang="ja-JP" sz="1400" dirty="0">
                <a:latin typeface="Meiryo UI" panose="020B0604030504040204" pitchFamily="50" charset="-128"/>
                <a:ea typeface="Meiryo UI" panose="020B0604030504040204" pitchFamily="50" charset="-128"/>
              </a:rPr>
              <a:t>and data changes is basically not allowed.</a:t>
            </a:r>
          </a:p>
          <a:p>
            <a:pPr algn="l">
              <a:spcBef>
                <a:spcPts val="0"/>
              </a:spcBef>
            </a:pPr>
            <a:r>
              <a:rPr lang="en-US" altLang="ja-JP" sz="1400" dirty="0">
                <a:latin typeface="Meiryo UI" panose="020B0604030504040204" pitchFamily="50" charset="-128"/>
                <a:ea typeface="Meiryo UI" panose="020B0604030504040204" pitchFamily="50" charset="-128"/>
              </a:rPr>
              <a:t>In case of</a:t>
            </a:r>
            <a:r>
              <a:rPr lang="ja-JP" altLang="en-US" sz="1400" dirty="0">
                <a:latin typeface="Meiryo UI" panose="020B0604030504040204" pitchFamily="50" charset="-128"/>
                <a:ea typeface="Meiryo UI" panose="020B0604030504040204" pitchFamily="50" charset="-128"/>
              </a:rPr>
              <a:t>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dirty="0">
                <a:latin typeface="Meiryo UI" panose="020B0604030504040204" pitchFamily="50" charset="-128"/>
                <a:ea typeface="Meiryo UI" panose="020B0604030504040204" pitchFamily="50" charset="-128"/>
              </a:rPr>
              <a:t> needs to release new dataset after V2,</a:t>
            </a:r>
            <a:r>
              <a:rPr lang="ja-JP" altLang="en-US" sz="1400" dirty="0">
                <a:latin typeface="Meiryo UI" panose="020B0604030504040204" pitchFamily="50" charset="-128"/>
                <a:ea typeface="Meiryo UI" panose="020B0604030504040204" pitchFamily="50" charset="-128"/>
              </a:rPr>
              <a:t>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dirty="0">
                <a:latin typeface="Meiryo UI" panose="020B0604030504040204" pitchFamily="50" charset="-128"/>
                <a:ea typeface="Meiryo UI" panose="020B0604030504040204" pitchFamily="50" charset="-128"/>
              </a:rPr>
              <a:t> must get agreement of Honda before calibration activity.</a:t>
            </a:r>
          </a:p>
          <a:p>
            <a:pPr algn="l">
              <a:spcBef>
                <a:spcPts val="0"/>
              </a:spcBef>
            </a:pP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rPr>
              <a:t>is required to explain clear necessity.</a:t>
            </a:r>
          </a:p>
          <a:p>
            <a:pPr algn="l">
              <a:spcBef>
                <a:spcPts val="0"/>
              </a:spcBef>
            </a:pPr>
            <a:endParaRPr lang="en-US" altLang="ja-JP" sz="1400" dirty="0">
              <a:latin typeface="Meiryo UI" panose="020B0604030504040204" pitchFamily="50" charset="-128"/>
              <a:ea typeface="Meiryo UI" panose="020B0604030504040204" pitchFamily="50" charset="-128"/>
            </a:endParaRPr>
          </a:p>
          <a:p>
            <a:pPr algn="l">
              <a:spcBef>
                <a:spcPts val="0"/>
              </a:spcBef>
            </a:pPr>
            <a:r>
              <a:rPr lang="en-US" altLang="ja-JP" sz="1400" dirty="0">
                <a:latin typeface="Meiryo UI" panose="020B0604030504040204" pitchFamily="50" charset="-128"/>
                <a:ea typeface="Meiryo UI" panose="020B0604030504040204" pitchFamily="50" charset="-128"/>
                <a:cs typeface="Arial" pitchFamily="34" charset="0"/>
              </a:rPr>
              <a:t>If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solidFill>
                  <a:srgbClr val="0000FF"/>
                </a:solidFill>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changes calibration data after V3 and HONDA verifies about the content, </a:t>
            </a:r>
          </a:p>
          <a:p>
            <a:pPr algn="l">
              <a:spcBef>
                <a:spcPts val="0"/>
              </a:spcBef>
            </a:pPr>
            <a:r>
              <a:rPr lang="en-US" altLang="ja-JP" sz="1400" dirty="0">
                <a:latin typeface="Meiryo UI" panose="020B0604030504040204" pitchFamily="50" charset="-128"/>
                <a:ea typeface="Meiryo UI" panose="020B0604030504040204" pitchFamily="50" charset="-128"/>
                <a:cs typeface="Arial" pitchFamily="34" charset="0"/>
              </a:rPr>
              <a:t>HONDA will carry out cost charge of the actual man-power applied to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dirty="0">
                <a:latin typeface="Meiryo UI" panose="020B0604030504040204" pitchFamily="50" charset="-128"/>
                <a:ea typeface="Meiryo UI" panose="020B0604030504040204" pitchFamily="50" charset="-128"/>
                <a:cs typeface="Arial" pitchFamily="34" charset="0"/>
              </a:rPr>
              <a:t>. </a:t>
            </a:r>
            <a:endParaRPr lang="en-US" altLang="ja-JP" sz="1400" dirty="0">
              <a:latin typeface="Meiryo UI" panose="020B0604030504040204" pitchFamily="50" charset="-128"/>
              <a:ea typeface="Meiryo UI" panose="020B0604030504040204" pitchFamily="50" charset="-128"/>
            </a:endParaRPr>
          </a:p>
        </p:txBody>
      </p:sp>
      <p:sp>
        <p:nvSpPr>
          <p:cNvPr id="9" name="Text Box 2"/>
          <p:cNvSpPr txBox="1">
            <a:spLocks noChangeArrowheads="1"/>
          </p:cNvSpPr>
          <p:nvPr/>
        </p:nvSpPr>
        <p:spPr bwMode="auto">
          <a:xfrm>
            <a:off x="250829" y="44451"/>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2000">
                <a:solidFill>
                  <a:srgbClr val="FFFFFF"/>
                </a:solidFill>
                <a:latin typeface="Meiryo UI" panose="020B0604030504040204" pitchFamily="50" charset="-128"/>
                <a:ea typeface="Meiryo UI" panose="020B0604030504040204" pitchFamily="50" charset="-128"/>
                <a:cs typeface="Arial" pitchFamily="34" charset="0"/>
              </a:rPr>
              <a:t>16. EMS Requirement and CR (16/21)</a:t>
            </a:r>
            <a:endParaRPr lang="en-US" altLang="ja-JP" sz="1100">
              <a:solidFill>
                <a:srgbClr val="FFFFFF"/>
              </a:solidFill>
              <a:latin typeface="HGPｺﾞｼｯｸE" pitchFamily="50" charset="-128"/>
              <a:ea typeface="HGPｺﾞｼｯｸE" pitchFamily="50" charset="-128"/>
              <a:cs typeface="Arial" pitchFamily="34" charset="0"/>
            </a:endParaRPr>
          </a:p>
        </p:txBody>
      </p:sp>
      <p:sp>
        <p:nvSpPr>
          <p:cNvPr id="6" name="テキスト ボックス 5"/>
          <p:cNvSpPr txBox="1"/>
          <p:nvPr/>
        </p:nvSpPr>
        <p:spPr>
          <a:xfrm>
            <a:off x="431067" y="3704623"/>
            <a:ext cx="8399419" cy="2339102"/>
          </a:xfrm>
          <a:prstGeom prst="rect">
            <a:avLst/>
          </a:prstGeom>
          <a:noFill/>
        </p:spPr>
        <p:txBody>
          <a:bodyPr wrap="square" rtlCol="0">
            <a:spAutoFit/>
          </a:bodyPr>
          <a:lstStyle/>
          <a:p>
            <a:pPr algn="l">
              <a:spcBef>
                <a:spcPts val="300"/>
              </a:spcBef>
            </a:pPr>
            <a:r>
              <a:rPr kumimoji="1" lang="ja-JP" altLang="en-US" sz="1400" dirty="0">
                <a:latin typeface="Meiryo UI" panose="020B0604030504040204" pitchFamily="50" charset="-128"/>
                <a:ea typeface="Meiryo UI" panose="020B0604030504040204" pitchFamily="50" charset="-128"/>
              </a:rPr>
              <a:t>基本的に、</a:t>
            </a:r>
            <a:r>
              <a:rPr kumimoji="1" lang="en-US" altLang="ja-JP" sz="1400" b="1" dirty="0">
                <a:latin typeface="Meiryo UI" panose="020B0604030504040204" pitchFamily="50" charset="-128"/>
                <a:ea typeface="Meiryo UI" panose="020B0604030504040204" pitchFamily="50" charset="-128"/>
              </a:rPr>
              <a:t>SW V2 </a:t>
            </a:r>
            <a:r>
              <a:rPr kumimoji="1" lang="ja-JP" altLang="en-US" sz="1400" dirty="0">
                <a:latin typeface="Meiryo UI" panose="020B0604030504040204" pitchFamily="50" charset="-128"/>
                <a:ea typeface="Meiryo UI" panose="020B0604030504040204" pitchFamily="50" charset="-128"/>
              </a:rPr>
              <a:t>またはそれ以降の発行は許可しない。</a:t>
            </a:r>
            <a:endParaRPr lang="en-US" altLang="ja-JP" sz="1400" dirty="0">
              <a:latin typeface="Meiryo UI" panose="020B0604030504040204" pitchFamily="50" charset="-128"/>
              <a:ea typeface="Meiryo UI" panose="020B0604030504040204" pitchFamily="50" charset="-128"/>
            </a:endParaRPr>
          </a:p>
          <a:p>
            <a:pPr algn="l">
              <a:spcBef>
                <a:spcPts val="300"/>
              </a:spcBef>
            </a:pPr>
            <a:r>
              <a:rPr lang="ja-JP" altLang="en-US" sz="1400" dirty="0">
                <a:latin typeface="Meiryo UI" panose="020B0604030504040204" pitchFamily="50" charset="-128"/>
                <a:ea typeface="Meiryo UI" panose="020B0604030504040204" pitchFamily="50" charset="-128"/>
              </a:rPr>
              <a:t>ただし</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latin typeface="Meiryo UI" panose="020B0604030504040204" pitchFamily="50" charset="-128"/>
                <a:ea typeface="Meiryo UI" panose="020B0604030504040204" pitchFamily="50" charset="-128"/>
              </a:rPr>
              <a:t>が</a:t>
            </a:r>
            <a:r>
              <a:rPr lang="en-US" altLang="ja-JP" sz="1400" dirty="0">
                <a:latin typeface="Meiryo UI" panose="020B0604030504040204" pitchFamily="50" charset="-128"/>
                <a:ea typeface="Meiryo UI" panose="020B0604030504040204" pitchFamily="50" charset="-128"/>
              </a:rPr>
              <a:t>V2</a:t>
            </a:r>
            <a:r>
              <a:rPr lang="ja-JP" altLang="en-US" sz="1400" dirty="0">
                <a:latin typeface="Meiryo UI" panose="020B0604030504040204" pitchFamily="50" charset="-128"/>
                <a:ea typeface="Meiryo UI" panose="020B0604030504040204" pitchFamily="50" charset="-128"/>
              </a:rPr>
              <a:t>以降の新規</a:t>
            </a:r>
            <a:r>
              <a:rPr lang="en-US" altLang="ja-JP" sz="1400" dirty="0">
                <a:latin typeface="Meiryo UI" panose="020B0604030504040204" pitchFamily="50" charset="-128"/>
                <a:ea typeface="Meiryo UI" panose="020B0604030504040204" pitchFamily="50" charset="-128"/>
              </a:rPr>
              <a:t>PVER</a:t>
            </a:r>
            <a:r>
              <a:rPr lang="ja-JP" altLang="en-US" sz="1400" dirty="0">
                <a:latin typeface="Meiryo UI" panose="020B0604030504040204" pitchFamily="50" charset="-128"/>
                <a:ea typeface="Meiryo UI" panose="020B0604030504040204" pitchFamily="50" charset="-128"/>
              </a:rPr>
              <a:t>発行を必要とした場合、</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dirty="0">
                <a:latin typeface="Meiryo UI" panose="020B0604030504040204" pitchFamily="50" charset="-128"/>
                <a:ea typeface="Meiryo UI" panose="020B0604030504040204" pitchFamily="50" charset="-128"/>
              </a:rPr>
              <a:t> </a:t>
            </a:r>
            <a:r>
              <a:rPr lang="ja-JP" altLang="en-US" sz="1400" dirty="0">
                <a:latin typeface="Meiryo UI" panose="020B0604030504040204" pitchFamily="50" charset="-128"/>
                <a:ea typeface="Meiryo UI" panose="020B0604030504040204" pitchFamily="50" charset="-128"/>
              </a:rPr>
              <a:t>は</a:t>
            </a:r>
            <a:r>
              <a:rPr lang="en-US" altLang="ja-JP" sz="1400" dirty="0">
                <a:latin typeface="Meiryo UI" panose="020B0604030504040204" pitchFamily="50" charset="-128"/>
                <a:ea typeface="Meiryo UI" panose="020B0604030504040204" pitchFamily="50" charset="-128"/>
              </a:rPr>
              <a:t>PVER</a:t>
            </a:r>
            <a:r>
              <a:rPr lang="ja-JP" altLang="en-US" sz="1400" dirty="0">
                <a:latin typeface="Meiryo UI" panose="020B0604030504040204" pitchFamily="50" charset="-128"/>
                <a:ea typeface="Meiryo UI" panose="020B0604030504040204" pitchFamily="50" charset="-128"/>
              </a:rPr>
              <a:t>発行作業前に</a:t>
            </a:r>
            <a:endParaRPr lang="en-US" altLang="ja-JP" sz="1400" dirty="0">
              <a:latin typeface="Meiryo UI" panose="020B0604030504040204" pitchFamily="50" charset="-128"/>
              <a:ea typeface="Meiryo UI" panose="020B0604030504040204" pitchFamily="50" charset="-128"/>
            </a:endParaRPr>
          </a:p>
          <a:p>
            <a:pPr algn="l">
              <a:spcBef>
                <a:spcPts val="300"/>
              </a:spcBef>
            </a:pPr>
            <a:r>
              <a:rPr lang="ja-JP" altLang="en-US" sz="1400" dirty="0">
                <a:latin typeface="Meiryo UI" panose="020B0604030504040204" pitchFamily="50" charset="-128"/>
                <a:ea typeface="Meiryo UI" panose="020B0604030504040204" pitchFamily="50" charset="-128"/>
              </a:rPr>
              <a:t>必ず</a:t>
            </a:r>
            <a:r>
              <a:rPr lang="en-US" altLang="ja-JP" sz="1400" dirty="0">
                <a:latin typeface="Meiryo UI" panose="020B0604030504040204" pitchFamily="50" charset="-128"/>
                <a:ea typeface="Meiryo UI" panose="020B0604030504040204" pitchFamily="50" charset="-128"/>
              </a:rPr>
              <a:t>Honda</a:t>
            </a:r>
            <a:r>
              <a:rPr lang="ja-JP" altLang="en-US" sz="1400" dirty="0">
                <a:latin typeface="Meiryo UI" panose="020B0604030504040204" pitchFamily="50" charset="-128"/>
                <a:ea typeface="Meiryo UI" panose="020B0604030504040204" pitchFamily="50" charset="-128"/>
              </a:rPr>
              <a:t>と同意を得ること。</a:t>
            </a:r>
            <a:endParaRPr lang="en-US" altLang="ja-JP" sz="1400" dirty="0">
              <a:latin typeface="Meiryo UI" panose="020B0604030504040204" pitchFamily="50" charset="-128"/>
              <a:ea typeface="Meiryo UI" panose="020B0604030504040204" pitchFamily="50" charset="-128"/>
            </a:endParaRPr>
          </a:p>
          <a:p>
            <a:pPr algn="l">
              <a:spcBef>
                <a:spcPts val="300"/>
              </a:spcBef>
            </a:pP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latin typeface="Meiryo UI" panose="020B0604030504040204" pitchFamily="50" charset="-128"/>
                <a:ea typeface="Meiryo UI" panose="020B0604030504040204" pitchFamily="50" charset="-128"/>
              </a:rPr>
              <a:t>は要求内容について、詳細に報告をすること。</a:t>
            </a:r>
            <a:r>
              <a:rPr lang="en-US" altLang="ja-JP" sz="1400" dirty="0">
                <a:latin typeface="Meiryo UI" panose="020B0604030504040204" pitchFamily="50" charset="-128"/>
                <a:ea typeface="Meiryo UI" panose="020B0604030504040204" pitchFamily="50" charset="-128"/>
              </a:rPr>
              <a:t>.</a:t>
            </a:r>
          </a:p>
          <a:p>
            <a:pPr algn="l">
              <a:spcBef>
                <a:spcPts val="300"/>
              </a:spcBef>
            </a:pPr>
            <a:endParaRPr lang="en-US" altLang="ja-JP" sz="1400" dirty="0">
              <a:latin typeface="Meiryo UI" panose="020B0604030504040204" pitchFamily="50" charset="-128"/>
              <a:ea typeface="Meiryo UI" panose="020B0604030504040204" pitchFamily="50" charset="-128"/>
            </a:endParaRPr>
          </a:p>
          <a:p>
            <a:pPr algn="l">
              <a:spcBef>
                <a:spcPts val="300"/>
              </a:spcBef>
            </a:pPr>
            <a:r>
              <a:rPr lang="en-US" altLang="ja-JP" sz="1400" b="1" dirty="0">
                <a:latin typeface="Meiryo UI" panose="020B0604030504040204" pitchFamily="50" charset="-128"/>
                <a:ea typeface="Meiryo UI" panose="020B0604030504040204" pitchFamily="50" charset="-128"/>
              </a:rPr>
              <a:t>MP1</a:t>
            </a:r>
            <a:r>
              <a:rPr lang="ja-JP" altLang="en-US" sz="1400" b="1" dirty="0">
                <a:latin typeface="Meiryo UI" panose="020B0604030504040204" pitchFamily="50" charset="-128"/>
                <a:ea typeface="Meiryo UI" panose="020B0604030504040204" pitchFamily="50" charset="-128"/>
              </a:rPr>
              <a:t>は最終リリース</a:t>
            </a:r>
            <a:r>
              <a:rPr lang="ja-JP" altLang="en-US" sz="1400" dirty="0">
                <a:latin typeface="Meiryo UI" panose="020B0604030504040204" pitchFamily="50" charset="-128"/>
                <a:ea typeface="Meiryo UI" panose="020B0604030504040204" pitchFamily="50" charset="-128"/>
              </a:rPr>
              <a:t>であり、基本的に以降のデータ変更は認められない。</a:t>
            </a:r>
            <a:endParaRPr lang="en-US" altLang="ja-JP" sz="1400" dirty="0">
              <a:latin typeface="Meiryo UI" panose="020B0604030504040204" pitchFamily="50" charset="-128"/>
              <a:ea typeface="Meiryo UI" panose="020B0604030504040204" pitchFamily="50" charset="-128"/>
            </a:endParaRPr>
          </a:p>
          <a:p>
            <a:pPr algn="l">
              <a:spcBef>
                <a:spcPts val="300"/>
              </a:spcBef>
            </a:pPr>
            <a:r>
              <a:rPr lang="ja-JP" altLang="en-US" sz="1400" dirty="0">
                <a:latin typeface="Meiryo UI" panose="020B0604030504040204" pitchFamily="50" charset="-128"/>
                <a:ea typeface="Meiryo UI" panose="020B0604030504040204" pitchFamily="50" charset="-128"/>
              </a:rPr>
              <a:t>ただし</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latin typeface="Meiryo UI" panose="020B0604030504040204" pitchFamily="50" charset="-128"/>
                <a:ea typeface="Meiryo UI" panose="020B0604030504040204" pitchFamily="50" charset="-128"/>
              </a:rPr>
              <a:t>が</a:t>
            </a:r>
            <a:r>
              <a:rPr lang="en-US" altLang="ja-JP" sz="1400" dirty="0">
                <a:latin typeface="Meiryo UI" panose="020B0604030504040204" pitchFamily="50" charset="-128"/>
                <a:ea typeface="Meiryo UI" panose="020B0604030504040204" pitchFamily="50" charset="-128"/>
              </a:rPr>
              <a:t>V2</a:t>
            </a:r>
            <a:r>
              <a:rPr lang="ja-JP" altLang="en-US" sz="1400" dirty="0">
                <a:latin typeface="Meiryo UI" panose="020B0604030504040204" pitchFamily="50" charset="-128"/>
                <a:ea typeface="Meiryo UI" panose="020B0604030504040204" pitchFamily="50" charset="-128"/>
              </a:rPr>
              <a:t>以降の新規データ設定を必要とした場合、</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latin typeface="Meiryo UI" panose="020B0604030504040204" pitchFamily="50" charset="-128"/>
                <a:ea typeface="Meiryo UI" panose="020B0604030504040204" pitchFamily="50" charset="-128"/>
              </a:rPr>
              <a:t>は適合を始める前に</a:t>
            </a:r>
            <a:endParaRPr lang="en-US" altLang="ja-JP" sz="1400" dirty="0">
              <a:latin typeface="Meiryo UI" panose="020B0604030504040204" pitchFamily="50" charset="-128"/>
              <a:ea typeface="Meiryo UI" panose="020B0604030504040204" pitchFamily="50" charset="-128"/>
            </a:endParaRPr>
          </a:p>
          <a:p>
            <a:pPr algn="l">
              <a:spcBef>
                <a:spcPts val="300"/>
              </a:spcBef>
            </a:pPr>
            <a:r>
              <a:rPr lang="ja-JP" altLang="en-US" sz="1400" dirty="0">
                <a:latin typeface="Meiryo UI" panose="020B0604030504040204" pitchFamily="50" charset="-128"/>
                <a:ea typeface="Meiryo UI" panose="020B0604030504040204" pitchFamily="50" charset="-128"/>
              </a:rPr>
              <a:t>必ず</a:t>
            </a:r>
            <a:r>
              <a:rPr lang="en-US" altLang="ja-JP" sz="1400" dirty="0">
                <a:latin typeface="Meiryo UI" panose="020B0604030504040204" pitchFamily="50" charset="-128"/>
                <a:ea typeface="Meiryo UI" panose="020B0604030504040204" pitchFamily="50" charset="-128"/>
              </a:rPr>
              <a:t>Honda</a:t>
            </a:r>
            <a:r>
              <a:rPr lang="ja-JP" altLang="en-US" sz="1400" dirty="0">
                <a:latin typeface="Meiryo UI" panose="020B0604030504040204" pitchFamily="50" charset="-128"/>
                <a:ea typeface="Meiryo UI" panose="020B0604030504040204" pitchFamily="50" charset="-128"/>
              </a:rPr>
              <a:t>の同意を得ること。</a:t>
            </a:r>
            <a:endParaRPr lang="en-US" altLang="ja-JP" sz="1400" dirty="0">
              <a:latin typeface="Meiryo UI" panose="020B0604030504040204" pitchFamily="50" charset="-128"/>
              <a:ea typeface="Meiryo UI" panose="020B0604030504040204" pitchFamily="50" charset="-128"/>
            </a:endParaRPr>
          </a:p>
          <a:p>
            <a:pPr algn="l">
              <a:spcBef>
                <a:spcPts val="300"/>
              </a:spcBef>
            </a:pP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latin typeface="Meiryo UI" panose="020B0604030504040204" pitchFamily="50" charset="-128"/>
                <a:ea typeface="Meiryo UI" panose="020B0604030504040204" pitchFamily="50" charset="-128"/>
              </a:rPr>
              <a:t>は要求内容について、詳細に報告をすること。</a:t>
            </a:r>
            <a:endParaRPr lang="en-US" altLang="ja-JP" sz="1400" dirty="0">
              <a:latin typeface="Meiryo UI" panose="020B0604030504040204" pitchFamily="50" charset="-128"/>
              <a:ea typeface="Meiryo UI" panose="020B0604030504040204" pitchFamily="50" charset="-128"/>
            </a:endParaRPr>
          </a:p>
        </p:txBody>
      </p:sp>
      <p:sp>
        <p:nvSpPr>
          <p:cNvPr id="8" name="正方形/長方形 7"/>
          <p:cNvSpPr/>
          <p:nvPr/>
        </p:nvSpPr>
        <p:spPr>
          <a:xfrm>
            <a:off x="171317" y="511103"/>
            <a:ext cx="4898136" cy="366639"/>
          </a:xfrm>
          <a:prstGeom prst="rect">
            <a:avLst/>
          </a:prstGeom>
        </p:spPr>
        <p:txBody>
          <a:bodyPr wrap="none">
            <a:spAutoFit/>
          </a:bodyPr>
          <a:lstStyle/>
          <a:p>
            <a:pPr algn="l" eaLnBrk="1" hangingPunct="1">
              <a:lnSpc>
                <a:spcPct val="110000"/>
              </a:lnSpc>
            </a:pPr>
            <a:r>
              <a:rPr lang="en-US" altLang="ja-JP" sz="1800" b="1" u="sng">
                <a:solidFill>
                  <a:srgbClr val="000000"/>
                </a:solidFill>
                <a:latin typeface="Meiryo UI" panose="020B0604030504040204" pitchFamily="50" charset="-128"/>
                <a:ea typeface="Meiryo UI" panose="020B0604030504040204" pitchFamily="50" charset="-128"/>
                <a:cs typeface="Arial" pitchFamily="34" charset="0"/>
              </a:rPr>
              <a:t>Standard SW and Calibration Maturity </a:t>
            </a:r>
          </a:p>
        </p:txBody>
      </p:sp>
    </p:spTree>
    <p:extLst>
      <p:ext uri="{BB962C8B-B14F-4D97-AF65-F5344CB8AC3E}">
        <p14:creationId xmlns:p14="http://schemas.microsoft.com/office/powerpoint/2010/main" val="113314149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テキスト ボックス 9">
            <a:extLst>
              <a:ext uri="{FF2B5EF4-FFF2-40B4-BE49-F238E27FC236}">
                <a16:creationId xmlns:a16="http://schemas.microsoft.com/office/drawing/2014/main" id="{6DC216D2-7064-4DF0-9F19-56DB56EA91CF}"/>
              </a:ext>
            </a:extLst>
          </p:cNvPr>
          <p:cNvSpPr txBox="1"/>
          <p:nvPr/>
        </p:nvSpPr>
        <p:spPr>
          <a:xfrm>
            <a:off x="113893" y="672289"/>
            <a:ext cx="8916211" cy="2877711"/>
          </a:xfrm>
          <a:prstGeom prst="rect">
            <a:avLst/>
          </a:prstGeom>
          <a:noFill/>
        </p:spPr>
        <p:txBody>
          <a:bodyPr wrap="square" rtlCol="0">
            <a:spAutoFit/>
          </a:bodyPr>
          <a:lstStyle/>
          <a:p>
            <a:pPr algn="l">
              <a:spcBef>
                <a:spcPts val="300"/>
              </a:spcBef>
            </a:pPr>
            <a:r>
              <a:rPr lang="en-US" altLang="ja-JP" sz="1600" b="1" i="0" u="sng" strike="noStrike" baseline="0">
                <a:latin typeface="Meiryo UI" panose="020B0604030504040204" pitchFamily="50" charset="-128"/>
                <a:ea typeface="Meiryo UI" panose="020B0604030504040204" pitchFamily="50" charset="-128"/>
              </a:rPr>
              <a:t>ADDITIONAL EFFORT REIMBURSEMENT</a:t>
            </a:r>
          </a:p>
          <a:p>
            <a:pPr algn="l">
              <a:spcBef>
                <a:spcPts val="300"/>
              </a:spcBef>
            </a:pPr>
            <a:r>
              <a:rPr lang="en-US" altLang="ja-JP" sz="1400" b="0" i="0" u="none" strike="noStrike" baseline="0">
                <a:latin typeface="Meiryo UI" panose="020B0604030504040204" pitchFamily="50" charset="-128"/>
                <a:ea typeface="Meiryo UI" panose="020B0604030504040204" pitchFamily="50" charset="-128"/>
              </a:rPr>
              <a:t>If HONDA engages in an additional work and/or activity to solve problems caused by defects</a:t>
            </a:r>
          </a:p>
          <a:p>
            <a:pPr algn="l">
              <a:spcBef>
                <a:spcPts val="300"/>
              </a:spcBef>
            </a:pPr>
            <a:r>
              <a:rPr lang="en-US" altLang="ja-JP" sz="1400" b="0" i="0" u="none" strike="noStrike" baseline="0">
                <a:latin typeface="Meiryo UI" panose="020B0604030504040204" pitchFamily="50" charset="-128"/>
                <a:ea typeface="Meiryo UI" panose="020B0604030504040204" pitchFamily="50" charset="-128"/>
              </a:rPr>
              <a:t>or incompleteness pursuant to Article 7.3 hereof on and after the time when HONDA and</a:t>
            </a:r>
          </a:p>
          <a:p>
            <a:pPr algn="l">
              <a:spcBef>
                <a:spcPts val="300"/>
              </a:spcBef>
            </a:pPr>
            <a:r>
              <a:rPr lang="en-US" altLang="ja-JP" sz="1400" b="0" i="0" u="none" strike="noStrike" baseline="0">
                <a:latin typeface="Meiryo UI" panose="020B0604030504040204" pitchFamily="50" charset="-128"/>
                <a:ea typeface="Meiryo UI" panose="020B0604030504040204" pitchFamily="50" charset="-128"/>
              </a:rPr>
              <a:t>Bosch agree that all targets for Work have been achieved (called V3 for Software activity</a:t>
            </a:r>
          </a:p>
          <a:p>
            <a:pPr algn="l">
              <a:spcBef>
                <a:spcPts val="300"/>
              </a:spcBef>
            </a:pPr>
            <a:r>
              <a:rPr lang="en-US" altLang="ja-JP" sz="1400" b="0" i="0" u="none" strike="noStrike" baseline="0">
                <a:latin typeface="Meiryo UI" panose="020B0604030504040204" pitchFamily="50" charset="-128"/>
                <a:ea typeface="Meiryo UI" panose="020B0604030504040204" pitchFamily="50" charset="-128"/>
              </a:rPr>
              <a:t>and MP1 Container release for Calibration activity), HONDA shall inform Bosch of such</a:t>
            </a:r>
          </a:p>
          <a:p>
            <a:pPr algn="l">
              <a:spcBef>
                <a:spcPts val="300"/>
              </a:spcBef>
            </a:pPr>
            <a:r>
              <a:rPr lang="en-US" altLang="ja-JP" sz="1400" b="0" i="0" u="none" strike="noStrike" baseline="0">
                <a:latin typeface="Meiryo UI" panose="020B0604030504040204" pitchFamily="50" charset="-128"/>
                <a:ea typeface="Meiryo UI" panose="020B0604030504040204" pitchFamily="50" charset="-128"/>
              </a:rPr>
              <a:t>fact without undue delay.</a:t>
            </a:r>
          </a:p>
          <a:p>
            <a:pPr algn="l">
              <a:spcBef>
                <a:spcPts val="300"/>
              </a:spcBef>
            </a:pPr>
            <a:r>
              <a:rPr lang="en-US" altLang="ja-JP" sz="1400" b="0" i="0" u="none" strike="noStrike" baseline="0">
                <a:latin typeface="Meiryo UI" panose="020B0604030504040204" pitchFamily="50" charset="-128"/>
                <a:ea typeface="Meiryo UI" panose="020B0604030504040204" pitchFamily="50" charset="-128"/>
              </a:rPr>
              <a:t>In this case, the Parties shall discuss in good faith and determine whether Bosch is liable</a:t>
            </a:r>
          </a:p>
          <a:p>
            <a:pPr algn="l">
              <a:spcBef>
                <a:spcPts val="300"/>
              </a:spcBef>
            </a:pPr>
            <a:r>
              <a:rPr lang="en-US" altLang="ja-JP" sz="1400" b="0" i="0" u="none" strike="noStrike" baseline="0">
                <a:latin typeface="Meiryo UI" panose="020B0604030504040204" pitchFamily="50" charset="-128"/>
                <a:ea typeface="Meiryo UI" panose="020B0604030504040204" pitchFamily="50" charset="-128"/>
              </a:rPr>
              <a:t>for compensation for the additional work and/or activity by HONDA.</a:t>
            </a:r>
          </a:p>
          <a:p>
            <a:pPr algn="l">
              <a:spcBef>
                <a:spcPts val="300"/>
              </a:spcBef>
            </a:pPr>
            <a:r>
              <a:rPr lang="en-US" altLang="ja-JP" sz="1400" b="0" i="0" u="none" strike="noStrike" baseline="0">
                <a:latin typeface="Meiryo UI" panose="020B0604030504040204" pitchFamily="50" charset="-128"/>
                <a:ea typeface="Meiryo UI" panose="020B0604030504040204" pitchFamily="50" charset="-128"/>
              </a:rPr>
              <a:t>Then, if Bosch is determined to be liable, the Parties shall further discuss in good faith and</a:t>
            </a:r>
          </a:p>
          <a:p>
            <a:pPr algn="l">
              <a:spcBef>
                <a:spcPts val="300"/>
              </a:spcBef>
            </a:pPr>
            <a:r>
              <a:rPr lang="en-US" altLang="ja-JP" sz="1400" b="0" i="0" u="none" strike="noStrike" baseline="0">
                <a:latin typeface="Meiryo UI" panose="020B0604030504040204" pitchFamily="50" charset="-128"/>
                <a:ea typeface="Meiryo UI" panose="020B0604030504040204" pitchFamily="50" charset="-128"/>
              </a:rPr>
              <a:t>agree in writing upon the responsibility ratio of each Party and the amount of the</a:t>
            </a:r>
          </a:p>
          <a:p>
            <a:pPr algn="l">
              <a:spcBef>
                <a:spcPts val="300"/>
              </a:spcBef>
            </a:pPr>
            <a:r>
              <a:rPr lang="en-US" altLang="ja-JP" sz="1400" b="0" i="0" u="none" strike="noStrike" baseline="0">
                <a:latin typeface="Meiryo UI" panose="020B0604030504040204" pitchFamily="50" charset="-128"/>
                <a:ea typeface="Meiryo UI" panose="020B0604030504040204" pitchFamily="50" charset="-128"/>
              </a:rPr>
              <a:t>compensation by Bosch.</a:t>
            </a:r>
          </a:p>
        </p:txBody>
      </p:sp>
      <p:sp>
        <p:nvSpPr>
          <p:cNvPr id="13" name="Text Box 2">
            <a:extLst>
              <a:ext uri="{FF2B5EF4-FFF2-40B4-BE49-F238E27FC236}">
                <a16:creationId xmlns:a16="http://schemas.microsoft.com/office/drawing/2014/main" id="{524BE646-AA67-4C27-B0D8-0A474B70811D}"/>
              </a:ext>
            </a:extLst>
          </p:cNvPr>
          <p:cNvSpPr txBox="1">
            <a:spLocks noChangeArrowheads="1"/>
          </p:cNvSpPr>
          <p:nvPr/>
        </p:nvSpPr>
        <p:spPr bwMode="auto">
          <a:xfrm>
            <a:off x="250829" y="44451"/>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2000">
                <a:solidFill>
                  <a:srgbClr val="FFFFFF"/>
                </a:solidFill>
                <a:latin typeface="Meiryo UI" panose="020B0604030504040204" pitchFamily="50" charset="-128"/>
                <a:ea typeface="Meiryo UI" panose="020B0604030504040204" pitchFamily="50" charset="-128"/>
                <a:cs typeface="Arial" pitchFamily="34" charset="0"/>
              </a:rPr>
              <a:t>16. EMS Requirement and CR (17/21)</a:t>
            </a:r>
            <a:endParaRPr lang="en-US" altLang="ja-JP" sz="1100">
              <a:solidFill>
                <a:srgbClr val="FFFFFF"/>
              </a:solidFill>
              <a:latin typeface="HGPｺﾞｼｯｸE" pitchFamily="50" charset="-128"/>
              <a:ea typeface="HGPｺﾞｼｯｸE" pitchFamily="50" charset="-128"/>
              <a:cs typeface="Arial" pitchFamily="34" charset="0"/>
            </a:endParaRPr>
          </a:p>
        </p:txBody>
      </p:sp>
      <p:sp>
        <p:nvSpPr>
          <p:cNvPr id="14" name="テキスト ボックス 13">
            <a:extLst>
              <a:ext uri="{FF2B5EF4-FFF2-40B4-BE49-F238E27FC236}">
                <a16:creationId xmlns:a16="http://schemas.microsoft.com/office/drawing/2014/main" id="{BC21E463-EE44-4077-A910-5CE83E8EE957}"/>
              </a:ext>
            </a:extLst>
          </p:cNvPr>
          <p:cNvSpPr txBox="1"/>
          <p:nvPr/>
        </p:nvSpPr>
        <p:spPr>
          <a:xfrm>
            <a:off x="113893" y="4043334"/>
            <a:ext cx="9030107" cy="1354217"/>
          </a:xfrm>
          <a:prstGeom prst="rect">
            <a:avLst/>
          </a:prstGeom>
          <a:noFill/>
        </p:spPr>
        <p:txBody>
          <a:bodyPr wrap="square" rtlCol="0">
            <a:spAutoFit/>
          </a:bodyPr>
          <a:lstStyle/>
          <a:p>
            <a:pPr marL="0" marR="0" lvl="0" indent="0" algn="l" defTabSz="914400" rtl="0" eaLnBrk="1" fontAlgn="base" latinLnBrk="0" hangingPunct="1">
              <a:lnSpc>
                <a:spcPct val="100000"/>
              </a:lnSpc>
              <a:spcBef>
                <a:spcPts val="300"/>
              </a:spcBef>
              <a:spcAft>
                <a:spcPct val="0"/>
              </a:spcAft>
              <a:buClrTx/>
              <a:buSzTx/>
              <a:buFontTx/>
              <a:buNone/>
              <a:tabLst/>
              <a:defRPr/>
            </a:pPr>
            <a:r>
              <a:rPr kumimoji="1" lang="ja-JP" altLang="en-US" sz="1600" b="1" u="sng"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rPr>
              <a:t>追加業務の請求</a:t>
            </a:r>
          </a:p>
          <a:p>
            <a:pPr marL="0" marR="0" lvl="0" indent="0" algn="l" defTabSz="914400" rtl="0" eaLnBrk="1" fontAlgn="base" latinLnBrk="0" hangingPunct="1">
              <a:lnSpc>
                <a:spcPct val="100000"/>
              </a:lnSpc>
              <a:spcBef>
                <a:spcPts val="300"/>
              </a:spcBef>
              <a:spcAft>
                <a:spcPct val="0"/>
              </a:spcAft>
              <a:buClrTx/>
              <a:buSzTx/>
              <a:buFontTx/>
              <a:buNone/>
              <a:tabLst/>
              <a:defRPr/>
            </a:pP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rPr>
              <a:t>開発完了</a:t>
            </a: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rPr>
              <a:t>(SW</a:t>
            </a: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rPr>
              <a:t>：</a:t>
            </a: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rPr>
              <a:t>V3</a:t>
            </a: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rPr>
              <a:t>、適合：</a:t>
            </a: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rPr>
              <a:t>MP1)</a:t>
            </a: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rPr>
              <a:t>後に、第</a:t>
            </a: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rPr>
              <a:t>7.3</a:t>
            </a: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rPr>
              <a:t>条に準ずる欠陥または不具合の解決に</a:t>
            </a: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rPr>
              <a:t>HONDA</a:t>
            </a: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rPr>
              <a:t>で発生した追加業務に対し</a:t>
            </a:r>
            <a:endPar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endParaRPr>
          </a:p>
          <a:p>
            <a:pPr marL="0" marR="0" lvl="0" indent="0" algn="l" defTabSz="914400" rtl="0" eaLnBrk="1" fontAlgn="base" latinLnBrk="0" hangingPunct="1">
              <a:lnSpc>
                <a:spcPct val="100000"/>
              </a:lnSpc>
              <a:spcBef>
                <a:spcPts val="300"/>
              </a:spcBef>
              <a:spcAft>
                <a:spcPct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rPr>
              <a:t>HONDA</a:t>
            </a: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rPr>
              <a:t>は</a:t>
            </a: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rPr>
              <a:t>Bosch</a:t>
            </a: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rPr>
              <a:t>に遅延することなく通知する。</a:t>
            </a:r>
          </a:p>
          <a:p>
            <a:pPr marL="0" marR="0" lvl="0" indent="0" algn="l" defTabSz="914400" rtl="0" eaLnBrk="1" fontAlgn="base" latinLnBrk="0" hangingPunct="1">
              <a:lnSpc>
                <a:spcPct val="100000"/>
              </a:lnSpc>
              <a:spcBef>
                <a:spcPts val="300"/>
              </a:spcBef>
              <a:spcAft>
                <a:spcPct val="0"/>
              </a:spcAft>
              <a:buClrTx/>
              <a:buSzTx/>
              <a:buFontTx/>
              <a:buNone/>
              <a:tabLst/>
              <a:defRPr/>
            </a:pP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rPr>
              <a:t>この場合、</a:t>
            </a: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rPr>
              <a:t>HONDA</a:t>
            </a: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rPr>
              <a:t>による追加の作業または活動の補償に責任を負うかどうかを両社で協議し、</a:t>
            </a: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rPr>
              <a:t>Bosch</a:t>
            </a: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rPr>
              <a:t>に責任があった場合</a:t>
            </a:r>
            <a:endPar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endParaRPr>
          </a:p>
          <a:p>
            <a:pPr marL="0" marR="0" lvl="0" indent="0" algn="l" defTabSz="914400" rtl="0" eaLnBrk="1" fontAlgn="base" latinLnBrk="0" hangingPunct="1">
              <a:lnSpc>
                <a:spcPct val="100000"/>
              </a:lnSpc>
              <a:spcBef>
                <a:spcPts val="300"/>
              </a:spcBef>
              <a:spcAft>
                <a:spcPct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rPr>
              <a:t>Bosch</a:t>
            </a: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rPr>
              <a:t>の責任比率と金額を請求できる。</a:t>
            </a:r>
            <a:endPar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332740801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Box 2"/>
          <p:cNvSpPr txBox="1">
            <a:spLocks noChangeArrowheads="1"/>
          </p:cNvSpPr>
          <p:nvPr/>
        </p:nvSpPr>
        <p:spPr bwMode="auto">
          <a:xfrm>
            <a:off x="250829" y="44451"/>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2000">
                <a:solidFill>
                  <a:srgbClr val="FFFFFF"/>
                </a:solidFill>
                <a:latin typeface="Meiryo UI" panose="020B0604030504040204" pitchFamily="50" charset="-128"/>
                <a:ea typeface="Meiryo UI" panose="020B0604030504040204" pitchFamily="50" charset="-128"/>
                <a:cs typeface="Arial" pitchFamily="34" charset="0"/>
              </a:rPr>
              <a:t>16. EMS Requirement and CR (18/21)</a:t>
            </a:r>
            <a:endParaRPr lang="en-US" altLang="ja-JP" sz="1100">
              <a:solidFill>
                <a:srgbClr val="FFFFFF"/>
              </a:solidFill>
              <a:latin typeface="HGPｺﾞｼｯｸE" pitchFamily="50" charset="-128"/>
              <a:ea typeface="HGPｺﾞｼｯｸE" pitchFamily="50" charset="-128"/>
              <a:cs typeface="Arial" pitchFamily="34" charset="0"/>
            </a:endParaRPr>
          </a:p>
        </p:txBody>
      </p:sp>
      <p:sp>
        <p:nvSpPr>
          <p:cNvPr id="7" name="正方形/長方形 6"/>
          <p:cNvSpPr/>
          <p:nvPr/>
        </p:nvSpPr>
        <p:spPr>
          <a:xfrm>
            <a:off x="250829" y="1610245"/>
            <a:ext cx="8641651" cy="4416594"/>
          </a:xfrm>
          <a:prstGeom prst="rect">
            <a:avLst/>
          </a:prstGeom>
        </p:spPr>
        <p:txBody>
          <a:bodyPr wrap="square">
            <a:spAutoFit/>
          </a:bodyPr>
          <a:lstStyle/>
          <a:p>
            <a:pPr algn="l"/>
            <a:r>
              <a:rPr lang="en-US" altLang="ja-JP" sz="1400" dirty="0">
                <a:solidFill>
                  <a:srgbClr val="000000"/>
                </a:solidFill>
                <a:latin typeface="Meiryo UI" pitchFamily="50" charset="-128"/>
                <a:ea typeface="Meiryo UI" pitchFamily="50" charset="-128"/>
                <a:cs typeface="Meiryo UI" pitchFamily="50" charset="-128"/>
              </a:rPr>
              <a:t>With MP data, many tests such as emission certification, OBD certification, drive-by noise certification, manufacturer’s durability tests will be carried out.</a:t>
            </a:r>
          </a:p>
          <a:p>
            <a:pPr algn="l"/>
            <a:r>
              <a:rPr lang="en-US" altLang="ja-JP" sz="1400" dirty="0">
                <a:solidFill>
                  <a:srgbClr val="000000"/>
                </a:solidFill>
                <a:latin typeface="Meiryo UI" pitchFamily="50" charset="-128"/>
                <a:ea typeface="Meiryo UI" pitchFamily="50" charset="-128"/>
                <a:cs typeface="Meiryo UI" pitchFamily="50" charset="-128"/>
              </a:rPr>
              <a:t>Therefore, (after MP released) any data changes can not be allowed without Honda agreement.</a:t>
            </a:r>
          </a:p>
          <a:p>
            <a:pPr algn="l"/>
            <a:r>
              <a:rPr lang="en-US" altLang="ja-JP" sz="1400" dirty="0">
                <a:solidFill>
                  <a:srgbClr val="000000"/>
                </a:solidFill>
                <a:latin typeface="Meiryo UI" pitchFamily="50" charset="-128"/>
                <a:ea typeface="Meiryo UI" pitchFamily="50" charset="-128"/>
                <a:cs typeface="Meiryo UI" pitchFamily="50" charset="-128"/>
              </a:rPr>
              <a:t>In case of data changes related to emission, emission equality verification report must be submitted to Honda in advance.</a:t>
            </a:r>
          </a:p>
          <a:p>
            <a:pPr algn="l"/>
            <a:endParaRPr lang="en-US" altLang="ja-JP" sz="1400" dirty="0">
              <a:solidFill>
                <a:srgbClr val="000000"/>
              </a:solidFill>
              <a:latin typeface="Meiryo UI" pitchFamily="50" charset="-128"/>
              <a:ea typeface="Meiryo UI" pitchFamily="50" charset="-128"/>
              <a:cs typeface="Meiryo UI" pitchFamily="50" charset="-128"/>
            </a:endParaRPr>
          </a:p>
          <a:p>
            <a:pPr algn="l"/>
            <a:r>
              <a:rPr lang="en-US" altLang="ja-JP" sz="1400" dirty="0">
                <a:solidFill>
                  <a:srgbClr val="000000"/>
                </a:solidFill>
                <a:latin typeface="Meiryo UI" pitchFamily="50" charset="-128"/>
                <a:ea typeface="Meiryo UI" pitchFamily="50" charset="-128"/>
                <a:cs typeface="Meiryo UI" pitchFamily="50" charset="-128"/>
              </a:rPr>
              <a:t>MP data release date agreed with Honda needs to be kept strictly so planned tests with the data can be started as scheduled. </a:t>
            </a:r>
          </a:p>
          <a:p>
            <a:pPr algn="l"/>
            <a:r>
              <a:rPr lang="en-US" altLang="ja-JP" sz="1400" dirty="0">
                <a:solidFill>
                  <a:srgbClr val="000000"/>
                </a:solidFill>
                <a:latin typeface="Meiryo UI" pitchFamily="50" charset="-128"/>
                <a:ea typeface="Meiryo UI" pitchFamily="50" charset="-128"/>
                <a:cs typeface="Meiryo UI" pitchFamily="50" charset="-128"/>
              </a:rPr>
              <a:t>In case</a:t>
            </a:r>
            <a:r>
              <a:rPr lang="ja-JP" altLang="en-US" sz="1400" dirty="0">
                <a:solidFill>
                  <a:srgbClr val="000000"/>
                </a:solidFill>
                <a:latin typeface="Meiryo UI" pitchFamily="50" charset="-128"/>
                <a:ea typeface="Meiryo UI" pitchFamily="50" charset="-128"/>
                <a:cs typeface="Meiryo UI" pitchFamily="50" charset="-128"/>
              </a:rPr>
              <a:t>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dirty="0">
                <a:solidFill>
                  <a:srgbClr val="000000"/>
                </a:solidFill>
                <a:latin typeface="Meiryo UI" pitchFamily="50" charset="-128"/>
                <a:ea typeface="Meiryo UI" pitchFamily="50" charset="-128"/>
                <a:cs typeface="Meiryo UI" pitchFamily="50" charset="-128"/>
              </a:rPr>
              <a:t> found any problems at the final moment, please inform to Honda of the fact in timely with information of their root causes, possible countermeasures, and recovery plans. </a:t>
            </a:r>
          </a:p>
          <a:p>
            <a:pPr algn="l"/>
            <a:endParaRPr lang="en-US" altLang="ja-JP" sz="1400" dirty="0">
              <a:solidFill>
                <a:srgbClr val="000000"/>
              </a:solidFill>
              <a:latin typeface="Meiryo UI" pitchFamily="50" charset="-128"/>
              <a:ea typeface="Meiryo UI" pitchFamily="50" charset="-128"/>
              <a:cs typeface="Meiryo UI" pitchFamily="50" charset="-128"/>
            </a:endParaRPr>
          </a:p>
          <a:p>
            <a:pPr algn="l"/>
            <a:endParaRPr lang="en-US" altLang="ja-JP" sz="1400" dirty="0">
              <a:solidFill>
                <a:srgbClr val="000000"/>
              </a:solidFill>
              <a:latin typeface="Meiryo UI" pitchFamily="50" charset="-128"/>
              <a:ea typeface="Meiryo UI" pitchFamily="50" charset="-128"/>
              <a:cs typeface="Meiryo UI" pitchFamily="50" charset="-128"/>
            </a:endParaRPr>
          </a:p>
          <a:p>
            <a:pPr algn="l">
              <a:spcBef>
                <a:spcPts val="300"/>
              </a:spcBef>
            </a:pPr>
            <a:r>
              <a:rPr lang="en-US" altLang="ja-JP" sz="1400" dirty="0">
                <a:solidFill>
                  <a:srgbClr val="000000"/>
                </a:solidFill>
                <a:latin typeface="Meiryo UI" pitchFamily="50" charset="-128"/>
                <a:ea typeface="Meiryo UI" pitchFamily="50" charset="-128"/>
                <a:cs typeface="Meiryo UI" pitchFamily="50" charset="-128"/>
              </a:rPr>
              <a:t>MP</a:t>
            </a:r>
            <a:r>
              <a:rPr lang="ja-JP" altLang="en-US" sz="1400" dirty="0">
                <a:solidFill>
                  <a:srgbClr val="000000"/>
                </a:solidFill>
                <a:latin typeface="Meiryo UI" pitchFamily="50" charset="-128"/>
                <a:ea typeface="Meiryo UI" pitchFamily="50" charset="-128"/>
                <a:cs typeface="Meiryo UI" pitchFamily="50" charset="-128"/>
              </a:rPr>
              <a:t>データを使って、排ガス、</a:t>
            </a:r>
            <a:r>
              <a:rPr lang="en-US" altLang="ja-JP" sz="1400" dirty="0">
                <a:solidFill>
                  <a:srgbClr val="000000"/>
                </a:solidFill>
                <a:latin typeface="Meiryo UI" pitchFamily="50" charset="-128"/>
                <a:ea typeface="Meiryo UI" pitchFamily="50" charset="-128"/>
                <a:cs typeface="Meiryo UI" pitchFamily="50" charset="-128"/>
              </a:rPr>
              <a:t>OBD</a:t>
            </a:r>
            <a:r>
              <a:rPr lang="ja-JP" altLang="en-US" sz="1400" dirty="0">
                <a:solidFill>
                  <a:srgbClr val="000000"/>
                </a:solidFill>
                <a:latin typeface="Meiryo UI" pitchFamily="50" charset="-128"/>
                <a:ea typeface="Meiryo UI" pitchFamily="50" charset="-128"/>
                <a:cs typeface="Meiryo UI" pitchFamily="50" charset="-128"/>
              </a:rPr>
              <a:t>、</a:t>
            </a:r>
            <a:r>
              <a:rPr lang="en-US" altLang="ja-JP" sz="1400" dirty="0">
                <a:solidFill>
                  <a:srgbClr val="000000"/>
                </a:solidFill>
                <a:latin typeface="Meiryo UI" pitchFamily="50" charset="-128"/>
                <a:ea typeface="Meiryo UI" pitchFamily="50" charset="-128"/>
                <a:cs typeface="Meiryo UI" pitchFamily="50" charset="-128"/>
              </a:rPr>
              <a:t>NV</a:t>
            </a:r>
            <a:r>
              <a:rPr lang="ja-JP" altLang="en-US" sz="1400" dirty="0">
                <a:solidFill>
                  <a:srgbClr val="000000"/>
                </a:solidFill>
                <a:latin typeface="Meiryo UI" pitchFamily="50" charset="-128"/>
                <a:ea typeface="Meiryo UI" pitchFamily="50" charset="-128"/>
                <a:cs typeface="Meiryo UI" pitchFamily="50" charset="-128"/>
              </a:rPr>
              <a:t>認証テスト、工場での耐久テストが行われる。</a:t>
            </a:r>
            <a:endParaRPr lang="en-US" altLang="ja-JP" sz="1400" dirty="0">
              <a:solidFill>
                <a:srgbClr val="000000"/>
              </a:solidFill>
              <a:latin typeface="Meiryo UI" pitchFamily="50" charset="-128"/>
              <a:ea typeface="Meiryo UI" pitchFamily="50" charset="-128"/>
              <a:cs typeface="Meiryo UI" pitchFamily="50" charset="-128"/>
            </a:endParaRPr>
          </a:p>
          <a:p>
            <a:pPr algn="l">
              <a:spcBef>
                <a:spcPts val="300"/>
              </a:spcBef>
            </a:pPr>
            <a:r>
              <a:rPr lang="ja-JP" altLang="en-US" sz="1400" dirty="0">
                <a:solidFill>
                  <a:srgbClr val="000000"/>
                </a:solidFill>
                <a:latin typeface="Meiryo UI" pitchFamily="50" charset="-128"/>
                <a:ea typeface="Meiryo UI" pitchFamily="50" charset="-128"/>
                <a:cs typeface="Meiryo UI" pitchFamily="50" charset="-128"/>
              </a:rPr>
              <a:t>よって、</a:t>
            </a:r>
            <a:r>
              <a:rPr lang="en-US" altLang="ja-JP" sz="1400" dirty="0">
                <a:solidFill>
                  <a:srgbClr val="000000"/>
                </a:solidFill>
                <a:latin typeface="Meiryo UI" pitchFamily="50" charset="-128"/>
                <a:ea typeface="Meiryo UI" pitchFamily="50" charset="-128"/>
                <a:cs typeface="Meiryo UI" pitchFamily="50" charset="-128"/>
              </a:rPr>
              <a:t>MP</a:t>
            </a:r>
            <a:r>
              <a:rPr lang="ja-JP" altLang="en-US" sz="1400" dirty="0">
                <a:solidFill>
                  <a:srgbClr val="000000"/>
                </a:solidFill>
                <a:latin typeface="Meiryo UI" pitchFamily="50" charset="-128"/>
                <a:ea typeface="Meiryo UI" pitchFamily="50" charset="-128"/>
                <a:cs typeface="Meiryo UI" pitchFamily="50" charset="-128"/>
              </a:rPr>
              <a:t>発行後は</a:t>
            </a:r>
            <a:r>
              <a:rPr lang="en-US" altLang="ja-JP" sz="1400" dirty="0">
                <a:solidFill>
                  <a:srgbClr val="000000"/>
                </a:solidFill>
                <a:latin typeface="Meiryo UI" pitchFamily="50" charset="-128"/>
                <a:ea typeface="Meiryo UI" pitchFamily="50" charset="-128"/>
                <a:cs typeface="Meiryo UI" pitchFamily="50" charset="-128"/>
              </a:rPr>
              <a:t>Honda</a:t>
            </a:r>
            <a:r>
              <a:rPr lang="ja-JP" altLang="en-US" sz="1400" dirty="0">
                <a:solidFill>
                  <a:srgbClr val="000000"/>
                </a:solidFill>
                <a:latin typeface="Meiryo UI" pitchFamily="50" charset="-128"/>
                <a:ea typeface="Meiryo UI" pitchFamily="50" charset="-128"/>
                <a:cs typeface="Meiryo UI" pitchFamily="50" charset="-128"/>
              </a:rPr>
              <a:t>の合意なしにいかなるデータ変更も認められない。</a:t>
            </a:r>
            <a:endParaRPr lang="en-US" altLang="ja-JP" sz="1400" dirty="0">
              <a:solidFill>
                <a:srgbClr val="000000"/>
              </a:solidFill>
              <a:latin typeface="Meiryo UI" pitchFamily="50" charset="-128"/>
              <a:ea typeface="Meiryo UI" pitchFamily="50" charset="-128"/>
              <a:cs typeface="Meiryo UI" pitchFamily="50" charset="-128"/>
            </a:endParaRPr>
          </a:p>
          <a:p>
            <a:pPr algn="l">
              <a:spcBef>
                <a:spcPts val="300"/>
              </a:spcBef>
            </a:pPr>
            <a:r>
              <a:rPr lang="ja-JP" altLang="en-US" sz="1400" dirty="0">
                <a:solidFill>
                  <a:srgbClr val="000000"/>
                </a:solidFill>
                <a:latin typeface="Meiryo UI" pitchFamily="50" charset="-128"/>
                <a:ea typeface="Meiryo UI" pitchFamily="50" charset="-128"/>
                <a:cs typeface="Meiryo UI" pitchFamily="50" charset="-128"/>
              </a:rPr>
              <a:t>排ガスに影響するデータ変更を行う場合は、エミッション同等証明が、次</a:t>
            </a:r>
            <a:r>
              <a:rPr lang="en-US" altLang="ja-JP" sz="1400" dirty="0">
                <a:solidFill>
                  <a:srgbClr val="000000"/>
                </a:solidFill>
                <a:latin typeface="Meiryo UI" pitchFamily="50" charset="-128"/>
                <a:ea typeface="Meiryo UI" pitchFamily="50" charset="-128"/>
                <a:cs typeface="Meiryo UI" pitchFamily="50" charset="-128"/>
              </a:rPr>
              <a:t>MP</a:t>
            </a:r>
            <a:r>
              <a:rPr lang="ja-JP" altLang="en-US" sz="1400" dirty="0">
                <a:solidFill>
                  <a:srgbClr val="000000"/>
                </a:solidFill>
                <a:latin typeface="Meiryo UI" pitchFamily="50" charset="-128"/>
                <a:ea typeface="Meiryo UI" pitchFamily="50" charset="-128"/>
                <a:cs typeface="Meiryo UI" pitchFamily="50" charset="-128"/>
              </a:rPr>
              <a:t>データ発行前の提示が求められる。</a:t>
            </a:r>
            <a:endParaRPr lang="en-US" altLang="ja-JP" sz="1400" dirty="0">
              <a:solidFill>
                <a:srgbClr val="000000"/>
              </a:solidFill>
              <a:latin typeface="Meiryo UI" pitchFamily="50" charset="-128"/>
              <a:ea typeface="Meiryo UI" pitchFamily="50" charset="-128"/>
              <a:cs typeface="Meiryo UI" pitchFamily="50" charset="-128"/>
            </a:endParaRPr>
          </a:p>
          <a:p>
            <a:pPr algn="l">
              <a:spcBef>
                <a:spcPts val="300"/>
              </a:spcBef>
            </a:pPr>
            <a:endParaRPr lang="en-US" altLang="ja-JP" sz="1400" dirty="0">
              <a:solidFill>
                <a:srgbClr val="000000"/>
              </a:solidFill>
              <a:latin typeface="Meiryo UI" pitchFamily="50" charset="-128"/>
              <a:ea typeface="Meiryo UI" pitchFamily="50" charset="-128"/>
              <a:cs typeface="Meiryo UI" pitchFamily="50" charset="-128"/>
            </a:endParaRPr>
          </a:p>
          <a:p>
            <a:pPr algn="l">
              <a:spcBef>
                <a:spcPts val="300"/>
              </a:spcBef>
            </a:pPr>
            <a:r>
              <a:rPr lang="ja-JP" altLang="en-US" sz="1400" dirty="0">
                <a:solidFill>
                  <a:srgbClr val="000000"/>
                </a:solidFill>
                <a:latin typeface="Meiryo UI" pitchFamily="50" charset="-128"/>
                <a:ea typeface="Meiryo UI" pitchFamily="50" charset="-128"/>
                <a:cs typeface="Meiryo UI" pitchFamily="50" charset="-128"/>
              </a:rPr>
              <a:t>上記テストをスケジュール通りに進めるために、合意した</a:t>
            </a:r>
            <a:r>
              <a:rPr lang="en-US" altLang="ja-JP" sz="1400" dirty="0">
                <a:solidFill>
                  <a:srgbClr val="000000"/>
                </a:solidFill>
                <a:latin typeface="Meiryo UI" pitchFamily="50" charset="-128"/>
                <a:ea typeface="Meiryo UI" pitchFamily="50" charset="-128"/>
                <a:cs typeface="Meiryo UI" pitchFamily="50" charset="-128"/>
              </a:rPr>
              <a:t>MP</a:t>
            </a:r>
            <a:r>
              <a:rPr lang="ja-JP" altLang="en-US" sz="1400" dirty="0">
                <a:solidFill>
                  <a:srgbClr val="000000"/>
                </a:solidFill>
                <a:latin typeface="Meiryo UI" pitchFamily="50" charset="-128"/>
                <a:ea typeface="Meiryo UI" pitchFamily="50" charset="-128"/>
                <a:cs typeface="Meiryo UI" pitchFamily="50" charset="-128"/>
              </a:rPr>
              <a:t>リリース期日は厳格に守ること。</a:t>
            </a:r>
            <a:endParaRPr lang="en-US" altLang="ja-JP" sz="1400" dirty="0">
              <a:solidFill>
                <a:srgbClr val="000000"/>
              </a:solidFill>
              <a:latin typeface="Meiryo UI" pitchFamily="50" charset="-128"/>
              <a:ea typeface="Meiryo UI" pitchFamily="50" charset="-128"/>
              <a:cs typeface="Meiryo UI" pitchFamily="50" charset="-128"/>
            </a:endParaRPr>
          </a:p>
          <a:p>
            <a:pPr algn="l">
              <a:spcBef>
                <a:spcPts val="300"/>
              </a:spcBef>
            </a:pPr>
            <a:r>
              <a:rPr lang="ja-JP" altLang="en-US" sz="1400" dirty="0">
                <a:solidFill>
                  <a:srgbClr val="000000"/>
                </a:solidFill>
                <a:latin typeface="Meiryo UI" pitchFamily="50" charset="-128"/>
                <a:ea typeface="Meiryo UI" pitchFamily="50" charset="-128"/>
                <a:cs typeface="Meiryo UI" pitchFamily="50" charset="-128"/>
              </a:rPr>
              <a:t>もしも何か問題がある場合は、原因及び可能な対策、リカバリー計画と一緒に</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solidFill>
                  <a:srgbClr val="000000"/>
                </a:solidFill>
                <a:latin typeface="Meiryo UI" pitchFamily="50" charset="-128"/>
                <a:ea typeface="Meiryo UI" pitchFamily="50" charset="-128"/>
                <a:cs typeface="Meiryo UI" pitchFamily="50" charset="-128"/>
              </a:rPr>
              <a:t>は</a:t>
            </a:r>
            <a:r>
              <a:rPr lang="en-US" altLang="ja-JP" sz="1400" dirty="0">
                <a:solidFill>
                  <a:srgbClr val="000000"/>
                </a:solidFill>
                <a:latin typeface="Meiryo UI" pitchFamily="50" charset="-128"/>
                <a:ea typeface="Meiryo UI" pitchFamily="50" charset="-128"/>
                <a:cs typeface="Meiryo UI" pitchFamily="50" charset="-128"/>
              </a:rPr>
              <a:t>Honda</a:t>
            </a:r>
            <a:r>
              <a:rPr lang="ja-JP" altLang="en-US" sz="1400" dirty="0">
                <a:solidFill>
                  <a:srgbClr val="000000"/>
                </a:solidFill>
                <a:latin typeface="Meiryo UI" pitchFamily="50" charset="-128"/>
                <a:ea typeface="Meiryo UI" pitchFamily="50" charset="-128"/>
                <a:cs typeface="Meiryo UI" pitchFamily="50" charset="-128"/>
              </a:rPr>
              <a:t>に、</a:t>
            </a:r>
            <a:endParaRPr lang="en-US" altLang="ja-JP" sz="1400" dirty="0">
              <a:solidFill>
                <a:srgbClr val="000000"/>
              </a:solidFill>
              <a:latin typeface="Meiryo UI" pitchFamily="50" charset="-128"/>
              <a:ea typeface="Meiryo UI" pitchFamily="50" charset="-128"/>
              <a:cs typeface="Meiryo UI" pitchFamily="50" charset="-128"/>
            </a:endParaRPr>
          </a:p>
          <a:p>
            <a:pPr algn="l">
              <a:spcBef>
                <a:spcPts val="300"/>
              </a:spcBef>
            </a:pPr>
            <a:r>
              <a:rPr lang="ja-JP" altLang="en-US" sz="1400" dirty="0">
                <a:solidFill>
                  <a:srgbClr val="000000"/>
                </a:solidFill>
                <a:latin typeface="Meiryo UI" pitchFamily="50" charset="-128"/>
                <a:ea typeface="Meiryo UI" pitchFamily="50" charset="-128"/>
                <a:cs typeface="Meiryo UI" pitchFamily="50" charset="-128"/>
              </a:rPr>
              <a:t>速やかに報告すること。</a:t>
            </a:r>
            <a:endParaRPr lang="en-US" altLang="ja-JP" sz="1400" dirty="0">
              <a:solidFill>
                <a:srgbClr val="000000"/>
              </a:solidFill>
              <a:latin typeface="Meiryo UI" pitchFamily="50" charset="-128"/>
              <a:ea typeface="Meiryo UI" pitchFamily="50" charset="-128"/>
              <a:cs typeface="Meiryo UI" pitchFamily="50" charset="-128"/>
            </a:endParaRPr>
          </a:p>
        </p:txBody>
      </p:sp>
      <p:sp>
        <p:nvSpPr>
          <p:cNvPr id="10" name="テキスト ボックス 9"/>
          <p:cNvSpPr txBox="1"/>
          <p:nvPr/>
        </p:nvSpPr>
        <p:spPr>
          <a:xfrm>
            <a:off x="250829" y="1027403"/>
            <a:ext cx="2162772" cy="369332"/>
          </a:xfrm>
          <a:prstGeom prst="rect">
            <a:avLst/>
          </a:prstGeom>
          <a:noFill/>
        </p:spPr>
        <p:txBody>
          <a:bodyPr wrap="none" rtlCol="0">
            <a:spAutoFit/>
          </a:bodyPr>
          <a:lstStyle/>
          <a:p>
            <a:r>
              <a:rPr kumimoji="1" lang="en-US" altLang="ja-JP" sz="1800" b="1" u="sng">
                <a:latin typeface="Meiryo UI" panose="020B0604030504040204" pitchFamily="50" charset="-128"/>
                <a:ea typeface="Meiryo UI" panose="020B0604030504040204" pitchFamily="50" charset="-128"/>
              </a:rPr>
              <a:t>MP</a:t>
            </a:r>
            <a:r>
              <a:rPr lang="ja-JP" altLang="en-US" sz="1800" b="1" u="sng">
                <a:latin typeface="Meiryo UI" panose="020B0604030504040204" pitchFamily="50" charset="-128"/>
                <a:ea typeface="Meiryo UI" panose="020B0604030504040204" pitchFamily="50" charset="-128"/>
              </a:rPr>
              <a:t>データの取り扱い</a:t>
            </a:r>
            <a:endParaRPr kumimoji="1" lang="ja-JP" altLang="en-US" sz="1800" b="1" u="sng">
              <a:latin typeface="Meiryo UI" panose="020B0604030504040204" pitchFamily="50" charset="-128"/>
              <a:ea typeface="Meiryo UI" panose="020B0604030504040204" pitchFamily="50" charset="-128"/>
            </a:endParaRPr>
          </a:p>
        </p:txBody>
      </p:sp>
      <p:sp>
        <p:nvSpPr>
          <p:cNvPr id="8" name="正方形/長方形 7"/>
          <p:cNvSpPr/>
          <p:nvPr/>
        </p:nvSpPr>
        <p:spPr>
          <a:xfrm>
            <a:off x="250829" y="630371"/>
            <a:ext cx="4898136" cy="366639"/>
          </a:xfrm>
          <a:prstGeom prst="rect">
            <a:avLst/>
          </a:prstGeom>
        </p:spPr>
        <p:txBody>
          <a:bodyPr wrap="none">
            <a:spAutoFit/>
          </a:bodyPr>
          <a:lstStyle/>
          <a:p>
            <a:pPr algn="l" eaLnBrk="1" hangingPunct="1">
              <a:lnSpc>
                <a:spcPct val="110000"/>
              </a:lnSpc>
            </a:pPr>
            <a:r>
              <a:rPr lang="en-US" altLang="ja-JP" sz="1800" b="1" u="sng">
                <a:solidFill>
                  <a:srgbClr val="000000"/>
                </a:solidFill>
                <a:latin typeface="Meiryo UI" panose="020B0604030504040204" pitchFamily="50" charset="-128"/>
                <a:ea typeface="Meiryo UI" panose="020B0604030504040204" pitchFamily="50" charset="-128"/>
                <a:cs typeface="Arial" pitchFamily="34" charset="0"/>
              </a:rPr>
              <a:t>Standard SW and Calibration Maturity </a:t>
            </a:r>
          </a:p>
        </p:txBody>
      </p:sp>
    </p:spTree>
    <p:extLst>
      <p:ext uri="{BB962C8B-B14F-4D97-AF65-F5344CB8AC3E}">
        <p14:creationId xmlns:p14="http://schemas.microsoft.com/office/powerpoint/2010/main" val="286560083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p:cNvSpPr txBox="1"/>
          <p:nvPr/>
        </p:nvSpPr>
        <p:spPr>
          <a:xfrm rot="21039913">
            <a:off x="375094" y="4564539"/>
            <a:ext cx="7929154" cy="1200329"/>
          </a:xfrm>
          <a:prstGeom prst="rect">
            <a:avLst/>
          </a:prstGeom>
          <a:noFill/>
        </p:spPr>
        <p:txBody>
          <a:bodyPr wrap="square" rtlCol="0">
            <a:spAutoFit/>
          </a:bodyPr>
          <a:lstStyle/>
          <a:p>
            <a:r>
              <a:rPr kumimoji="1" lang="en-US" altLang="ja-JP" sz="7200" dirty="0">
                <a:solidFill>
                  <a:schemeClr val="bg1">
                    <a:lumMod val="75000"/>
                  </a:schemeClr>
                </a:solidFill>
                <a:latin typeface="Meiryo UI" panose="020B0604030504040204" pitchFamily="50" charset="-128"/>
                <a:ea typeface="Meiryo UI" panose="020B0604030504040204" pitchFamily="50" charset="-128"/>
              </a:rPr>
              <a:t>DRAFT</a:t>
            </a:r>
            <a:endParaRPr kumimoji="1" lang="ja-JP" altLang="en-US" sz="7200" dirty="0">
              <a:solidFill>
                <a:schemeClr val="bg1">
                  <a:lumMod val="75000"/>
                </a:schemeClr>
              </a:solidFill>
              <a:latin typeface="Meiryo UI" panose="020B0604030504040204" pitchFamily="50" charset="-128"/>
              <a:ea typeface="Meiryo UI" panose="020B0604030504040204" pitchFamily="50" charset="-128"/>
            </a:endParaRPr>
          </a:p>
        </p:txBody>
      </p:sp>
      <p:sp>
        <p:nvSpPr>
          <p:cNvPr id="3" name="正方形/長方形 2"/>
          <p:cNvSpPr/>
          <p:nvPr/>
        </p:nvSpPr>
        <p:spPr>
          <a:xfrm>
            <a:off x="259667" y="962325"/>
            <a:ext cx="8641651" cy="2769989"/>
          </a:xfrm>
          <a:prstGeom prst="rect">
            <a:avLst/>
          </a:prstGeom>
        </p:spPr>
        <p:txBody>
          <a:bodyPr wrap="square">
            <a:spAutoFit/>
          </a:bodyPr>
          <a:lstStyle/>
          <a:p>
            <a:pPr algn="l">
              <a:spcBef>
                <a:spcPts val="300"/>
              </a:spcBef>
            </a:pPr>
            <a:r>
              <a:rPr lang="en-US" altLang="ja-JP" sz="1400">
                <a:solidFill>
                  <a:srgbClr val="000000"/>
                </a:solidFill>
                <a:latin typeface="Meiryo UI" pitchFamily="50" charset="-128"/>
                <a:ea typeface="Meiryo UI" pitchFamily="50" charset="-128"/>
                <a:cs typeface="Meiryo UI" pitchFamily="50" charset="-128"/>
              </a:rPr>
              <a:t>All codex requirement must be shown and agreed with Honda before contract activity finished. After contract, RB must not add any additional codex requirements.</a:t>
            </a:r>
          </a:p>
          <a:p>
            <a:pPr algn="l">
              <a:spcBef>
                <a:spcPts val="300"/>
              </a:spcBef>
            </a:pPr>
            <a:endParaRPr lang="en-US" altLang="ja-JP" sz="1400">
              <a:solidFill>
                <a:srgbClr val="000000"/>
              </a:solidFill>
              <a:latin typeface="Meiryo UI" pitchFamily="50" charset="-128"/>
              <a:ea typeface="Meiryo UI" pitchFamily="50" charset="-128"/>
              <a:cs typeface="Meiryo UI" pitchFamily="50" charset="-128"/>
            </a:endParaRPr>
          </a:p>
          <a:p>
            <a:pPr algn="l">
              <a:spcBef>
                <a:spcPts val="300"/>
              </a:spcBef>
            </a:pPr>
            <a:r>
              <a:rPr lang="en-US" altLang="ja-JP" sz="1400">
                <a:solidFill>
                  <a:srgbClr val="000000"/>
                </a:solidFill>
                <a:latin typeface="Meiryo UI" pitchFamily="50" charset="-128"/>
                <a:ea typeface="Meiryo UI" pitchFamily="50" charset="-128"/>
                <a:cs typeface="Meiryo UI" pitchFamily="50" charset="-128"/>
              </a:rPr>
              <a:t>Codex requirements are</a:t>
            </a:r>
          </a:p>
          <a:p>
            <a:pPr marL="342900" indent="-342900" algn="l">
              <a:spcBef>
                <a:spcPts val="300"/>
              </a:spcBef>
              <a:buAutoNum type="arabicPeriod"/>
            </a:pPr>
            <a:r>
              <a:rPr lang="en-US" altLang="ja-JP" sz="1400">
                <a:solidFill>
                  <a:srgbClr val="000000"/>
                </a:solidFill>
                <a:latin typeface="Meiryo UI" pitchFamily="50" charset="-128"/>
                <a:ea typeface="Meiryo UI" pitchFamily="50" charset="-128"/>
                <a:cs typeface="Meiryo UI" pitchFamily="50" charset="-128"/>
              </a:rPr>
              <a:t>Emission requirement (test condition, driving cycle, emission target)</a:t>
            </a:r>
          </a:p>
          <a:p>
            <a:pPr marL="342900" indent="-342900" algn="l">
              <a:spcBef>
                <a:spcPts val="300"/>
              </a:spcBef>
              <a:buAutoNum type="arabicPeriod"/>
            </a:pPr>
            <a:r>
              <a:rPr lang="en-US" altLang="ja-JP" sz="1400">
                <a:solidFill>
                  <a:srgbClr val="000000"/>
                </a:solidFill>
                <a:latin typeface="Meiryo UI" pitchFamily="50" charset="-128"/>
                <a:ea typeface="Meiryo UI" pitchFamily="50" charset="-128"/>
                <a:cs typeface="Meiryo UI" pitchFamily="50" charset="-128"/>
              </a:rPr>
              <a:t>Function use/not use (for example, scavenging)</a:t>
            </a:r>
          </a:p>
          <a:p>
            <a:pPr marL="342900" indent="-342900" algn="l">
              <a:spcBef>
                <a:spcPts val="300"/>
              </a:spcBef>
              <a:buAutoNum type="arabicPeriod"/>
            </a:pPr>
            <a:r>
              <a:rPr lang="en-US" altLang="ja-JP" sz="1400">
                <a:solidFill>
                  <a:srgbClr val="000000"/>
                </a:solidFill>
                <a:latin typeface="Meiryo UI" pitchFamily="50" charset="-128"/>
                <a:ea typeface="Meiryo UI" pitchFamily="50" charset="-128"/>
                <a:cs typeface="Meiryo UI" pitchFamily="50" charset="-128"/>
              </a:rPr>
              <a:t>Calibration (for example, catalyst heating enable condition calibration)</a:t>
            </a:r>
          </a:p>
          <a:p>
            <a:pPr algn="l">
              <a:spcBef>
                <a:spcPts val="300"/>
              </a:spcBef>
            </a:pPr>
            <a:endParaRPr lang="en-US" altLang="ja-JP" sz="1400">
              <a:solidFill>
                <a:srgbClr val="000000"/>
              </a:solidFill>
              <a:latin typeface="Meiryo UI" pitchFamily="50" charset="-128"/>
              <a:ea typeface="Meiryo UI" pitchFamily="50" charset="-128"/>
              <a:cs typeface="Meiryo UI" pitchFamily="50" charset="-128"/>
            </a:endParaRPr>
          </a:p>
          <a:p>
            <a:pPr algn="l">
              <a:spcBef>
                <a:spcPts val="300"/>
              </a:spcBef>
            </a:pPr>
            <a:endParaRPr lang="en-US" altLang="ja-JP" sz="1400">
              <a:solidFill>
                <a:srgbClr val="000000"/>
              </a:solidFill>
              <a:latin typeface="Meiryo UI" pitchFamily="50" charset="-128"/>
              <a:ea typeface="Meiryo UI" pitchFamily="50" charset="-128"/>
              <a:cs typeface="Meiryo UI" pitchFamily="50" charset="-128"/>
            </a:endParaRPr>
          </a:p>
          <a:p>
            <a:pPr algn="l">
              <a:spcBef>
                <a:spcPts val="300"/>
              </a:spcBef>
            </a:pPr>
            <a:r>
              <a:rPr lang="en-US" altLang="ja-JP" sz="1400">
                <a:solidFill>
                  <a:srgbClr val="000000"/>
                </a:solidFill>
                <a:latin typeface="Meiryo UI" pitchFamily="50" charset="-128"/>
                <a:ea typeface="Meiryo UI" pitchFamily="50" charset="-128"/>
                <a:cs typeface="Meiryo UI" pitchFamily="50" charset="-128"/>
              </a:rPr>
              <a:t>Because all Codex requirement is Bosch activity, cost of codex activity must not be charged on Honda.</a:t>
            </a:r>
          </a:p>
        </p:txBody>
      </p:sp>
      <p:sp>
        <p:nvSpPr>
          <p:cNvPr id="8" name="テキスト ボックス 7"/>
          <p:cNvSpPr txBox="1"/>
          <p:nvPr/>
        </p:nvSpPr>
        <p:spPr>
          <a:xfrm>
            <a:off x="231799" y="3929421"/>
            <a:ext cx="8641651" cy="815608"/>
          </a:xfrm>
          <a:prstGeom prst="rect">
            <a:avLst/>
          </a:prstGeom>
          <a:noFill/>
        </p:spPr>
        <p:txBody>
          <a:bodyPr wrap="square" rtlCol="0">
            <a:spAutoFit/>
          </a:bodyPr>
          <a:lstStyle/>
          <a:p>
            <a:pPr algn="l">
              <a:spcBef>
                <a:spcPts val="300"/>
              </a:spcBef>
            </a:pPr>
            <a:r>
              <a:rPr kumimoji="1" lang="ja-JP" altLang="en-US" sz="1400">
                <a:latin typeface="Meiryo UI" panose="020B0604030504040204" pitchFamily="50" charset="-128"/>
                <a:ea typeface="Meiryo UI" panose="020B0604030504040204" pitchFamily="50" charset="-128"/>
              </a:rPr>
              <a:t>・</a:t>
            </a:r>
            <a:r>
              <a:rPr kumimoji="1" lang="en-US" altLang="ja-JP" sz="1400">
                <a:latin typeface="Meiryo UI" panose="020B0604030504040204" pitchFamily="50" charset="-128"/>
                <a:ea typeface="Meiryo UI" panose="020B0604030504040204" pitchFamily="50" charset="-128"/>
              </a:rPr>
              <a:t>Codex, MEC/CRP</a:t>
            </a:r>
            <a:r>
              <a:rPr kumimoji="1" lang="ja-JP" altLang="en-US" sz="1400">
                <a:latin typeface="Meiryo UI" panose="020B0604030504040204" pitchFamily="50" charset="-128"/>
                <a:ea typeface="Meiryo UI" panose="020B0604030504040204" pitchFamily="50" charset="-128"/>
              </a:rPr>
              <a:t>は、</a:t>
            </a:r>
            <a:r>
              <a:rPr kumimoji="1" lang="en-US" altLang="ja-JP" sz="1400">
                <a:latin typeface="Meiryo UI" panose="020B0604030504040204" pitchFamily="50" charset="-128"/>
                <a:ea typeface="Meiryo UI" panose="020B0604030504040204" pitchFamily="50" charset="-128"/>
              </a:rPr>
              <a:t>Bosch</a:t>
            </a:r>
            <a:r>
              <a:rPr kumimoji="1" lang="ja-JP" altLang="en-US" sz="1400">
                <a:latin typeface="Meiryo UI" panose="020B0604030504040204" pitchFamily="50" charset="-128"/>
                <a:ea typeface="Meiryo UI" panose="020B0604030504040204" pitchFamily="50" charset="-128"/>
              </a:rPr>
              <a:t>内部の業務である。</a:t>
            </a:r>
            <a:endParaRPr kumimoji="1" lang="en-US" altLang="ja-JP" sz="1400">
              <a:latin typeface="Meiryo UI" panose="020B0604030504040204" pitchFamily="50" charset="-128"/>
              <a:ea typeface="Meiryo UI" panose="020B0604030504040204" pitchFamily="50" charset="-128"/>
            </a:endParaRPr>
          </a:p>
          <a:p>
            <a:pPr algn="l">
              <a:spcBef>
                <a:spcPts val="300"/>
              </a:spcBef>
            </a:pPr>
            <a:r>
              <a:rPr lang="ja-JP" altLang="en-US" sz="1400">
                <a:latin typeface="Meiryo UI" panose="020B0604030504040204" pitchFamily="50" charset="-128"/>
                <a:ea typeface="Meiryo UI" panose="020B0604030504040204" pitchFamily="50" charset="-128"/>
              </a:rPr>
              <a:t>・</a:t>
            </a:r>
            <a:r>
              <a:rPr lang="en-US" altLang="ja-JP" sz="1400">
                <a:latin typeface="Meiryo UI" panose="020B0604030504040204" pitchFamily="50" charset="-128"/>
                <a:ea typeface="Meiryo UI" panose="020B0604030504040204" pitchFamily="50" charset="-128"/>
              </a:rPr>
              <a:t>MEC/CRP</a:t>
            </a:r>
            <a:r>
              <a:rPr lang="ja-JP" altLang="en-US" sz="1400">
                <a:latin typeface="Meiryo UI" panose="020B0604030504040204" pitchFamily="50" charset="-128"/>
                <a:ea typeface="Meiryo UI" panose="020B0604030504040204" pitchFamily="50" charset="-128"/>
              </a:rPr>
              <a:t>を理由にした、ハード変更要求・</a:t>
            </a:r>
            <a:r>
              <a:rPr lang="en-US" altLang="ja-JP" sz="1400">
                <a:latin typeface="Meiryo UI" panose="020B0604030504040204" pitchFamily="50" charset="-128"/>
                <a:ea typeface="Meiryo UI" panose="020B0604030504040204" pitchFamily="50" charset="-128"/>
              </a:rPr>
              <a:t>MP</a:t>
            </a:r>
            <a:r>
              <a:rPr lang="ja-JP" altLang="en-US" sz="1400">
                <a:latin typeface="Meiryo UI" panose="020B0604030504040204" pitchFamily="50" charset="-128"/>
                <a:ea typeface="Meiryo UI" panose="020B0604030504040204" pitchFamily="50" charset="-128"/>
              </a:rPr>
              <a:t> </a:t>
            </a:r>
            <a:r>
              <a:rPr lang="en-US" altLang="ja-JP" sz="1400">
                <a:latin typeface="Meiryo UI" panose="020B0604030504040204" pitchFamily="50" charset="-128"/>
                <a:ea typeface="Meiryo UI" panose="020B0604030504040204" pitchFamily="50" charset="-128"/>
              </a:rPr>
              <a:t>Hex</a:t>
            </a:r>
            <a:r>
              <a:rPr lang="ja-JP" altLang="en-US" sz="1400">
                <a:latin typeface="Meiryo UI" panose="020B0604030504040204" pitchFamily="50" charset="-128"/>
                <a:ea typeface="Meiryo UI" panose="020B0604030504040204" pitchFamily="50" charset="-128"/>
              </a:rPr>
              <a:t>リリースの遅延は受け入れられない。</a:t>
            </a:r>
            <a:endParaRPr kumimoji="1" lang="en-US" altLang="ja-JP" sz="1400">
              <a:latin typeface="Meiryo UI" panose="020B0604030504040204" pitchFamily="50" charset="-128"/>
              <a:ea typeface="Meiryo UI" panose="020B0604030504040204" pitchFamily="50" charset="-128"/>
            </a:endParaRPr>
          </a:p>
          <a:p>
            <a:pPr algn="l">
              <a:spcBef>
                <a:spcPts val="300"/>
              </a:spcBef>
            </a:pPr>
            <a:r>
              <a:rPr lang="ja-JP" altLang="en-US" sz="1400">
                <a:latin typeface="Meiryo UI" panose="020B0604030504040204" pitchFamily="50" charset="-128"/>
                <a:ea typeface="Meiryo UI" panose="020B0604030504040204" pitchFamily="50" charset="-128"/>
              </a:rPr>
              <a:t>・</a:t>
            </a:r>
            <a:r>
              <a:rPr lang="en-US" altLang="ja-JP" sz="1400">
                <a:latin typeface="Meiryo UI" panose="020B0604030504040204" pitchFamily="50" charset="-128"/>
                <a:ea typeface="Meiryo UI" panose="020B0604030504040204" pitchFamily="50" charset="-128"/>
              </a:rPr>
              <a:t>Honda</a:t>
            </a:r>
            <a:r>
              <a:rPr lang="ja-JP" altLang="en-US" sz="1400">
                <a:latin typeface="Meiryo UI" panose="020B0604030504040204" pitchFamily="50" charset="-128"/>
                <a:ea typeface="Meiryo UI" panose="020B0604030504040204" pitchFamily="50" charset="-128"/>
              </a:rPr>
              <a:t>は成果物を要求しない。</a:t>
            </a:r>
            <a:endParaRPr kumimoji="1" lang="ja-JP" altLang="en-US" sz="1400">
              <a:latin typeface="Meiryo UI" panose="020B0604030504040204" pitchFamily="50" charset="-128"/>
              <a:ea typeface="Meiryo UI" panose="020B0604030504040204" pitchFamily="50" charset="-128"/>
            </a:endParaRPr>
          </a:p>
        </p:txBody>
      </p:sp>
      <p:sp>
        <p:nvSpPr>
          <p:cNvPr id="12" name="Text Box 2"/>
          <p:cNvSpPr txBox="1">
            <a:spLocks noChangeArrowheads="1"/>
          </p:cNvSpPr>
          <p:nvPr/>
        </p:nvSpPr>
        <p:spPr bwMode="auto">
          <a:xfrm>
            <a:off x="231799" y="549544"/>
            <a:ext cx="3625864" cy="3874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l" eaLnBrk="1" hangingPunct="1">
              <a:lnSpc>
                <a:spcPct val="120000"/>
              </a:lnSpc>
            </a:pPr>
            <a:r>
              <a:rPr lang="en-US" altLang="ja-JP" sz="1800" b="1" u="sng">
                <a:latin typeface="Meiryo UI" panose="020B0604030504040204" pitchFamily="50" charset="-128"/>
                <a:ea typeface="Meiryo UI" panose="020B0604030504040204" pitchFamily="50" charset="-128"/>
                <a:cs typeface="Arial" pitchFamily="34" charset="0"/>
              </a:rPr>
              <a:t>Appendix . Codex, MEC/CRP</a:t>
            </a:r>
          </a:p>
        </p:txBody>
      </p:sp>
      <p:sp>
        <p:nvSpPr>
          <p:cNvPr id="13" name="Text Box 2"/>
          <p:cNvSpPr txBox="1">
            <a:spLocks noChangeArrowheads="1"/>
          </p:cNvSpPr>
          <p:nvPr/>
        </p:nvSpPr>
        <p:spPr bwMode="auto">
          <a:xfrm>
            <a:off x="259667" y="122081"/>
            <a:ext cx="88931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lnSpc>
                <a:spcPct val="90000"/>
              </a:lnSpc>
            </a:pPr>
            <a:r>
              <a:rPr lang="en-US" altLang="ja-JP" sz="2000">
                <a:solidFill>
                  <a:srgbClr val="FFFFFF"/>
                </a:solidFill>
                <a:latin typeface="Meiryo UI" panose="020B0604030504040204" pitchFamily="50" charset="-128"/>
                <a:ea typeface="Meiryo UI" panose="020B0604030504040204" pitchFamily="50" charset="-128"/>
                <a:cs typeface="Arial" pitchFamily="34" charset="0"/>
              </a:rPr>
              <a:t>16. EMS Requirement and CR (19/21)</a:t>
            </a:r>
            <a:endParaRPr lang="en-US" altLang="ja-JP" sz="2000">
              <a:solidFill>
                <a:schemeClr val="bg1"/>
              </a:solidFill>
              <a:latin typeface="Meiryo UI" panose="020B0604030504040204" pitchFamily="50" charset="-128"/>
              <a:ea typeface="Meiryo UI" panose="020B0604030504040204" pitchFamily="50" charset="-128"/>
              <a:cs typeface="Arial" pitchFamily="34" charset="0"/>
            </a:endParaRPr>
          </a:p>
        </p:txBody>
      </p:sp>
    </p:spTree>
    <p:extLst>
      <p:ext uri="{BB962C8B-B14F-4D97-AF65-F5344CB8AC3E}">
        <p14:creationId xmlns:p14="http://schemas.microsoft.com/office/powerpoint/2010/main" val="365452618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p:cNvSpPr txBox="1"/>
          <p:nvPr/>
        </p:nvSpPr>
        <p:spPr>
          <a:xfrm>
            <a:off x="133262" y="874039"/>
            <a:ext cx="9010737" cy="4293483"/>
          </a:xfrm>
          <a:prstGeom prst="rect">
            <a:avLst/>
          </a:prstGeom>
          <a:noFill/>
        </p:spPr>
        <p:txBody>
          <a:bodyPr wrap="square" rtlCol="0">
            <a:spAutoFit/>
          </a:bodyPr>
          <a:lstStyle/>
          <a:p>
            <a:pPr algn="l">
              <a:spcBef>
                <a:spcPts val="300"/>
              </a:spcBef>
            </a:pPr>
            <a:r>
              <a:rPr lang="en-US" altLang="ja-JP" sz="1400" dirty="0">
                <a:latin typeface="Meiryo UI" panose="020B0604030504040204" pitchFamily="50" charset="-128"/>
                <a:ea typeface="Meiryo UI" panose="020B0604030504040204" pitchFamily="50" charset="-128"/>
              </a:rPr>
              <a:t>Wrap up meeting to be held at the end of project within 1 month from last MP released.</a:t>
            </a:r>
          </a:p>
          <a:p>
            <a:pPr algn="l">
              <a:spcBef>
                <a:spcPts val="300"/>
              </a:spcBef>
            </a:pPr>
            <a:r>
              <a:rPr lang="en-US" altLang="ja-JP" sz="1400" dirty="0">
                <a:latin typeface="Meiryo UI" panose="020B0604030504040204" pitchFamily="50" charset="-128"/>
                <a:ea typeface="Meiryo UI" panose="020B0604030504040204" pitchFamily="50" charset="-128"/>
              </a:rPr>
              <a:t>The purpose is to discuss how to improve next project. </a:t>
            </a:r>
          </a:p>
          <a:p>
            <a:pPr algn="l">
              <a:spcBef>
                <a:spcPts val="300"/>
              </a:spcBef>
            </a:pPr>
            <a:r>
              <a:rPr lang="en-US" altLang="ja-JP" sz="1400" dirty="0">
                <a:latin typeface="Meiryo UI" panose="020B0604030504040204" pitchFamily="50" charset="-128"/>
                <a:ea typeface="Meiryo UI" panose="020B0604030504040204" pitchFamily="50" charset="-128"/>
              </a:rPr>
              <a:t>	technical item</a:t>
            </a:r>
          </a:p>
          <a:p>
            <a:pPr algn="l">
              <a:spcBef>
                <a:spcPts val="300"/>
              </a:spcBef>
            </a:pPr>
            <a:r>
              <a:rPr lang="en-US" altLang="ja-JP" sz="1400" dirty="0">
                <a:latin typeface="Meiryo UI" panose="020B0604030504040204" pitchFamily="50" charset="-128"/>
                <a:ea typeface="Meiryo UI" panose="020B0604030504040204" pitchFamily="50" charset="-128"/>
              </a:rPr>
              <a:t>	- what is the open items for the next project ?</a:t>
            </a:r>
          </a:p>
          <a:p>
            <a:pPr algn="l">
              <a:spcBef>
                <a:spcPts val="300"/>
              </a:spcBef>
            </a:pPr>
            <a:r>
              <a:rPr lang="en-US" altLang="ja-JP" sz="1400" dirty="0">
                <a:latin typeface="Meiryo UI" panose="020B0604030504040204" pitchFamily="50" charset="-128"/>
                <a:ea typeface="Meiryo UI" panose="020B0604030504040204" pitchFamily="50" charset="-128"/>
              </a:rPr>
              <a:t>	- what was the technical issue in the project ?</a:t>
            </a:r>
          </a:p>
          <a:p>
            <a:pPr algn="l">
              <a:spcBef>
                <a:spcPts val="300"/>
              </a:spcBef>
            </a:pPr>
            <a:r>
              <a:rPr lang="en-US" altLang="ja-JP" sz="1400" dirty="0">
                <a:latin typeface="Meiryo UI" panose="020B0604030504040204" pitchFamily="50" charset="-128"/>
                <a:ea typeface="Meiryo UI" panose="020B0604030504040204" pitchFamily="50" charset="-128"/>
              </a:rPr>
              <a:t>	     Lesson &amp; Learn of procedure</a:t>
            </a:r>
          </a:p>
          <a:p>
            <a:pPr algn="l">
              <a:spcBef>
                <a:spcPts val="300"/>
              </a:spcBef>
            </a:pPr>
            <a:r>
              <a:rPr lang="en-US" altLang="ja-JP" sz="1400" dirty="0">
                <a:latin typeface="Meiryo UI" panose="020B0604030504040204" pitchFamily="50" charset="-128"/>
                <a:ea typeface="Meiryo UI" panose="020B0604030504040204" pitchFamily="50" charset="-128"/>
              </a:rPr>
              <a:t>	- what was the issue of operating the project ?</a:t>
            </a:r>
          </a:p>
          <a:p>
            <a:pPr algn="l">
              <a:spcBef>
                <a:spcPts val="300"/>
              </a:spcBef>
            </a:pPr>
            <a:r>
              <a:rPr lang="en-US" altLang="ja-JP" sz="1400" dirty="0">
                <a:latin typeface="Meiryo UI" panose="020B0604030504040204" pitchFamily="50" charset="-128"/>
                <a:ea typeface="Meiryo UI" panose="020B0604030504040204" pitchFamily="50" charset="-128"/>
              </a:rPr>
              <a:t>According to expert meeting and/or regular meeting, if there is open items for next project, </a:t>
            </a:r>
          </a:p>
          <a:p>
            <a:pPr algn="l">
              <a:spcBef>
                <a:spcPts val="300"/>
              </a:spcBef>
            </a:pP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rPr>
              <a:t>must report and agree with Honda listed items below.</a:t>
            </a:r>
          </a:p>
          <a:p>
            <a:pPr algn="l">
              <a:spcBef>
                <a:spcPts val="300"/>
              </a:spcBef>
            </a:pPr>
            <a:r>
              <a:rPr lang="en-US" altLang="ja-JP" sz="1400" dirty="0">
                <a:latin typeface="Meiryo UI" panose="020B0604030504040204" pitchFamily="50" charset="-128"/>
                <a:ea typeface="Meiryo UI" panose="020B0604030504040204" pitchFamily="50" charset="-128"/>
              </a:rPr>
              <a:t>	- what is remaining item(s), unsolved item</a:t>
            </a:r>
          </a:p>
          <a:p>
            <a:pPr algn="l">
              <a:spcBef>
                <a:spcPts val="300"/>
              </a:spcBef>
            </a:pPr>
            <a:r>
              <a:rPr lang="en-US" altLang="ja-JP" sz="1400" dirty="0">
                <a:latin typeface="Meiryo UI" panose="020B0604030504040204" pitchFamily="50" charset="-128"/>
                <a:ea typeface="Meiryo UI" panose="020B0604030504040204" pitchFamily="50" charset="-128"/>
              </a:rPr>
              <a:t>	- what is root cause for all items</a:t>
            </a:r>
          </a:p>
          <a:p>
            <a:pPr algn="l">
              <a:spcBef>
                <a:spcPts val="300"/>
              </a:spcBef>
            </a:pPr>
            <a:r>
              <a:rPr lang="en-US" altLang="ja-JP" sz="1400" dirty="0">
                <a:latin typeface="Meiryo UI" panose="020B0604030504040204" pitchFamily="50" charset="-128"/>
                <a:ea typeface="Meiryo UI" panose="020B0604030504040204" pitchFamily="50" charset="-128"/>
              </a:rPr>
              <a:t>	- How to solve technically</a:t>
            </a:r>
          </a:p>
          <a:p>
            <a:pPr algn="l">
              <a:spcBef>
                <a:spcPts val="300"/>
              </a:spcBef>
            </a:pPr>
            <a:r>
              <a:rPr lang="en-US" altLang="ja-JP" sz="1400" dirty="0">
                <a:latin typeface="Meiryo UI" panose="020B0604030504040204" pitchFamily="50" charset="-128"/>
                <a:ea typeface="Meiryo UI" panose="020B0604030504040204" pitchFamily="50" charset="-128"/>
              </a:rPr>
              <a:t>Maru-Ji items are clarified by both</a:t>
            </a:r>
            <a:r>
              <a:rPr lang="ja-JP" altLang="en-US" sz="1400" dirty="0">
                <a:latin typeface="Meiryo UI" panose="020B0604030504040204" pitchFamily="50" charset="-128"/>
                <a:ea typeface="Meiryo UI" panose="020B0604030504040204" pitchFamily="50" charset="-128"/>
              </a:rPr>
              <a:t>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solidFill>
                  <a:srgbClr val="0000FF"/>
                </a:solidFill>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rPr>
              <a:t>and HONDA.</a:t>
            </a:r>
          </a:p>
          <a:p>
            <a:pPr algn="l">
              <a:spcBef>
                <a:spcPts val="300"/>
              </a:spcBef>
            </a:pPr>
            <a:r>
              <a:rPr lang="en-US" altLang="ja-JP" sz="1400" dirty="0">
                <a:latin typeface="Meiryo UI" panose="020B0604030504040204" pitchFamily="50" charset="-128"/>
                <a:ea typeface="Meiryo UI" panose="020B0604030504040204" pitchFamily="50" charset="-128"/>
              </a:rPr>
              <a:t>Agreement document shall be issued by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dirty="0">
                <a:latin typeface="Meiryo UI" panose="020B0604030504040204" pitchFamily="50" charset="-128"/>
                <a:ea typeface="Meiryo UI" panose="020B0604030504040204" pitchFamily="50" charset="-128"/>
              </a:rPr>
              <a:t> with attached file format.</a:t>
            </a:r>
          </a:p>
          <a:p>
            <a:pPr algn="l">
              <a:spcBef>
                <a:spcPts val="300"/>
              </a:spcBef>
            </a:pPr>
            <a:r>
              <a:rPr lang="en-US" altLang="ja-JP" sz="1400" dirty="0">
                <a:latin typeface="Meiryo UI" panose="020B0604030504040204" pitchFamily="50" charset="-128"/>
                <a:ea typeface="Meiryo UI" panose="020B0604030504040204" pitchFamily="50" charset="-128"/>
                <a:cs typeface="Arial" pitchFamily="34" charset="0"/>
              </a:rPr>
              <a:t>Regardless of d</a:t>
            </a:r>
            <a:r>
              <a:rPr kumimoji="1" lang="en-US" altLang="ja-JP" sz="1400" dirty="0">
                <a:latin typeface="Meiryo UI" panose="020B0604030504040204" pitchFamily="50" charset="-128"/>
                <a:ea typeface="Meiryo UI" panose="020B0604030504040204" pitchFamily="50" charset="-128"/>
              </a:rPr>
              <a:t>ifficulty</a:t>
            </a:r>
            <a:r>
              <a:rPr kumimoji="1" lang="ja-JP" altLang="en-US" sz="1400" dirty="0">
                <a:latin typeface="Meiryo UI" panose="020B0604030504040204" pitchFamily="50" charset="-128"/>
                <a:ea typeface="Meiryo UI" panose="020B0604030504040204" pitchFamily="50" charset="-128"/>
              </a:rPr>
              <a:t> </a:t>
            </a:r>
            <a:r>
              <a:rPr kumimoji="1" lang="en-US" altLang="ja-JP" sz="1400" dirty="0">
                <a:latin typeface="Meiryo UI" panose="020B0604030504040204" pitchFamily="50" charset="-128"/>
                <a:ea typeface="Meiryo UI" panose="020B0604030504040204" pitchFamily="50" charset="-128"/>
              </a:rPr>
              <a:t>of detecting fault </a:t>
            </a:r>
            <a:r>
              <a:rPr lang="en-US" altLang="ja-JP" sz="1400" dirty="0">
                <a:latin typeface="Meiryo UI" panose="020B0604030504040204" pitchFamily="50" charset="-128"/>
                <a:ea typeface="Meiryo UI" panose="020B0604030504040204" pitchFamily="50" charset="-128"/>
                <a:cs typeface="Arial" pitchFamily="34" charset="0"/>
              </a:rPr>
              <a:t>or e</a:t>
            </a:r>
            <a:r>
              <a:rPr kumimoji="1" lang="en-US" altLang="ja-JP" sz="1400" dirty="0">
                <a:latin typeface="Meiryo UI" panose="020B0604030504040204" pitchFamily="50" charset="-128"/>
                <a:ea typeface="Meiryo UI" panose="020B0604030504040204" pitchFamily="50" charset="-128"/>
              </a:rPr>
              <a:t>ffort against countermeasure,</a:t>
            </a:r>
            <a:r>
              <a:rPr kumimoji="1" lang="ja-JP" altLang="en-US" sz="1400" dirty="0">
                <a:latin typeface="Meiryo UI" panose="020B0604030504040204" pitchFamily="50" charset="-128"/>
                <a:ea typeface="Meiryo UI" panose="020B0604030504040204" pitchFamily="50" charset="-128"/>
                <a:cs typeface="Arial" pitchFamily="34" charset="0"/>
              </a:rPr>
              <a:t> </a:t>
            </a:r>
            <a:r>
              <a:rPr kumimoji="1"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dirty="0">
                <a:latin typeface="Meiryo UI" panose="020B0604030504040204" pitchFamily="50" charset="-128"/>
                <a:ea typeface="Meiryo UI" panose="020B0604030504040204" pitchFamily="50" charset="-128"/>
                <a:cs typeface="Arial" pitchFamily="34" charset="0"/>
              </a:rPr>
              <a:t> and HONDA</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discuss the burden ratio for all items, and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dirty="0">
                <a:latin typeface="Meiryo UI" panose="020B0604030504040204" pitchFamily="50" charset="-128"/>
                <a:ea typeface="Meiryo UI" panose="020B0604030504040204" pitchFamily="50" charset="-128"/>
              </a:rPr>
              <a:t> is required to solve them in the next project for free if the issued was caused by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endParaRPr lang="en-US" altLang="ja-JP" sz="1400" dirty="0">
              <a:solidFill>
                <a:schemeClr val="bg1">
                  <a:lumMod val="75000"/>
                </a:schemeClr>
              </a:solidFill>
              <a:latin typeface="Meiryo UI" panose="020B0604030504040204" pitchFamily="50" charset="-128"/>
              <a:ea typeface="Meiryo UI" panose="020B0604030504040204" pitchFamily="50" charset="-128"/>
            </a:endParaRPr>
          </a:p>
        </p:txBody>
      </p:sp>
      <p:sp>
        <p:nvSpPr>
          <p:cNvPr id="6" name="Text Box 2"/>
          <p:cNvSpPr txBox="1">
            <a:spLocks noChangeArrowheads="1"/>
          </p:cNvSpPr>
          <p:nvPr/>
        </p:nvSpPr>
        <p:spPr bwMode="auto">
          <a:xfrm>
            <a:off x="250829" y="44451"/>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2000">
                <a:solidFill>
                  <a:srgbClr val="FFFFFF"/>
                </a:solidFill>
                <a:latin typeface="Meiryo UI" panose="020B0604030504040204" pitchFamily="50" charset="-128"/>
                <a:ea typeface="Meiryo UI" panose="020B0604030504040204" pitchFamily="50" charset="-128"/>
                <a:cs typeface="Arial" pitchFamily="34" charset="0"/>
              </a:rPr>
              <a:t>16. EMS Requirement and CR (20/21)</a:t>
            </a:r>
            <a:endParaRPr lang="en-US" altLang="ja-JP" sz="1100">
              <a:solidFill>
                <a:srgbClr val="FFFFFF"/>
              </a:solidFill>
              <a:latin typeface="HGPｺﾞｼｯｸE" pitchFamily="50" charset="-128"/>
              <a:ea typeface="HGPｺﾞｼｯｸE" pitchFamily="50" charset="-128"/>
              <a:cs typeface="Arial" pitchFamily="34" charset="0"/>
            </a:endParaRPr>
          </a:p>
        </p:txBody>
      </p:sp>
      <p:sp>
        <p:nvSpPr>
          <p:cNvPr id="8" name="正方形/長方形 7"/>
          <p:cNvSpPr/>
          <p:nvPr/>
        </p:nvSpPr>
        <p:spPr>
          <a:xfrm>
            <a:off x="250829" y="550859"/>
            <a:ext cx="3015056" cy="366639"/>
          </a:xfrm>
          <a:prstGeom prst="rect">
            <a:avLst/>
          </a:prstGeom>
        </p:spPr>
        <p:txBody>
          <a:bodyPr wrap="none">
            <a:spAutoFit/>
          </a:bodyPr>
          <a:lstStyle/>
          <a:p>
            <a:pPr algn="l" eaLnBrk="1" hangingPunct="1">
              <a:lnSpc>
                <a:spcPct val="110000"/>
              </a:lnSpc>
            </a:pPr>
            <a:r>
              <a:rPr lang="en-US" altLang="ja-JP" sz="1800" b="1" u="sng">
                <a:solidFill>
                  <a:srgbClr val="000000"/>
                </a:solidFill>
                <a:latin typeface="Meiryo UI" panose="020B0604030504040204" pitchFamily="50" charset="-128"/>
                <a:ea typeface="Meiryo UI" panose="020B0604030504040204" pitchFamily="50" charset="-128"/>
                <a:cs typeface="Arial" pitchFamily="34" charset="0"/>
              </a:rPr>
              <a:t>Development Wrap-up</a:t>
            </a:r>
          </a:p>
        </p:txBody>
      </p:sp>
      <p:sp>
        <p:nvSpPr>
          <p:cNvPr id="9" name="コンテンツ プレースホルダー 2">
            <a:extLst>
              <a:ext uri="{FF2B5EF4-FFF2-40B4-BE49-F238E27FC236}">
                <a16:creationId xmlns:a16="http://schemas.microsoft.com/office/drawing/2014/main" id="{7E1503E4-F0B6-4C86-9D74-C2DA1B4D31F1}"/>
              </a:ext>
            </a:extLst>
          </p:cNvPr>
          <p:cNvSpPr txBox="1">
            <a:spLocks/>
          </p:cNvSpPr>
          <p:nvPr>
            <p:custDataLst>
              <p:tags r:id="rId1"/>
            </p:custDataLst>
          </p:nvPr>
        </p:nvSpPr>
        <p:spPr bwMode="auto">
          <a:xfrm>
            <a:off x="4811257" y="6166170"/>
            <a:ext cx="4228722" cy="508473"/>
          </a:xfrm>
          <a:prstGeom prst="rect">
            <a:avLst/>
          </a:prstGeom>
          <a:noFill/>
          <a:ln w="0">
            <a:noFill/>
            <a:miter lim="800000"/>
            <a:headEnd/>
            <a:tailEnd/>
          </a:ln>
          <a:effectLst/>
          <a:extLs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vert="horz" wrap="none" lIns="0" tIns="0" rIns="0" bIns="0" numCol="1" anchor="t" anchorCtr="0" compatLnSpc="1">
            <a:prstTxWarp prst="textNoShape">
              <a:avLst/>
            </a:prstTxWarp>
            <a:spAutoFit/>
          </a:bodyPr>
          <a:lstStyle>
            <a:lvl1pPr marL="251460" indent="-251460" algn="l" rtl="0" eaLnBrk="1" fontAlgn="base" hangingPunct="1">
              <a:lnSpc>
                <a:spcPts val="2300"/>
              </a:lnSpc>
              <a:spcBef>
                <a:spcPts val="500"/>
              </a:spcBef>
              <a:spcAft>
                <a:spcPct val="0"/>
              </a:spcAft>
              <a:buClrTx/>
              <a:buSzPct val="100000"/>
              <a:buFontTx/>
              <a:buNone/>
              <a:defRPr kumimoji="1" sz="1800" b="0" i="0" u="none">
                <a:solidFill>
                  <a:schemeClr val="tx1"/>
                </a:solidFill>
                <a:latin typeface="Bosch Office Sans" panose="020B0604020202020204" pitchFamily="34" charset="0"/>
                <a:ea typeface="+mn-ea"/>
                <a:cs typeface="Arial" pitchFamily="34" charset="0"/>
              </a:defRPr>
            </a:lvl1pPr>
            <a:lvl2pPr marL="467360" indent="-467360" algn="l" rtl="0" eaLnBrk="1" fontAlgn="base" hangingPunct="1">
              <a:lnSpc>
                <a:spcPts val="2000"/>
              </a:lnSpc>
              <a:spcBef>
                <a:spcPts val="500"/>
              </a:spcBef>
              <a:spcAft>
                <a:spcPct val="0"/>
              </a:spcAft>
              <a:buClrTx/>
              <a:buSzPct val="100000"/>
              <a:buFontTx/>
              <a:buNone/>
              <a:defRPr kumimoji="1" sz="1600" b="0" i="0" u="none">
                <a:solidFill>
                  <a:schemeClr val="tx1"/>
                </a:solidFill>
                <a:latin typeface="Bosch Office Sans" panose="020B0604020202020204" pitchFamily="34" charset="0"/>
                <a:cs typeface="Arial" pitchFamily="34" charset="0"/>
              </a:defRPr>
            </a:lvl2pPr>
            <a:lvl3pPr marL="647700" indent="-647700" algn="l" rtl="0" eaLnBrk="1" fontAlgn="base" hangingPunct="1">
              <a:lnSpc>
                <a:spcPts val="1700"/>
              </a:lnSpc>
              <a:spcBef>
                <a:spcPts val="500"/>
              </a:spcBef>
              <a:spcAft>
                <a:spcPct val="0"/>
              </a:spcAft>
              <a:buClrTx/>
              <a:buSzPct val="100000"/>
              <a:buFontTx/>
              <a:buNone/>
              <a:defRPr kumimoji="1" sz="1400" b="0" i="0" u="none">
                <a:solidFill>
                  <a:schemeClr val="tx1"/>
                </a:solidFill>
                <a:latin typeface="Bosch Office Sans" panose="020B0604020202020204" pitchFamily="34" charset="0"/>
                <a:cs typeface="Arial" pitchFamily="34" charset="0"/>
              </a:defRPr>
            </a:lvl3pPr>
            <a:lvl4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4pPr>
            <a:lvl5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5pPr>
            <a:lvl6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6pPr>
            <a:lvl7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7pPr>
            <a:lvl8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8pPr>
            <a:lvl9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9pPr>
          </a:lstStyle>
          <a:p>
            <a:pPr marL="0" indent="0">
              <a:lnSpc>
                <a:spcPct val="105000"/>
              </a:lnSpc>
              <a:spcBef>
                <a:spcPts val="600"/>
              </a:spcBef>
              <a:spcAft>
                <a:spcPts val="0"/>
              </a:spcAft>
            </a:pPr>
            <a:r>
              <a:rPr lang="en-US" altLang="ja-JP" sz="1400" b="1" kern="0">
                <a:latin typeface="Meiryo UI" panose="020B0604030504040204" pitchFamily="50" charset="-128"/>
              </a:rPr>
              <a:t>※</a:t>
            </a:r>
            <a:r>
              <a:rPr lang="ja-JP" altLang="en-US" sz="1400" b="1" kern="0">
                <a:latin typeface="Meiryo UI" panose="020B0604030504040204" pitchFamily="50" charset="-128"/>
              </a:rPr>
              <a:t> </a:t>
            </a:r>
            <a:r>
              <a:rPr lang="en-US" altLang="ja-JP" sz="1400" b="1" kern="0">
                <a:latin typeface="Meiryo UI" panose="020B0604030504040204" pitchFamily="50" charset="-128"/>
              </a:rPr>
              <a:t>Refer to “Project</a:t>
            </a:r>
            <a:r>
              <a:rPr lang="ja-JP" altLang="en-US" sz="1400" b="1" kern="0">
                <a:latin typeface="Meiryo UI" panose="020B0604030504040204" pitchFamily="50" charset="-128"/>
              </a:rPr>
              <a:t> </a:t>
            </a:r>
            <a:r>
              <a:rPr lang="en-US" altLang="ja-JP" sz="1400" b="1" kern="0">
                <a:latin typeface="Meiryo UI" panose="020B0604030504040204" pitchFamily="50" charset="-128"/>
              </a:rPr>
              <a:t>Open</a:t>
            </a:r>
            <a:r>
              <a:rPr lang="ja-JP" altLang="en-US" sz="1400" b="1" kern="0">
                <a:latin typeface="Meiryo UI" panose="020B0604030504040204" pitchFamily="50" charset="-128"/>
              </a:rPr>
              <a:t> </a:t>
            </a:r>
            <a:r>
              <a:rPr lang="en-US" altLang="ja-JP" sz="1400" b="1" kern="0">
                <a:latin typeface="Meiryo UI" panose="020B0604030504040204" pitchFamily="50" charset="-128"/>
              </a:rPr>
              <a:t>items sample” file.</a:t>
            </a:r>
          </a:p>
          <a:p>
            <a:pPr marL="0" indent="0">
              <a:lnSpc>
                <a:spcPct val="105000"/>
              </a:lnSpc>
              <a:spcBef>
                <a:spcPts val="600"/>
              </a:spcBef>
              <a:spcAft>
                <a:spcPts val="0"/>
              </a:spcAft>
            </a:pPr>
            <a:r>
              <a:rPr lang="en-US" sz="1400" b="1" kern="0">
                <a:latin typeface="Meiryo UI" panose="020B0604030504040204" pitchFamily="50" charset="-128"/>
              </a:rPr>
              <a:t>In folder : “</a:t>
            </a:r>
            <a:r>
              <a:rPr lang="en-US" altLang="ja-JP" sz="1400" b="1" kern="0">
                <a:latin typeface="Meiryo UI" panose="020B0604030504040204" pitchFamily="50" charset="-128"/>
              </a:rPr>
              <a:t>16</a:t>
            </a:r>
            <a:r>
              <a:rPr lang="en-US" sz="1400" b="1" kern="0">
                <a:latin typeface="Meiryo UI" panose="020B0604030504040204" pitchFamily="50" charset="-128"/>
              </a:rPr>
              <a:t>. </a:t>
            </a:r>
            <a:r>
              <a:rPr lang="en-US" altLang="ja-JP" sz="1400" b="1" kern="0">
                <a:latin typeface="Meiryo UI" panose="020B0604030504040204" pitchFamily="50" charset="-128"/>
              </a:rPr>
              <a:t>EMS</a:t>
            </a:r>
            <a:r>
              <a:rPr lang="ja-JP" altLang="en-US" sz="1400" b="1" kern="0">
                <a:latin typeface="Meiryo UI" panose="020B0604030504040204" pitchFamily="50" charset="-128"/>
              </a:rPr>
              <a:t> </a:t>
            </a:r>
            <a:r>
              <a:rPr lang="en-US" altLang="ja-JP" sz="1400" b="1" kern="0">
                <a:latin typeface="Meiryo UI" panose="020B0604030504040204" pitchFamily="50" charset="-128"/>
              </a:rPr>
              <a:t>Requirement</a:t>
            </a:r>
            <a:r>
              <a:rPr lang="en-US" sz="1400" b="1" kern="0">
                <a:latin typeface="Meiryo UI" panose="020B0604030504040204" pitchFamily="50" charset="-128"/>
              </a:rPr>
              <a:t>”</a:t>
            </a:r>
          </a:p>
        </p:txBody>
      </p:sp>
      <p:graphicFrame>
        <p:nvGraphicFramePr>
          <p:cNvPr id="10" name="表 3">
            <a:extLst>
              <a:ext uri="{FF2B5EF4-FFF2-40B4-BE49-F238E27FC236}">
                <a16:creationId xmlns:a16="http://schemas.microsoft.com/office/drawing/2014/main" id="{0093F956-AE98-45C6-8628-963C55FF6B38}"/>
              </a:ext>
            </a:extLst>
          </p:cNvPr>
          <p:cNvGraphicFramePr>
            <a:graphicFrameLocks noGrp="1"/>
          </p:cNvGraphicFramePr>
          <p:nvPr>
            <p:extLst>
              <p:ext uri="{D42A27DB-BD31-4B8C-83A1-F6EECF244321}">
                <p14:modId xmlns:p14="http://schemas.microsoft.com/office/powerpoint/2010/main" val="3821315667"/>
              </p:ext>
            </p:extLst>
          </p:nvPr>
        </p:nvGraphicFramePr>
        <p:xfrm>
          <a:off x="187148" y="5512839"/>
          <a:ext cx="4540982" cy="1280160"/>
        </p:xfrm>
        <a:graphic>
          <a:graphicData uri="http://schemas.openxmlformats.org/drawingml/2006/table">
            <a:tbl>
              <a:tblPr firstRow="1" bandRow="1">
                <a:tableStyleId>{5940675A-B579-460E-94D1-54222C63F5DA}</a:tableStyleId>
              </a:tblPr>
              <a:tblGrid>
                <a:gridCol w="1295215">
                  <a:extLst>
                    <a:ext uri="{9D8B030D-6E8A-4147-A177-3AD203B41FA5}">
                      <a16:colId xmlns:a16="http://schemas.microsoft.com/office/drawing/2014/main" val="2239555202"/>
                    </a:ext>
                  </a:extLst>
                </a:gridCol>
                <a:gridCol w="1005439">
                  <a:extLst>
                    <a:ext uri="{9D8B030D-6E8A-4147-A177-3AD203B41FA5}">
                      <a16:colId xmlns:a16="http://schemas.microsoft.com/office/drawing/2014/main" val="1837594741"/>
                    </a:ext>
                  </a:extLst>
                </a:gridCol>
                <a:gridCol w="1240571">
                  <a:extLst>
                    <a:ext uri="{9D8B030D-6E8A-4147-A177-3AD203B41FA5}">
                      <a16:colId xmlns:a16="http://schemas.microsoft.com/office/drawing/2014/main" val="557138045"/>
                    </a:ext>
                  </a:extLst>
                </a:gridCol>
                <a:gridCol w="999757">
                  <a:extLst>
                    <a:ext uri="{9D8B030D-6E8A-4147-A177-3AD203B41FA5}">
                      <a16:colId xmlns:a16="http://schemas.microsoft.com/office/drawing/2014/main" val="2374698661"/>
                    </a:ext>
                  </a:extLst>
                </a:gridCol>
              </a:tblGrid>
              <a:tr h="217850">
                <a:tc>
                  <a:txBody>
                    <a:bodyPr/>
                    <a:lstStyle/>
                    <a:p>
                      <a:pPr algn="ctr"/>
                      <a:r>
                        <a:rPr kumimoji="1" lang="en-US" altLang="ja-JP" sz="1000" dirty="0">
                          <a:latin typeface="Meiryo UI" panose="020B0604030504040204" pitchFamily="50" charset="-128"/>
                          <a:ea typeface="Meiryo UI" panose="020B0604030504040204" pitchFamily="50" charset="-128"/>
                        </a:rPr>
                        <a:t>Difficulty</a:t>
                      </a:r>
                      <a:r>
                        <a:rPr kumimoji="1" lang="ja-JP" altLang="en-US" sz="1000" dirty="0">
                          <a:latin typeface="Meiryo UI" panose="020B0604030504040204" pitchFamily="50" charset="-128"/>
                          <a:ea typeface="Meiryo UI" panose="020B0604030504040204" pitchFamily="50" charset="-128"/>
                        </a:rPr>
                        <a:t> </a:t>
                      </a:r>
                      <a:r>
                        <a:rPr kumimoji="1" lang="en-US" altLang="ja-JP" sz="1000" dirty="0">
                          <a:latin typeface="Meiryo UI" panose="020B0604030504040204" pitchFamily="50" charset="-128"/>
                          <a:ea typeface="Meiryo UI" panose="020B0604030504040204" pitchFamily="50" charset="-128"/>
                        </a:rPr>
                        <a:t>of detecting fault until MP1 issue</a:t>
                      </a:r>
                    </a:p>
                  </a:txBody>
                  <a:tcPr/>
                </a:tc>
                <a:tc>
                  <a:txBody>
                    <a:bodyPr/>
                    <a:lstStyle/>
                    <a:p>
                      <a:pPr algn="ctr"/>
                      <a:r>
                        <a:rPr kumimoji="1" lang="en-US" altLang="ja-JP" sz="1000">
                          <a:latin typeface="Meiryo UI" panose="020B0604030504040204" pitchFamily="50" charset="-128"/>
                          <a:ea typeface="Meiryo UI" panose="020B0604030504040204" pitchFamily="50" charset="-128"/>
                        </a:rPr>
                        <a:t>Effort against C/M</a:t>
                      </a:r>
                      <a:endParaRPr kumimoji="1" lang="ja-JP" altLang="en-US" sz="1000">
                        <a:latin typeface="Meiryo UI" panose="020B0604030504040204" pitchFamily="50" charset="-128"/>
                        <a:ea typeface="Meiryo UI" panose="020B0604030504040204" pitchFamily="50" charset="-128"/>
                      </a:endParaRPr>
                    </a:p>
                  </a:txBody>
                  <a:tcPr/>
                </a:tc>
                <a:tc>
                  <a:txBody>
                    <a:bodyPr/>
                    <a:lstStyle/>
                    <a:p>
                      <a:pPr algn="ctr"/>
                      <a:r>
                        <a:rPr kumimoji="1" lang="en-US" altLang="ja-JP" sz="1000" dirty="0">
                          <a:latin typeface="Meiryo UI" panose="020B0604030504040204" pitchFamily="50" charset="-128"/>
                          <a:ea typeface="Meiryo UI" panose="020B0604030504040204" pitchFamily="50" charset="-128"/>
                        </a:rPr>
                        <a:t>Payment</a:t>
                      </a:r>
                      <a:r>
                        <a:rPr kumimoji="1" lang="ja-JP" altLang="en-US" sz="1000" dirty="0">
                          <a:latin typeface="Meiryo UI" panose="020B0604030504040204" pitchFamily="50" charset="-128"/>
                          <a:ea typeface="Meiryo UI" panose="020B0604030504040204" pitchFamily="50" charset="-128"/>
                        </a:rPr>
                        <a:t> </a:t>
                      </a:r>
                      <a:r>
                        <a:rPr kumimoji="1" lang="en-US" altLang="ja-JP" sz="1000" dirty="0">
                          <a:latin typeface="Meiryo UI" panose="020B0604030504040204" pitchFamily="50" charset="-128"/>
                          <a:ea typeface="Meiryo UI" panose="020B0604030504040204" pitchFamily="50" charset="-128"/>
                        </a:rPr>
                        <a:t>Responsibility</a:t>
                      </a:r>
                    </a:p>
                    <a:p>
                      <a:pPr algn="ctr"/>
                      <a:r>
                        <a:rPr kumimoji="1" lang="en-US" altLang="ja-JP" sz="1000" dirty="0">
                          <a:solidFill>
                            <a:srgbClr val="0000FF"/>
                          </a:solidFill>
                          <a:latin typeface="Meiryo UI" panose="020B0604030504040204" pitchFamily="50" charset="-128"/>
                          <a:ea typeface="Meiryo UI" panose="020B0604030504040204" pitchFamily="50" charset="-128"/>
                        </a:rPr>
                        <a:t>Bosch</a:t>
                      </a:r>
                      <a:r>
                        <a:rPr kumimoji="1" lang="en-US" altLang="ja-JP" sz="1000" dirty="0">
                          <a:solidFill>
                            <a:schemeClr val="tx1"/>
                          </a:solidFill>
                          <a:latin typeface="Meiryo UI" panose="020B0604030504040204" pitchFamily="50" charset="-128"/>
                          <a:ea typeface="Meiryo UI" panose="020B0604030504040204" pitchFamily="50" charset="-128"/>
                        </a:rPr>
                        <a:t>/Honda</a:t>
                      </a:r>
                      <a:endParaRPr kumimoji="1" lang="ja-JP" altLang="en-US" sz="1000" dirty="0">
                        <a:solidFill>
                          <a:schemeClr val="tx1"/>
                        </a:solidFill>
                        <a:latin typeface="Meiryo UI" panose="020B0604030504040204" pitchFamily="50" charset="-128"/>
                        <a:ea typeface="Meiryo UI" panose="020B0604030504040204" pitchFamily="50" charset="-128"/>
                      </a:endParaRPr>
                    </a:p>
                  </a:txBody>
                  <a:tcPr/>
                </a:tc>
                <a:tc>
                  <a:txBody>
                    <a:bodyPr/>
                    <a:lstStyle/>
                    <a:p>
                      <a:pPr algn="ctr"/>
                      <a:r>
                        <a:rPr kumimoji="1" lang="en-US" altLang="ja-JP" sz="1000">
                          <a:solidFill>
                            <a:schemeClr val="tx1"/>
                          </a:solidFill>
                          <a:latin typeface="Meiryo UI" panose="020B0604030504040204" pitchFamily="50" charset="-128"/>
                          <a:ea typeface="Meiryo UI" panose="020B0604030504040204" pitchFamily="50" charset="-128"/>
                        </a:rPr>
                        <a:t>SOW</a:t>
                      </a:r>
                      <a:endParaRPr kumimoji="1" lang="ja-JP" altLang="en-US" sz="1000">
                        <a:solidFill>
                          <a:schemeClr val="tx1"/>
                        </a:solidFill>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966362997"/>
                  </a:ext>
                </a:extLst>
              </a:tr>
              <a:tr h="203885">
                <a:tc>
                  <a:txBody>
                    <a:bodyPr/>
                    <a:lstStyle/>
                    <a:p>
                      <a:pPr algn="ctr"/>
                      <a:r>
                        <a:rPr kumimoji="1" lang="en-US" altLang="ja-JP" sz="1000">
                          <a:latin typeface="Meiryo UI" panose="020B0604030504040204" pitchFamily="50" charset="-128"/>
                          <a:ea typeface="Meiryo UI" panose="020B0604030504040204" pitchFamily="50" charset="-128"/>
                        </a:rPr>
                        <a:t>Easy</a:t>
                      </a:r>
                      <a:endParaRPr kumimoji="1" lang="ja-JP" altLang="en-US" sz="1000">
                        <a:latin typeface="Meiryo UI" panose="020B0604030504040204" pitchFamily="50" charset="-128"/>
                        <a:ea typeface="Meiryo UI" panose="020B0604030504040204" pitchFamily="50" charset="-128"/>
                      </a:endParaRPr>
                    </a:p>
                  </a:txBody>
                  <a:tcPr/>
                </a:tc>
                <a:tc>
                  <a:txBody>
                    <a:bodyPr/>
                    <a:lstStyle/>
                    <a:p>
                      <a:pPr algn="ctr"/>
                      <a:r>
                        <a:rPr kumimoji="1" lang="en-US" altLang="ja-JP" sz="1000">
                          <a:latin typeface="Meiryo UI" panose="020B0604030504040204" pitchFamily="50" charset="-128"/>
                          <a:ea typeface="Meiryo UI" panose="020B0604030504040204" pitchFamily="50" charset="-128"/>
                        </a:rPr>
                        <a:t>Low/Mid</a:t>
                      </a:r>
                      <a:endParaRPr kumimoji="1" lang="ja-JP" altLang="en-US" sz="1000">
                        <a:latin typeface="Meiryo UI" panose="020B0604030504040204" pitchFamily="50" charset="-128"/>
                        <a:ea typeface="Meiryo UI" panose="020B0604030504040204" pitchFamily="50" charset="-128"/>
                      </a:endParaRPr>
                    </a:p>
                  </a:txBody>
                  <a:tcPr/>
                </a:tc>
                <a:tc>
                  <a:txBody>
                    <a:bodyPr/>
                    <a:lstStyle/>
                    <a:p>
                      <a:pPr algn="ctr"/>
                      <a:r>
                        <a:rPr kumimoji="1" lang="en-US" altLang="ja-JP" sz="1000">
                          <a:latin typeface="Meiryo UI" panose="020B0604030504040204" pitchFamily="50" charset="-128"/>
                          <a:ea typeface="Meiryo UI" panose="020B0604030504040204" pitchFamily="50" charset="-128"/>
                        </a:rPr>
                        <a:t>100/0</a:t>
                      </a:r>
                      <a:endParaRPr kumimoji="1" lang="ja-JP" altLang="en-US" sz="1000">
                        <a:latin typeface="Meiryo UI" panose="020B0604030504040204" pitchFamily="50" charset="-128"/>
                        <a:ea typeface="Meiryo UI" panose="020B0604030504040204" pitchFamily="50" charset="-128"/>
                      </a:endParaRPr>
                    </a:p>
                  </a:txBody>
                  <a:tcPr/>
                </a:tc>
                <a:tc>
                  <a:txBody>
                    <a:bodyPr/>
                    <a:lstStyle/>
                    <a:p>
                      <a:pPr algn="ctr"/>
                      <a:r>
                        <a:rPr kumimoji="1" lang="en-US" altLang="ja-JP" sz="1000">
                          <a:latin typeface="Meiryo UI" panose="020B0604030504040204" pitchFamily="50" charset="-128"/>
                          <a:ea typeface="Meiryo UI" panose="020B0604030504040204" pitchFamily="50" charset="-128"/>
                        </a:rPr>
                        <a:t>Unnecessary</a:t>
                      </a:r>
                      <a:endParaRPr kumimoji="1" lang="ja-JP" altLang="en-US" sz="1000">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2138609816"/>
                  </a:ext>
                </a:extLst>
              </a:tr>
              <a:tr h="203885">
                <a:tc>
                  <a:txBody>
                    <a:bodyPr/>
                    <a:lstStyle/>
                    <a:p>
                      <a:pPr algn="ctr"/>
                      <a:r>
                        <a:rPr kumimoji="1" lang="en-US" altLang="ja-JP" sz="1000">
                          <a:latin typeface="Meiryo UI" panose="020B0604030504040204" pitchFamily="50" charset="-128"/>
                          <a:ea typeface="Meiryo UI" panose="020B0604030504040204" pitchFamily="50" charset="-128"/>
                        </a:rPr>
                        <a:t>Easy</a:t>
                      </a:r>
                      <a:endParaRPr kumimoji="1" lang="ja-JP" altLang="en-US" sz="1000">
                        <a:latin typeface="Meiryo UI" panose="020B0604030504040204" pitchFamily="50" charset="-128"/>
                        <a:ea typeface="Meiryo UI" panose="020B0604030504040204" pitchFamily="50" charset="-128"/>
                      </a:endParaRPr>
                    </a:p>
                  </a:txBody>
                  <a:tcPr/>
                </a:tc>
                <a:tc>
                  <a:txBody>
                    <a:bodyPr/>
                    <a:lstStyle/>
                    <a:p>
                      <a:pPr algn="ctr"/>
                      <a:r>
                        <a:rPr kumimoji="1" lang="en-US" altLang="ja-JP" sz="1000">
                          <a:latin typeface="Meiryo UI" panose="020B0604030504040204" pitchFamily="50" charset="-128"/>
                          <a:ea typeface="Meiryo UI" panose="020B0604030504040204" pitchFamily="50" charset="-128"/>
                        </a:rPr>
                        <a:t>High</a:t>
                      </a:r>
                      <a:endParaRPr kumimoji="1" lang="ja-JP" altLang="en-US" sz="1000">
                        <a:latin typeface="Meiryo UI" panose="020B0604030504040204" pitchFamily="50" charset="-128"/>
                        <a:ea typeface="Meiryo UI" panose="020B0604030504040204" pitchFamily="50" charset="-128"/>
                      </a:endParaRPr>
                    </a:p>
                  </a:txBody>
                  <a:tcPr/>
                </a:tc>
                <a:tc>
                  <a:txBody>
                    <a:bodyPr/>
                    <a:lstStyle/>
                    <a:p>
                      <a:pPr algn="ctr"/>
                      <a:r>
                        <a:rPr kumimoji="1" lang="en-US" altLang="ja-JP" sz="1000">
                          <a:latin typeface="Meiryo UI" panose="020B0604030504040204" pitchFamily="50" charset="-128"/>
                          <a:ea typeface="Meiryo UI" panose="020B0604030504040204" pitchFamily="50" charset="-128"/>
                        </a:rPr>
                        <a:t>Need to discuss</a:t>
                      </a:r>
                      <a:endParaRPr kumimoji="1" lang="ja-JP" altLang="en-US" sz="1000">
                        <a:latin typeface="Meiryo UI" panose="020B0604030504040204" pitchFamily="50" charset="-128"/>
                        <a:ea typeface="Meiryo UI" panose="020B0604030504040204" pitchFamily="50" charset="-128"/>
                      </a:endParaRPr>
                    </a:p>
                  </a:txBody>
                  <a:tcPr/>
                </a:tc>
                <a:tc>
                  <a:txBody>
                    <a:bodyPr/>
                    <a:lstStyle/>
                    <a:p>
                      <a:pPr algn="ctr"/>
                      <a:r>
                        <a:rPr kumimoji="1" lang="en-US" altLang="ja-JP" sz="1000">
                          <a:latin typeface="Meiryo UI" panose="020B0604030504040204" pitchFamily="50" charset="-128"/>
                          <a:ea typeface="Meiryo UI" panose="020B0604030504040204" pitchFamily="50" charset="-128"/>
                        </a:rPr>
                        <a:t>Necessary</a:t>
                      </a:r>
                      <a:endParaRPr kumimoji="1" lang="ja-JP" altLang="en-US" sz="1000">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3198812333"/>
                  </a:ext>
                </a:extLst>
              </a:tr>
              <a:tr h="203885">
                <a:tc>
                  <a:txBody>
                    <a:bodyPr/>
                    <a:lstStyle/>
                    <a:p>
                      <a:pPr algn="ctr"/>
                      <a:r>
                        <a:rPr kumimoji="1" lang="en-US" altLang="ja-JP" sz="1000">
                          <a:latin typeface="Meiryo UI" panose="020B0604030504040204" pitchFamily="50" charset="-128"/>
                          <a:ea typeface="Meiryo UI" panose="020B0604030504040204" pitchFamily="50" charset="-128"/>
                        </a:rPr>
                        <a:t>Difficult</a:t>
                      </a:r>
                      <a:endParaRPr kumimoji="1" lang="ja-JP" altLang="en-US" sz="1000">
                        <a:latin typeface="Meiryo UI" panose="020B0604030504040204" pitchFamily="50" charset="-128"/>
                        <a:ea typeface="Meiryo UI" panose="020B0604030504040204" pitchFamily="50" charset="-128"/>
                      </a:endParaRPr>
                    </a:p>
                  </a:txBody>
                  <a:tcPr/>
                </a:tc>
                <a:tc>
                  <a:txBody>
                    <a:bodyPr/>
                    <a:lstStyle/>
                    <a:p>
                      <a:pPr algn="ctr"/>
                      <a:r>
                        <a:rPr kumimoji="1" lang="ja-JP" altLang="en-US" sz="1000">
                          <a:latin typeface="Meiryo UI" panose="020B0604030504040204" pitchFamily="50" charset="-128"/>
                          <a:ea typeface="Meiryo UI" panose="020B0604030504040204" pitchFamily="50" charset="-128"/>
                        </a:rPr>
                        <a:t>ー</a:t>
                      </a:r>
                    </a:p>
                  </a:txBody>
                  <a:tcPr/>
                </a:tc>
                <a:tc>
                  <a:txBody>
                    <a:bodyPr/>
                    <a:lstStyle/>
                    <a:p>
                      <a:pPr algn="ctr"/>
                      <a:r>
                        <a:rPr kumimoji="1" lang="en-US" altLang="ja-JP" sz="1000">
                          <a:latin typeface="Meiryo UI" panose="020B0604030504040204" pitchFamily="50" charset="-128"/>
                          <a:ea typeface="Meiryo UI" panose="020B0604030504040204" pitchFamily="50" charset="-128"/>
                        </a:rPr>
                        <a:t>0/100</a:t>
                      </a:r>
                      <a:endParaRPr kumimoji="1" lang="ja-JP" altLang="en-US" sz="1000">
                        <a:latin typeface="Meiryo UI" panose="020B0604030504040204" pitchFamily="50" charset="-128"/>
                        <a:ea typeface="Meiryo UI" panose="020B0604030504040204" pitchFamily="50" charset="-128"/>
                      </a:endParaRPr>
                    </a:p>
                  </a:txBody>
                  <a:tcPr/>
                </a:tc>
                <a:tc>
                  <a:txBody>
                    <a:bodyPr/>
                    <a:lstStyle/>
                    <a:p>
                      <a:pPr algn="ctr"/>
                      <a:r>
                        <a:rPr kumimoji="1" lang="en-US" altLang="ja-JP" sz="1000">
                          <a:latin typeface="Meiryo UI" panose="020B0604030504040204" pitchFamily="50" charset="-128"/>
                          <a:ea typeface="Meiryo UI" panose="020B0604030504040204" pitchFamily="50" charset="-128"/>
                        </a:rPr>
                        <a:t>Necessary</a:t>
                      </a:r>
                      <a:endParaRPr kumimoji="1" lang="ja-JP" altLang="en-US" sz="1000">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2650068478"/>
                  </a:ext>
                </a:extLst>
              </a:tr>
            </a:tbl>
          </a:graphicData>
        </a:graphic>
      </p:graphicFrame>
      <p:sp>
        <p:nvSpPr>
          <p:cNvPr id="11" name="テキスト ボックス 10">
            <a:extLst>
              <a:ext uri="{FF2B5EF4-FFF2-40B4-BE49-F238E27FC236}">
                <a16:creationId xmlns:a16="http://schemas.microsoft.com/office/drawing/2014/main" id="{68FDD6A2-BE6E-430F-A085-2E2895200484}"/>
              </a:ext>
            </a:extLst>
          </p:cNvPr>
          <p:cNvSpPr txBox="1"/>
          <p:nvPr/>
        </p:nvSpPr>
        <p:spPr>
          <a:xfrm>
            <a:off x="133262" y="5171334"/>
            <a:ext cx="4450449" cy="307777"/>
          </a:xfrm>
          <a:prstGeom prst="rect">
            <a:avLst/>
          </a:prstGeom>
          <a:noFill/>
        </p:spPr>
        <p:txBody>
          <a:bodyPr wrap="none" rtlCol="0">
            <a:spAutoFit/>
          </a:bodyPr>
          <a:lstStyle/>
          <a:p>
            <a:pPr algn="l"/>
            <a:r>
              <a:rPr lang="en-US" altLang="ja-JP" sz="1400" u="sng">
                <a:latin typeface="Meiryo UI" panose="020B0604030504040204" pitchFamily="50" charset="-128"/>
                <a:ea typeface="Meiryo UI" panose="020B0604030504040204" pitchFamily="50" charset="-128"/>
              </a:rPr>
              <a:t>Payment responsibility example of Maru-ji items</a:t>
            </a:r>
            <a:endParaRPr kumimoji="1" lang="en-US" altLang="ja-JP" sz="1400" u="sng">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1516346604"/>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p:cNvSpPr txBox="1"/>
          <p:nvPr/>
        </p:nvSpPr>
        <p:spPr>
          <a:xfrm>
            <a:off x="133262" y="1006558"/>
            <a:ext cx="8916841" cy="4585871"/>
          </a:xfrm>
          <a:prstGeom prst="rect">
            <a:avLst/>
          </a:prstGeom>
          <a:noFill/>
        </p:spPr>
        <p:txBody>
          <a:bodyPr wrap="square" rtlCol="0">
            <a:spAutoFit/>
          </a:bodyPr>
          <a:lstStyle/>
          <a:p>
            <a:pPr algn="l">
              <a:spcBef>
                <a:spcPts val="300"/>
              </a:spcBef>
            </a:pPr>
            <a:r>
              <a:rPr lang="ja-JP" altLang="en-US" sz="1400" dirty="0">
                <a:latin typeface="Meiryo UI" panose="020B0604030504040204" pitchFamily="50" charset="-128"/>
                <a:ea typeface="Meiryo UI" panose="020B0604030504040204" pitchFamily="50" charset="-128"/>
              </a:rPr>
              <a:t>最終</a:t>
            </a:r>
            <a:r>
              <a:rPr lang="en-US" altLang="ja-JP" sz="1400" dirty="0">
                <a:latin typeface="Meiryo UI" panose="020B0604030504040204" pitchFamily="50" charset="-128"/>
                <a:ea typeface="Meiryo UI" panose="020B0604030504040204" pitchFamily="50" charset="-128"/>
              </a:rPr>
              <a:t>MP</a:t>
            </a:r>
            <a:r>
              <a:rPr lang="ja-JP" altLang="en-US" sz="1400" dirty="0">
                <a:latin typeface="Meiryo UI" panose="020B0604030504040204" pitchFamily="50" charset="-128"/>
                <a:ea typeface="Meiryo UI" panose="020B0604030504040204" pitchFamily="50" charset="-128"/>
              </a:rPr>
              <a:t>ファイルリリースから</a:t>
            </a:r>
            <a:r>
              <a:rPr lang="en-US" altLang="ja-JP" sz="1400" dirty="0">
                <a:latin typeface="Meiryo UI" panose="020B0604030504040204" pitchFamily="50" charset="-128"/>
                <a:ea typeface="Meiryo UI" panose="020B0604030504040204" pitchFamily="50" charset="-128"/>
              </a:rPr>
              <a:t>1</a:t>
            </a:r>
            <a:r>
              <a:rPr lang="ja-JP" altLang="en-US" sz="1400" dirty="0">
                <a:latin typeface="Meiryo UI" panose="020B0604030504040204" pitchFamily="50" charset="-128"/>
                <a:ea typeface="Meiryo UI" panose="020B0604030504040204" pitchFamily="50" charset="-128"/>
              </a:rPr>
              <a:t>カ月以内に、まとめ・振り返りの打ち合わせを行うこと</a:t>
            </a:r>
            <a:endParaRPr lang="en-US" altLang="ja-JP" sz="1400" dirty="0">
              <a:latin typeface="Meiryo UI" panose="020B0604030504040204" pitchFamily="50" charset="-128"/>
              <a:ea typeface="Meiryo UI" panose="020B0604030504040204" pitchFamily="50" charset="-128"/>
            </a:endParaRPr>
          </a:p>
          <a:p>
            <a:pPr algn="l">
              <a:spcBef>
                <a:spcPts val="300"/>
              </a:spcBef>
            </a:pPr>
            <a:r>
              <a:rPr lang="ja-JP" altLang="en-US" sz="1400" dirty="0">
                <a:latin typeface="Meiryo UI" panose="020B0604030504040204" pitchFamily="50" charset="-128"/>
                <a:ea typeface="Meiryo UI" panose="020B0604030504040204" pitchFamily="50" charset="-128"/>
              </a:rPr>
              <a:t>目的は、次プロジェクトをどううまく運営するかを議論することである。</a:t>
            </a:r>
            <a:endParaRPr lang="en-US" altLang="ja-JP" sz="1400" dirty="0">
              <a:latin typeface="Meiryo UI" panose="020B0604030504040204" pitchFamily="50" charset="-128"/>
              <a:ea typeface="Meiryo UI" panose="020B0604030504040204" pitchFamily="50" charset="-128"/>
            </a:endParaRPr>
          </a:p>
          <a:p>
            <a:pPr algn="l">
              <a:spcBef>
                <a:spcPts val="300"/>
              </a:spcBef>
            </a:pPr>
            <a:r>
              <a:rPr lang="en-US" altLang="ja-JP" sz="1400" dirty="0">
                <a:latin typeface="Meiryo UI" panose="020B0604030504040204" pitchFamily="50" charset="-128"/>
                <a:ea typeface="Meiryo UI" panose="020B0604030504040204" pitchFamily="50" charset="-128"/>
              </a:rPr>
              <a:t>	</a:t>
            </a:r>
            <a:r>
              <a:rPr lang="ja-JP" altLang="en-US" sz="1400" dirty="0">
                <a:latin typeface="Meiryo UI" panose="020B0604030504040204" pitchFamily="50" charset="-128"/>
                <a:ea typeface="Meiryo UI" panose="020B0604030504040204" pitchFamily="50" charset="-128"/>
              </a:rPr>
              <a:t>技術的課題</a:t>
            </a:r>
            <a:endParaRPr lang="en-US" altLang="ja-JP" sz="1400" dirty="0">
              <a:latin typeface="Meiryo UI" panose="020B0604030504040204" pitchFamily="50" charset="-128"/>
              <a:ea typeface="Meiryo UI" panose="020B0604030504040204" pitchFamily="50" charset="-128"/>
            </a:endParaRPr>
          </a:p>
          <a:p>
            <a:pPr algn="l">
              <a:spcBef>
                <a:spcPts val="300"/>
              </a:spcBef>
            </a:pPr>
            <a:r>
              <a:rPr lang="en-US" altLang="ja-JP" sz="1400" dirty="0">
                <a:latin typeface="Meiryo UI" panose="020B0604030504040204" pitchFamily="50" charset="-128"/>
                <a:ea typeface="Meiryo UI" panose="020B0604030504040204" pitchFamily="50" charset="-128"/>
              </a:rPr>
              <a:t>	- </a:t>
            </a:r>
            <a:r>
              <a:rPr lang="ja-JP" altLang="en-US" sz="1400" dirty="0">
                <a:latin typeface="Meiryo UI" panose="020B0604030504040204" pitchFamily="50" charset="-128"/>
                <a:ea typeface="Meiryo UI" panose="020B0604030504040204" pitchFamily="50" charset="-128"/>
              </a:rPr>
              <a:t>次プロジェクトへ延期した項目は何か</a:t>
            </a:r>
            <a:r>
              <a:rPr lang="en-US" altLang="ja-JP" sz="1400" dirty="0">
                <a:latin typeface="Meiryo UI" panose="020B0604030504040204" pitchFamily="50" charset="-128"/>
                <a:ea typeface="Meiryo UI" panose="020B0604030504040204" pitchFamily="50" charset="-128"/>
              </a:rPr>
              <a:t>?</a:t>
            </a:r>
          </a:p>
          <a:p>
            <a:pPr algn="l">
              <a:spcBef>
                <a:spcPts val="300"/>
              </a:spcBef>
            </a:pPr>
            <a:r>
              <a:rPr lang="en-US" altLang="ja-JP" sz="1400" dirty="0">
                <a:latin typeface="Meiryo UI" panose="020B0604030504040204" pitchFamily="50" charset="-128"/>
                <a:ea typeface="Meiryo UI" panose="020B0604030504040204" pitchFamily="50" charset="-128"/>
              </a:rPr>
              <a:t>	- </a:t>
            </a:r>
            <a:r>
              <a:rPr lang="ja-JP" altLang="en-US" sz="1400" dirty="0">
                <a:latin typeface="Meiryo UI" panose="020B0604030504040204" pitchFamily="50" charset="-128"/>
                <a:ea typeface="Meiryo UI" panose="020B0604030504040204" pitchFamily="50" charset="-128"/>
              </a:rPr>
              <a:t>現プロジェクト内での技術的な課題は何であったか</a:t>
            </a:r>
            <a:r>
              <a:rPr lang="en-US" altLang="ja-JP" sz="1400" dirty="0">
                <a:latin typeface="Meiryo UI" panose="020B0604030504040204" pitchFamily="50" charset="-128"/>
                <a:ea typeface="Meiryo UI" panose="020B0604030504040204" pitchFamily="50" charset="-128"/>
              </a:rPr>
              <a:t>?</a:t>
            </a:r>
          </a:p>
          <a:p>
            <a:pPr algn="l">
              <a:spcBef>
                <a:spcPts val="300"/>
              </a:spcBef>
            </a:pPr>
            <a:r>
              <a:rPr lang="en-US" altLang="ja-JP" sz="1400" dirty="0">
                <a:latin typeface="Meiryo UI" panose="020B0604030504040204" pitchFamily="50" charset="-128"/>
                <a:ea typeface="Meiryo UI" panose="020B0604030504040204" pitchFamily="50" charset="-128"/>
              </a:rPr>
              <a:t>	     </a:t>
            </a:r>
            <a:r>
              <a:rPr lang="ja-JP" altLang="en-US" sz="1400" dirty="0">
                <a:latin typeface="Meiryo UI" panose="020B0604030504040204" pitchFamily="50" charset="-128"/>
                <a:ea typeface="Meiryo UI" panose="020B0604030504040204" pitchFamily="50" charset="-128"/>
              </a:rPr>
              <a:t>振り返り、なぜなぜ</a:t>
            </a:r>
            <a:endParaRPr lang="en-US" altLang="ja-JP" sz="1400" dirty="0">
              <a:latin typeface="Meiryo UI" panose="020B0604030504040204" pitchFamily="50" charset="-128"/>
              <a:ea typeface="Meiryo UI" panose="020B0604030504040204" pitchFamily="50" charset="-128"/>
            </a:endParaRPr>
          </a:p>
          <a:p>
            <a:pPr algn="l">
              <a:spcBef>
                <a:spcPts val="300"/>
              </a:spcBef>
            </a:pPr>
            <a:r>
              <a:rPr lang="en-US" altLang="ja-JP" sz="1400" dirty="0">
                <a:latin typeface="Meiryo UI" panose="020B0604030504040204" pitchFamily="50" charset="-128"/>
                <a:ea typeface="Meiryo UI" panose="020B0604030504040204" pitchFamily="50" charset="-128"/>
              </a:rPr>
              <a:t>	- </a:t>
            </a:r>
            <a:r>
              <a:rPr lang="ja-JP" altLang="en-US" sz="1400" dirty="0">
                <a:latin typeface="Meiryo UI" panose="020B0604030504040204" pitchFamily="50" charset="-128"/>
                <a:ea typeface="Meiryo UI" panose="020B0604030504040204" pitchFamily="50" charset="-128"/>
              </a:rPr>
              <a:t>現プロジェクトを運営するうえでの課題は何であったか</a:t>
            </a:r>
            <a:r>
              <a:rPr lang="en-US" altLang="ja-JP" sz="1400" dirty="0">
                <a:latin typeface="Meiryo UI" panose="020B0604030504040204" pitchFamily="50" charset="-128"/>
                <a:ea typeface="Meiryo UI" panose="020B0604030504040204" pitchFamily="50" charset="-128"/>
              </a:rPr>
              <a:t>?</a:t>
            </a:r>
          </a:p>
          <a:p>
            <a:pPr algn="l">
              <a:spcBef>
                <a:spcPts val="300"/>
              </a:spcBef>
            </a:pPr>
            <a:r>
              <a:rPr lang="en-US" altLang="ja-JP" sz="1400" dirty="0">
                <a:latin typeface="Meiryo UI" panose="020B0604030504040204" pitchFamily="50" charset="-128"/>
                <a:ea typeface="Meiryo UI" panose="020B0604030504040204" pitchFamily="50" charset="-128"/>
              </a:rPr>
              <a:t> 	</a:t>
            </a:r>
            <a:r>
              <a:rPr lang="ja-JP" altLang="en-US" sz="1400" dirty="0">
                <a:latin typeface="Meiryo UI" panose="020B0604030504040204" pitchFamily="50" charset="-128"/>
                <a:ea typeface="Meiryo UI" panose="020B0604030504040204" pitchFamily="50" charset="-128"/>
              </a:rPr>
              <a:t>エキスパートミーティングまたはレギュラーミーティングにおいて、マル次項目がある場合は、</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latin typeface="Meiryo UI" panose="020B0604030504040204" pitchFamily="50" charset="-128"/>
                <a:ea typeface="Meiryo UI" panose="020B0604030504040204" pitchFamily="50" charset="-128"/>
              </a:rPr>
              <a:t>は</a:t>
            </a:r>
            <a:r>
              <a:rPr lang="en-US" altLang="ja-JP" sz="1400" dirty="0">
                <a:latin typeface="Meiryo UI" panose="020B0604030504040204" pitchFamily="50" charset="-128"/>
                <a:ea typeface="Meiryo UI" panose="020B0604030504040204" pitchFamily="50" charset="-128"/>
              </a:rPr>
              <a:t>Honda</a:t>
            </a:r>
            <a:r>
              <a:rPr lang="ja-JP" altLang="en-US" sz="1400" dirty="0">
                <a:latin typeface="Meiryo UI" panose="020B0604030504040204" pitchFamily="50" charset="-128"/>
                <a:ea typeface="Meiryo UI" panose="020B0604030504040204" pitchFamily="50" charset="-128"/>
              </a:rPr>
              <a:t>に</a:t>
            </a:r>
            <a:endParaRPr lang="en-US" altLang="ja-JP" sz="1400" dirty="0">
              <a:latin typeface="Meiryo UI" panose="020B0604030504040204" pitchFamily="50" charset="-128"/>
              <a:ea typeface="Meiryo UI" panose="020B0604030504040204" pitchFamily="50" charset="-128"/>
            </a:endParaRPr>
          </a:p>
          <a:p>
            <a:pPr algn="l">
              <a:spcBef>
                <a:spcPts val="300"/>
              </a:spcBef>
            </a:pPr>
            <a:r>
              <a:rPr lang="ja-JP" altLang="en-US" sz="1400" dirty="0">
                <a:latin typeface="Meiryo UI" panose="020B0604030504040204" pitchFamily="50" charset="-128"/>
                <a:ea typeface="Meiryo UI" panose="020B0604030504040204" pitchFamily="50" charset="-128"/>
              </a:rPr>
              <a:t>以下の項目を報告し、合意を得ること</a:t>
            </a:r>
            <a:endParaRPr lang="en-US" altLang="ja-JP" sz="1400" dirty="0">
              <a:latin typeface="Meiryo UI" panose="020B0604030504040204" pitchFamily="50" charset="-128"/>
              <a:ea typeface="Meiryo UI" panose="020B0604030504040204" pitchFamily="50" charset="-128"/>
            </a:endParaRPr>
          </a:p>
          <a:p>
            <a:pPr algn="l">
              <a:spcBef>
                <a:spcPts val="300"/>
              </a:spcBef>
            </a:pPr>
            <a:r>
              <a:rPr lang="en-US" altLang="ja-JP" sz="1400" dirty="0">
                <a:latin typeface="Meiryo UI" panose="020B0604030504040204" pitchFamily="50" charset="-128"/>
                <a:ea typeface="Meiryo UI" panose="020B0604030504040204" pitchFamily="50" charset="-128"/>
              </a:rPr>
              <a:t>	- </a:t>
            </a:r>
            <a:r>
              <a:rPr lang="ja-JP" altLang="en-US" sz="1400" dirty="0">
                <a:latin typeface="Meiryo UI" panose="020B0604030504040204" pitchFamily="50" charset="-128"/>
                <a:ea typeface="Meiryo UI" panose="020B0604030504040204" pitchFamily="50" charset="-128"/>
              </a:rPr>
              <a:t>残項目は何か？　解決できなかった項目は何か？</a:t>
            </a:r>
            <a:endParaRPr lang="en-US" altLang="ja-JP" sz="1400" dirty="0">
              <a:latin typeface="Meiryo UI" panose="020B0604030504040204" pitchFamily="50" charset="-128"/>
              <a:ea typeface="Meiryo UI" panose="020B0604030504040204" pitchFamily="50" charset="-128"/>
            </a:endParaRPr>
          </a:p>
          <a:p>
            <a:pPr algn="l">
              <a:spcBef>
                <a:spcPts val="300"/>
              </a:spcBef>
            </a:pPr>
            <a:r>
              <a:rPr lang="en-US" altLang="ja-JP" sz="1400" dirty="0">
                <a:latin typeface="Meiryo UI" panose="020B0604030504040204" pitchFamily="50" charset="-128"/>
                <a:ea typeface="Meiryo UI" panose="020B0604030504040204" pitchFamily="50" charset="-128"/>
              </a:rPr>
              <a:t>	- </a:t>
            </a:r>
            <a:r>
              <a:rPr lang="ja-JP" altLang="en-US" sz="1400" dirty="0">
                <a:latin typeface="Meiryo UI" panose="020B0604030504040204" pitchFamily="50" charset="-128"/>
                <a:ea typeface="Meiryo UI" panose="020B0604030504040204" pitchFamily="50" charset="-128"/>
              </a:rPr>
              <a:t>その原因は何か？</a:t>
            </a:r>
            <a:endParaRPr lang="en-US" altLang="ja-JP" sz="1400" dirty="0">
              <a:latin typeface="Meiryo UI" panose="020B0604030504040204" pitchFamily="50" charset="-128"/>
              <a:ea typeface="Meiryo UI" panose="020B0604030504040204" pitchFamily="50" charset="-128"/>
            </a:endParaRPr>
          </a:p>
          <a:p>
            <a:pPr algn="l">
              <a:spcBef>
                <a:spcPts val="300"/>
              </a:spcBef>
            </a:pPr>
            <a:r>
              <a:rPr lang="en-US" altLang="ja-JP" sz="1400" dirty="0">
                <a:latin typeface="Meiryo UI" panose="020B0604030504040204" pitchFamily="50" charset="-128"/>
                <a:ea typeface="Meiryo UI" panose="020B0604030504040204" pitchFamily="50" charset="-128"/>
              </a:rPr>
              <a:t>	- </a:t>
            </a:r>
            <a:r>
              <a:rPr lang="ja-JP" altLang="en-US" sz="1400" dirty="0">
                <a:latin typeface="Meiryo UI" panose="020B0604030504040204" pitchFamily="50" charset="-128"/>
                <a:ea typeface="Meiryo UI" panose="020B0604030504040204" pitchFamily="50" charset="-128"/>
              </a:rPr>
              <a:t>どのように解決するか？</a:t>
            </a:r>
            <a:endParaRPr lang="en-US" altLang="ja-JP" sz="1400" dirty="0">
              <a:latin typeface="Meiryo UI" panose="020B0604030504040204" pitchFamily="50" charset="-128"/>
              <a:ea typeface="Meiryo UI" panose="020B0604030504040204" pitchFamily="50" charset="-128"/>
            </a:endParaRPr>
          </a:p>
          <a:p>
            <a:pPr algn="l">
              <a:spcBef>
                <a:spcPts val="300"/>
              </a:spcBef>
            </a:pPr>
            <a:r>
              <a:rPr lang="ja-JP" altLang="en-US" sz="1400" dirty="0">
                <a:latin typeface="Meiryo UI" panose="020B0604030504040204" pitchFamily="50" charset="-128"/>
                <a:ea typeface="Meiryo UI" panose="020B0604030504040204" pitchFamily="50" charset="-128"/>
              </a:rPr>
              <a:t>マル次項目は</a:t>
            </a:r>
            <a:r>
              <a:rPr lang="en-US" altLang="ja-JP" sz="1400" dirty="0">
                <a:solidFill>
                  <a:srgbClr val="0000FF"/>
                </a:solidFill>
                <a:latin typeface="Meiryo UI" panose="020B0604030504040204" pitchFamily="50" charset="-128"/>
                <a:ea typeface="Meiryo UI" panose="020B0604030504040204" pitchFamily="50" charset="-128"/>
              </a:rPr>
              <a:t>Bosch</a:t>
            </a:r>
            <a:r>
              <a:rPr lang="en-US" altLang="ja-JP" sz="1400" dirty="0">
                <a:latin typeface="Meiryo UI" panose="020B0604030504040204" pitchFamily="50" charset="-128"/>
                <a:ea typeface="Meiryo UI" panose="020B0604030504040204" pitchFamily="50" charset="-128"/>
              </a:rPr>
              <a:t>/HONDA</a:t>
            </a:r>
            <a:r>
              <a:rPr lang="ja-JP" altLang="en-US" sz="1400" dirty="0">
                <a:latin typeface="Meiryo UI" panose="020B0604030504040204" pitchFamily="50" charset="-128"/>
                <a:ea typeface="Meiryo UI" panose="020B0604030504040204" pitchFamily="50" charset="-128"/>
              </a:rPr>
              <a:t>双方で抽出し整合する。</a:t>
            </a:r>
            <a:endParaRPr lang="en-US" altLang="ja-JP" sz="1400" dirty="0">
              <a:latin typeface="Meiryo UI" panose="020B0604030504040204" pitchFamily="50" charset="-128"/>
              <a:ea typeface="Meiryo UI" panose="020B0604030504040204" pitchFamily="50" charset="-128"/>
            </a:endParaRPr>
          </a:p>
          <a:p>
            <a:pPr algn="l">
              <a:spcBef>
                <a:spcPts val="300"/>
              </a:spcBef>
            </a:pPr>
            <a:r>
              <a:rPr lang="ja-JP" altLang="en-US" sz="1400" dirty="0">
                <a:latin typeface="Meiryo UI" panose="020B0604030504040204" pitchFamily="50" charset="-128"/>
                <a:ea typeface="Meiryo UI" panose="020B0604030504040204" pitchFamily="50" charset="-128"/>
              </a:rPr>
              <a:t>合意文書は</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latin typeface="Meiryo UI" panose="020B0604030504040204" pitchFamily="50" charset="-128"/>
                <a:ea typeface="Meiryo UI" panose="020B0604030504040204" pitchFamily="50" charset="-128"/>
              </a:rPr>
              <a:t>によって、添付ファイルの書式にて発行し、次プロジェクトのバウンダリーコンディションに反映すること。</a:t>
            </a:r>
            <a:endParaRPr lang="en-US" altLang="ja-JP" sz="1400" dirty="0">
              <a:latin typeface="Meiryo UI" panose="020B0604030504040204" pitchFamily="50" charset="-128"/>
              <a:ea typeface="Meiryo UI" panose="020B0604030504040204" pitchFamily="50" charset="-128"/>
            </a:endParaRPr>
          </a:p>
          <a:p>
            <a:pPr algn="l">
              <a:spcBef>
                <a:spcPts val="300"/>
              </a:spcBef>
            </a:pPr>
            <a:r>
              <a:rPr lang="ja-JP" altLang="en-US" sz="1400" dirty="0">
                <a:latin typeface="Meiryo UI" panose="020B0604030504040204" pitchFamily="50" charset="-128"/>
                <a:ea typeface="Meiryo UI" panose="020B0604030504040204" pitchFamily="50" charset="-128"/>
              </a:rPr>
              <a:t>開発での不具合抽出、対策の難易度によらず、全てのマル次項目についての負担割合を両社で協議し、マル次項目の原因</a:t>
            </a:r>
            <a:endParaRPr lang="en-US" altLang="ja-JP" sz="1400" dirty="0">
              <a:latin typeface="Meiryo UI" panose="020B0604030504040204" pitchFamily="50" charset="-128"/>
              <a:ea typeface="Meiryo UI" panose="020B0604030504040204" pitchFamily="50" charset="-128"/>
            </a:endParaRPr>
          </a:p>
          <a:p>
            <a:pPr algn="l">
              <a:spcBef>
                <a:spcPts val="300"/>
              </a:spcBef>
            </a:pPr>
            <a:r>
              <a:rPr lang="ja-JP" altLang="en-US" sz="1400" dirty="0">
                <a:latin typeface="Meiryo UI" panose="020B0604030504040204" pitchFamily="50" charset="-128"/>
                <a:ea typeface="Meiryo UI" panose="020B0604030504040204" pitchFamily="50" charset="-128"/>
              </a:rPr>
              <a:t>が</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latin typeface="Meiryo UI" panose="020B0604030504040204" pitchFamily="50" charset="-128"/>
                <a:ea typeface="Meiryo UI" panose="020B0604030504040204" pitchFamily="50" charset="-128"/>
              </a:rPr>
              <a:t>にある場合、</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latin typeface="Meiryo UI" panose="020B0604030504040204" pitchFamily="50" charset="-128"/>
                <a:ea typeface="Meiryo UI" panose="020B0604030504040204" pitchFamily="50" charset="-128"/>
              </a:rPr>
              <a:t>は次プロジェクトにおいて無償で対応すること。</a:t>
            </a:r>
            <a:endParaRPr lang="en-US" altLang="ja-JP" sz="1400" dirty="0">
              <a:latin typeface="Meiryo UI" panose="020B0604030504040204" pitchFamily="50" charset="-128"/>
              <a:ea typeface="Meiryo UI" panose="020B0604030504040204" pitchFamily="50" charset="-128"/>
            </a:endParaRPr>
          </a:p>
          <a:p>
            <a:pPr algn="l">
              <a:spcBef>
                <a:spcPts val="300"/>
              </a:spcBef>
            </a:pPr>
            <a:r>
              <a:rPr lang="ja-JP" altLang="ja-JP" sz="1400" dirty="0">
                <a:effectLst/>
                <a:latin typeface="Meiryo UI" panose="020B0604030504040204" pitchFamily="50" charset="-128"/>
                <a:ea typeface="Meiryo UI" panose="020B0604030504040204" pitchFamily="50" charset="-128"/>
                <a:cs typeface="Times New Roman" panose="02020603050405020304" pitchFamily="18" charset="0"/>
              </a:rPr>
              <a:t>マル次項目整合後、関連機種への反映漏れ防止のため、マル次項目毎に</a:t>
            </a:r>
            <a:r>
              <a:rPr lang="en-US" altLang="ja-JP" sz="1400" dirty="0">
                <a:effectLst/>
                <a:latin typeface="Meiryo UI" panose="020B0604030504040204" pitchFamily="50" charset="-128"/>
                <a:ea typeface="Meiryo UI" panose="020B0604030504040204" pitchFamily="50" charset="-128"/>
                <a:cs typeface="Times New Roman" panose="02020603050405020304" pitchFamily="18" charset="0"/>
              </a:rPr>
              <a:t>CR</a:t>
            </a:r>
            <a:r>
              <a:rPr lang="ja-JP" altLang="ja-JP" sz="1400" dirty="0">
                <a:effectLst/>
                <a:latin typeface="Meiryo UI" panose="020B0604030504040204" pitchFamily="50" charset="-128"/>
                <a:ea typeface="Meiryo UI" panose="020B0604030504040204" pitchFamily="50" charset="-128"/>
                <a:cs typeface="Times New Roman" panose="02020603050405020304" pitchFamily="18" charset="0"/>
              </a:rPr>
              <a:t>を発行すること</a:t>
            </a:r>
            <a:endParaRPr kumimoji="1" lang="en-US" altLang="ja-JP" sz="1400" dirty="0">
              <a:latin typeface="Meiryo UI" panose="020B0604030504040204" pitchFamily="50" charset="-128"/>
              <a:ea typeface="Meiryo UI" panose="020B0604030504040204" pitchFamily="50" charset="-128"/>
            </a:endParaRPr>
          </a:p>
          <a:p>
            <a:pPr algn="l">
              <a:spcBef>
                <a:spcPts val="300"/>
              </a:spcBef>
            </a:pPr>
            <a:endParaRPr lang="en-US" altLang="ja-JP" sz="1400" dirty="0">
              <a:latin typeface="Meiryo UI" panose="020B0604030504040204" pitchFamily="50" charset="-128"/>
              <a:ea typeface="Meiryo UI" panose="020B0604030504040204" pitchFamily="50" charset="-128"/>
            </a:endParaRPr>
          </a:p>
        </p:txBody>
      </p:sp>
      <p:sp>
        <p:nvSpPr>
          <p:cNvPr id="7" name="Text Box 2"/>
          <p:cNvSpPr txBox="1">
            <a:spLocks noChangeArrowheads="1"/>
          </p:cNvSpPr>
          <p:nvPr/>
        </p:nvSpPr>
        <p:spPr bwMode="auto">
          <a:xfrm>
            <a:off x="250829" y="44451"/>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2000">
                <a:solidFill>
                  <a:srgbClr val="FFFFFF"/>
                </a:solidFill>
                <a:latin typeface="Meiryo UI" panose="020B0604030504040204" pitchFamily="50" charset="-128"/>
                <a:ea typeface="Meiryo UI" panose="020B0604030504040204" pitchFamily="50" charset="-128"/>
                <a:cs typeface="Arial" pitchFamily="34" charset="0"/>
              </a:rPr>
              <a:t>16. EMS Requirement and CR (21/21)</a:t>
            </a:r>
            <a:endParaRPr lang="en-US" altLang="ja-JP" sz="1100">
              <a:solidFill>
                <a:srgbClr val="FFFFFF"/>
              </a:solidFill>
              <a:latin typeface="HGPｺﾞｼｯｸE" pitchFamily="50" charset="-128"/>
              <a:ea typeface="HGPｺﾞｼｯｸE" pitchFamily="50" charset="-128"/>
              <a:cs typeface="Arial" pitchFamily="34" charset="0"/>
            </a:endParaRPr>
          </a:p>
        </p:txBody>
      </p:sp>
      <p:sp>
        <p:nvSpPr>
          <p:cNvPr id="5" name="コンテンツ プレースホルダー 2"/>
          <p:cNvSpPr txBox="1">
            <a:spLocks/>
          </p:cNvSpPr>
          <p:nvPr>
            <p:custDataLst>
              <p:tags r:id="rId1"/>
            </p:custDataLst>
          </p:nvPr>
        </p:nvSpPr>
        <p:spPr bwMode="auto">
          <a:xfrm>
            <a:off x="4821381" y="6273694"/>
            <a:ext cx="4228722" cy="508473"/>
          </a:xfrm>
          <a:prstGeom prst="rect">
            <a:avLst/>
          </a:prstGeom>
          <a:noFill/>
          <a:ln w="0">
            <a:noFill/>
            <a:miter lim="800000"/>
            <a:headEnd/>
            <a:tailEnd/>
          </a:ln>
          <a:effectLst/>
          <a:extLs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vert="horz" wrap="none" lIns="0" tIns="0" rIns="0" bIns="0" numCol="1" anchor="t" anchorCtr="0" compatLnSpc="1">
            <a:prstTxWarp prst="textNoShape">
              <a:avLst/>
            </a:prstTxWarp>
            <a:spAutoFit/>
          </a:bodyPr>
          <a:lstStyle>
            <a:lvl1pPr marL="251460" indent="-251460" algn="l" rtl="0" eaLnBrk="1" fontAlgn="base" hangingPunct="1">
              <a:lnSpc>
                <a:spcPts val="2300"/>
              </a:lnSpc>
              <a:spcBef>
                <a:spcPts val="500"/>
              </a:spcBef>
              <a:spcAft>
                <a:spcPct val="0"/>
              </a:spcAft>
              <a:buClrTx/>
              <a:buSzPct val="100000"/>
              <a:buFontTx/>
              <a:buNone/>
              <a:defRPr kumimoji="1" sz="1800" b="0" i="0" u="none">
                <a:solidFill>
                  <a:schemeClr val="tx1"/>
                </a:solidFill>
                <a:latin typeface="Bosch Office Sans" panose="020B0604020202020204" pitchFamily="34" charset="0"/>
                <a:ea typeface="+mn-ea"/>
                <a:cs typeface="Arial" pitchFamily="34" charset="0"/>
              </a:defRPr>
            </a:lvl1pPr>
            <a:lvl2pPr marL="467360" indent="-467360" algn="l" rtl="0" eaLnBrk="1" fontAlgn="base" hangingPunct="1">
              <a:lnSpc>
                <a:spcPts val="2000"/>
              </a:lnSpc>
              <a:spcBef>
                <a:spcPts val="500"/>
              </a:spcBef>
              <a:spcAft>
                <a:spcPct val="0"/>
              </a:spcAft>
              <a:buClrTx/>
              <a:buSzPct val="100000"/>
              <a:buFontTx/>
              <a:buNone/>
              <a:defRPr kumimoji="1" sz="1600" b="0" i="0" u="none">
                <a:solidFill>
                  <a:schemeClr val="tx1"/>
                </a:solidFill>
                <a:latin typeface="Bosch Office Sans" panose="020B0604020202020204" pitchFamily="34" charset="0"/>
                <a:cs typeface="Arial" pitchFamily="34" charset="0"/>
              </a:defRPr>
            </a:lvl2pPr>
            <a:lvl3pPr marL="647700" indent="-647700" algn="l" rtl="0" eaLnBrk="1" fontAlgn="base" hangingPunct="1">
              <a:lnSpc>
                <a:spcPts val="1700"/>
              </a:lnSpc>
              <a:spcBef>
                <a:spcPts val="500"/>
              </a:spcBef>
              <a:spcAft>
                <a:spcPct val="0"/>
              </a:spcAft>
              <a:buClrTx/>
              <a:buSzPct val="100000"/>
              <a:buFontTx/>
              <a:buNone/>
              <a:defRPr kumimoji="1" sz="1400" b="0" i="0" u="none">
                <a:solidFill>
                  <a:schemeClr val="tx1"/>
                </a:solidFill>
                <a:latin typeface="Bosch Office Sans" panose="020B0604020202020204" pitchFamily="34" charset="0"/>
                <a:cs typeface="Arial" pitchFamily="34" charset="0"/>
              </a:defRPr>
            </a:lvl3pPr>
            <a:lvl4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4pPr>
            <a:lvl5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5pPr>
            <a:lvl6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6pPr>
            <a:lvl7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7pPr>
            <a:lvl8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8pPr>
            <a:lvl9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9pPr>
          </a:lstStyle>
          <a:p>
            <a:pPr marL="0" indent="0">
              <a:lnSpc>
                <a:spcPct val="105000"/>
              </a:lnSpc>
              <a:spcBef>
                <a:spcPts val="600"/>
              </a:spcBef>
              <a:spcAft>
                <a:spcPts val="0"/>
              </a:spcAft>
            </a:pPr>
            <a:r>
              <a:rPr lang="en-US" altLang="ja-JP" sz="1400" b="1" kern="0">
                <a:latin typeface="Meiryo UI" panose="020B0604030504040204" pitchFamily="50" charset="-128"/>
              </a:rPr>
              <a:t>※</a:t>
            </a:r>
            <a:r>
              <a:rPr lang="ja-JP" altLang="en-US" sz="1400" b="1" kern="0">
                <a:latin typeface="Meiryo UI" panose="020B0604030504040204" pitchFamily="50" charset="-128"/>
              </a:rPr>
              <a:t> </a:t>
            </a:r>
            <a:r>
              <a:rPr lang="en-US" altLang="ja-JP" sz="1400" b="1" kern="0">
                <a:latin typeface="Meiryo UI" panose="020B0604030504040204" pitchFamily="50" charset="-128"/>
              </a:rPr>
              <a:t>Refer to “Project</a:t>
            </a:r>
            <a:r>
              <a:rPr lang="ja-JP" altLang="en-US" sz="1400" b="1" kern="0">
                <a:latin typeface="Meiryo UI" panose="020B0604030504040204" pitchFamily="50" charset="-128"/>
              </a:rPr>
              <a:t> </a:t>
            </a:r>
            <a:r>
              <a:rPr lang="en-US" altLang="ja-JP" sz="1400" b="1" kern="0">
                <a:latin typeface="Meiryo UI" panose="020B0604030504040204" pitchFamily="50" charset="-128"/>
              </a:rPr>
              <a:t>Open</a:t>
            </a:r>
            <a:r>
              <a:rPr lang="ja-JP" altLang="en-US" sz="1400" b="1" kern="0">
                <a:latin typeface="Meiryo UI" panose="020B0604030504040204" pitchFamily="50" charset="-128"/>
              </a:rPr>
              <a:t> </a:t>
            </a:r>
            <a:r>
              <a:rPr lang="en-US" altLang="ja-JP" sz="1400" b="1" kern="0">
                <a:latin typeface="Meiryo UI" panose="020B0604030504040204" pitchFamily="50" charset="-128"/>
              </a:rPr>
              <a:t>items sample” file.</a:t>
            </a:r>
          </a:p>
          <a:p>
            <a:pPr marL="0" indent="0">
              <a:lnSpc>
                <a:spcPct val="105000"/>
              </a:lnSpc>
              <a:spcBef>
                <a:spcPts val="600"/>
              </a:spcBef>
              <a:spcAft>
                <a:spcPts val="0"/>
              </a:spcAft>
            </a:pPr>
            <a:r>
              <a:rPr lang="en-US" sz="1400" b="1" kern="0">
                <a:latin typeface="Meiryo UI" panose="020B0604030504040204" pitchFamily="50" charset="-128"/>
              </a:rPr>
              <a:t>In folder : “</a:t>
            </a:r>
            <a:r>
              <a:rPr lang="en-US" altLang="ja-JP" sz="1400" b="1" kern="0">
                <a:latin typeface="Meiryo UI" panose="020B0604030504040204" pitchFamily="50" charset="-128"/>
              </a:rPr>
              <a:t>16</a:t>
            </a:r>
            <a:r>
              <a:rPr lang="en-US" sz="1400" b="1" kern="0">
                <a:latin typeface="Meiryo UI" panose="020B0604030504040204" pitchFamily="50" charset="-128"/>
              </a:rPr>
              <a:t>. </a:t>
            </a:r>
            <a:r>
              <a:rPr lang="en-US" altLang="ja-JP" sz="1400" b="1" kern="0">
                <a:latin typeface="Meiryo UI" panose="020B0604030504040204" pitchFamily="50" charset="-128"/>
              </a:rPr>
              <a:t>EMS</a:t>
            </a:r>
            <a:r>
              <a:rPr lang="ja-JP" altLang="en-US" sz="1400" b="1" kern="0">
                <a:latin typeface="Meiryo UI" panose="020B0604030504040204" pitchFamily="50" charset="-128"/>
              </a:rPr>
              <a:t> </a:t>
            </a:r>
            <a:r>
              <a:rPr lang="en-US" altLang="ja-JP" sz="1400" b="1" kern="0">
                <a:latin typeface="Meiryo UI" panose="020B0604030504040204" pitchFamily="50" charset="-128"/>
              </a:rPr>
              <a:t>Requirement</a:t>
            </a:r>
            <a:r>
              <a:rPr lang="en-US" sz="1400" b="1" kern="0">
                <a:latin typeface="Meiryo UI" panose="020B0604030504040204" pitchFamily="50" charset="-128"/>
              </a:rPr>
              <a:t>”</a:t>
            </a:r>
          </a:p>
        </p:txBody>
      </p:sp>
      <p:sp>
        <p:nvSpPr>
          <p:cNvPr id="9" name="正方形/長方形 8"/>
          <p:cNvSpPr/>
          <p:nvPr/>
        </p:nvSpPr>
        <p:spPr>
          <a:xfrm>
            <a:off x="0" y="627905"/>
            <a:ext cx="1657826" cy="397032"/>
          </a:xfrm>
          <a:prstGeom prst="rect">
            <a:avLst/>
          </a:prstGeom>
        </p:spPr>
        <p:txBody>
          <a:bodyPr wrap="none">
            <a:spAutoFit/>
          </a:bodyPr>
          <a:lstStyle/>
          <a:p>
            <a:pPr algn="l" eaLnBrk="1" hangingPunct="1">
              <a:lnSpc>
                <a:spcPct val="110000"/>
              </a:lnSpc>
            </a:pPr>
            <a:r>
              <a:rPr lang="ja-JP" altLang="en-US" sz="1800" b="1" u="sng">
                <a:solidFill>
                  <a:srgbClr val="000000"/>
                </a:solidFill>
                <a:latin typeface="Meiryo UI" panose="020B0604030504040204" pitchFamily="50" charset="-128"/>
                <a:ea typeface="Meiryo UI" panose="020B0604030504040204" pitchFamily="50" charset="-128"/>
                <a:cs typeface="Arial" pitchFamily="34" charset="0"/>
              </a:rPr>
              <a:t>開発項目まとめ</a:t>
            </a:r>
            <a:endParaRPr lang="en-US" altLang="ja-JP" sz="1800" b="1" u="sng">
              <a:solidFill>
                <a:srgbClr val="000000"/>
              </a:solidFill>
              <a:latin typeface="Meiryo UI" panose="020B0604030504040204" pitchFamily="50" charset="-128"/>
              <a:ea typeface="Meiryo UI" panose="020B0604030504040204" pitchFamily="50" charset="-128"/>
              <a:cs typeface="Arial" pitchFamily="34" charset="0"/>
            </a:endParaRPr>
          </a:p>
        </p:txBody>
      </p:sp>
      <p:graphicFrame>
        <p:nvGraphicFramePr>
          <p:cNvPr id="3" name="表 3">
            <a:extLst>
              <a:ext uri="{FF2B5EF4-FFF2-40B4-BE49-F238E27FC236}">
                <a16:creationId xmlns:a16="http://schemas.microsoft.com/office/drawing/2014/main" id="{30E26847-5DF4-4C93-A6B8-30A776E39829}"/>
              </a:ext>
            </a:extLst>
          </p:cNvPr>
          <p:cNvGraphicFramePr>
            <a:graphicFrameLocks noGrp="1"/>
          </p:cNvGraphicFramePr>
          <p:nvPr>
            <p:extLst>
              <p:ext uri="{D42A27DB-BD31-4B8C-83A1-F6EECF244321}">
                <p14:modId xmlns:p14="http://schemas.microsoft.com/office/powerpoint/2010/main" val="3751335131"/>
              </p:ext>
            </p:extLst>
          </p:nvPr>
        </p:nvGraphicFramePr>
        <p:xfrm>
          <a:off x="187148" y="5618854"/>
          <a:ext cx="4353511" cy="1127760"/>
        </p:xfrm>
        <a:graphic>
          <a:graphicData uri="http://schemas.openxmlformats.org/drawingml/2006/table">
            <a:tbl>
              <a:tblPr firstRow="1" bandRow="1">
                <a:tableStyleId>{5940675A-B579-460E-94D1-54222C63F5DA}</a:tableStyleId>
              </a:tblPr>
              <a:tblGrid>
                <a:gridCol w="1241743">
                  <a:extLst>
                    <a:ext uri="{9D8B030D-6E8A-4147-A177-3AD203B41FA5}">
                      <a16:colId xmlns:a16="http://schemas.microsoft.com/office/drawing/2014/main" val="2239555202"/>
                    </a:ext>
                  </a:extLst>
                </a:gridCol>
                <a:gridCol w="963930">
                  <a:extLst>
                    <a:ext uri="{9D8B030D-6E8A-4147-A177-3AD203B41FA5}">
                      <a16:colId xmlns:a16="http://schemas.microsoft.com/office/drawing/2014/main" val="1837594741"/>
                    </a:ext>
                  </a:extLst>
                </a:gridCol>
                <a:gridCol w="1189355">
                  <a:extLst>
                    <a:ext uri="{9D8B030D-6E8A-4147-A177-3AD203B41FA5}">
                      <a16:colId xmlns:a16="http://schemas.microsoft.com/office/drawing/2014/main" val="557138045"/>
                    </a:ext>
                  </a:extLst>
                </a:gridCol>
                <a:gridCol w="958483">
                  <a:extLst>
                    <a:ext uri="{9D8B030D-6E8A-4147-A177-3AD203B41FA5}">
                      <a16:colId xmlns:a16="http://schemas.microsoft.com/office/drawing/2014/main" val="2374698661"/>
                    </a:ext>
                  </a:extLst>
                </a:gridCol>
              </a:tblGrid>
              <a:tr h="217850">
                <a:tc>
                  <a:txBody>
                    <a:bodyPr/>
                    <a:lstStyle/>
                    <a:p>
                      <a:pPr algn="ctr"/>
                      <a:r>
                        <a:rPr kumimoji="1" lang="ja-JP" altLang="en-US" sz="1000" dirty="0">
                          <a:latin typeface="Meiryo UI" panose="020B0604030504040204" pitchFamily="50" charset="-128"/>
                          <a:ea typeface="Meiryo UI" panose="020B0604030504040204" pitchFamily="50" charset="-128"/>
                        </a:rPr>
                        <a:t>不具合抽出の</a:t>
                      </a:r>
                      <a:endParaRPr kumimoji="1" lang="en-US" altLang="ja-JP" sz="1000" dirty="0">
                        <a:latin typeface="Meiryo UI" panose="020B0604030504040204" pitchFamily="50" charset="-128"/>
                        <a:ea typeface="Meiryo UI" panose="020B0604030504040204" pitchFamily="50" charset="-128"/>
                      </a:endParaRPr>
                    </a:p>
                    <a:p>
                      <a:pPr algn="ctr"/>
                      <a:r>
                        <a:rPr kumimoji="1" lang="ja-JP" altLang="en-US" sz="1000" dirty="0">
                          <a:latin typeface="Meiryo UI" panose="020B0604030504040204" pitchFamily="50" charset="-128"/>
                          <a:ea typeface="Meiryo UI" panose="020B0604030504040204" pitchFamily="50" charset="-128"/>
                        </a:rPr>
                        <a:t>難易度</a:t>
                      </a:r>
                      <a:r>
                        <a:rPr kumimoji="1" lang="en-US" altLang="ja-JP" sz="1000" dirty="0">
                          <a:latin typeface="Meiryo UI" panose="020B0604030504040204" pitchFamily="50" charset="-128"/>
                          <a:ea typeface="Meiryo UI" panose="020B0604030504040204" pitchFamily="50" charset="-128"/>
                        </a:rPr>
                        <a:t>(~MP1)</a:t>
                      </a:r>
                      <a:endParaRPr kumimoji="1" lang="ja-JP" altLang="en-US" sz="1000" dirty="0">
                        <a:latin typeface="Meiryo UI" panose="020B0604030504040204" pitchFamily="50" charset="-128"/>
                        <a:ea typeface="Meiryo UI" panose="020B0604030504040204" pitchFamily="50" charset="-128"/>
                      </a:endParaRPr>
                    </a:p>
                  </a:txBody>
                  <a:tcPr/>
                </a:tc>
                <a:tc>
                  <a:txBody>
                    <a:bodyPr/>
                    <a:lstStyle/>
                    <a:p>
                      <a:pPr algn="ctr"/>
                      <a:r>
                        <a:rPr kumimoji="1" lang="ja-JP" altLang="en-US" sz="1000">
                          <a:latin typeface="Meiryo UI" panose="020B0604030504040204" pitchFamily="50" charset="-128"/>
                          <a:ea typeface="Meiryo UI" panose="020B0604030504040204" pitchFamily="50" charset="-128"/>
                        </a:rPr>
                        <a:t>対策の難易度</a:t>
                      </a:r>
                    </a:p>
                  </a:txBody>
                  <a:tcPr/>
                </a:tc>
                <a:tc>
                  <a:txBody>
                    <a:bodyPr/>
                    <a:lstStyle/>
                    <a:p>
                      <a:pPr algn="ctr"/>
                      <a:r>
                        <a:rPr kumimoji="1" lang="ja-JP" altLang="en-US" sz="1000" dirty="0">
                          <a:latin typeface="Meiryo UI" panose="020B0604030504040204" pitchFamily="50" charset="-128"/>
                          <a:ea typeface="Meiryo UI" panose="020B0604030504040204" pitchFamily="50" charset="-128"/>
                        </a:rPr>
                        <a:t>負担割合</a:t>
                      </a:r>
                      <a:endParaRPr kumimoji="1" lang="en-US" altLang="ja-JP" sz="1000" dirty="0">
                        <a:latin typeface="Meiryo UI" panose="020B0604030504040204" pitchFamily="50" charset="-128"/>
                        <a:ea typeface="Meiryo UI" panose="020B0604030504040204" pitchFamily="50" charset="-128"/>
                      </a:endParaRPr>
                    </a:p>
                    <a:p>
                      <a:pPr algn="ctr"/>
                      <a:r>
                        <a:rPr kumimoji="1" lang="en-US" altLang="ja-JP" sz="1000" dirty="0">
                          <a:solidFill>
                            <a:srgbClr val="0000FF"/>
                          </a:solidFill>
                          <a:latin typeface="Meiryo UI" panose="020B0604030504040204" pitchFamily="50" charset="-128"/>
                          <a:ea typeface="Meiryo UI" panose="020B0604030504040204" pitchFamily="50" charset="-128"/>
                        </a:rPr>
                        <a:t>Bosch</a:t>
                      </a:r>
                      <a:r>
                        <a:rPr kumimoji="1" lang="en-US" altLang="ja-JP" sz="1000" dirty="0">
                          <a:solidFill>
                            <a:schemeClr val="tx1"/>
                          </a:solidFill>
                          <a:latin typeface="Meiryo UI" panose="020B0604030504040204" pitchFamily="50" charset="-128"/>
                          <a:ea typeface="Meiryo UI" panose="020B0604030504040204" pitchFamily="50" charset="-128"/>
                        </a:rPr>
                        <a:t>/Honda</a:t>
                      </a:r>
                      <a:endParaRPr kumimoji="1" lang="ja-JP" altLang="en-US" sz="1000" dirty="0">
                        <a:solidFill>
                          <a:schemeClr val="tx1"/>
                        </a:solidFill>
                        <a:latin typeface="Meiryo UI" panose="020B0604030504040204" pitchFamily="50" charset="-128"/>
                        <a:ea typeface="Meiryo UI" panose="020B0604030504040204" pitchFamily="50" charset="-128"/>
                      </a:endParaRPr>
                    </a:p>
                  </a:txBody>
                  <a:tcPr/>
                </a:tc>
                <a:tc>
                  <a:txBody>
                    <a:bodyPr/>
                    <a:lstStyle/>
                    <a:p>
                      <a:pPr algn="ctr"/>
                      <a:r>
                        <a:rPr kumimoji="1" lang="en-US" altLang="ja-JP" sz="1000">
                          <a:solidFill>
                            <a:schemeClr val="tx1"/>
                          </a:solidFill>
                          <a:latin typeface="Meiryo UI" panose="020B0604030504040204" pitchFamily="50" charset="-128"/>
                          <a:ea typeface="Meiryo UI" panose="020B0604030504040204" pitchFamily="50" charset="-128"/>
                        </a:rPr>
                        <a:t>SOW</a:t>
                      </a:r>
                      <a:r>
                        <a:rPr kumimoji="1" lang="ja-JP" altLang="en-US" sz="1000">
                          <a:solidFill>
                            <a:schemeClr val="tx1"/>
                          </a:solidFill>
                          <a:latin typeface="Meiryo UI" panose="020B0604030504040204" pitchFamily="50" charset="-128"/>
                          <a:ea typeface="Meiryo UI" panose="020B0604030504040204" pitchFamily="50" charset="-128"/>
                        </a:rPr>
                        <a:t>反映</a:t>
                      </a:r>
                    </a:p>
                  </a:txBody>
                  <a:tcPr/>
                </a:tc>
                <a:extLst>
                  <a:ext uri="{0D108BD9-81ED-4DB2-BD59-A6C34878D82A}">
                    <a16:rowId xmlns:a16="http://schemas.microsoft.com/office/drawing/2014/main" val="966362997"/>
                  </a:ext>
                </a:extLst>
              </a:tr>
              <a:tr h="203885">
                <a:tc>
                  <a:txBody>
                    <a:bodyPr/>
                    <a:lstStyle/>
                    <a:p>
                      <a:pPr algn="ctr"/>
                      <a:r>
                        <a:rPr kumimoji="1" lang="ja-JP" altLang="en-US" sz="1000">
                          <a:latin typeface="Meiryo UI" panose="020B0604030504040204" pitchFamily="50" charset="-128"/>
                          <a:ea typeface="Meiryo UI" panose="020B0604030504040204" pitchFamily="50" charset="-128"/>
                        </a:rPr>
                        <a:t>容易</a:t>
                      </a:r>
                    </a:p>
                  </a:txBody>
                  <a:tcPr/>
                </a:tc>
                <a:tc>
                  <a:txBody>
                    <a:bodyPr/>
                    <a:lstStyle/>
                    <a:p>
                      <a:pPr algn="ctr"/>
                      <a:r>
                        <a:rPr kumimoji="1" lang="ja-JP" altLang="en-US" sz="1000">
                          <a:latin typeface="Meiryo UI" panose="020B0604030504040204" pitchFamily="50" charset="-128"/>
                          <a:ea typeface="Meiryo UI" panose="020B0604030504040204" pitchFamily="50" charset="-128"/>
                        </a:rPr>
                        <a:t>低・中</a:t>
                      </a:r>
                    </a:p>
                  </a:txBody>
                  <a:tcPr/>
                </a:tc>
                <a:tc>
                  <a:txBody>
                    <a:bodyPr/>
                    <a:lstStyle/>
                    <a:p>
                      <a:pPr algn="ctr"/>
                      <a:r>
                        <a:rPr kumimoji="1" lang="en-US" altLang="ja-JP" sz="1000">
                          <a:latin typeface="Meiryo UI" panose="020B0604030504040204" pitchFamily="50" charset="-128"/>
                          <a:ea typeface="Meiryo UI" panose="020B0604030504040204" pitchFamily="50" charset="-128"/>
                        </a:rPr>
                        <a:t>100/0</a:t>
                      </a:r>
                      <a:endParaRPr kumimoji="1" lang="ja-JP" altLang="en-US" sz="1000">
                        <a:latin typeface="Meiryo UI" panose="020B0604030504040204" pitchFamily="50" charset="-128"/>
                        <a:ea typeface="Meiryo UI" panose="020B0604030504040204" pitchFamily="50" charset="-128"/>
                      </a:endParaRPr>
                    </a:p>
                  </a:txBody>
                  <a:tcPr/>
                </a:tc>
                <a:tc>
                  <a:txBody>
                    <a:bodyPr/>
                    <a:lstStyle/>
                    <a:p>
                      <a:pPr algn="ctr"/>
                      <a:r>
                        <a:rPr kumimoji="1" lang="ja-JP" altLang="en-US" sz="1000">
                          <a:latin typeface="Meiryo UI" panose="020B0604030504040204" pitchFamily="50" charset="-128"/>
                          <a:ea typeface="Meiryo UI" panose="020B0604030504040204" pitchFamily="50" charset="-128"/>
                        </a:rPr>
                        <a:t>不要</a:t>
                      </a:r>
                    </a:p>
                  </a:txBody>
                  <a:tcPr/>
                </a:tc>
                <a:extLst>
                  <a:ext uri="{0D108BD9-81ED-4DB2-BD59-A6C34878D82A}">
                    <a16:rowId xmlns:a16="http://schemas.microsoft.com/office/drawing/2014/main" val="2138609816"/>
                  </a:ext>
                </a:extLst>
              </a:tr>
              <a:tr h="203885">
                <a:tc>
                  <a:txBody>
                    <a:bodyPr/>
                    <a:lstStyle/>
                    <a:p>
                      <a:pPr algn="ctr"/>
                      <a:r>
                        <a:rPr kumimoji="1" lang="ja-JP" altLang="en-US" sz="1000">
                          <a:latin typeface="Meiryo UI" panose="020B0604030504040204" pitchFamily="50" charset="-128"/>
                          <a:ea typeface="Meiryo UI" panose="020B0604030504040204" pitchFamily="50" charset="-128"/>
                        </a:rPr>
                        <a:t>容易</a:t>
                      </a:r>
                    </a:p>
                  </a:txBody>
                  <a:tcPr/>
                </a:tc>
                <a:tc>
                  <a:txBody>
                    <a:bodyPr/>
                    <a:lstStyle/>
                    <a:p>
                      <a:pPr algn="ctr"/>
                      <a:r>
                        <a:rPr kumimoji="1" lang="ja-JP" altLang="en-US" sz="1000">
                          <a:latin typeface="Meiryo UI" panose="020B0604030504040204" pitchFamily="50" charset="-128"/>
                          <a:ea typeface="Meiryo UI" panose="020B0604030504040204" pitchFamily="50" charset="-128"/>
                        </a:rPr>
                        <a:t>高</a:t>
                      </a:r>
                    </a:p>
                  </a:txBody>
                  <a:tcPr/>
                </a:tc>
                <a:tc>
                  <a:txBody>
                    <a:bodyPr/>
                    <a:lstStyle/>
                    <a:p>
                      <a:pPr algn="ctr"/>
                      <a:r>
                        <a:rPr kumimoji="1" lang="ja-JP" altLang="en-US" sz="1000">
                          <a:latin typeface="Meiryo UI" panose="020B0604030504040204" pitchFamily="50" charset="-128"/>
                          <a:ea typeface="Meiryo UI" panose="020B0604030504040204" pitchFamily="50" charset="-128"/>
                        </a:rPr>
                        <a:t>割合整合</a:t>
                      </a:r>
                    </a:p>
                  </a:txBody>
                  <a:tcPr/>
                </a:tc>
                <a:tc>
                  <a:txBody>
                    <a:bodyPr/>
                    <a:lstStyle/>
                    <a:p>
                      <a:pPr algn="ctr"/>
                      <a:r>
                        <a:rPr kumimoji="1" lang="ja-JP" altLang="en-US" sz="1000">
                          <a:latin typeface="Meiryo UI" panose="020B0604030504040204" pitchFamily="50" charset="-128"/>
                          <a:ea typeface="Meiryo UI" panose="020B0604030504040204" pitchFamily="50" charset="-128"/>
                        </a:rPr>
                        <a:t>要</a:t>
                      </a:r>
                    </a:p>
                  </a:txBody>
                  <a:tcPr/>
                </a:tc>
                <a:extLst>
                  <a:ext uri="{0D108BD9-81ED-4DB2-BD59-A6C34878D82A}">
                    <a16:rowId xmlns:a16="http://schemas.microsoft.com/office/drawing/2014/main" val="3198812333"/>
                  </a:ext>
                </a:extLst>
              </a:tr>
              <a:tr h="203885">
                <a:tc>
                  <a:txBody>
                    <a:bodyPr/>
                    <a:lstStyle/>
                    <a:p>
                      <a:pPr algn="ctr"/>
                      <a:r>
                        <a:rPr kumimoji="1" lang="ja-JP" altLang="en-US" sz="1000">
                          <a:latin typeface="Meiryo UI" panose="020B0604030504040204" pitchFamily="50" charset="-128"/>
                          <a:ea typeface="Meiryo UI" panose="020B0604030504040204" pitchFamily="50" charset="-128"/>
                        </a:rPr>
                        <a:t>困難</a:t>
                      </a:r>
                    </a:p>
                  </a:txBody>
                  <a:tcPr/>
                </a:tc>
                <a:tc>
                  <a:txBody>
                    <a:bodyPr/>
                    <a:lstStyle/>
                    <a:p>
                      <a:pPr algn="ctr"/>
                      <a:r>
                        <a:rPr kumimoji="1" lang="ja-JP" altLang="en-US" sz="1000">
                          <a:latin typeface="Meiryo UI" panose="020B0604030504040204" pitchFamily="50" charset="-128"/>
                          <a:ea typeface="Meiryo UI" panose="020B0604030504040204" pitchFamily="50" charset="-128"/>
                        </a:rPr>
                        <a:t>ー</a:t>
                      </a:r>
                    </a:p>
                  </a:txBody>
                  <a:tcPr/>
                </a:tc>
                <a:tc>
                  <a:txBody>
                    <a:bodyPr/>
                    <a:lstStyle/>
                    <a:p>
                      <a:pPr algn="ctr"/>
                      <a:r>
                        <a:rPr kumimoji="1" lang="en-US" altLang="ja-JP" sz="1000">
                          <a:latin typeface="Meiryo UI" panose="020B0604030504040204" pitchFamily="50" charset="-128"/>
                          <a:ea typeface="Meiryo UI" panose="020B0604030504040204" pitchFamily="50" charset="-128"/>
                        </a:rPr>
                        <a:t>0/100</a:t>
                      </a:r>
                      <a:endParaRPr kumimoji="1" lang="ja-JP" altLang="en-US" sz="1000">
                        <a:latin typeface="Meiryo UI" panose="020B0604030504040204" pitchFamily="50" charset="-128"/>
                        <a:ea typeface="Meiryo UI" panose="020B0604030504040204" pitchFamily="50" charset="-128"/>
                      </a:endParaRPr>
                    </a:p>
                  </a:txBody>
                  <a:tcPr/>
                </a:tc>
                <a:tc>
                  <a:txBody>
                    <a:bodyPr/>
                    <a:lstStyle/>
                    <a:p>
                      <a:pPr algn="ctr"/>
                      <a:r>
                        <a:rPr kumimoji="1" lang="ja-JP" altLang="en-US" sz="1000">
                          <a:latin typeface="Meiryo UI" panose="020B0604030504040204" pitchFamily="50" charset="-128"/>
                          <a:ea typeface="Meiryo UI" panose="020B0604030504040204" pitchFamily="50" charset="-128"/>
                        </a:rPr>
                        <a:t>要</a:t>
                      </a:r>
                    </a:p>
                  </a:txBody>
                  <a:tcPr/>
                </a:tc>
                <a:extLst>
                  <a:ext uri="{0D108BD9-81ED-4DB2-BD59-A6C34878D82A}">
                    <a16:rowId xmlns:a16="http://schemas.microsoft.com/office/drawing/2014/main" val="2650068478"/>
                  </a:ext>
                </a:extLst>
              </a:tr>
            </a:tbl>
          </a:graphicData>
        </a:graphic>
      </p:graphicFrame>
      <p:sp>
        <p:nvSpPr>
          <p:cNvPr id="10" name="テキスト ボックス 9">
            <a:extLst>
              <a:ext uri="{FF2B5EF4-FFF2-40B4-BE49-F238E27FC236}">
                <a16:creationId xmlns:a16="http://schemas.microsoft.com/office/drawing/2014/main" id="{3808B24F-516E-4831-8880-A5A7F2F244D0}"/>
              </a:ext>
            </a:extLst>
          </p:cNvPr>
          <p:cNvSpPr txBox="1"/>
          <p:nvPr/>
        </p:nvSpPr>
        <p:spPr>
          <a:xfrm>
            <a:off x="143146" y="5288235"/>
            <a:ext cx="1806905" cy="307777"/>
          </a:xfrm>
          <a:prstGeom prst="rect">
            <a:avLst/>
          </a:prstGeom>
          <a:noFill/>
        </p:spPr>
        <p:txBody>
          <a:bodyPr wrap="none" rtlCol="0">
            <a:spAutoFit/>
          </a:bodyPr>
          <a:lstStyle/>
          <a:p>
            <a:pPr algn="l"/>
            <a:r>
              <a:rPr lang="ja-JP" altLang="en-US" sz="1400" u="sng">
                <a:latin typeface="Meiryo UI" panose="020B0604030504040204" pitchFamily="50" charset="-128"/>
                <a:ea typeface="Meiryo UI" panose="020B0604030504040204" pitchFamily="50" charset="-128"/>
              </a:rPr>
              <a:t>マル次　負担</a:t>
            </a:r>
            <a:r>
              <a:rPr kumimoji="1" lang="ja-JP" altLang="en-US" sz="1400" u="sng">
                <a:latin typeface="Meiryo UI" panose="020B0604030504040204" pitchFamily="50" charset="-128"/>
                <a:ea typeface="Meiryo UI" panose="020B0604030504040204" pitchFamily="50" charset="-128"/>
              </a:rPr>
              <a:t>割合の</a:t>
            </a:r>
            <a:r>
              <a:rPr lang="ja-JP" altLang="en-US" sz="1400" u="sng">
                <a:latin typeface="Meiryo UI" panose="020B0604030504040204" pitchFamily="50" charset="-128"/>
                <a:ea typeface="Meiryo UI" panose="020B0604030504040204" pitchFamily="50" charset="-128"/>
              </a:rPr>
              <a:t>例</a:t>
            </a:r>
            <a:endParaRPr kumimoji="1" lang="en-US" altLang="ja-JP" sz="1400" u="sng">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3267796932"/>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ext Box 2"/>
          <p:cNvSpPr txBox="1">
            <a:spLocks noChangeArrowheads="1"/>
          </p:cNvSpPr>
          <p:nvPr/>
        </p:nvSpPr>
        <p:spPr bwMode="auto">
          <a:xfrm>
            <a:off x="5017111" y="571728"/>
            <a:ext cx="4126889" cy="61247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キックオフミーティングの目的</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委託開発適用範囲</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委託元と</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Bosch</a:t>
            </a:r>
            <a:endPar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基本コンセプト</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成果物</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委託業務役割責任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RASIC</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要約）</a:t>
            </a: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前提条件</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判断（評価判断、委託完了判断・対価の判断）およびタイミング</a:t>
            </a:r>
            <a:b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b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支払い基準</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開発費定義　　　　　　　　　　　　　　　　　　　　　　　　　　　　　　　　　　　　　　　　　　　　　　</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プロジェクトマネージメント</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概要・基本諸元説明</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適用法規概要</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Engine</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Management</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System</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概要</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構成部品（</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Bosch</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部品）</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仕様差</a:t>
            </a:r>
            <a:b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b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・プロジェクト情報</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関連部品</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Spec</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説明</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車載機能・装備説明</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信頼性保証要件</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要求＆ＣＲ</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成果物検証・品質検証</a:t>
            </a:r>
            <a:endParaRPr kumimoji="1" lang="en-US" altLang="ja-JP" sz="14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シート</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エキスパート</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MTG</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について</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サポート業務</a:t>
            </a: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その他の開発ガイドライン</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開発日程</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開発体制表</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p:txBody>
      </p:sp>
      <p:sp>
        <p:nvSpPr>
          <p:cNvPr id="6" name="Text Box 2"/>
          <p:cNvSpPr txBox="1">
            <a:spLocks noChangeArrowheads="1"/>
          </p:cNvSpPr>
          <p:nvPr/>
        </p:nvSpPr>
        <p:spPr bwMode="auto">
          <a:xfrm>
            <a:off x="133262" y="44450"/>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20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Contents</a:t>
            </a:r>
            <a:r>
              <a:rPr kumimoji="1" lang="ja-JP" altLang="en-US" sz="20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　（目次）</a:t>
            </a:r>
            <a:endParaRPr kumimoji="1" lang="en-US" altLang="ja-JP" sz="1100" b="0" i="0" u="none" strike="noStrike" kern="1200" cap="none" spc="0" normalizeH="0" baseline="0" noProof="0">
              <a:ln>
                <a:noFill/>
              </a:ln>
              <a:solidFill>
                <a:srgbClr val="FFFFFF"/>
              </a:solidFill>
              <a:effectLst/>
              <a:uLnTx/>
              <a:uFillTx/>
              <a:latin typeface="HGPｺﾞｼｯｸE" pitchFamily="50" charset="-128"/>
              <a:ea typeface="HGPｺﾞｼｯｸE" pitchFamily="50" charset="-128"/>
              <a:cs typeface="Arial" pitchFamily="34" charset="0"/>
            </a:endParaRPr>
          </a:p>
        </p:txBody>
      </p:sp>
      <p:sp>
        <p:nvSpPr>
          <p:cNvPr id="7" name="Text Box 2"/>
          <p:cNvSpPr txBox="1">
            <a:spLocks noChangeArrowheads="1"/>
          </p:cNvSpPr>
          <p:nvPr/>
        </p:nvSpPr>
        <p:spPr bwMode="auto">
          <a:xfrm>
            <a:off x="106623" y="571728"/>
            <a:ext cx="4910488" cy="5909310"/>
          </a:xfrm>
          <a:prstGeom prst="rect">
            <a:avLst/>
          </a:prstGeom>
          <a:noFill/>
          <a:ln>
            <a:noFill/>
          </a:ln>
          <a:effec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Purpose of</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Kick-off Meeting</a:t>
            </a:r>
            <a:endPar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Scope of Development Work</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err="1">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Entrustor</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and </a:t>
            </a:r>
            <a:r>
              <a:rPr kumimoji="1" lang="en-US" altLang="ja-JP" sz="1400" b="0" i="0" u="none" strike="noStrike" kern="1200" cap="none" spc="0" normalizeH="0" baseline="0" noProof="0" dirty="0" err="1">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Entrustee</a:t>
            </a:r>
            <a:endPar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Basic Concept / Deliverables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Role</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&amp;</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Responsibility (Samples of RASIC)</a:t>
            </a:r>
            <a:endPar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Preconditions</a:t>
            </a:r>
          </a:p>
          <a:p>
            <a:pPr marL="450850" marR="0" lvl="0" indent="-45085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Judgments (on Evaluation, Completion of Development Work Entrusted by Honda and  Payment Amount) and Timings</a:t>
            </a:r>
            <a:b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b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Payment Criteria / Definition of Development Fee </a:t>
            </a:r>
          </a:p>
          <a:p>
            <a:pPr marL="450850" marR="0" lvl="0" indent="-45085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Project Management </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Engine Overview</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and</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Basic Specification </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Applicable Regulations Overview</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Engine</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Management</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System Overview</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 Components</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(Bosch components)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Engine Spec Comparison from Base Model</a:t>
            </a:r>
            <a:b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b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Project information / Non-Bosch</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Components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In-Vehicle</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Functions</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Relating</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ECU and Features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Reliability</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Assurance</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 Requirement and CR </a:t>
            </a:r>
            <a:endParaRPr kumimoji="1" lang="ja-JP" altLang="en-US" sz="1400" b="0" i="0" u="none" strike="dbl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rPr>
              <a:t>EMS Report Maturity and Quality Verification</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anose="020B0604020202020204" pitchFamily="34" charset="0"/>
              </a:rPr>
              <a:t>EMS Sheet</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anose="020B0604020202020204" pitchFamily="34" charset="0"/>
              </a:rPr>
              <a:t>Expert Meeting</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anose="020B0604020202020204" pitchFamily="34" charset="0"/>
              </a:rPr>
              <a:t>Necessary</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Support</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Miscellaneous Guidelines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Development Schedule</a:t>
            </a:r>
            <a:endPar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Development Organization Chart</a:t>
            </a:r>
          </a:p>
        </p:txBody>
      </p:sp>
    </p:spTree>
    <p:extLst>
      <p:ext uri="{BB962C8B-B14F-4D97-AF65-F5344CB8AC3E}">
        <p14:creationId xmlns:p14="http://schemas.microsoft.com/office/powerpoint/2010/main" val="168686873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
          <p:cNvSpPr txBox="1">
            <a:spLocks noChangeArrowheads="1"/>
          </p:cNvSpPr>
          <p:nvPr/>
        </p:nvSpPr>
        <p:spPr bwMode="auto">
          <a:xfrm>
            <a:off x="250829" y="96703"/>
            <a:ext cx="88931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1800" dirty="0">
                <a:solidFill>
                  <a:srgbClr val="FFFFFF"/>
                </a:solidFill>
                <a:latin typeface="Meiryo UI" panose="020B0604030504040204" pitchFamily="50" charset="-128"/>
                <a:ea typeface="Meiryo UI" panose="020B0604030504040204" pitchFamily="50" charset="-128"/>
                <a:cs typeface="Arial" pitchFamily="34" charset="0"/>
              </a:rPr>
              <a:t>17. EMS Report Maturity and Quality Verification (1/31)</a:t>
            </a:r>
            <a:r>
              <a:rPr lang="ja-JP" altLang="en-US" sz="1800" dirty="0">
                <a:solidFill>
                  <a:srgbClr val="FFFFFF"/>
                </a:solidFill>
                <a:latin typeface="Meiryo UI" panose="020B0604030504040204" pitchFamily="50" charset="-128"/>
                <a:ea typeface="Meiryo UI" panose="020B0604030504040204" pitchFamily="50" charset="-128"/>
                <a:cs typeface="Arial" pitchFamily="34" charset="0"/>
              </a:rPr>
              <a:t> </a:t>
            </a:r>
            <a:endParaRPr lang="en-US" altLang="ja-JP" sz="1050" dirty="0">
              <a:solidFill>
                <a:srgbClr val="FFFFFF"/>
              </a:solidFill>
              <a:latin typeface="HGPｺﾞｼｯｸE" pitchFamily="50" charset="-128"/>
              <a:ea typeface="HGPｺﾞｼｯｸE" pitchFamily="50" charset="-128"/>
              <a:cs typeface="Arial" pitchFamily="34" charset="0"/>
            </a:endParaRPr>
          </a:p>
        </p:txBody>
      </p:sp>
      <p:sp>
        <p:nvSpPr>
          <p:cNvPr id="3" name="テキスト ボックス 2"/>
          <p:cNvSpPr txBox="1"/>
          <p:nvPr/>
        </p:nvSpPr>
        <p:spPr>
          <a:xfrm>
            <a:off x="100424" y="522554"/>
            <a:ext cx="5913670" cy="369332"/>
          </a:xfrm>
          <a:prstGeom prst="rect">
            <a:avLst/>
          </a:prstGeom>
          <a:noFill/>
        </p:spPr>
        <p:txBody>
          <a:bodyPr wrap="none" rtlCol="0">
            <a:spAutoFit/>
          </a:bodyPr>
          <a:lstStyle/>
          <a:p>
            <a:pPr algn="l"/>
            <a:r>
              <a:rPr lang="en-US" altLang="ja-JP" sz="1800" b="1" u="sng">
                <a:solidFill>
                  <a:srgbClr val="000000"/>
                </a:solidFill>
                <a:latin typeface="Meiryo UI" panose="020B0604030504040204" pitchFamily="50" charset="-128"/>
                <a:ea typeface="Meiryo UI" panose="020B0604030504040204" pitchFamily="50" charset="-128"/>
                <a:cs typeface="Arial" pitchFamily="34" charset="0"/>
              </a:rPr>
              <a:t>Maturation Verification Main Point (definition) </a:t>
            </a:r>
            <a:endParaRPr lang="ja-JP" altLang="en-US" sz="1800" b="1" u="sng">
              <a:solidFill>
                <a:srgbClr val="000000"/>
              </a:solidFill>
              <a:latin typeface="Meiryo UI" panose="020B0604030504040204" pitchFamily="50" charset="-128"/>
              <a:ea typeface="Meiryo UI" panose="020B0604030504040204" pitchFamily="50" charset="-128"/>
              <a:cs typeface="Arial" pitchFamily="34" charset="0"/>
            </a:endParaRPr>
          </a:p>
        </p:txBody>
      </p:sp>
      <p:sp>
        <p:nvSpPr>
          <p:cNvPr id="10" name="テキスト ボックス 9"/>
          <p:cNvSpPr txBox="1"/>
          <p:nvPr/>
        </p:nvSpPr>
        <p:spPr>
          <a:xfrm>
            <a:off x="100424" y="891886"/>
            <a:ext cx="9009384" cy="4216539"/>
          </a:xfrm>
          <a:prstGeom prst="rect">
            <a:avLst/>
          </a:prstGeom>
          <a:noFill/>
        </p:spPr>
        <p:txBody>
          <a:bodyPr wrap="square" rtlCol="0">
            <a:spAutoFit/>
          </a:bodyPr>
          <a:lstStyle/>
          <a:p>
            <a:pPr marL="263525" indent="-263525" algn="l">
              <a:spcBef>
                <a:spcPts val="300"/>
              </a:spcBef>
            </a:pPr>
            <a:r>
              <a:rPr lang="ja-JP" altLang="en-US" sz="1400" dirty="0">
                <a:solidFill>
                  <a:srgbClr val="000000"/>
                </a:solidFill>
                <a:latin typeface="Meiryo UI" panose="020B0604030504040204" pitchFamily="50" charset="-128"/>
                <a:ea typeface="Meiryo UI" panose="020B0604030504040204" pitchFamily="50" charset="-128"/>
                <a:cs typeface="Arial" pitchFamily="34" charset="0"/>
              </a:rPr>
              <a:t>１．</a:t>
            </a:r>
            <a:r>
              <a:rPr lang="en-US" altLang="ja-JP" sz="1400" dirty="0">
                <a:solidFill>
                  <a:srgbClr val="000000"/>
                </a:solidFill>
                <a:latin typeface="Meiryo UI" panose="020B0604030504040204" pitchFamily="50" charset="-128"/>
                <a:ea typeface="Meiryo UI" panose="020B0604030504040204" pitchFamily="50" charset="-128"/>
                <a:cs typeface="Arial" pitchFamily="34" charset="0"/>
              </a:rPr>
              <a:t>Calibration</a:t>
            </a:r>
            <a:r>
              <a:rPr lang="ja-JP" altLang="en-US" sz="1400" dirty="0">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400" dirty="0">
                <a:solidFill>
                  <a:srgbClr val="000000"/>
                </a:solidFill>
                <a:latin typeface="Meiryo UI" panose="020B0604030504040204" pitchFamily="50" charset="-128"/>
                <a:ea typeface="Meiryo UI" panose="020B0604030504040204" pitchFamily="50" charset="-128"/>
                <a:cs typeface="Arial" pitchFamily="34" charset="0"/>
              </a:rPr>
              <a:t>verification</a:t>
            </a:r>
            <a:r>
              <a:rPr lang="ja-JP" altLang="en-US" sz="1400" dirty="0">
                <a:solidFill>
                  <a:srgbClr val="000000"/>
                </a:solidFill>
                <a:latin typeface="Meiryo UI" panose="020B0604030504040204" pitchFamily="50" charset="-128"/>
                <a:ea typeface="Meiryo UI" panose="020B0604030504040204" pitchFamily="50" charset="-128"/>
                <a:cs typeface="Arial" pitchFamily="34" charset="0"/>
              </a:rPr>
              <a:t>：</a:t>
            </a:r>
            <a:endParaRPr lang="en-US" altLang="ja-JP" sz="1400" dirty="0">
              <a:solidFill>
                <a:srgbClr val="000000"/>
              </a:solidFill>
              <a:latin typeface="Meiryo UI" panose="020B0604030504040204" pitchFamily="50" charset="-128"/>
              <a:ea typeface="Meiryo UI" panose="020B0604030504040204" pitchFamily="50" charset="-128"/>
              <a:cs typeface="Arial" pitchFamily="34" charset="0"/>
            </a:endParaRPr>
          </a:p>
          <a:p>
            <a:pPr marL="263525" indent="-263525" algn="l">
              <a:spcBef>
                <a:spcPts val="300"/>
              </a:spcBef>
            </a:pPr>
            <a:r>
              <a:rPr lang="en-US" altLang="ja-JP" sz="1400" dirty="0">
                <a:solidFill>
                  <a:srgbClr val="000000"/>
                </a:solidFill>
                <a:latin typeface="Meiryo UI" panose="020B0604030504040204" pitchFamily="50" charset="-128"/>
                <a:ea typeface="Meiryo UI" panose="020B0604030504040204" pitchFamily="50" charset="-128"/>
                <a:cs typeface="Arial" pitchFamily="34" charset="0"/>
              </a:rPr>
              <a:t>	The following page describes the verification method, EMS sheet result examination and prove method. Both of the verification is to evaluate the</a:t>
            </a:r>
            <a:r>
              <a:rPr lang="ja-JP" altLang="en-US" sz="1400" dirty="0">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dirty="0">
                <a:solidFill>
                  <a:srgbClr val="000000"/>
                </a:solidFill>
                <a:latin typeface="Meiryo UI" panose="020B0604030504040204" pitchFamily="50" charset="-128"/>
                <a:ea typeface="Meiryo UI" panose="020B0604030504040204" pitchFamily="50" charset="-128"/>
                <a:cs typeface="Arial" pitchFamily="34" charset="0"/>
              </a:rPr>
              <a:t> management system development workmanship and the deliverable issue. The main points of the verification shall satisfy all EMS requirements and the result of calibration output based on</a:t>
            </a:r>
            <a:r>
              <a:rPr lang="ja-JP" altLang="en-US" sz="1400" dirty="0">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dirty="0">
                <a:solidFill>
                  <a:srgbClr val="000000"/>
                </a:solidFill>
                <a:latin typeface="Meiryo UI" panose="020B0604030504040204" pitchFamily="50" charset="-128"/>
                <a:ea typeface="Meiryo UI" panose="020B0604030504040204" pitchFamily="50" charset="-128"/>
                <a:cs typeface="Arial" pitchFamily="34" charset="0"/>
              </a:rPr>
              <a:t> calibration development activity, then it is including the actual vehicle verification. </a:t>
            </a:r>
          </a:p>
          <a:p>
            <a:pPr marL="263525" indent="-263525" algn="l">
              <a:spcBef>
                <a:spcPts val="300"/>
              </a:spcBef>
            </a:pPr>
            <a:endParaRPr lang="en-US" altLang="ja-JP" sz="1400" dirty="0">
              <a:solidFill>
                <a:srgbClr val="000000"/>
              </a:solidFill>
              <a:latin typeface="Meiryo UI" panose="020B0604030504040204" pitchFamily="50" charset="-128"/>
              <a:ea typeface="Meiryo UI" panose="020B0604030504040204" pitchFamily="50" charset="-128"/>
              <a:cs typeface="Arial" pitchFamily="34" charset="0"/>
            </a:endParaRPr>
          </a:p>
          <a:p>
            <a:pPr marL="263525" indent="-263525" algn="l">
              <a:spcBef>
                <a:spcPts val="300"/>
              </a:spcBef>
            </a:pPr>
            <a:r>
              <a:rPr lang="en-US" altLang="ja-JP" sz="1400" dirty="0">
                <a:solidFill>
                  <a:srgbClr val="000000"/>
                </a:solidFill>
                <a:latin typeface="Meiryo UI" panose="020B0604030504040204" pitchFamily="50" charset="-128"/>
                <a:ea typeface="Meiryo UI" panose="020B0604030504040204" pitchFamily="50" charset="-128"/>
                <a:cs typeface="Arial" pitchFamily="34" charset="0"/>
              </a:rPr>
              <a:t>2. Software verification:</a:t>
            </a:r>
          </a:p>
          <a:p>
            <a:pPr marL="263525" indent="-263525" algn="l">
              <a:spcBef>
                <a:spcPts val="300"/>
              </a:spcBef>
            </a:pPr>
            <a:r>
              <a:rPr lang="en-US" altLang="ja-JP" sz="1400" dirty="0">
                <a:solidFill>
                  <a:srgbClr val="000000"/>
                </a:solidFill>
                <a:latin typeface="Meiryo UI" panose="020B0604030504040204" pitchFamily="50" charset="-128"/>
                <a:ea typeface="Meiryo UI" panose="020B0604030504040204" pitchFamily="50" charset="-128"/>
                <a:cs typeface="Arial" pitchFamily="34" charset="0"/>
              </a:rPr>
              <a:t>	SW verification is to focus the unusual ENG control phenomenon when</a:t>
            </a:r>
            <a:r>
              <a:rPr lang="ja-JP" altLang="en-US" sz="1400" dirty="0">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dirty="0">
                <a:solidFill>
                  <a:srgbClr val="000000"/>
                </a:solidFill>
                <a:latin typeface="Meiryo UI" panose="020B0604030504040204" pitchFamily="50" charset="-128"/>
                <a:ea typeface="Meiryo UI" panose="020B0604030504040204" pitchFamily="50" charset="-128"/>
                <a:cs typeface="Arial" pitchFamily="34" charset="0"/>
              </a:rPr>
              <a:t> modified</a:t>
            </a:r>
          </a:p>
          <a:p>
            <a:pPr marL="263525" indent="-263525" algn="l">
              <a:spcBef>
                <a:spcPts val="300"/>
              </a:spcBef>
            </a:pPr>
            <a:r>
              <a:rPr lang="en-US" altLang="ja-JP" sz="1400" dirty="0">
                <a:solidFill>
                  <a:srgbClr val="000000"/>
                </a:solidFill>
                <a:latin typeface="Meiryo UI" panose="020B0604030504040204" pitchFamily="50" charset="-128"/>
                <a:ea typeface="Meiryo UI" panose="020B0604030504040204" pitchFamily="50" charset="-128"/>
                <a:cs typeface="Arial" pitchFamily="34" charset="0"/>
              </a:rPr>
              <a:t>    STD SW due to Honda request the modification of the Honda special control area and connection </a:t>
            </a:r>
          </a:p>
          <a:p>
            <a:pPr marL="263525" indent="-263525" algn="l">
              <a:spcBef>
                <a:spcPts val="300"/>
              </a:spcBef>
            </a:pPr>
            <a:r>
              <a:rPr lang="en-US" altLang="ja-JP" sz="1400" dirty="0">
                <a:solidFill>
                  <a:srgbClr val="000000"/>
                </a:solidFill>
                <a:latin typeface="Meiryo UI" panose="020B0604030504040204" pitchFamily="50" charset="-128"/>
                <a:ea typeface="Meiryo UI" panose="020B0604030504040204" pitchFamily="50" charset="-128"/>
                <a:cs typeface="Arial" pitchFamily="34" charset="0"/>
              </a:rPr>
              <a:t>    area between</a:t>
            </a:r>
            <a:r>
              <a:rPr lang="ja-JP" altLang="en-US" sz="1400" dirty="0">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solidFill>
                  <a:srgbClr val="000000"/>
                </a:solidFill>
                <a:latin typeface="Meiryo UI" panose="020B0604030504040204" pitchFamily="50" charset="-128"/>
                <a:ea typeface="Meiryo UI" panose="020B0604030504040204" pitchFamily="50" charset="-128"/>
                <a:cs typeface="Arial" pitchFamily="34" charset="0"/>
              </a:rPr>
              <a:t>STD SW and modification SW. This SW modification shall be verified by</a:t>
            </a:r>
          </a:p>
          <a:p>
            <a:pPr marL="263525" indent="-263525" algn="l">
              <a:spcBef>
                <a:spcPts val="300"/>
              </a:spcBef>
            </a:pPr>
            <a:r>
              <a:rPr lang="en-US" altLang="ja-JP" sz="1400" dirty="0">
                <a:solidFill>
                  <a:srgbClr val="000000"/>
                </a:solidFill>
                <a:latin typeface="Meiryo UI" panose="020B0604030504040204" pitchFamily="50" charset="-128"/>
                <a:ea typeface="Meiryo UI" panose="020B0604030504040204" pitchFamily="50" charset="-128"/>
                <a:cs typeface="Arial" pitchFamily="34" charset="0"/>
              </a:rPr>
              <a:t>   </a:t>
            </a:r>
            <a:r>
              <a:rPr lang="ja-JP" altLang="en-US" sz="1400" dirty="0">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dirty="0">
                <a:solidFill>
                  <a:srgbClr val="000000"/>
                </a:solidFill>
                <a:latin typeface="Meiryo UI" panose="020B0604030504040204" pitchFamily="50" charset="-128"/>
                <a:ea typeface="Meiryo UI" panose="020B0604030504040204" pitchFamily="50" charset="-128"/>
                <a:cs typeface="Arial" pitchFamily="34" charset="0"/>
              </a:rPr>
              <a:t> internally first to guarantee the SW and then Honda will evaluate it. </a:t>
            </a:r>
          </a:p>
          <a:p>
            <a:pPr marL="263525" indent="-263525" algn="l">
              <a:spcBef>
                <a:spcPts val="300"/>
              </a:spcBef>
            </a:pPr>
            <a:endParaRPr lang="en-US" altLang="ja-JP" sz="1400" dirty="0">
              <a:solidFill>
                <a:srgbClr val="0000FF"/>
              </a:solidFill>
              <a:latin typeface="Meiryo UI" panose="020B0604030504040204" pitchFamily="50" charset="-128"/>
              <a:ea typeface="Meiryo UI" panose="020B0604030504040204" pitchFamily="50" charset="-128"/>
              <a:cs typeface="Arial" pitchFamily="34" charset="0"/>
            </a:endParaRPr>
          </a:p>
          <a:p>
            <a:pPr marL="263525" indent="-263525" algn="l">
              <a:spcBef>
                <a:spcPts val="300"/>
              </a:spcBef>
            </a:pP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dirty="0">
                <a:solidFill>
                  <a:srgbClr val="FF0000"/>
                </a:solidFill>
                <a:latin typeface="Meiryo UI" panose="020B0604030504040204" pitchFamily="50" charset="-128"/>
                <a:ea typeface="Meiryo UI" panose="020B0604030504040204" pitchFamily="50" charset="-128"/>
                <a:cs typeface="Arial" pitchFamily="34" charset="0"/>
              </a:rPr>
              <a:t> </a:t>
            </a:r>
            <a:r>
              <a:rPr lang="en-US" altLang="ja-JP" sz="1400" dirty="0">
                <a:solidFill>
                  <a:srgbClr val="000000"/>
                </a:solidFill>
                <a:latin typeface="Meiryo UI" panose="020B0604030504040204" pitchFamily="50" charset="-128"/>
                <a:ea typeface="Meiryo UI" panose="020B0604030504040204" pitchFamily="50" charset="-128"/>
                <a:cs typeface="Arial" pitchFamily="34" charset="0"/>
              </a:rPr>
              <a:t>STD specification definition:</a:t>
            </a:r>
          </a:p>
          <a:p>
            <a:pPr marL="263525" indent="-263525" algn="l">
              <a:spcBef>
                <a:spcPts val="300"/>
              </a:spcBef>
            </a:pPr>
            <a:r>
              <a:rPr lang="en-US" altLang="ja-JP" sz="1400" dirty="0">
                <a:solidFill>
                  <a:srgbClr val="000000"/>
                </a:solidFill>
                <a:latin typeface="Meiryo UI" panose="020B0604030504040204" pitchFamily="50" charset="-128"/>
                <a:ea typeface="Meiryo UI" panose="020B0604030504040204" pitchFamily="50" charset="-128"/>
                <a:cs typeface="Arial" pitchFamily="34" charset="0"/>
              </a:rPr>
              <a:t>	The</a:t>
            </a:r>
            <a:r>
              <a:rPr lang="ja-JP" altLang="en-US" sz="1400" dirty="0">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dirty="0">
                <a:solidFill>
                  <a:srgbClr val="000000"/>
                </a:solidFill>
                <a:latin typeface="Meiryo UI" panose="020B0604030504040204" pitchFamily="50" charset="-128"/>
                <a:ea typeface="Meiryo UI" panose="020B0604030504040204" pitchFamily="50" charset="-128"/>
                <a:cs typeface="Arial" pitchFamily="34" charset="0"/>
              </a:rPr>
              <a:t> STD specification shall meet the assignment destination regulation and satisfy </a:t>
            </a:r>
          </a:p>
          <a:p>
            <a:pPr marL="263525" indent="-263525" algn="l">
              <a:spcBef>
                <a:spcPts val="300"/>
              </a:spcBef>
            </a:pPr>
            <a:r>
              <a:rPr lang="en-US" altLang="ja-JP" sz="1400" dirty="0">
                <a:solidFill>
                  <a:srgbClr val="000000"/>
                </a:solidFill>
                <a:latin typeface="Meiryo UI" panose="020B0604030504040204" pitchFamily="50" charset="-128"/>
                <a:ea typeface="Meiryo UI" panose="020B0604030504040204" pitchFamily="50" charset="-128"/>
                <a:cs typeface="Arial" pitchFamily="34" charset="0"/>
              </a:rPr>
              <a:t>    the feature which are applying the other OEM application level with hardware structure, </a:t>
            </a:r>
          </a:p>
          <a:p>
            <a:pPr marL="263525" indent="-263525" algn="l">
              <a:spcBef>
                <a:spcPts val="300"/>
              </a:spcBef>
            </a:pPr>
            <a:r>
              <a:rPr lang="en-US" altLang="ja-JP" sz="1400" dirty="0">
                <a:solidFill>
                  <a:srgbClr val="000000"/>
                </a:solidFill>
                <a:latin typeface="Meiryo UI" panose="020B0604030504040204" pitchFamily="50" charset="-128"/>
                <a:ea typeface="Meiryo UI" panose="020B0604030504040204" pitchFamily="50" charset="-128"/>
                <a:cs typeface="Arial" pitchFamily="34" charset="0"/>
              </a:rPr>
              <a:t>    also include the fundamental platform software.</a:t>
            </a:r>
            <a:endParaRPr lang="ja-JP" altLang="en-US" sz="1400" dirty="0">
              <a:solidFill>
                <a:srgbClr val="000000"/>
              </a:solidFill>
              <a:latin typeface="Meiryo UI" panose="020B0604030504040204" pitchFamily="50" charset="-128"/>
              <a:ea typeface="Meiryo UI" panose="020B0604030504040204" pitchFamily="50" charset="-128"/>
              <a:cs typeface="Arial" pitchFamily="34" charset="0"/>
            </a:endParaRPr>
          </a:p>
        </p:txBody>
      </p:sp>
    </p:spTree>
    <p:extLst>
      <p:ext uri="{BB962C8B-B14F-4D97-AF65-F5344CB8AC3E}">
        <p14:creationId xmlns:p14="http://schemas.microsoft.com/office/powerpoint/2010/main" val="1295526904"/>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
          <p:cNvSpPr txBox="1">
            <a:spLocks noChangeArrowheads="1"/>
          </p:cNvSpPr>
          <p:nvPr/>
        </p:nvSpPr>
        <p:spPr bwMode="auto">
          <a:xfrm>
            <a:off x="250829" y="96703"/>
            <a:ext cx="88931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1800" dirty="0">
                <a:solidFill>
                  <a:srgbClr val="FFFFFF"/>
                </a:solidFill>
                <a:latin typeface="Meiryo UI" panose="020B0604030504040204" pitchFamily="50" charset="-128"/>
                <a:ea typeface="Meiryo UI" panose="020B0604030504040204" pitchFamily="50" charset="-128"/>
                <a:cs typeface="Arial" pitchFamily="34" charset="0"/>
              </a:rPr>
              <a:t>17. EMS Report Maturity and Quality Verification (2/31)</a:t>
            </a:r>
            <a:endParaRPr lang="en-US" altLang="ja-JP" sz="1050" dirty="0">
              <a:solidFill>
                <a:srgbClr val="FFFFFF"/>
              </a:solidFill>
              <a:latin typeface="HGPｺﾞｼｯｸE" pitchFamily="50" charset="-128"/>
              <a:ea typeface="HGPｺﾞｼｯｸE" pitchFamily="50" charset="-128"/>
              <a:cs typeface="Arial" pitchFamily="34" charset="0"/>
            </a:endParaRPr>
          </a:p>
        </p:txBody>
      </p:sp>
      <p:sp>
        <p:nvSpPr>
          <p:cNvPr id="3" name="テキスト ボックス 2"/>
          <p:cNvSpPr txBox="1"/>
          <p:nvPr/>
        </p:nvSpPr>
        <p:spPr>
          <a:xfrm>
            <a:off x="100424" y="522554"/>
            <a:ext cx="2704587" cy="369332"/>
          </a:xfrm>
          <a:prstGeom prst="rect">
            <a:avLst/>
          </a:prstGeom>
          <a:noFill/>
        </p:spPr>
        <p:txBody>
          <a:bodyPr wrap="none" rtlCol="0">
            <a:spAutoFit/>
          </a:bodyPr>
          <a:lstStyle/>
          <a:p>
            <a:pPr algn="l"/>
            <a:r>
              <a:rPr lang="ja-JP" altLang="en-US" sz="1800" b="1" u="sng">
                <a:solidFill>
                  <a:srgbClr val="000000"/>
                </a:solidFill>
                <a:latin typeface="Meiryo UI" panose="020B0604030504040204" pitchFamily="50" charset="-128"/>
                <a:ea typeface="Meiryo UI" panose="020B0604030504040204" pitchFamily="50" charset="-128"/>
                <a:cs typeface="Arial" pitchFamily="34" charset="0"/>
              </a:rPr>
              <a:t>品熟検証の骨子（定義）</a:t>
            </a:r>
          </a:p>
        </p:txBody>
      </p:sp>
      <p:sp>
        <p:nvSpPr>
          <p:cNvPr id="11" name="テキスト ボックス 10"/>
          <p:cNvSpPr txBox="1"/>
          <p:nvPr/>
        </p:nvSpPr>
        <p:spPr>
          <a:xfrm>
            <a:off x="100424" y="886849"/>
            <a:ext cx="8856984" cy="4116512"/>
          </a:xfrm>
          <a:prstGeom prst="rect">
            <a:avLst/>
          </a:prstGeom>
          <a:noFill/>
        </p:spPr>
        <p:txBody>
          <a:bodyPr wrap="square" rtlCol="0">
            <a:spAutoFit/>
          </a:bodyPr>
          <a:lstStyle/>
          <a:p>
            <a:pPr marL="360363" indent="-360363" algn="l">
              <a:spcBef>
                <a:spcPts val="300"/>
              </a:spcBef>
            </a:pPr>
            <a:r>
              <a:rPr lang="ja-JP" altLang="en-US" sz="1400" dirty="0">
                <a:latin typeface="Meiryo UI" panose="020B0604030504040204" pitchFamily="50" charset="-128"/>
                <a:ea typeface="Meiryo UI" panose="020B0604030504040204" pitchFamily="50" charset="-128"/>
              </a:rPr>
              <a:t>１．適合内容検証：</a:t>
            </a:r>
            <a:endParaRPr lang="en-US" altLang="ja-JP" sz="1400" dirty="0">
              <a:latin typeface="Meiryo UI" panose="020B0604030504040204" pitchFamily="50" charset="-128"/>
              <a:ea typeface="Meiryo UI" panose="020B0604030504040204" pitchFamily="50" charset="-128"/>
            </a:endParaRPr>
          </a:p>
          <a:p>
            <a:pPr marL="360363" indent="-360363" algn="l">
              <a:spcBef>
                <a:spcPts val="300"/>
              </a:spcBef>
            </a:pPr>
            <a:r>
              <a:rPr lang="en-US" altLang="ja-JP" sz="1400" dirty="0">
                <a:latin typeface="Meiryo UI" panose="020B0604030504040204" pitchFamily="50" charset="-128"/>
                <a:ea typeface="Meiryo UI" panose="020B0604030504040204" pitchFamily="50" charset="-128"/>
              </a:rPr>
              <a:t>	</a:t>
            </a:r>
            <a:r>
              <a:rPr lang="ja-JP" altLang="en-US" sz="1400" dirty="0">
                <a:latin typeface="Meiryo UI" panose="020B0604030504040204" pitchFamily="50" charset="-128"/>
                <a:ea typeface="Meiryo UI" panose="020B0604030504040204" pitchFamily="50" charset="-128"/>
              </a:rPr>
              <a:t>適合内容検証と承認手法、</a:t>
            </a:r>
            <a:r>
              <a:rPr lang="en-US" altLang="ja-JP" sz="1400" dirty="0">
                <a:latin typeface="Meiryo UI" panose="020B0604030504040204" pitchFamily="50" charset="-128"/>
                <a:ea typeface="Meiryo UI" panose="020B0604030504040204" pitchFamily="50" charset="-128"/>
              </a:rPr>
              <a:t>EMS</a:t>
            </a:r>
            <a:r>
              <a:rPr lang="ja-JP" altLang="en-US" sz="1400" dirty="0">
                <a:latin typeface="Meiryo UI" panose="020B0604030504040204" pitchFamily="50" charset="-128"/>
                <a:ea typeface="Meiryo UI" panose="020B0604030504040204" pitchFamily="50" charset="-128"/>
              </a:rPr>
              <a:t>シート結果検証と承認手法を次ページに記載。　双方検証とも、</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dirty="0">
                <a:latin typeface="Meiryo UI" panose="020B0604030504040204" pitchFamily="50" charset="-128"/>
                <a:ea typeface="Meiryo UI" panose="020B0604030504040204" pitchFamily="50" charset="-128"/>
              </a:rPr>
              <a:t> </a:t>
            </a:r>
          </a:p>
          <a:p>
            <a:pPr marL="360363" indent="-360363" algn="l">
              <a:spcBef>
                <a:spcPts val="300"/>
              </a:spcBef>
            </a:pPr>
            <a:r>
              <a:rPr lang="en-US" altLang="ja-JP" sz="1400" dirty="0">
                <a:latin typeface="Meiryo UI" panose="020B0604030504040204" pitchFamily="50" charset="-128"/>
                <a:ea typeface="Meiryo UI" panose="020B0604030504040204" pitchFamily="50" charset="-128"/>
              </a:rPr>
              <a:t>      ENG</a:t>
            </a:r>
            <a:r>
              <a:rPr lang="ja-JP" altLang="en-US" sz="1400" dirty="0">
                <a:latin typeface="Meiryo UI" panose="020B0604030504040204" pitchFamily="50" charset="-128"/>
                <a:ea typeface="Meiryo UI" panose="020B0604030504040204" pitchFamily="50" charset="-128"/>
              </a:rPr>
              <a:t>コントロールマネージメント開発結果の成果物確認・出来栄え検証を行うものである。</a:t>
            </a:r>
            <a:endParaRPr lang="en-US" altLang="ja-JP" sz="1400" dirty="0">
              <a:latin typeface="Meiryo UI" panose="020B0604030504040204" pitchFamily="50" charset="-128"/>
              <a:ea typeface="Meiryo UI" panose="020B0604030504040204" pitchFamily="50" charset="-128"/>
            </a:endParaRPr>
          </a:p>
          <a:p>
            <a:pPr marL="360363" indent="-360363" algn="l">
              <a:spcBef>
                <a:spcPts val="300"/>
              </a:spcBef>
            </a:pPr>
            <a:r>
              <a:rPr lang="en-US" altLang="ja-JP" sz="1400" dirty="0">
                <a:latin typeface="Meiryo UI" panose="020B0604030504040204" pitchFamily="50" charset="-128"/>
                <a:ea typeface="Meiryo UI" panose="020B0604030504040204" pitchFamily="50" charset="-128"/>
              </a:rPr>
              <a:t>      </a:t>
            </a:r>
            <a:r>
              <a:rPr lang="ja-JP" altLang="en-US" sz="1400" dirty="0">
                <a:latin typeface="Meiryo UI" panose="020B0604030504040204" pitchFamily="50" charset="-128"/>
                <a:ea typeface="Meiryo UI" panose="020B0604030504040204" pitchFamily="50" charset="-128"/>
              </a:rPr>
              <a:t>検証骨子は、</a:t>
            </a:r>
            <a:r>
              <a:rPr lang="en-US" altLang="ja-JP" sz="1400" dirty="0">
                <a:latin typeface="Meiryo UI" panose="020B0604030504040204" pitchFamily="50" charset="-128"/>
                <a:ea typeface="Meiryo UI" panose="020B0604030504040204" pitchFamily="50" charset="-128"/>
              </a:rPr>
              <a:t>EMS</a:t>
            </a:r>
            <a:r>
              <a:rPr lang="ja-JP" altLang="en-US" sz="1400" dirty="0">
                <a:latin typeface="Meiryo UI" panose="020B0604030504040204" pitchFamily="50" charset="-128"/>
                <a:ea typeface="Meiryo UI" panose="020B0604030504040204" pitchFamily="50" charset="-128"/>
              </a:rPr>
              <a:t>要求内容を全て満足した上で、</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dirty="0">
                <a:latin typeface="Meiryo UI" panose="020B0604030504040204" pitchFamily="50" charset="-128"/>
                <a:ea typeface="Meiryo UI" panose="020B0604030504040204" pitchFamily="50" charset="-128"/>
              </a:rPr>
              <a:t> ENG</a:t>
            </a:r>
            <a:r>
              <a:rPr lang="ja-JP" altLang="en-US" sz="1400" dirty="0">
                <a:latin typeface="Meiryo UI" panose="020B0604030504040204" pitchFamily="50" charset="-128"/>
                <a:ea typeface="Meiryo UI" panose="020B0604030504040204" pitchFamily="50" charset="-128"/>
              </a:rPr>
              <a:t>制御マネージメントシステムの出来栄え検証であり、</a:t>
            </a:r>
            <a:endParaRPr lang="en-US" altLang="ja-JP" sz="1400" dirty="0">
              <a:latin typeface="Meiryo UI" panose="020B0604030504040204" pitchFamily="50" charset="-128"/>
              <a:ea typeface="Meiryo UI" panose="020B0604030504040204" pitchFamily="50" charset="-128"/>
            </a:endParaRPr>
          </a:p>
          <a:p>
            <a:pPr marL="360363" indent="-360363" algn="l">
              <a:spcBef>
                <a:spcPts val="300"/>
              </a:spcBef>
            </a:pPr>
            <a:r>
              <a:rPr lang="en-US" altLang="ja-JP" sz="1400" dirty="0">
                <a:latin typeface="Meiryo UI" panose="020B0604030504040204" pitchFamily="50" charset="-128"/>
                <a:ea typeface="Meiryo UI" panose="020B0604030504040204" pitchFamily="50" charset="-128"/>
              </a:rPr>
              <a:t>      </a:t>
            </a:r>
            <a:r>
              <a:rPr lang="ja-JP" altLang="en-US" sz="1400" dirty="0">
                <a:latin typeface="Meiryo UI" panose="020B0604030504040204" pitchFamily="50" charset="-128"/>
                <a:ea typeface="Meiryo UI" panose="020B0604030504040204" pitchFamily="50" charset="-128"/>
              </a:rPr>
              <a:t>実車を使っての合同評価も含む。</a:t>
            </a:r>
            <a:endParaRPr lang="en-US" altLang="ja-JP" sz="1400" dirty="0">
              <a:latin typeface="Meiryo UI" panose="020B0604030504040204" pitchFamily="50" charset="-128"/>
              <a:ea typeface="Meiryo UI" panose="020B0604030504040204" pitchFamily="50" charset="-128"/>
            </a:endParaRPr>
          </a:p>
          <a:p>
            <a:pPr marL="360363" indent="-360363" algn="l">
              <a:spcBef>
                <a:spcPts val="300"/>
              </a:spcBef>
            </a:pPr>
            <a:endParaRPr lang="en-US" altLang="ja-JP" sz="1400" dirty="0">
              <a:latin typeface="Meiryo UI" panose="020B0604030504040204" pitchFamily="50" charset="-128"/>
              <a:ea typeface="Meiryo UI" panose="020B0604030504040204" pitchFamily="50" charset="-128"/>
            </a:endParaRPr>
          </a:p>
          <a:p>
            <a:pPr marL="360363" indent="-360363" algn="l">
              <a:spcBef>
                <a:spcPts val="300"/>
              </a:spcBef>
            </a:pPr>
            <a:r>
              <a:rPr lang="en-US" altLang="ja-JP" sz="1400" dirty="0">
                <a:latin typeface="Meiryo UI" panose="020B0604030504040204" pitchFamily="50" charset="-128"/>
                <a:ea typeface="Meiryo UI" panose="020B0604030504040204" pitchFamily="50" charset="-128"/>
              </a:rPr>
              <a:t>2. Software</a:t>
            </a:r>
            <a:r>
              <a:rPr lang="ja-JP" altLang="en-US" sz="1400" dirty="0">
                <a:latin typeface="Meiryo UI" panose="020B0604030504040204" pitchFamily="50" charset="-128"/>
                <a:ea typeface="Meiryo UI" panose="020B0604030504040204" pitchFamily="50" charset="-128"/>
              </a:rPr>
              <a:t>検証：</a:t>
            </a:r>
            <a:endParaRPr lang="en-US" altLang="ja-JP" sz="1400" dirty="0">
              <a:latin typeface="Meiryo UI" panose="020B0604030504040204" pitchFamily="50" charset="-128"/>
              <a:ea typeface="Meiryo UI" panose="020B0604030504040204" pitchFamily="50" charset="-128"/>
            </a:endParaRPr>
          </a:p>
          <a:p>
            <a:pPr marL="360363" indent="-360363" algn="l">
              <a:spcBef>
                <a:spcPts val="300"/>
              </a:spcBef>
            </a:pPr>
            <a:r>
              <a:rPr lang="en-US" altLang="ja-JP" sz="1400" dirty="0">
                <a:latin typeface="Meiryo UI" panose="020B0604030504040204" pitchFamily="50" charset="-128"/>
                <a:ea typeface="Meiryo UI" panose="020B0604030504040204" pitchFamily="50" charset="-128"/>
              </a:rPr>
              <a:t>	SW</a:t>
            </a:r>
            <a:r>
              <a:rPr lang="ja-JP" altLang="en-US" sz="1400" dirty="0">
                <a:latin typeface="Meiryo UI" panose="020B0604030504040204" pitchFamily="50" charset="-128"/>
                <a:ea typeface="Meiryo UI" panose="020B0604030504040204" pitchFamily="50" charset="-128"/>
              </a:rPr>
              <a:t>は、</a:t>
            </a:r>
            <a:r>
              <a:rPr lang="en-US" altLang="ja-JP" sz="1400" dirty="0">
                <a:latin typeface="Meiryo UI" panose="020B0604030504040204" pitchFamily="50" charset="-128"/>
                <a:ea typeface="Meiryo UI" panose="020B0604030504040204" pitchFamily="50" charset="-128"/>
              </a:rPr>
              <a:t>Honda</a:t>
            </a:r>
            <a:r>
              <a:rPr lang="ja-JP" altLang="en-US" sz="1400" dirty="0">
                <a:latin typeface="Meiryo UI" panose="020B0604030504040204" pitchFamily="50" charset="-128"/>
                <a:ea typeface="Meiryo UI" panose="020B0604030504040204" pitchFamily="50" charset="-128"/>
              </a:rPr>
              <a:t>が専用で要求した制御要求</a:t>
            </a:r>
            <a:r>
              <a:rPr lang="en-US" altLang="ja-JP" sz="1400" dirty="0">
                <a:latin typeface="Meiryo UI" panose="020B0604030504040204" pitchFamily="50" charset="-128"/>
                <a:ea typeface="Meiryo UI" panose="020B0604030504040204" pitchFamily="50" charset="-128"/>
              </a:rPr>
              <a:t>(CR</a:t>
            </a:r>
            <a:r>
              <a:rPr lang="ja-JP" altLang="en-US" sz="1400" dirty="0">
                <a:latin typeface="Meiryo UI" panose="020B0604030504040204" pitchFamily="50" charset="-128"/>
                <a:ea typeface="Meiryo UI" panose="020B0604030504040204" pitchFamily="50" charset="-128"/>
              </a:rPr>
              <a:t>項目</a:t>
            </a:r>
            <a:r>
              <a:rPr lang="en-US" altLang="ja-JP" sz="1400" dirty="0">
                <a:latin typeface="Meiryo UI" panose="020B0604030504040204" pitchFamily="50" charset="-128"/>
                <a:ea typeface="Meiryo UI" panose="020B0604030504040204" pitchFamily="50" charset="-128"/>
              </a:rPr>
              <a:t>)</a:t>
            </a:r>
            <a:r>
              <a:rPr lang="ja-JP" altLang="en-US" sz="1400" dirty="0">
                <a:latin typeface="Meiryo UI" panose="020B0604030504040204" pitchFamily="50" charset="-128"/>
                <a:ea typeface="Meiryo UI" panose="020B0604030504040204" pitchFamily="50" charset="-128"/>
              </a:rPr>
              <a:t>に於いて、</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dirty="0">
                <a:latin typeface="Meiryo UI" panose="020B0604030504040204" pitchFamily="50" charset="-128"/>
                <a:ea typeface="Meiryo UI" panose="020B0604030504040204" pitchFamily="50" charset="-128"/>
              </a:rPr>
              <a:t> </a:t>
            </a:r>
            <a:r>
              <a:rPr lang="ja-JP" altLang="en-US" sz="1400" dirty="0">
                <a:latin typeface="Meiryo UI" panose="020B0604030504040204" pitchFamily="50" charset="-128"/>
                <a:ea typeface="Meiryo UI" panose="020B0604030504040204" pitchFamily="50" charset="-128"/>
              </a:rPr>
              <a:t>標準</a:t>
            </a:r>
            <a:r>
              <a:rPr lang="en-US" altLang="ja-JP" sz="1400" dirty="0">
                <a:latin typeface="Meiryo UI" panose="020B0604030504040204" pitchFamily="50" charset="-128"/>
                <a:ea typeface="Meiryo UI" panose="020B0604030504040204" pitchFamily="50" charset="-128"/>
              </a:rPr>
              <a:t>SW</a:t>
            </a:r>
            <a:r>
              <a:rPr lang="ja-JP" altLang="en-US" sz="1400" dirty="0">
                <a:latin typeface="Meiryo UI" panose="020B0604030504040204" pitchFamily="50" charset="-128"/>
                <a:ea typeface="Meiryo UI" panose="020B0604030504040204" pitchFamily="50" charset="-128"/>
              </a:rPr>
              <a:t>へ組み込まれ、動かし方で</a:t>
            </a:r>
            <a:endParaRPr lang="en-US" altLang="ja-JP" sz="1400" dirty="0">
              <a:latin typeface="Meiryo UI" panose="020B0604030504040204" pitchFamily="50" charset="-128"/>
              <a:ea typeface="Meiryo UI" panose="020B0604030504040204" pitchFamily="50" charset="-128"/>
            </a:endParaRPr>
          </a:p>
          <a:p>
            <a:pPr marL="360363" indent="-360363" algn="l">
              <a:spcBef>
                <a:spcPts val="300"/>
              </a:spcBef>
            </a:pPr>
            <a:r>
              <a:rPr lang="en-US" altLang="ja-JP" sz="1400" dirty="0">
                <a:latin typeface="Meiryo UI" panose="020B0604030504040204" pitchFamily="50" charset="-128"/>
                <a:ea typeface="Meiryo UI" panose="020B0604030504040204" pitchFamily="50" charset="-128"/>
              </a:rPr>
              <a:t>      </a:t>
            </a:r>
            <a:r>
              <a:rPr lang="ja-JP" altLang="en-US" sz="1400" dirty="0">
                <a:latin typeface="Meiryo UI" panose="020B0604030504040204" pitchFamily="50" charset="-128"/>
                <a:ea typeface="Meiryo UI" panose="020B0604030504040204" pitchFamily="50" charset="-128"/>
              </a:rPr>
              <a:t>異常な制御状況になっていないか、検証するものである。</a:t>
            </a:r>
            <a:endParaRPr lang="en-US" altLang="ja-JP" sz="1400" dirty="0">
              <a:latin typeface="Meiryo UI" panose="020B0604030504040204" pitchFamily="50" charset="-128"/>
              <a:ea typeface="Meiryo UI" panose="020B0604030504040204" pitchFamily="50" charset="-128"/>
            </a:endParaRPr>
          </a:p>
          <a:p>
            <a:pPr marL="360363" indent="-360363" algn="l">
              <a:spcBef>
                <a:spcPts val="300"/>
              </a:spcBef>
            </a:pPr>
            <a:r>
              <a:rPr lang="en-US" altLang="ja-JP" sz="1400" dirty="0">
                <a:latin typeface="Meiryo UI" panose="020B0604030504040204" pitchFamily="50" charset="-128"/>
                <a:ea typeface="Meiryo UI" panose="020B0604030504040204" pitchFamily="50" charset="-128"/>
              </a:rPr>
              <a:t>      </a:t>
            </a:r>
            <a:r>
              <a:rPr lang="ja-JP" altLang="en-US" sz="1400" dirty="0">
                <a:latin typeface="Meiryo UI" panose="020B0604030504040204" pitchFamily="50" charset="-128"/>
                <a:ea typeface="Meiryo UI" panose="020B0604030504040204" pitchFamily="50" charset="-128"/>
              </a:rPr>
              <a:t>このＳＷの変更は、要求を受理した</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latin typeface="Meiryo UI" panose="020B0604030504040204" pitchFamily="50" charset="-128"/>
                <a:ea typeface="Meiryo UI" panose="020B0604030504040204" pitchFamily="50" charset="-128"/>
              </a:rPr>
              <a:t>側で十分な分析と検証がなされなければならない。要求分析の結果は、</a:t>
            </a:r>
            <a:endParaRPr lang="en-US" altLang="ja-JP" sz="1400" dirty="0">
              <a:latin typeface="Meiryo UI" panose="020B0604030504040204" pitchFamily="50" charset="-128"/>
              <a:ea typeface="Meiryo UI" panose="020B0604030504040204" pitchFamily="50" charset="-128"/>
            </a:endParaRPr>
          </a:p>
          <a:p>
            <a:pPr marL="360363" indent="-360363" algn="l">
              <a:spcBef>
                <a:spcPts val="300"/>
              </a:spcBef>
            </a:pPr>
            <a:r>
              <a:rPr lang="en-US" altLang="ja-JP" sz="1400" dirty="0">
                <a:latin typeface="Meiryo UI" panose="020B0604030504040204" pitchFamily="50" charset="-128"/>
                <a:ea typeface="Meiryo UI" panose="020B0604030504040204" pitchFamily="50" charset="-128"/>
              </a:rPr>
              <a:t>      </a:t>
            </a:r>
            <a:r>
              <a:rPr lang="ja-JP" altLang="en-US" sz="1400" dirty="0">
                <a:latin typeface="Meiryo UI" panose="020B0604030504040204" pitchFamily="50" charset="-128"/>
                <a:ea typeface="Meiryo UI" panose="020B0604030504040204" pitchFamily="50" charset="-128"/>
              </a:rPr>
              <a:t>文書（</a:t>
            </a:r>
            <a:r>
              <a:rPr lang="en-US" altLang="ja-JP" sz="1400" dirty="0">
                <a:latin typeface="Meiryo UI" panose="020B0604030504040204" pitchFamily="50" charset="-128"/>
                <a:ea typeface="Meiryo UI" panose="020B0604030504040204" pitchFamily="50" charset="-128"/>
              </a:rPr>
              <a:t>SRS</a:t>
            </a:r>
            <a:r>
              <a:rPr lang="ja-JP" altLang="en-US" sz="1400" dirty="0">
                <a:latin typeface="Meiryo UI" panose="020B0604030504040204" pitchFamily="50" charset="-128"/>
                <a:ea typeface="Meiryo UI" panose="020B0604030504040204" pitchFamily="50" charset="-128"/>
              </a:rPr>
              <a:t>）として</a:t>
            </a:r>
            <a:r>
              <a:rPr lang="en-US" altLang="ja-JP" sz="1400" dirty="0">
                <a:latin typeface="Meiryo UI" panose="020B0604030504040204" pitchFamily="50" charset="-128"/>
                <a:ea typeface="Meiryo UI" panose="020B0604030504040204" pitchFamily="50" charset="-128"/>
              </a:rPr>
              <a:t>Honda</a:t>
            </a:r>
            <a:r>
              <a:rPr lang="ja-JP" altLang="en-US" sz="1400" dirty="0">
                <a:latin typeface="Meiryo UI" panose="020B0604030504040204" pitchFamily="50" charset="-128"/>
                <a:ea typeface="Meiryo UI" panose="020B0604030504040204" pitchFamily="50" charset="-128"/>
              </a:rPr>
              <a:t>へ供給される。また実装</a:t>
            </a:r>
            <a:r>
              <a:rPr lang="en-US" altLang="ja-JP" sz="1400" dirty="0">
                <a:latin typeface="Meiryo UI" panose="020B0604030504040204" pitchFamily="50" charset="-128"/>
                <a:ea typeface="Meiryo UI" panose="020B0604030504040204" pitchFamily="50" charset="-128"/>
              </a:rPr>
              <a:t>SW</a:t>
            </a:r>
            <a:r>
              <a:rPr lang="ja-JP" altLang="en-US" sz="1400" dirty="0">
                <a:latin typeface="Meiryo UI" panose="020B0604030504040204" pitchFamily="50" charset="-128"/>
                <a:ea typeface="Meiryo UI" panose="020B0604030504040204" pitchFamily="50" charset="-128"/>
              </a:rPr>
              <a:t>については、</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latin typeface="Meiryo UI" panose="020B0604030504040204" pitchFamily="50" charset="-128"/>
                <a:ea typeface="Meiryo UI" panose="020B0604030504040204" pitchFamily="50" charset="-128"/>
              </a:rPr>
              <a:t>内部で</a:t>
            </a:r>
            <a:r>
              <a:rPr lang="en-US" altLang="ja-JP" sz="1400" dirty="0">
                <a:latin typeface="Meiryo UI" panose="020B0604030504040204" pitchFamily="50" charset="-128"/>
                <a:ea typeface="Meiryo UI" panose="020B0604030504040204" pitchFamily="50" charset="-128"/>
              </a:rPr>
              <a:t>Soft</a:t>
            </a:r>
            <a:r>
              <a:rPr lang="ja-JP" altLang="en-US" sz="1400" dirty="0">
                <a:latin typeface="Meiryo UI" panose="020B0604030504040204" pitchFamily="50" charset="-128"/>
                <a:ea typeface="Meiryo UI" panose="020B0604030504040204" pitchFamily="50" charset="-128"/>
              </a:rPr>
              <a:t>シュミレーションや</a:t>
            </a:r>
            <a:r>
              <a:rPr lang="en-US" altLang="ja-JP" sz="1400" dirty="0">
                <a:latin typeface="Meiryo UI" panose="020B0604030504040204" pitchFamily="50" charset="-128"/>
                <a:ea typeface="Meiryo UI" panose="020B0604030504040204" pitchFamily="50" charset="-128"/>
              </a:rPr>
              <a:t>HILS</a:t>
            </a:r>
            <a:r>
              <a:rPr lang="ja-JP" altLang="en-US" sz="1400" dirty="0">
                <a:latin typeface="Meiryo UI" panose="020B0604030504040204" pitchFamily="50" charset="-128"/>
                <a:ea typeface="Meiryo UI" panose="020B0604030504040204" pitchFamily="50" charset="-128"/>
              </a:rPr>
              <a:t>検証、</a:t>
            </a:r>
            <a:endParaRPr lang="en-US" altLang="ja-JP" sz="1400" dirty="0">
              <a:latin typeface="Meiryo UI" panose="020B0604030504040204" pitchFamily="50" charset="-128"/>
              <a:ea typeface="Meiryo UI" panose="020B0604030504040204" pitchFamily="50" charset="-128"/>
            </a:endParaRPr>
          </a:p>
          <a:p>
            <a:pPr marL="360363" indent="-360363" algn="l">
              <a:spcBef>
                <a:spcPts val="300"/>
              </a:spcBef>
            </a:pPr>
            <a:r>
              <a:rPr lang="en-US" altLang="ja-JP" sz="1400" dirty="0">
                <a:latin typeface="Meiryo UI" panose="020B0604030504040204" pitchFamily="50" charset="-128"/>
                <a:ea typeface="Meiryo UI" panose="020B0604030504040204" pitchFamily="50" charset="-128"/>
              </a:rPr>
              <a:t>      </a:t>
            </a:r>
            <a:r>
              <a:rPr lang="ja-JP" altLang="en-US" sz="1400" dirty="0">
                <a:latin typeface="Meiryo UI" panose="020B0604030504040204" pitchFamily="50" charset="-128"/>
                <a:ea typeface="Meiryo UI" panose="020B0604030504040204" pitchFamily="50" charset="-128"/>
              </a:rPr>
              <a:t>デバック検証などが行われ、不具合なき内容の</a:t>
            </a:r>
            <a:r>
              <a:rPr lang="en-US" altLang="ja-JP" sz="1400" dirty="0">
                <a:latin typeface="Meiryo UI" panose="020B0604030504040204" pitchFamily="50" charset="-128"/>
                <a:ea typeface="Meiryo UI" panose="020B0604030504040204" pitchFamily="50" charset="-128"/>
              </a:rPr>
              <a:t>SW</a:t>
            </a:r>
            <a:r>
              <a:rPr lang="ja-JP" altLang="en-US" sz="1400" dirty="0">
                <a:latin typeface="Meiryo UI" panose="020B0604030504040204" pitchFamily="50" charset="-128"/>
                <a:ea typeface="Meiryo UI" panose="020B0604030504040204" pitchFamily="50" charset="-128"/>
              </a:rPr>
              <a:t>を供給され、</a:t>
            </a:r>
            <a:r>
              <a:rPr lang="en-US" altLang="ja-JP" sz="1400" dirty="0">
                <a:latin typeface="Meiryo UI" panose="020B0604030504040204" pitchFamily="50" charset="-128"/>
                <a:ea typeface="Meiryo UI" panose="020B0604030504040204" pitchFamily="50" charset="-128"/>
              </a:rPr>
              <a:t>Honda</a:t>
            </a:r>
            <a:r>
              <a:rPr lang="ja-JP" altLang="en-US" sz="1400" dirty="0">
                <a:latin typeface="Meiryo UI" panose="020B0604030504040204" pitchFamily="50" charset="-128"/>
                <a:ea typeface="Meiryo UI" panose="020B0604030504040204" pitchFamily="50" charset="-128"/>
              </a:rPr>
              <a:t>で検証する。</a:t>
            </a:r>
            <a:endParaRPr lang="en-US" altLang="ja-JP" sz="1400" dirty="0">
              <a:latin typeface="Meiryo UI" panose="020B0604030504040204" pitchFamily="50" charset="-128"/>
              <a:ea typeface="Meiryo UI" panose="020B0604030504040204" pitchFamily="50" charset="-128"/>
            </a:endParaRPr>
          </a:p>
          <a:p>
            <a:pPr marL="360363" indent="-360363" algn="l">
              <a:spcBef>
                <a:spcPts val="300"/>
              </a:spcBef>
            </a:pPr>
            <a:endParaRPr lang="en-US" altLang="ja-JP" sz="1400" dirty="0">
              <a:solidFill>
                <a:srgbClr val="0000FF"/>
              </a:solidFill>
              <a:latin typeface="Meiryo UI" panose="020B0604030504040204" pitchFamily="50" charset="-128"/>
              <a:ea typeface="Meiryo UI" panose="020B0604030504040204" pitchFamily="50" charset="-128"/>
              <a:cs typeface="Arial" pitchFamily="34" charset="0"/>
            </a:endParaRPr>
          </a:p>
          <a:p>
            <a:pPr marL="360363" indent="-360363" algn="l">
              <a:spcBef>
                <a:spcPts val="300"/>
              </a:spcBef>
            </a:pP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latin typeface="Meiryo UI" panose="020B0604030504040204" pitchFamily="50" charset="-128"/>
                <a:ea typeface="Meiryo UI" panose="020B0604030504040204" pitchFamily="50" charset="-128"/>
              </a:rPr>
              <a:t>標準仕様の定義；</a:t>
            </a:r>
            <a:endParaRPr lang="en-US" altLang="ja-JP" sz="1400" dirty="0">
              <a:latin typeface="Meiryo UI" panose="020B0604030504040204" pitchFamily="50" charset="-128"/>
              <a:ea typeface="Meiryo UI" panose="020B0604030504040204" pitchFamily="50" charset="-128"/>
            </a:endParaRPr>
          </a:p>
          <a:p>
            <a:pPr marL="360363" indent="-360363" algn="l">
              <a:spcBef>
                <a:spcPts val="300"/>
              </a:spcBef>
            </a:pPr>
            <a:r>
              <a:rPr lang="en-US" altLang="ja-JP" sz="1400" dirty="0">
                <a:latin typeface="Meiryo UI" panose="020B0604030504040204" pitchFamily="50" charset="-128"/>
                <a:ea typeface="Meiryo UI" panose="020B0604030504040204" pitchFamily="50" charset="-128"/>
              </a:rPr>
              <a:t>	</a:t>
            </a:r>
            <a:r>
              <a:rPr lang="ja-JP" altLang="en-US" sz="1400" dirty="0">
                <a:latin typeface="Meiryo UI" panose="020B0604030504040204" pitchFamily="50" charset="-128"/>
                <a:ea typeface="Meiryo UI" panose="020B0604030504040204" pitchFamily="50" charset="-128"/>
              </a:rPr>
              <a:t>標準仕様とは、指定地区の法規対応・装備仕様を満足するハード構成で、他社</a:t>
            </a:r>
            <a:r>
              <a:rPr lang="en-US" altLang="ja-JP" sz="1400" dirty="0">
                <a:latin typeface="Meiryo UI" panose="020B0604030504040204" pitchFamily="50" charset="-128"/>
                <a:ea typeface="Meiryo UI" panose="020B0604030504040204" pitchFamily="50" charset="-128"/>
              </a:rPr>
              <a:t>OEM</a:t>
            </a:r>
            <a:r>
              <a:rPr lang="ja-JP" altLang="en-US" sz="1400" dirty="0">
                <a:latin typeface="Meiryo UI" panose="020B0604030504040204" pitchFamily="50" charset="-128"/>
                <a:ea typeface="Meiryo UI" panose="020B0604030504040204" pitchFamily="50" charset="-128"/>
              </a:rPr>
              <a:t>を含めた指定地区に対応した</a:t>
            </a:r>
            <a:endParaRPr lang="en-US" altLang="ja-JP" sz="1400" dirty="0">
              <a:latin typeface="Meiryo UI" panose="020B0604030504040204" pitchFamily="50" charset="-128"/>
              <a:ea typeface="Meiryo UI" panose="020B0604030504040204" pitchFamily="50" charset="-128"/>
            </a:endParaRPr>
          </a:p>
          <a:p>
            <a:pPr marL="360363" indent="-360363" algn="l">
              <a:spcBef>
                <a:spcPts val="300"/>
              </a:spcBef>
            </a:pPr>
            <a:r>
              <a:rPr lang="en-US" altLang="ja-JP" sz="1400" dirty="0">
                <a:latin typeface="Meiryo UI" panose="020B0604030504040204" pitchFamily="50" charset="-128"/>
                <a:ea typeface="Meiryo UI" panose="020B0604030504040204" pitchFamily="50" charset="-128"/>
              </a:rPr>
              <a:t>      </a:t>
            </a:r>
            <a:r>
              <a:rPr lang="ja-JP" altLang="en-US" sz="1400" dirty="0">
                <a:latin typeface="Meiryo UI" panose="020B0604030504040204" pitchFamily="50" charset="-128"/>
                <a:ea typeface="Meiryo UI" panose="020B0604030504040204" pitchFamily="50" charset="-128"/>
              </a:rPr>
              <a:t>基本プログラム（プラットフォーム）を備えた仕様構成を意味し、保証するものである。</a:t>
            </a:r>
            <a:r>
              <a:rPr lang="en-US" altLang="ja-JP" sz="1400" dirty="0">
                <a:latin typeface="Meiryo UI" panose="020B0604030504040204" pitchFamily="50" charset="-128"/>
                <a:ea typeface="Meiryo UI" panose="020B0604030504040204" pitchFamily="50" charset="-128"/>
              </a:rPr>
              <a:t>	</a:t>
            </a:r>
            <a:endParaRPr lang="ja-JP" altLang="en-US" sz="1400"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4284039954"/>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13"/>
          <p:cNvSpPr>
            <a:spLocks noChangeArrowheads="1"/>
          </p:cNvSpPr>
          <p:nvPr/>
        </p:nvSpPr>
        <p:spPr bwMode="auto">
          <a:xfrm>
            <a:off x="34929" y="917627"/>
            <a:ext cx="9109075" cy="37240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533400" lvl="1" indent="-266700" algn="l">
              <a:lnSpc>
                <a:spcPct val="150000"/>
              </a:lnSpc>
              <a:spcBef>
                <a:spcPts val="600"/>
              </a:spcBef>
              <a:buFont typeface="Arial" pitchFamily="34" charset="0"/>
              <a:buChar char="-"/>
            </a:pPr>
            <a:r>
              <a:rPr lang="en-US" altLang="ja-JP" sz="1400" dirty="0">
                <a:latin typeface="Meiryo UI" panose="020B0604030504040204" pitchFamily="50" charset="-128"/>
                <a:ea typeface="Meiryo UI" panose="020B0604030504040204" pitchFamily="50" charset="-128"/>
                <a:cs typeface="Arial" pitchFamily="34" charset="0"/>
              </a:rPr>
              <a:t>Report has to provide for result of Development Work each payment. (include the separate payment)</a:t>
            </a:r>
            <a:endParaRPr lang="ja-JP" altLang="en-US" sz="1600" u="sng" dirty="0">
              <a:latin typeface="Meiryo UI" panose="020B0604030504040204" pitchFamily="50" charset="-128"/>
              <a:ea typeface="Meiryo UI" panose="020B0604030504040204" pitchFamily="50" charset="-128"/>
              <a:cs typeface="Arial" pitchFamily="34" charset="0"/>
            </a:endParaRPr>
          </a:p>
          <a:p>
            <a:pPr marL="552450" lvl="1" indent="-285750" algn="l">
              <a:spcBef>
                <a:spcPts val="600"/>
              </a:spcBef>
              <a:buFontTx/>
              <a:buChar char="-"/>
            </a:pPr>
            <a:r>
              <a:rPr lang="en-US" altLang="ja-JP" sz="1400" dirty="0">
                <a:latin typeface="Meiryo UI" panose="020B0604030504040204" pitchFamily="50" charset="-128"/>
                <a:ea typeface="Meiryo UI" panose="020B0604030504040204" pitchFamily="50" charset="-128"/>
                <a:cs typeface="Arial" pitchFamily="34" charset="0"/>
              </a:rPr>
              <a:t>Report documents shall be written in English so they can be shared effectively with Honda</a:t>
            </a:r>
          </a:p>
          <a:p>
            <a:pPr marL="266700" lvl="1" algn="l">
              <a:spcBef>
                <a:spcPts val="600"/>
              </a:spcBef>
            </a:pPr>
            <a:r>
              <a:rPr lang="en-US" altLang="ja-JP" sz="1400" dirty="0">
                <a:latin typeface="Meiryo UI" panose="020B0604030504040204" pitchFamily="50" charset="-128"/>
                <a:ea typeface="Meiryo UI" panose="020B0604030504040204" pitchFamily="50" charset="-128"/>
                <a:cs typeface="Arial" pitchFamily="34" charset="0"/>
              </a:rPr>
              <a:t>     and</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dirty="0">
                <a:latin typeface="Meiryo UI" panose="020B0604030504040204" pitchFamily="50" charset="-128"/>
                <a:ea typeface="Meiryo UI" panose="020B0604030504040204" pitchFamily="50" charset="-128"/>
                <a:cs typeface="Arial" pitchFamily="34" charset="0"/>
              </a:rPr>
              <a:t> among the world..</a:t>
            </a:r>
          </a:p>
          <a:p>
            <a:pPr marL="552450" lvl="1" indent="-285750" algn="l">
              <a:spcBef>
                <a:spcPts val="600"/>
              </a:spcBef>
              <a:buFontTx/>
              <a:buChar char="-"/>
            </a:pPr>
            <a:r>
              <a:rPr lang="en-US" altLang="ja-JP" sz="1400" dirty="0">
                <a:latin typeface="Meiryo UI" panose="020B0604030504040204" pitchFamily="50" charset="-128"/>
                <a:ea typeface="Meiryo UI" panose="020B0604030504040204" pitchFamily="50" charset="-128"/>
                <a:cs typeface="Arial" pitchFamily="34" charset="0"/>
              </a:rPr>
              <a:t>Report documents</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are administered with fixed naming policy</a:t>
            </a:r>
          </a:p>
          <a:p>
            <a:pPr marL="552450" lvl="1" indent="-285750" algn="l">
              <a:spcBef>
                <a:spcPts val="600"/>
              </a:spcBef>
              <a:buFontTx/>
              <a:buChar char="-"/>
            </a:pPr>
            <a:r>
              <a:rPr lang="en-US" altLang="ja-JP" sz="1400" dirty="0">
                <a:latin typeface="Meiryo UI" panose="020B0604030504040204" pitchFamily="50" charset="-128"/>
                <a:ea typeface="Meiryo UI" panose="020B0604030504040204" pitchFamily="50" charset="-128"/>
                <a:cs typeface="Arial" pitchFamily="34" charset="0"/>
              </a:rPr>
              <a:t>Report</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shall be formatted and include following items: objectives, sample characteristics, conditions of sample production, initial data, test conditions, measurement conditions, judgment criteria, raw measurement data, graphs contains test result essence with judgment criteria, considerations, date, test site location</a:t>
            </a:r>
          </a:p>
          <a:p>
            <a:pPr marL="552450" lvl="1" indent="-285750" algn="l">
              <a:spcBef>
                <a:spcPts val="600"/>
              </a:spcBef>
              <a:buFontTx/>
              <a:buChar char="-"/>
            </a:pP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dirty="0">
                <a:latin typeface="Meiryo UI" panose="020B0604030504040204" pitchFamily="50" charset="-128"/>
                <a:ea typeface="Meiryo UI" panose="020B0604030504040204" pitchFamily="50" charset="-128"/>
                <a:cs typeface="Arial" pitchFamily="34" charset="0"/>
              </a:rPr>
              <a:t> internal words shall be avoided. These words shall be replaced by common word </a:t>
            </a:r>
          </a:p>
          <a:p>
            <a:pPr marL="266700" lvl="1" algn="l">
              <a:spcBef>
                <a:spcPts val="600"/>
              </a:spcBef>
            </a:pPr>
            <a:r>
              <a:rPr lang="en-US" altLang="ja-JP" sz="1400" dirty="0">
                <a:latin typeface="Meiryo UI" panose="020B0604030504040204" pitchFamily="50" charset="-128"/>
                <a:ea typeface="Meiryo UI" panose="020B0604030504040204" pitchFamily="50" charset="-128"/>
                <a:cs typeface="Arial" pitchFamily="34" charset="0"/>
              </a:rPr>
              <a:t>     in the automobile industry.</a:t>
            </a:r>
          </a:p>
          <a:p>
            <a:pPr marL="552450" lvl="1" indent="-285750" algn="l">
              <a:spcBef>
                <a:spcPts val="600"/>
              </a:spcBef>
              <a:buFontTx/>
              <a:buChar char="-"/>
            </a:pP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dirty="0">
                <a:latin typeface="Meiryo UI" panose="020B0604030504040204" pitchFamily="50" charset="-128"/>
                <a:ea typeface="Meiryo UI" panose="020B0604030504040204" pitchFamily="50" charset="-128"/>
                <a:cs typeface="Arial" pitchFamily="34" charset="0"/>
              </a:rPr>
              <a:t> should avoid “abbreviation word”. If it is really needed, explanation shall be written.</a:t>
            </a:r>
          </a:p>
          <a:p>
            <a:pPr marL="552450" lvl="1" indent="-285750" algn="l">
              <a:spcBef>
                <a:spcPts val="600"/>
              </a:spcBef>
              <a:buFontTx/>
              <a:buChar char="-"/>
            </a:pPr>
            <a:r>
              <a:rPr lang="en-US" altLang="ja-JP" sz="1400" dirty="0">
                <a:latin typeface="Meiryo UI" panose="020B0604030504040204" pitchFamily="50" charset="-128"/>
                <a:ea typeface="Meiryo UI" panose="020B0604030504040204" pitchFamily="50" charset="-128"/>
                <a:cs typeface="Arial" pitchFamily="34" charset="0"/>
              </a:rPr>
              <a:t>Report documents shall be secured with password which agreed between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dirty="0">
                <a:latin typeface="Meiryo UI" panose="020B0604030504040204" pitchFamily="50" charset="-128"/>
                <a:ea typeface="Meiryo UI" panose="020B0604030504040204" pitchFamily="50" charset="-128"/>
                <a:cs typeface="Arial" pitchFamily="34" charset="0"/>
              </a:rPr>
              <a:t> and Honda</a:t>
            </a:r>
            <a:endParaRPr lang="ja-JP" altLang="en-US" sz="1400" dirty="0">
              <a:latin typeface="Meiryo UI" panose="020B0604030504040204" pitchFamily="50" charset="-128"/>
              <a:ea typeface="Meiryo UI" panose="020B0604030504040204" pitchFamily="50" charset="-128"/>
              <a:cs typeface="Arial" pitchFamily="34" charset="0"/>
            </a:endParaRPr>
          </a:p>
        </p:txBody>
      </p:sp>
      <p:sp>
        <p:nvSpPr>
          <p:cNvPr id="10" name="Text Box 2"/>
          <p:cNvSpPr txBox="1">
            <a:spLocks noChangeArrowheads="1"/>
          </p:cNvSpPr>
          <p:nvPr/>
        </p:nvSpPr>
        <p:spPr bwMode="auto">
          <a:xfrm>
            <a:off x="250829" y="96703"/>
            <a:ext cx="88931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1800" dirty="0">
                <a:solidFill>
                  <a:srgbClr val="FFFFFF"/>
                </a:solidFill>
                <a:latin typeface="Meiryo UI" panose="020B0604030504040204" pitchFamily="50" charset="-128"/>
                <a:ea typeface="Meiryo UI" panose="020B0604030504040204" pitchFamily="50" charset="-128"/>
                <a:cs typeface="Arial" pitchFamily="34" charset="0"/>
              </a:rPr>
              <a:t>17. EMS Report Maturity and Quality Verification (3/31)</a:t>
            </a:r>
            <a:endParaRPr lang="en-US" altLang="ja-JP" sz="1050" dirty="0">
              <a:solidFill>
                <a:srgbClr val="FFFFFF"/>
              </a:solidFill>
              <a:latin typeface="HGPｺﾞｼｯｸE" pitchFamily="50" charset="-128"/>
              <a:ea typeface="HGPｺﾞｼｯｸE" pitchFamily="50" charset="-128"/>
              <a:cs typeface="Arial" pitchFamily="34" charset="0"/>
            </a:endParaRPr>
          </a:p>
        </p:txBody>
      </p:sp>
      <p:sp>
        <p:nvSpPr>
          <p:cNvPr id="5" name="テキスト ボックス 4"/>
          <p:cNvSpPr txBox="1"/>
          <p:nvPr/>
        </p:nvSpPr>
        <p:spPr>
          <a:xfrm>
            <a:off x="100424" y="522554"/>
            <a:ext cx="3561039" cy="369332"/>
          </a:xfrm>
          <a:prstGeom prst="rect">
            <a:avLst/>
          </a:prstGeom>
          <a:noFill/>
        </p:spPr>
        <p:txBody>
          <a:bodyPr wrap="none" rtlCol="0">
            <a:spAutoFit/>
          </a:bodyPr>
          <a:lstStyle/>
          <a:p>
            <a:pPr algn="l">
              <a:spcBef>
                <a:spcPts val="300"/>
              </a:spcBef>
            </a:pPr>
            <a:r>
              <a:rPr lang="en-US" altLang="ja-JP" sz="1800" b="1" u="sng">
                <a:latin typeface="Meiryo UI" panose="020B0604030504040204" pitchFamily="50" charset="-128"/>
                <a:ea typeface="Meiryo UI" panose="020B0604030504040204" pitchFamily="50" charset="-128"/>
                <a:cs typeface="Arial" pitchFamily="34" charset="0"/>
              </a:rPr>
              <a:t>Report</a:t>
            </a:r>
            <a:r>
              <a:rPr lang="ja-JP" altLang="en-US" sz="1800" b="1" u="sng">
                <a:latin typeface="Meiryo UI" panose="020B0604030504040204" pitchFamily="50" charset="-128"/>
                <a:ea typeface="Meiryo UI" panose="020B0604030504040204" pitchFamily="50" charset="-128"/>
                <a:cs typeface="Arial" pitchFamily="34" charset="0"/>
              </a:rPr>
              <a:t> </a:t>
            </a:r>
            <a:r>
              <a:rPr lang="en-US" altLang="ja-JP" sz="1800" b="1" u="sng">
                <a:latin typeface="Meiryo UI" panose="020B0604030504040204" pitchFamily="50" charset="-128"/>
                <a:ea typeface="Meiryo UI" panose="020B0604030504040204" pitchFamily="50" charset="-128"/>
                <a:cs typeface="Arial" pitchFamily="34" charset="0"/>
              </a:rPr>
              <a:t>Document</a:t>
            </a:r>
            <a:r>
              <a:rPr lang="ja-JP" altLang="en-US" sz="1800" b="1" u="sng">
                <a:latin typeface="Meiryo UI" panose="020B0604030504040204" pitchFamily="50" charset="-128"/>
                <a:ea typeface="Meiryo UI" panose="020B0604030504040204" pitchFamily="50" charset="-128"/>
                <a:cs typeface="Arial" pitchFamily="34" charset="0"/>
              </a:rPr>
              <a:t> </a:t>
            </a:r>
            <a:r>
              <a:rPr lang="en-US" altLang="ja-JP" sz="1800" b="1" u="sng">
                <a:latin typeface="Meiryo UI" panose="020B0604030504040204" pitchFamily="50" charset="-128"/>
                <a:ea typeface="Meiryo UI" panose="020B0604030504040204" pitchFamily="50" charset="-128"/>
                <a:cs typeface="Arial" pitchFamily="34" charset="0"/>
              </a:rPr>
              <a:t>Guideline</a:t>
            </a:r>
          </a:p>
        </p:txBody>
      </p:sp>
    </p:spTree>
    <p:extLst>
      <p:ext uri="{BB962C8B-B14F-4D97-AF65-F5344CB8AC3E}">
        <p14:creationId xmlns:p14="http://schemas.microsoft.com/office/powerpoint/2010/main" val="3230489297"/>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13"/>
          <p:cNvSpPr>
            <a:spLocks noChangeArrowheads="1"/>
          </p:cNvSpPr>
          <p:nvPr/>
        </p:nvSpPr>
        <p:spPr bwMode="auto">
          <a:xfrm>
            <a:off x="143164" y="891886"/>
            <a:ext cx="9108504" cy="32162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534988" lvl="1" indent="-285750" algn="l">
              <a:spcBef>
                <a:spcPts val="600"/>
              </a:spcBef>
              <a:buFontTx/>
              <a:buChar char="-"/>
            </a:pPr>
            <a:r>
              <a:rPr lang="ja-JP" altLang="en-US" sz="1400" dirty="0">
                <a:latin typeface="Meiryo UI" panose="020B0604030504040204" pitchFamily="50" charset="-128"/>
                <a:ea typeface="Meiryo UI" panose="020B0604030504040204" pitchFamily="50" charset="-128"/>
                <a:cs typeface="Meiryo UI" pitchFamily="50" charset="-128"/>
              </a:rPr>
              <a:t>報告書は、成果物として指定された評価イベントタイミング毎に提示する。</a:t>
            </a:r>
            <a:endParaRPr lang="en-US" altLang="ja-JP" sz="1400" dirty="0">
              <a:latin typeface="Meiryo UI" panose="020B0604030504040204" pitchFamily="50" charset="-128"/>
              <a:ea typeface="Meiryo UI" panose="020B0604030504040204" pitchFamily="50" charset="-128"/>
              <a:cs typeface="Meiryo UI" pitchFamily="50" charset="-128"/>
            </a:endParaRPr>
          </a:p>
          <a:p>
            <a:pPr marL="534988" lvl="1" indent="-285750" algn="l">
              <a:spcBef>
                <a:spcPts val="600"/>
              </a:spcBef>
              <a:buFontTx/>
              <a:buChar char="-"/>
            </a:pPr>
            <a:r>
              <a:rPr lang="ja-JP" altLang="en-US" sz="1400" dirty="0">
                <a:latin typeface="Meiryo UI" panose="020B0604030504040204" pitchFamily="50" charset="-128"/>
                <a:ea typeface="Meiryo UI" panose="020B0604030504040204" pitchFamily="50" charset="-128"/>
                <a:cs typeface="Meiryo UI" pitchFamily="50" charset="-128"/>
              </a:rPr>
              <a:t>報告文書は、グローバル</a:t>
            </a:r>
            <a:r>
              <a:rPr lang="en-US" altLang="ja-JP" sz="1400" dirty="0">
                <a:latin typeface="Meiryo UI" panose="020B0604030504040204" pitchFamily="50" charset="-128"/>
                <a:ea typeface="Meiryo UI" panose="020B0604030504040204" pitchFamily="50" charset="-128"/>
                <a:cs typeface="Meiryo UI" pitchFamily="50" charset="-128"/>
              </a:rPr>
              <a:t>Honda</a:t>
            </a:r>
            <a:r>
              <a:rPr lang="ja-JP" altLang="en-US" sz="1400" dirty="0">
                <a:latin typeface="Meiryo UI" panose="020B0604030504040204" pitchFamily="50" charset="-128"/>
                <a:ea typeface="Meiryo UI" panose="020B0604030504040204" pitchFamily="50" charset="-128"/>
                <a:cs typeface="Meiryo UI" pitchFamily="50" charset="-128"/>
              </a:rPr>
              <a:t>、</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latin typeface="Meiryo UI" panose="020B0604030504040204" pitchFamily="50" charset="-128"/>
                <a:ea typeface="Meiryo UI" panose="020B0604030504040204" pitchFamily="50" charset="-128"/>
                <a:cs typeface="Meiryo UI" pitchFamily="50" charset="-128"/>
              </a:rPr>
              <a:t>間で効果的に共有できる様、英語表記とする。（箇条書き可）</a:t>
            </a:r>
            <a:endParaRPr lang="en-US" altLang="ja-JP" sz="1400" dirty="0">
              <a:latin typeface="Meiryo UI" panose="020B0604030504040204" pitchFamily="50" charset="-128"/>
              <a:ea typeface="Meiryo UI" panose="020B0604030504040204" pitchFamily="50" charset="-128"/>
              <a:cs typeface="Meiryo UI" pitchFamily="50" charset="-128"/>
            </a:endParaRPr>
          </a:p>
          <a:p>
            <a:pPr marL="534988" lvl="1" indent="-285750" algn="l">
              <a:spcBef>
                <a:spcPts val="600"/>
              </a:spcBef>
              <a:buFontTx/>
              <a:buChar char="-"/>
            </a:pPr>
            <a:r>
              <a:rPr lang="ja-JP" altLang="en-US" sz="1400" dirty="0">
                <a:latin typeface="Meiryo UI" panose="020B0604030504040204" pitchFamily="50" charset="-128"/>
                <a:ea typeface="Meiryo UI" panose="020B0604030504040204" pitchFamily="50" charset="-128"/>
                <a:cs typeface="Meiryo UI" pitchFamily="50" charset="-128"/>
              </a:rPr>
              <a:t>報告文書は、所定のルールに従って</a:t>
            </a:r>
            <a:r>
              <a:rPr lang="en-US" altLang="ja-JP" sz="1400" dirty="0">
                <a:latin typeface="Meiryo UI" panose="020B0604030504040204" pitchFamily="50" charset="-128"/>
                <a:ea typeface="Meiryo UI" panose="020B0604030504040204" pitchFamily="50" charset="-128"/>
                <a:cs typeface="Meiryo UI" pitchFamily="50" charset="-128"/>
              </a:rPr>
              <a:t>File</a:t>
            </a:r>
            <a:r>
              <a:rPr lang="ja-JP" altLang="en-US" sz="1400" dirty="0">
                <a:latin typeface="Meiryo UI" panose="020B0604030504040204" pitchFamily="50" charset="-128"/>
                <a:ea typeface="Meiryo UI" panose="020B0604030504040204" pitchFamily="50" charset="-128"/>
                <a:cs typeface="Meiryo UI" pitchFamily="50" charset="-128"/>
              </a:rPr>
              <a:t>名を決め管理すること</a:t>
            </a:r>
            <a:endParaRPr lang="en-US" altLang="ja-JP" sz="1400" dirty="0">
              <a:latin typeface="Meiryo UI" panose="020B0604030504040204" pitchFamily="50" charset="-128"/>
              <a:ea typeface="Meiryo UI" panose="020B0604030504040204" pitchFamily="50" charset="-128"/>
              <a:cs typeface="Meiryo UI" pitchFamily="50" charset="-128"/>
            </a:endParaRPr>
          </a:p>
          <a:p>
            <a:pPr marL="992188" lvl="2" indent="-285750" algn="l">
              <a:spcBef>
                <a:spcPts val="600"/>
              </a:spcBef>
              <a:buFontTx/>
              <a:buChar char="-"/>
            </a:pPr>
            <a:r>
              <a:rPr lang="ja-JP" altLang="en-US" sz="1400" dirty="0">
                <a:latin typeface="Meiryo UI" panose="020B0604030504040204" pitchFamily="50" charset="-128"/>
                <a:ea typeface="Meiryo UI" panose="020B0604030504040204" pitchFamily="50" charset="-128"/>
                <a:cs typeface="Meiryo UI" pitchFamily="50" charset="-128"/>
              </a:rPr>
              <a:t>例　</a:t>
            </a:r>
            <a:r>
              <a:rPr lang="en-US" altLang="ja-JP" sz="1400" dirty="0">
                <a:latin typeface="Meiryo UI" panose="020B0604030504040204" pitchFamily="50" charset="-128"/>
                <a:ea typeface="Meiryo UI" panose="020B0604030504040204" pitchFamily="50" charset="-128"/>
              </a:rPr>
              <a:t> [</a:t>
            </a:r>
            <a:r>
              <a:rPr lang="ja-JP" altLang="en-US" sz="1400" dirty="0">
                <a:latin typeface="Meiryo UI" panose="020B0604030504040204" pitchFamily="50" charset="-128"/>
                <a:ea typeface="Meiryo UI" panose="020B0604030504040204" pitchFamily="50" charset="-128"/>
              </a:rPr>
              <a:t>部品名（システム名）通し</a:t>
            </a:r>
            <a:r>
              <a:rPr lang="en-US" altLang="ja-JP" sz="1400" dirty="0">
                <a:latin typeface="Meiryo UI" panose="020B0604030504040204" pitchFamily="50" charset="-128"/>
                <a:ea typeface="Meiryo UI" panose="020B0604030504040204" pitchFamily="50" charset="-128"/>
              </a:rPr>
              <a:t>No_</a:t>
            </a:r>
            <a:r>
              <a:rPr lang="ja-JP" altLang="en-US" sz="1400" dirty="0">
                <a:latin typeface="Meiryo UI" panose="020B0604030504040204" pitchFamily="50" charset="-128"/>
                <a:ea typeface="Meiryo UI" panose="020B0604030504040204" pitchFamily="50" charset="-128"/>
              </a:rPr>
              <a:t>タイトル</a:t>
            </a:r>
            <a:r>
              <a:rPr lang="en-US" altLang="ja-JP" sz="1400" dirty="0">
                <a:latin typeface="Meiryo UI" panose="020B0604030504040204" pitchFamily="50" charset="-128"/>
                <a:ea typeface="Meiryo UI" panose="020B0604030504040204" pitchFamily="50" charset="-128"/>
              </a:rPr>
              <a:t>_</a:t>
            </a:r>
            <a:r>
              <a:rPr lang="ja-JP" altLang="en-US" sz="1400" dirty="0">
                <a:latin typeface="Meiryo UI" panose="020B0604030504040204" pitchFamily="50" charset="-128"/>
                <a:ea typeface="Meiryo UI" panose="020B0604030504040204" pitchFamily="50" charset="-128"/>
              </a:rPr>
              <a:t>内容</a:t>
            </a:r>
            <a:r>
              <a:rPr lang="en-US" altLang="ja-JP" sz="1400" dirty="0">
                <a:latin typeface="Meiryo UI" panose="020B0604030504040204" pitchFamily="50" charset="-128"/>
                <a:ea typeface="Meiryo UI" panose="020B0604030504040204" pitchFamily="50" charset="-128"/>
              </a:rPr>
              <a:t>_</a:t>
            </a:r>
            <a:r>
              <a:rPr lang="ja-JP" altLang="en-US" sz="1400" dirty="0">
                <a:latin typeface="Meiryo UI" panose="020B0604030504040204" pitchFamily="50" charset="-128"/>
                <a:ea typeface="Meiryo UI" panose="020B0604030504040204" pitchFamily="50" charset="-128"/>
              </a:rPr>
              <a:t>提出日</a:t>
            </a:r>
            <a:r>
              <a:rPr lang="en-US" altLang="ja-JP" sz="1400" dirty="0">
                <a:latin typeface="Meiryo UI" panose="020B0604030504040204" pitchFamily="50" charset="-128"/>
                <a:ea typeface="Meiryo UI" panose="020B0604030504040204" pitchFamily="50" charset="-128"/>
              </a:rPr>
              <a:t>]</a:t>
            </a:r>
            <a:endParaRPr lang="en-US" altLang="ja-JP" sz="1400" dirty="0">
              <a:latin typeface="Meiryo UI" panose="020B0604030504040204" pitchFamily="50" charset="-128"/>
              <a:ea typeface="Meiryo UI" panose="020B0604030504040204" pitchFamily="50" charset="-128"/>
              <a:cs typeface="Meiryo UI" pitchFamily="50" charset="-128"/>
            </a:endParaRPr>
          </a:p>
          <a:p>
            <a:pPr marL="534988" lvl="1" indent="-285750" algn="l">
              <a:spcBef>
                <a:spcPts val="600"/>
              </a:spcBef>
              <a:buFontTx/>
              <a:buChar char="-"/>
            </a:pPr>
            <a:r>
              <a:rPr lang="ja-JP" altLang="en-US" sz="1400" dirty="0">
                <a:latin typeface="Meiryo UI" panose="020B0604030504040204" pitchFamily="50" charset="-128"/>
                <a:ea typeface="Meiryo UI" panose="020B0604030504040204" pitchFamily="50" charset="-128"/>
                <a:cs typeface="Meiryo UI" pitchFamily="50" charset="-128"/>
              </a:rPr>
              <a:t>報告文書は定型化され、以下の情報を記載のこと：</a:t>
            </a:r>
            <a:br>
              <a:rPr lang="en-US" altLang="ja-JP" sz="1400" dirty="0">
                <a:latin typeface="Meiryo UI" panose="020B0604030504040204" pitchFamily="50" charset="-128"/>
                <a:ea typeface="Meiryo UI" panose="020B0604030504040204" pitchFamily="50" charset="-128"/>
                <a:cs typeface="Meiryo UI" pitchFamily="50" charset="-128"/>
              </a:rPr>
            </a:br>
            <a:r>
              <a:rPr lang="ja-JP" altLang="en-US" sz="1400" dirty="0">
                <a:latin typeface="Meiryo UI" panose="020B0604030504040204" pitchFamily="50" charset="-128"/>
                <a:ea typeface="Meiryo UI" panose="020B0604030504040204" pitchFamily="50" charset="-128"/>
                <a:cs typeface="Meiryo UI" pitchFamily="50" charset="-128"/>
              </a:rPr>
              <a:t>テスト目的、サンプル特性、サンプル作成条件、初期データ、テスト条件、計測条件、判定基準、計測生データ、</a:t>
            </a:r>
            <a:br>
              <a:rPr lang="en-US" altLang="ja-JP" sz="1400" dirty="0">
                <a:latin typeface="Meiryo UI" panose="020B0604030504040204" pitchFamily="50" charset="-128"/>
                <a:ea typeface="Meiryo UI" panose="020B0604030504040204" pitchFamily="50" charset="-128"/>
                <a:cs typeface="Meiryo UI" pitchFamily="50" charset="-128"/>
              </a:rPr>
            </a:br>
            <a:r>
              <a:rPr lang="ja-JP" altLang="en-US" sz="1400" dirty="0">
                <a:latin typeface="Meiryo UI" panose="020B0604030504040204" pitchFamily="50" charset="-128"/>
                <a:ea typeface="Meiryo UI" panose="020B0604030504040204" pitchFamily="50" charset="-128"/>
                <a:cs typeface="Meiryo UI" pitchFamily="50" charset="-128"/>
              </a:rPr>
              <a:t>最も重要なテスト結果と判定基準を含むグラフ、考察、日付、テスト場所など定型化し記載のこと</a:t>
            </a:r>
            <a:endParaRPr lang="en-US" altLang="ja-JP" sz="1400" dirty="0">
              <a:latin typeface="Meiryo UI" panose="020B0604030504040204" pitchFamily="50" charset="-128"/>
              <a:ea typeface="Meiryo UI" panose="020B0604030504040204" pitchFamily="50" charset="-128"/>
              <a:cs typeface="Meiryo UI" pitchFamily="50" charset="-128"/>
            </a:endParaRPr>
          </a:p>
          <a:p>
            <a:pPr marL="534988" lvl="1" indent="-285750" algn="l">
              <a:spcBef>
                <a:spcPts val="600"/>
              </a:spcBef>
              <a:buFontTx/>
              <a:buChar char="-"/>
            </a:pPr>
            <a:r>
              <a:rPr lang="ja-JP" altLang="en-US" sz="1400" dirty="0">
                <a:latin typeface="Meiryo UI" panose="020B0604030504040204" pitchFamily="50" charset="-128"/>
                <a:ea typeface="Meiryo UI" panose="020B0604030504040204" pitchFamily="50" charset="-128"/>
                <a:cs typeface="Meiryo UI" pitchFamily="50" charset="-128"/>
              </a:rPr>
              <a:t>報告文書には、</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latin typeface="Meiryo UI" panose="020B0604030504040204" pitchFamily="50" charset="-128"/>
                <a:ea typeface="Meiryo UI" panose="020B0604030504040204" pitchFamily="50" charset="-128"/>
                <a:cs typeface="Meiryo UI" pitchFamily="50" charset="-128"/>
              </a:rPr>
              <a:t>内部でしか使用されない言葉の使用は避け、自動車業界で使用される一般的な言葉に</a:t>
            </a:r>
            <a:br>
              <a:rPr lang="en-US" altLang="ja-JP" sz="1400" dirty="0">
                <a:latin typeface="Meiryo UI" panose="020B0604030504040204" pitchFamily="50" charset="-128"/>
                <a:ea typeface="Meiryo UI" panose="020B0604030504040204" pitchFamily="50" charset="-128"/>
                <a:cs typeface="Meiryo UI" pitchFamily="50" charset="-128"/>
              </a:rPr>
            </a:br>
            <a:r>
              <a:rPr lang="ja-JP" altLang="en-US" sz="1400" dirty="0">
                <a:latin typeface="Meiryo UI" panose="020B0604030504040204" pitchFamily="50" charset="-128"/>
                <a:ea typeface="Meiryo UI" panose="020B0604030504040204" pitchFamily="50" charset="-128"/>
                <a:cs typeface="Meiryo UI" pitchFamily="50" charset="-128"/>
              </a:rPr>
              <a:t>置き換えること</a:t>
            </a:r>
            <a:endParaRPr lang="en-US" altLang="ja-JP" sz="1400" dirty="0">
              <a:latin typeface="Meiryo UI" panose="020B0604030504040204" pitchFamily="50" charset="-128"/>
              <a:ea typeface="Meiryo UI" panose="020B0604030504040204" pitchFamily="50" charset="-128"/>
              <a:cs typeface="Meiryo UI" pitchFamily="50" charset="-128"/>
            </a:endParaRPr>
          </a:p>
          <a:p>
            <a:pPr marL="534988" lvl="1" indent="-285750" algn="l">
              <a:spcBef>
                <a:spcPts val="600"/>
              </a:spcBef>
              <a:buFontTx/>
              <a:buChar char="-"/>
            </a:pPr>
            <a:r>
              <a:rPr lang="ja-JP" altLang="en-US" sz="1400" dirty="0">
                <a:latin typeface="Meiryo UI" panose="020B0604030504040204" pitchFamily="50" charset="-128"/>
                <a:ea typeface="Meiryo UI" panose="020B0604030504040204" pitchFamily="50" charset="-128"/>
                <a:cs typeface="Meiryo UI" pitchFamily="50" charset="-128"/>
              </a:rPr>
              <a:t>報告文書には、</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latin typeface="Meiryo UI" panose="020B0604030504040204" pitchFamily="50" charset="-128"/>
                <a:ea typeface="Meiryo UI" panose="020B0604030504040204" pitchFamily="50" charset="-128"/>
                <a:cs typeface="Meiryo UI" pitchFamily="50" charset="-128"/>
              </a:rPr>
              <a:t>内部で使用されている略語は使用しない。やむを得ず使用する際は、略語に関する注釈を</a:t>
            </a:r>
            <a:br>
              <a:rPr lang="en-US" altLang="ja-JP" sz="1400" dirty="0">
                <a:latin typeface="Meiryo UI" panose="020B0604030504040204" pitchFamily="50" charset="-128"/>
                <a:ea typeface="Meiryo UI" panose="020B0604030504040204" pitchFamily="50" charset="-128"/>
                <a:cs typeface="Meiryo UI" pitchFamily="50" charset="-128"/>
              </a:rPr>
            </a:br>
            <a:r>
              <a:rPr lang="ja-JP" altLang="en-US" sz="1400" dirty="0">
                <a:latin typeface="Meiryo UI" panose="020B0604030504040204" pitchFamily="50" charset="-128"/>
                <a:ea typeface="Meiryo UI" panose="020B0604030504040204" pitchFamily="50" charset="-128"/>
                <a:cs typeface="Meiryo UI" pitchFamily="50" charset="-128"/>
              </a:rPr>
              <a:t>記載のこと</a:t>
            </a:r>
            <a:endParaRPr lang="en-US" altLang="ja-JP" sz="1400" dirty="0">
              <a:latin typeface="Meiryo UI" panose="020B0604030504040204" pitchFamily="50" charset="-128"/>
              <a:ea typeface="Meiryo UI" panose="020B0604030504040204" pitchFamily="50" charset="-128"/>
              <a:cs typeface="Meiryo UI" pitchFamily="50" charset="-128"/>
            </a:endParaRPr>
          </a:p>
          <a:p>
            <a:pPr marL="534988" lvl="1" indent="-285750" algn="l">
              <a:spcBef>
                <a:spcPts val="600"/>
              </a:spcBef>
              <a:buFontTx/>
              <a:buChar char="-"/>
            </a:pPr>
            <a:r>
              <a:rPr lang="ja-JP" altLang="en-US" sz="1400" dirty="0">
                <a:latin typeface="Meiryo UI" panose="020B0604030504040204" pitchFamily="50" charset="-128"/>
                <a:ea typeface="Meiryo UI" panose="020B0604030504040204" pitchFamily="50" charset="-128"/>
                <a:cs typeface="Meiryo UI" pitchFamily="50" charset="-128"/>
              </a:rPr>
              <a:t>報告文書は、</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latin typeface="Meiryo UI" panose="020B0604030504040204" pitchFamily="50" charset="-128"/>
                <a:ea typeface="Meiryo UI" panose="020B0604030504040204" pitchFamily="50" charset="-128"/>
                <a:cs typeface="Meiryo UI" pitchFamily="50" charset="-128"/>
              </a:rPr>
              <a:t>と</a:t>
            </a:r>
            <a:r>
              <a:rPr lang="en-US" altLang="ja-JP" sz="1400" dirty="0">
                <a:latin typeface="Meiryo UI" panose="020B0604030504040204" pitchFamily="50" charset="-128"/>
                <a:ea typeface="Meiryo UI" panose="020B0604030504040204" pitchFamily="50" charset="-128"/>
                <a:cs typeface="Meiryo UI" pitchFamily="50" charset="-128"/>
              </a:rPr>
              <a:t>Honda</a:t>
            </a:r>
            <a:r>
              <a:rPr lang="ja-JP" altLang="en-US" sz="1400" dirty="0">
                <a:latin typeface="Meiryo UI" panose="020B0604030504040204" pitchFamily="50" charset="-128"/>
                <a:ea typeface="Meiryo UI" panose="020B0604030504040204" pitchFamily="50" charset="-128"/>
                <a:cs typeface="Meiryo UI" pitchFamily="50" charset="-128"/>
              </a:rPr>
              <a:t>間で合意したパスワードで保護されること</a:t>
            </a:r>
            <a:endParaRPr lang="en-US" altLang="ja-JP" sz="1400" dirty="0">
              <a:latin typeface="Meiryo UI" panose="020B0604030504040204" pitchFamily="50" charset="-128"/>
              <a:ea typeface="Meiryo UI" panose="020B0604030504040204" pitchFamily="50" charset="-128"/>
              <a:cs typeface="Meiryo UI" pitchFamily="50" charset="-128"/>
            </a:endParaRPr>
          </a:p>
        </p:txBody>
      </p:sp>
      <p:sp>
        <p:nvSpPr>
          <p:cNvPr id="10" name="Text Box 2"/>
          <p:cNvSpPr txBox="1">
            <a:spLocks noChangeArrowheads="1"/>
          </p:cNvSpPr>
          <p:nvPr/>
        </p:nvSpPr>
        <p:spPr bwMode="auto">
          <a:xfrm>
            <a:off x="250829" y="96703"/>
            <a:ext cx="88931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1800" dirty="0">
                <a:solidFill>
                  <a:srgbClr val="FFFFFF"/>
                </a:solidFill>
                <a:latin typeface="Meiryo UI" panose="020B0604030504040204" pitchFamily="50" charset="-128"/>
                <a:ea typeface="Meiryo UI" panose="020B0604030504040204" pitchFamily="50" charset="-128"/>
                <a:cs typeface="Arial" pitchFamily="34" charset="0"/>
              </a:rPr>
              <a:t>17. EMS Report Maturity and Quality Verification (4/31)</a:t>
            </a:r>
            <a:endParaRPr lang="en-US" altLang="ja-JP" sz="1050" dirty="0">
              <a:solidFill>
                <a:srgbClr val="FFFFFF"/>
              </a:solidFill>
              <a:latin typeface="HGPｺﾞｼｯｸE" pitchFamily="50" charset="-128"/>
              <a:ea typeface="HGPｺﾞｼｯｸE" pitchFamily="50" charset="-128"/>
              <a:cs typeface="Arial" pitchFamily="34" charset="0"/>
            </a:endParaRPr>
          </a:p>
        </p:txBody>
      </p:sp>
      <p:sp>
        <p:nvSpPr>
          <p:cNvPr id="5" name="テキスト ボックス 4"/>
          <p:cNvSpPr txBox="1"/>
          <p:nvPr/>
        </p:nvSpPr>
        <p:spPr>
          <a:xfrm>
            <a:off x="100424" y="522554"/>
            <a:ext cx="2206053" cy="369332"/>
          </a:xfrm>
          <a:prstGeom prst="rect">
            <a:avLst/>
          </a:prstGeom>
          <a:noFill/>
        </p:spPr>
        <p:txBody>
          <a:bodyPr wrap="none" rtlCol="0">
            <a:spAutoFit/>
          </a:bodyPr>
          <a:lstStyle/>
          <a:p>
            <a:pPr algn="l">
              <a:spcBef>
                <a:spcPts val="300"/>
              </a:spcBef>
            </a:pPr>
            <a:r>
              <a:rPr lang="ja-JP" altLang="en-US" sz="1800" b="1" u="sng">
                <a:latin typeface="Meiryo UI" panose="020B0604030504040204" pitchFamily="50" charset="-128"/>
                <a:ea typeface="Meiryo UI" panose="020B0604030504040204" pitchFamily="50" charset="-128"/>
                <a:cs typeface="Meiryo UI" pitchFamily="50" charset="-128"/>
              </a:rPr>
              <a:t>報告文書ガイドライン</a:t>
            </a:r>
            <a:endParaRPr lang="en-US" altLang="ja-JP" sz="1800" b="1">
              <a:latin typeface="Meiryo UI" panose="020B0604030504040204" pitchFamily="50" charset="-128"/>
              <a:ea typeface="Meiryo UI" panose="020B0604030504040204" pitchFamily="50" charset="-128"/>
              <a:cs typeface="Meiryo UI" pitchFamily="50" charset="-128"/>
            </a:endParaRPr>
          </a:p>
        </p:txBody>
      </p:sp>
    </p:spTree>
    <p:extLst>
      <p:ext uri="{BB962C8B-B14F-4D97-AF65-F5344CB8AC3E}">
        <p14:creationId xmlns:p14="http://schemas.microsoft.com/office/powerpoint/2010/main" val="576431370"/>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p:cNvSpPr txBox="1"/>
          <p:nvPr/>
        </p:nvSpPr>
        <p:spPr>
          <a:xfrm>
            <a:off x="100424" y="522554"/>
            <a:ext cx="8526741" cy="684803"/>
          </a:xfrm>
          <a:prstGeom prst="rect">
            <a:avLst/>
          </a:prstGeom>
          <a:noFill/>
        </p:spPr>
        <p:txBody>
          <a:bodyPr wrap="square" rtlCol="0">
            <a:spAutoFit/>
          </a:bodyPr>
          <a:lstStyle/>
          <a:p>
            <a:pPr algn="l"/>
            <a:r>
              <a:rPr lang="en-US" altLang="ja-JP" sz="1800" b="1" u="sng">
                <a:latin typeface="Meiryo UI" panose="020B0604030504040204" pitchFamily="50" charset="-128"/>
                <a:ea typeface="Meiryo UI" panose="020B0604030504040204" pitchFamily="50" charset="-128"/>
                <a:cs typeface="Arial" panose="020B0604020202020204" pitchFamily="34" charset="0"/>
              </a:rPr>
              <a:t>Major Deliverables of EMS Maturity and Quality Verifications</a:t>
            </a:r>
          </a:p>
          <a:p>
            <a:pPr algn="l">
              <a:spcBef>
                <a:spcPts val="300"/>
              </a:spcBef>
            </a:pPr>
            <a:r>
              <a:rPr lang="ja-JP" altLang="en-US" sz="1800">
                <a:latin typeface="Meiryo UI" panose="020B0604030504040204" pitchFamily="50" charset="-128"/>
                <a:ea typeface="Meiryo UI" panose="020B0604030504040204" pitchFamily="50" charset="-128"/>
                <a:cs typeface="Arial" panose="020B0604020202020204" pitchFamily="34" charset="0"/>
              </a:rPr>
              <a:t>主要</a:t>
            </a:r>
            <a:r>
              <a:rPr lang="en-US" altLang="ja-JP" sz="1800">
                <a:latin typeface="Meiryo UI" panose="020B0604030504040204" pitchFamily="50" charset="-128"/>
                <a:ea typeface="Meiryo UI" panose="020B0604030504040204" pitchFamily="50" charset="-128"/>
                <a:cs typeface="Arial" panose="020B0604020202020204" pitchFamily="34" charset="0"/>
              </a:rPr>
              <a:t>EMS</a:t>
            </a:r>
            <a:r>
              <a:rPr lang="ja-JP" altLang="en-US" sz="1800">
                <a:latin typeface="Meiryo UI" panose="020B0604030504040204" pitchFamily="50" charset="-128"/>
                <a:ea typeface="Meiryo UI" panose="020B0604030504040204" pitchFamily="50" charset="-128"/>
                <a:cs typeface="Arial" panose="020B0604020202020204" pitchFamily="34" charset="0"/>
              </a:rPr>
              <a:t>達成度と品質検証の発行について</a:t>
            </a:r>
            <a:endParaRPr lang="en-US" altLang="ja-JP" sz="1800">
              <a:latin typeface="Meiryo UI" panose="020B0604030504040204" pitchFamily="50" charset="-128"/>
              <a:ea typeface="Meiryo UI" panose="020B0604030504040204" pitchFamily="50" charset="-128"/>
              <a:cs typeface="Arial" panose="020B0604020202020204" pitchFamily="34" charset="0"/>
            </a:endParaRPr>
          </a:p>
        </p:txBody>
      </p:sp>
      <p:graphicFrame>
        <p:nvGraphicFramePr>
          <p:cNvPr id="6" name="表 5"/>
          <p:cNvGraphicFramePr>
            <a:graphicFrameLocks noGrp="1"/>
          </p:cNvGraphicFramePr>
          <p:nvPr>
            <p:extLst>
              <p:ext uri="{D42A27DB-BD31-4B8C-83A1-F6EECF244321}">
                <p14:modId xmlns:p14="http://schemas.microsoft.com/office/powerpoint/2010/main" val="805062611"/>
              </p:ext>
            </p:extLst>
          </p:nvPr>
        </p:nvGraphicFramePr>
        <p:xfrm>
          <a:off x="368396" y="1259224"/>
          <a:ext cx="8054789" cy="5303520"/>
        </p:xfrm>
        <a:graphic>
          <a:graphicData uri="http://schemas.openxmlformats.org/drawingml/2006/table">
            <a:tbl>
              <a:tblPr firstRow="1" bandRow="1">
                <a:tableStyleId>{5C22544A-7EE6-4342-B048-85BDC9FD1C3A}</a:tableStyleId>
              </a:tblPr>
              <a:tblGrid>
                <a:gridCol w="3227130">
                  <a:extLst>
                    <a:ext uri="{9D8B030D-6E8A-4147-A177-3AD203B41FA5}">
                      <a16:colId xmlns:a16="http://schemas.microsoft.com/office/drawing/2014/main" val="123933921"/>
                    </a:ext>
                  </a:extLst>
                </a:gridCol>
                <a:gridCol w="4827659">
                  <a:extLst>
                    <a:ext uri="{9D8B030D-6E8A-4147-A177-3AD203B41FA5}">
                      <a16:colId xmlns:a16="http://schemas.microsoft.com/office/drawing/2014/main" val="3351768162"/>
                    </a:ext>
                  </a:extLst>
                </a:gridCol>
              </a:tblGrid>
              <a:tr h="260748">
                <a:tc>
                  <a:txBody>
                    <a:bodyPr/>
                    <a:lstStyle/>
                    <a:p>
                      <a:endParaRPr kumimoji="1" lang="ja-JP" altLang="en-US" sz="1400">
                        <a:solidFill>
                          <a:schemeClr val="tx1"/>
                        </a:solidFill>
                        <a:latin typeface="Meiryo UI" panose="020B0604030504040204" pitchFamily="50" charset="-128"/>
                        <a:ea typeface="Meiryo UI" panose="020B0604030504040204" pitchFamily="50" charset="-128"/>
                        <a:cs typeface="Arial" panose="020B0604020202020204" pitchFamily="34" charset="0"/>
                      </a:endParaRPr>
                    </a:p>
                  </a:txBody>
                  <a:tcP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r>
                        <a:rPr kumimoji="1" lang="en-US" altLang="ja-JP" sz="1400">
                          <a:solidFill>
                            <a:schemeClr val="tx1"/>
                          </a:solidFill>
                          <a:latin typeface="Meiryo UI" panose="020B0604030504040204" pitchFamily="50" charset="-128"/>
                          <a:ea typeface="Meiryo UI" panose="020B0604030504040204" pitchFamily="50" charset="-128"/>
                          <a:cs typeface="Arial" panose="020B0604020202020204" pitchFamily="34" charset="0"/>
                        </a:rPr>
                        <a:t>Releasing</a:t>
                      </a:r>
                      <a:r>
                        <a:rPr kumimoji="1" lang="en-US" altLang="ja-JP" sz="1400" baseline="0">
                          <a:solidFill>
                            <a:schemeClr val="tx1"/>
                          </a:solidFill>
                          <a:latin typeface="Meiryo UI" panose="020B0604030504040204" pitchFamily="50" charset="-128"/>
                          <a:ea typeface="Meiryo UI" panose="020B0604030504040204" pitchFamily="50" charset="-128"/>
                          <a:cs typeface="Arial" panose="020B0604020202020204" pitchFamily="34" charset="0"/>
                        </a:rPr>
                        <a:t> timing</a:t>
                      </a:r>
                      <a:r>
                        <a:rPr kumimoji="1" lang="ja-JP" altLang="en-US" sz="1400" baseline="0">
                          <a:solidFill>
                            <a:schemeClr val="tx1"/>
                          </a:solidFill>
                          <a:latin typeface="Meiryo UI" panose="020B0604030504040204" pitchFamily="50" charset="-128"/>
                          <a:ea typeface="Meiryo UI" panose="020B0604030504040204" pitchFamily="50" charset="-128"/>
                          <a:cs typeface="Arial" panose="020B0604020202020204" pitchFamily="34" charset="0"/>
                        </a:rPr>
                        <a:t> 発行時期</a:t>
                      </a:r>
                      <a:endParaRPr kumimoji="1" lang="ja-JP" altLang="en-US" sz="1400">
                        <a:solidFill>
                          <a:schemeClr val="tx1"/>
                        </a:solidFill>
                        <a:latin typeface="Meiryo UI" panose="020B0604030504040204" pitchFamily="50" charset="-128"/>
                        <a:ea typeface="Meiryo UI" panose="020B0604030504040204" pitchFamily="50" charset="-128"/>
                        <a:cs typeface="Arial" panose="020B0604020202020204" pitchFamily="34" charset="0"/>
                      </a:endParaRPr>
                    </a:p>
                  </a:txBody>
                  <a:tcP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207430733"/>
                  </a:ext>
                </a:extLst>
              </a:tr>
              <a:tr h="260748">
                <a:tc>
                  <a:txBody>
                    <a:bodyPr/>
                    <a:lstStyle/>
                    <a:p>
                      <a:pPr marL="0" indent="0" algn="l">
                        <a:buFontTx/>
                        <a:buNone/>
                      </a:pPr>
                      <a:r>
                        <a:rPr lang="en-US" altLang="ja-JP" sz="1400">
                          <a:latin typeface="Meiryo UI" panose="020B0604030504040204" pitchFamily="50" charset="-128"/>
                          <a:ea typeface="Meiryo UI" panose="020B0604030504040204" pitchFamily="50" charset="-128"/>
                          <a:cs typeface="Arial" panose="020B0604020202020204" pitchFamily="34" charset="0"/>
                        </a:rPr>
                        <a:t> Expert meeting report(s)</a:t>
                      </a:r>
                    </a:p>
                    <a:p>
                      <a:pPr marL="0" indent="0" algn="l">
                        <a:buFontTx/>
                        <a:buNone/>
                      </a:pPr>
                      <a:r>
                        <a:rPr lang="ja-JP" altLang="en-US" sz="1400">
                          <a:latin typeface="Meiryo UI" panose="020B0604030504040204" pitchFamily="50" charset="-128"/>
                          <a:ea typeface="Meiryo UI" panose="020B0604030504040204" pitchFamily="50" charset="-128"/>
                          <a:cs typeface="Arial" panose="020B0604020202020204" pitchFamily="34" charset="0"/>
                        </a:rPr>
                        <a:t> エキスパートミーティングレポート</a:t>
                      </a:r>
                      <a:endParaRPr lang="en-US" altLang="ja-JP" sz="1400">
                        <a:latin typeface="Meiryo UI" panose="020B0604030504040204" pitchFamily="50" charset="-128"/>
                        <a:ea typeface="Meiryo UI" panose="020B0604030504040204" pitchFamily="50" charset="-128"/>
                        <a:cs typeface="Arial" panose="020B0604020202020204" pitchFamily="34" charset="0"/>
                      </a:endParaRPr>
                    </a:p>
                  </a:txBody>
                  <a:tcPr marL="9525" marR="9525" marT="9525"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r>
                        <a:rPr lang="en-US" altLang="ja-JP" sz="1400">
                          <a:latin typeface="Meiryo UI" panose="020B0604030504040204" pitchFamily="50" charset="-128"/>
                          <a:ea typeface="Meiryo UI" panose="020B0604030504040204" pitchFamily="50" charset="-128"/>
                        </a:rPr>
                        <a:t>Expert meeting</a:t>
                      </a:r>
                    </a:p>
                    <a:p>
                      <a:r>
                        <a:rPr lang="ja-JP" altLang="en-US" sz="1400">
                          <a:latin typeface="Meiryo UI" panose="020B0604030504040204" pitchFamily="50" charset="-128"/>
                          <a:ea typeface="Meiryo UI" panose="020B0604030504040204" pitchFamily="50" charset="-128"/>
                        </a:rPr>
                        <a:t>エキスパートミーティング時</a:t>
                      </a:r>
                    </a:p>
                  </a:txBody>
                  <a:tcP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807549241"/>
                  </a:ext>
                </a:extLst>
              </a:tr>
              <a:tr h="260748">
                <a:tc>
                  <a:txBody>
                    <a:bodyPr/>
                    <a:lstStyle/>
                    <a:p>
                      <a:pPr marL="0" indent="0" algn="l">
                        <a:buFontTx/>
                        <a:buNone/>
                      </a:pPr>
                      <a:r>
                        <a:rPr lang="en-US" altLang="ja-JP" sz="1400">
                          <a:latin typeface="Meiryo UI" panose="020B0604030504040204" pitchFamily="50" charset="-128"/>
                          <a:ea typeface="Meiryo UI" panose="020B0604030504040204" pitchFamily="50" charset="-128"/>
                          <a:cs typeface="Arial" panose="020B0604020202020204" pitchFamily="34" charset="0"/>
                        </a:rPr>
                        <a:t> Cal schedule and status report(s)</a:t>
                      </a:r>
                    </a:p>
                    <a:p>
                      <a:pPr marL="0" indent="0" algn="l">
                        <a:buFontTx/>
                        <a:buNone/>
                      </a:pPr>
                      <a:r>
                        <a:rPr lang="ja-JP" altLang="en-US" sz="1400">
                          <a:latin typeface="Meiryo UI" panose="020B0604030504040204" pitchFamily="50" charset="-128"/>
                          <a:ea typeface="Meiryo UI" panose="020B0604030504040204" pitchFamily="50" charset="-128"/>
                          <a:cs typeface="Arial" panose="020B0604020202020204" pitchFamily="34" charset="0"/>
                        </a:rPr>
                        <a:t> 適合日程と状況の報告</a:t>
                      </a:r>
                      <a:endParaRPr lang="en-US" altLang="ja-JP" sz="1400">
                        <a:latin typeface="Meiryo UI" panose="020B0604030504040204" pitchFamily="50" charset="-128"/>
                        <a:ea typeface="Meiryo UI" panose="020B0604030504040204" pitchFamily="50" charset="-128"/>
                        <a:cs typeface="Arial" panose="020B0604020202020204" pitchFamily="34" charset="0"/>
                      </a:endParaRPr>
                    </a:p>
                  </a:txBody>
                  <a:tcPr marL="9525" marR="9525" marT="9525"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r>
                        <a:rPr lang="en-US" altLang="ja-JP" sz="1400">
                          <a:latin typeface="Meiryo UI" panose="020B0604030504040204" pitchFamily="50" charset="-128"/>
                          <a:ea typeface="Meiryo UI" panose="020B0604030504040204" pitchFamily="50" charset="-128"/>
                        </a:rPr>
                        <a:t>Cal schedule :  once</a:t>
                      </a:r>
                      <a:r>
                        <a:rPr lang="en-US" altLang="ja-JP" sz="1400" baseline="0">
                          <a:latin typeface="Meiryo UI" panose="020B0604030504040204" pitchFamily="50" charset="-128"/>
                          <a:ea typeface="Meiryo UI" panose="020B0604030504040204" pitchFamily="50" charset="-128"/>
                        </a:rPr>
                        <a:t> a month</a:t>
                      </a:r>
                    </a:p>
                    <a:p>
                      <a:r>
                        <a:rPr lang="ja-JP" altLang="en-US" sz="1400" baseline="0">
                          <a:latin typeface="Meiryo UI" panose="020B0604030504040204" pitchFamily="50" charset="-128"/>
                          <a:ea typeface="Meiryo UI" panose="020B0604030504040204" pitchFamily="50" charset="-128"/>
                        </a:rPr>
                        <a:t>適合日程：</a:t>
                      </a:r>
                      <a:r>
                        <a:rPr lang="en-US" altLang="ja-JP" sz="1400" baseline="0">
                          <a:latin typeface="Meiryo UI" panose="020B0604030504040204" pitchFamily="50" charset="-128"/>
                          <a:ea typeface="Meiryo UI" panose="020B0604030504040204" pitchFamily="50" charset="-128"/>
                        </a:rPr>
                        <a:t>2</a:t>
                      </a:r>
                      <a:r>
                        <a:rPr lang="ja-JP" altLang="en-US" sz="1400" baseline="0">
                          <a:latin typeface="Meiryo UI" panose="020B0604030504040204" pitchFamily="50" charset="-128"/>
                          <a:ea typeface="Meiryo UI" panose="020B0604030504040204" pitchFamily="50" charset="-128"/>
                        </a:rPr>
                        <a:t>か月に</a:t>
                      </a:r>
                      <a:r>
                        <a:rPr lang="en-US" altLang="ja-JP" sz="1400" baseline="0">
                          <a:latin typeface="Meiryo UI" panose="020B0604030504040204" pitchFamily="50" charset="-128"/>
                          <a:ea typeface="Meiryo UI" panose="020B0604030504040204" pitchFamily="50" charset="-128"/>
                        </a:rPr>
                        <a:t>1</a:t>
                      </a:r>
                      <a:r>
                        <a:rPr lang="ja-JP" altLang="en-US" sz="1400" baseline="0">
                          <a:latin typeface="Meiryo UI" panose="020B0604030504040204" pitchFamily="50" charset="-128"/>
                          <a:ea typeface="Meiryo UI" panose="020B0604030504040204" pitchFamily="50" charset="-128"/>
                        </a:rPr>
                        <a:t>度</a:t>
                      </a:r>
                      <a:endParaRPr lang="en-US" altLang="ja-JP" sz="1400" baseline="0">
                        <a:latin typeface="Meiryo UI" panose="020B0604030504040204" pitchFamily="50" charset="-128"/>
                        <a:ea typeface="Meiryo UI" panose="020B0604030504040204" pitchFamily="50" charset="-128"/>
                      </a:endParaRPr>
                    </a:p>
                    <a:p>
                      <a:endParaRPr lang="en-US" altLang="ja-JP" sz="1400">
                        <a:latin typeface="Meiryo UI" panose="020B0604030504040204" pitchFamily="50" charset="-128"/>
                        <a:ea typeface="Meiryo UI" panose="020B0604030504040204" pitchFamily="50" charset="-128"/>
                      </a:endParaRPr>
                    </a:p>
                    <a:p>
                      <a:r>
                        <a:rPr lang="en-US" altLang="ja-JP" sz="1400">
                          <a:latin typeface="Meiryo UI" panose="020B0604030504040204" pitchFamily="50" charset="-128"/>
                          <a:ea typeface="Meiryo UI" panose="020B0604030504040204" pitchFamily="50" charset="-128"/>
                        </a:rPr>
                        <a:t>Status report : within</a:t>
                      </a:r>
                      <a:r>
                        <a:rPr lang="en-US" altLang="ja-JP" sz="1400" baseline="0">
                          <a:latin typeface="Meiryo UI" panose="020B0604030504040204" pitchFamily="50" charset="-128"/>
                          <a:ea typeface="Meiryo UI" panose="020B0604030504040204" pitchFamily="50" charset="-128"/>
                        </a:rPr>
                        <a:t> 2 weeks after each </a:t>
                      </a:r>
                    </a:p>
                    <a:p>
                      <a:r>
                        <a:rPr lang="en-US" altLang="ja-JP" sz="1400" baseline="0">
                          <a:latin typeface="Meiryo UI" panose="020B0604030504040204" pitchFamily="50" charset="-128"/>
                          <a:ea typeface="Meiryo UI" panose="020B0604030504040204" pitchFamily="50" charset="-128"/>
                        </a:rPr>
                        <a:t>calibration working package is finished</a:t>
                      </a:r>
                    </a:p>
                    <a:p>
                      <a:r>
                        <a:rPr lang="ja-JP" altLang="en-US" sz="1400" baseline="0">
                          <a:latin typeface="Meiryo UI" panose="020B0604030504040204" pitchFamily="50" charset="-128"/>
                          <a:ea typeface="Meiryo UI" panose="020B0604030504040204" pitchFamily="50" charset="-128"/>
                        </a:rPr>
                        <a:t>ステータスレポート：適合パッケージ終了後</a:t>
                      </a:r>
                      <a:r>
                        <a:rPr lang="en-US" altLang="ja-JP" sz="1400" baseline="0">
                          <a:latin typeface="Meiryo UI" panose="020B0604030504040204" pitchFamily="50" charset="-128"/>
                          <a:ea typeface="Meiryo UI" panose="020B0604030504040204" pitchFamily="50" charset="-128"/>
                        </a:rPr>
                        <a:t>2</a:t>
                      </a:r>
                      <a:r>
                        <a:rPr lang="ja-JP" altLang="en-US" sz="1400" baseline="0">
                          <a:latin typeface="Meiryo UI" panose="020B0604030504040204" pitchFamily="50" charset="-128"/>
                          <a:ea typeface="Meiryo UI" panose="020B0604030504040204" pitchFamily="50" charset="-128"/>
                        </a:rPr>
                        <a:t>週間以内</a:t>
                      </a:r>
                      <a:endParaRPr lang="ja-JP" altLang="en-US" sz="1400">
                        <a:latin typeface="Meiryo UI" panose="020B0604030504040204" pitchFamily="50" charset="-128"/>
                        <a:ea typeface="Meiryo UI" panose="020B0604030504040204" pitchFamily="50" charset="-128"/>
                      </a:endParaRPr>
                    </a:p>
                  </a:txBody>
                  <a:tcP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493261120"/>
                  </a:ext>
                </a:extLst>
              </a:tr>
              <a:tr h="260748">
                <a:tc>
                  <a:txBody>
                    <a:bodyPr/>
                    <a:lstStyle/>
                    <a:p>
                      <a:pPr marL="0" indent="0" algn="l">
                        <a:buNone/>
                      </a:pPr>
                      <a:r>
                        <a:rPr kumimoji="1" lang="en-US" altLang="ja-JP" sz="1400" kern="1200">
                          <a:solidFill>
                            <a:schemeClr val="dk1"/>
                          </a:solidFill>
                          <a:latin typeface="Meiryo UI" panose="020B0604030504040204" pitchFamily="50" charset="-128"/>
                          <a:ea typeface="Meiryo UI" panose="020B0604030504040204" pitchFamily="50" charset="-128"/>
                          <a:cs typeface="Arial" panose="020B0604020202020204" pitchFamily="34" charset="0"/>
                        </a:rPr>
                        <a:t> EMS report(s)</a:t>
                      </a:r>
                    </a:p>
                    <a:p>
                      <a:pPr marL="0" indent="0" algn="l">
                        <a:buNone/>
                      </a:pPr>
                      <a:r>
                        <a:rPr kumimoji="1" lang="en-US" altLang="ja-JP" sz="1400" kern="1200">
                          <a:solidFill>
                            <a:schemeClr val="dk1"/>
                          </a:solidFill>
                          <a:latin typeface="Meiryo UI" panose="020B0604030504040204" pitchFamily="50" charset="-128"/>
                          <a:ea typeface="Meiryo UI" panose="020B0604030504040204" pitchFamily="50" charset="-128"/>
                          <a:cs typeface="Arial" panose="020B0604020202020204" pitchFamily="34" charset="0"/>
                        </a:rPr>
                        <a:t> EMS</a:t>
                      </a:r>
                      <a:r>
                        <a:rPr kumimoji="1" lang="ja-JP" altLang="en-US" sz="1400" kern="1200">
                          <a:solidFill>
                            <a:schemeClr val="dk1"/>
                          </a:solidFill>
                          <a:latin typeface="Meiryo UI" panose="020B0604030504040204" pitchFamily="50" charset="-128"/>
                          <a:ea typeface="Meiryo UI" panose="020B0604030504040204" pitchFamily="50" charset="-128"/>
                          <a:cs typeface="Arial" panose="020B0604020202020204" pitchFamily="34" charset="0"/>
                        </a:rPr>
                        <a:t>レポート</a:t>
                      </a:r>
                      <a:endParaRPr kumimoji="1" lang="en-US" altLang="ja-JP" sz="1400" kern="1200">
                        <a:solidFill>
                          <a:schemeClr val="dk1"/>
                        </a:solidFill>
                        <a:latin typeface="Meiryo UI" panose="020B0604030504040204" pitchFamily="50" charset="-128"/>
                        <a:ea typeface="Meiryo UI" panose="020B0604030504040204" pitchFamily="50" charset="-128"/>
                        <a:cs typeface="Arial" panose="020B0604020202020204" pitchFamily="34" charset="0"/>
                      </a:endParaRPr>
                    </a:p>
                  </a:txBody>
                  <a:tcPr marL="9525" marR="9525" marT="9525"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r>
                        <a:rPr lang="en-US" altLang="ja-JP" sz="1400">
                          <a:latin typeface="Meiryo UI" panose="020B0604030504040204" pitchFamily="50" charset="-128"/>
                          <a:ea typeface="Meiryo UI" panose="020B0604030504040204" pitchFamily="50" charset="-128"/>
                        </a:rPr>
                        <a:t>Each event timing, defined in project schedule</a:t>
                      </a:r>
                    </a:p>
                    <a:p>
                      <a:r>
                        <a:rPr lang="ja-JP" altLang="en-US" sz="1400">
                          <a:latin typeface="Meiryo UI" panose="020B0604030504040204" pitchFamily="50" charset="-128"/>
                          <a:ea typeface="Meiryo UI" panose="020B0604030504040204" pitchFamily="50" charset="-128"/>
                        </a:rPr>
                        <a:t>各イベントタイミング（各プロジェクト日程による）</a:t>
                      </a:r>
                    </a:p>
                  </a:txBody>
                  <a:tcP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844824044"/>
                  </a:ext>
                </a:extLst>
              </a:tr>
              <a:tr h="260748">
                <a:tc>
                  <a:txBody>
                    <a:bodyPr/>
                    <a:lstStyle/>
                    <a:p>
                      <a:pPr marL="0" indent="0" algn="l">
                        <a:buNone/>
                      </a:pPr>
                      <a:r>
                        <a:rPr kumimoji="1" lang="en-US" altLang="ja-JP" sz="1400" kern="1200">
                          <a:solidFill>
                            <a:schemeClr val="dk1"/>
                          </a:solidFill>
                          <a:latin typeface="Meiryo UI" panose="020B0604030504040204" pitchFamily="50" charset="-128"/>
                          <a:ea typeface="Meiryo UI" panose="020B0604030504040204" pitchFamily="50" charset="-128"/>
                          <a:cs typeface="Arial" panose="020B0604020202020204" pitchFamily="34" charset="0"/>
                        </a:rPr>
                        <a:t> SW report</a:t>
                      </a:r>
                    </a:p>
                    <a:p>
                      <a:pPr marL="0" indent="0" algn="l">
                        <a:buNone/>
                      </a:pPr>
                      <a:r>
                        <a:rPr kumimoji="1" lang="ja-JP" altLang="en-US" sz="1400" kern="1200">
                          <a:solidFill>
                            <a:schemeClr val="dk1"/>
                          </a:solidFill>
                          <a:latin typeface="Meiryo UI" panose="020B0604030504040204" pitchFamily="50" charset="-128"/>
                          <a:ea typeface="Meiryo UI" panose="020B0604030504040204" pitchFamily="50" charset="-128"/>
                          <a:cs typeface="Arial" panose="020B0604020202020204" pitchFamily="34" charset="0"/>
                        </a:rPr>
                        <a:t> ソフトウェアレポート</a:t>
                      </a:r>
                      <a:endParaRPr kumimoji="1" lang="en-US" altLang="ja-JP" sz="1400" kern="1200">
                        <a:solidFill>
                          <a:schemeClr val="dk1"/>
                        </a:solidFill>
                        <a:latin typeface="Meiryo UI" panose="020B0604030504040204" pitchFamily="50" charset="-128"/>
                        <a:ea typeface="Meiryo UI" panose="020B0604030504040204" pitchFamily="50" charset="-128"/>
                        <a:cs typeface="Arial" panose="020B0604020202020204" pitchFamily="34" charset="0"/>
                      </a:endParaRPr>
                    </a:p>
                  </a:txBody>
                  <a:tcPr marL="9525" marR="9525" marT="9525"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r>
                        <a:rPr lang="en-US" altLang="ja-JP" sz="1400">
                          <a:latin typeface="Meiryo UI" panose="020B0604030504040204" pitchFamily="50" charset="-128"/>
                          <a:ea typeface="Meiryo UI" panose="020B0604030504040204" pitchFamily="50" charset="-128"/>
                        </a:rPr>
                        <a:t>PVER release timing</a:t>
                      </a:r>
                    </a:p>
                    <a:p>
                      <a:r>
                        <a:rPr lang="en-US" altLang="ja-JP" sz="1400">
                          <a:latin typeface="Meiryo UI" panose="020B0604030504040204" pitchFamily="50" charset="-128"/>
                          <a:ea typeface="Meiryo UI" panose="020B0604030504040204" pitchFamily="50" charset="-128"/>
                        </a:rPr>
                        <a:t>PVER</a:t>
                      </a:r>
                      <a:r>
                        <a:rPr lang="ja-JP" altLang="en-US" sz="1400">
                          <a:latin typeface="Meiryo UI" panose="020B0604030504040204" pitchFamily="50" charset="-128"/>
                          <a:ea typeface="Meiryo UI" panose="020B0604030504040204" pitchFamily="50" charset="-128"/>
                        </a:rPr>
                        <a:t>発行時期</a:t>
                      </a:r>
                    </a:p>
                  </a:txBody>
                  <a:tcP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348646132"/>
                  </a:ext>
                </a:extLst>
              </a:tr>
              <a:tr h="260748">
                <a:tc>
                  <a:txBody>
                    <a:bodyPr/>
                    <a:lstStyle/>
                    <a:p>
                      <a:pPr marL="0" indent="0" algn="l">
                        <a:buNone/>
                      </a:pPr>
                      <a:r>
                        <a:rPr kumimoji="1" lang="en-US" altLang="ja-JP" sz="1400" kern="1200">
                          <a:solidFill>
                            <a:schemeClr val="dk1"/>
                          </a:solidFill>
                          <a:latin typeface="Meiryo UI" panose="020B0604030504040204" pitchFamily="50" charset="-128"/>
                          <a:ea typeface="Meiryo UI" panose="020B0604030504040204" pitchFamily="50" charset="-128"/>
                          <a:cs typeface="Arial" panose="020B0604020202020204" pitchFamily="34" charset="0"/>
                        </a:rPr>
                        <a:t> Hex schedule</a:t>
                      </a:r>
                    </a:p>
                    <a:p>
                      <a:pPr marL="0" indent="0" algn="l">
                        <a:buNone/>
                      </a:pPr>
                      <a:r>
                        <a:rPr kumimoji="1" lang="en-US" altLang="ja-JP" sz="1400" kern="1200">
                          <a:solidFill>
                            <a:schemeClr val="dk1"/>
                          </a:solidFill>
                          <a:latin typeface="Meiryo UI" panose="020B0604030504040204" pitchFamily="50" charset="-128"/>
                          <a:ea typeface="Meiryo UI" panose="020B0604030504040204" pitchFamily="50" charset="-128"/>
                          <a:cs typeface="Arial" panose="020B0604020202020204" pitchFamily="34" charset="0"/>
                        </a:rPr>
                        <a:t> HEX</a:t>
                      </a:r>
                      <a:r>
                        <a:rPr kumimoji="1" lang="ja-JP" altLang="en-US" sz="1400" kern="1200">
                          <a:solidFill>
                            <a:schemeClr val="dk1"/>
                          </a:solidFill>
                          <a:latin typeface="Meiryo UI" panose="020B0604030504040204" pitchFamily="50" charset="-128"/>
                          <a:ea typeface="Meiryo UI" panose="020B0604030504040204" pitchFamily="50" charset="-128"/>
                          <a:cs typeface="Arial" panose="020B0604020202020204" pitchFamily="34" charset="0"/>
                        </a:rPr>
                        <a:t>スケジュール</a:t>
                      </a:r>
                      <a:endParaRPr kumimoji="1" lang="en-US" altLang="ja-JP" sz="1400" kern="1200">
                        <a:solidFill>
                          <a:schemeClr val="dk1"/>
                        </a:solidFill>
                        <a:latin typeface="Meiryo UI" panose="020B0604030504040204" pitchFamily="50" charset="-128"/>
                        <a:ea typeface="Meiryo UI" panose="020B0604030504040204" pitchFamily="50" charset="-128"/>
                        <a:cs typeface="Arial" panose="020B0604020202020204" pitchFamily="34" charset="0"/>
                      </a:endParaRPr>
                    </a:p>
                  </a:txBody>
                  <a:tcPr marL="9525" marR="9525" marT="9525"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r>
                        <a:rPr lang="en-US" altLang="ja-JP" sz="1400">
                          <a:latin typeface="Meiryo UI" panose="020B0604030504040204" pitchFamily="50" charset="-128"/>
                          <a:ea typeface="Meiryo UI" panose="020B0604030504040204" pitchFamily="50" charset="-128"/>
                        </a:rPr>
                        <a:t>Can be</a:t>
                      </a:r>
                      <a:r>
                        <a:rPr lang="en-US" altLang="ja-JP" sz="1400" baseline="0">
                          <a:latin typeface="Meiryo UI" panose="020B0604030504040204" pitchFamily="50" charset="-128"/>
                          <a:ea typeface="Meiryo UI" panose="020B0604030504040204" pitchFamily="50" charset="-128"/>
                        </a:rPr>
                        <a:t> discussed in the project meeting</a:t>
                      </a:r>
                    </a:p>
                    <a:p>
                      <a:r>
                        <a:rPr lang="ja-JP" altLang="en-US" sz="1400" baseline="0">
                          <a:latin typeface="Meiryo UI" panose="020B0604030504040204" pitchFamily="50" charset="-128"/>
                          <a:ea typeface="Meiryo UI" panose="020B0604030504040204" pitchFamily="50" charset="-128"/>
                        </a:rPr>
                        <a:t>プロジェクト</a:t>
                      </a:r>
                      <a:r>
                        <a:rPr lang="en-US" altLang="ja-JP" sz="1400" baseline="0">
                          <a:latin typeface="Meiryo UI" panose="020B0604030504040204" pitchFamily="50" charset="-128"/>
                          <a:ea typeface="Meiryo UI" panose="020B0604030504040204" pitchFamily="50" charset="-128"/>
                        </a:rPr>
                        <a:t>MTG</a:t>
                      </a:r>
                      <a:r>
                        <a:rPr lang="ja-JP" altLang="en-US" sz="1400" baseline="0">
                          <a:latin typeface="Meiryo UI" panose="020B0604030504040204" pitchFamily="50" charset="-128"/>
                          <a:ea typeface="Meiryo UI" panose="020B0604030504040204" pitchFamily="50" charset="-128"/>
                        </a:rPr>
                        <a:t>にて協議</a:t>
                      </a:r>
                      <a:endParaRPr lang="ja-JP" altLang="en-US" sz="1400">
                        <a:latin typeface="Meiryo UI" panose="020B0604030504040204" pitchFamily="50" charset="-128"/>
                        <a:ea typeface="Meiryo UI" panose="020B0604030504040204" pitchFamily="50" charset="-128"/>
                      </a:endParaRPr>
                    </a:p>
                  </a:txBody>
                  <a:tcP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790159225"/>
                  </a:ext>
                </a:extLst>
              </a:tr>
              <a:tr h="260748">
                <a:tc>
                  <a:txBody>
                    <a:bodyPr/>
                    <a:lstStyle/>
                    <a:p>
                      <a:pPr marL="0" indent="0" algn="l">
                        <a:buNone/>
                      </a:pPr>
                      <a:r>
                        <a:rPr kumimoji="1" lang="en-US" altLang="ja-JP" sz="1400" kern="1200">
                          <a:solidFill>
                            <a:schemeClr val="dk1"/>
                          </a:solidFill>
                          <a:latin typeface="Meiryo UI" panose="020B0604030504040204" pitchFamily="50" charset="-128"/>
                          <a:ea typeface="Meiryo UI" panose="020B0604030504040204" pitchFamily="50" charset="-128"/>
                          <a:cs typeface="Arial" panose="020B0604020202020204" pitchFamily="34" charset="0"/>
                        </a:rPr>
                        <a:t> Hex file(s)</a:t>
                      </a:r>
                    </a:p>
                    <a:p>
                      <a:pPr marL="0" indent="0" algn="l">
                        <a:buNone/>
                      </a:pPr>
                      <a:r>
                        <a:rPr kumimoji="1" lang="en-US" altLang="ja-JP" sz="1400" kern="1200">
                          <a:solidFill>
                            <a:schemeClr val="dk1"/>
                          </a:solidFill>
                          <a:latin typeface="Meiryo UI" panose="020B0604030504040204" pitchFamily="50" charset="-128"/>
                          <a:ea typeface="Meiryo UI" panose="020B0604030504040204" pitchFamily="50" charset="-128"/>
                          <a:cs typeface="Arial" panose="020B0604020202020204" pitchFamily="34" charset="0"/>
                        </a:rPr>
                        <a:t> HEX</a:t>
                      </a:r>
                      <a:r>
                        <a:rPr kumimoji="1" lang="ja-JP" altLang="en-US" sz="1400" kern="1200">
                          <a:solidFill>
                            <a:schemeClr val="dk1"/>
                          </a:solidFill>
                          <a:latin typeface="Meiryo UI" panose="020B0604030504040204" pitchFamily="50" charset="-128"/>
                          <a:ea typeface="Meiryo UI" panose="020B0604030504040204" pitchFamily="50" charset="-128"/>
                          <a:cs typeface="Arial" panose="020B0604020202020204" pitchFamily="34" charset="0"/>
                        </a:rPr>
                        <a:t>ファイル</a:t>
                      </a:r>
                      <a:endParaRPr kumimoji="1" lang="en-US" altLang="ja-JP" sz="1400" kern="1200">
                        <a:solidFill>
                          <a:schemeClr val="dk1"/>
                        </a:solidFill>
                        <a:latin typeface="Meiryo UI" panose="020B0604030504040204" pitchFamily="50" charset="-128"/>
                        <a:ea typeface="Meiryo UI" panose="020B0604030504040204" pitchFamily="50" charset="-128"/>
                        <a:cs typeface="Arial" panose="020B0604020202020204" pitchFamily="34" charset="0"/>
                      </a:endParaRPr>
                    </a:p>
                  </a:txBody>
                  <a:tcPr marL="9525" marR="9525" marT="9525"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r>
                        <a:rPr lang="en-US" altLang="ja-JP" sz="1400">
                          <a:latin typeface="Meiryo UI" panose="020B0604030504040204" pitchFamily="50" charset="-128"/>
                          <a:ea typeface="Meiryo UI" panose="020B0604030504040204" pitchFamily="50" charset="-128"/>
                        </a:rPr>
                        <a:t>Defined in project schedule</a:t>
                      </a:r>
                    </a:p>
                    <a:p>
                      <a:r>
                        <a:rPr lang="ja-JP" altLang="en-US" sz="1400">
                          <a:latin typeface="Meiryo UI" panose="020B0604030504040204" pitchFamily="50" charset="-128"/>
                          <a:ea typeface="Meiryo UI" panose="020B0604030504040204" pitchFamily="50" charset="-128"/>
                        </a:rPr>
                        <a:t>プロジェクト日程による</a:t>
                      </a:r>
                    </a:p>
                  </a:txBody>
                  <a:tcP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358678974"/>
                  </a:ext>
                </a:extLst>
              </a:tr>
              <a:tr h="260748">
                <a:tc>
                  <a:txBody>
                    <a:bodyPr/>
                    <a:lstStyle/>
                    <a:p>
                      <a:pPr marL="0" indent="0" algn="l">
                        <a:buNone/>
                      </a:pPr>
                      <a:r>
                        <a:rPr kumimoji="1" lang="en-US" altLang="ja-JP" sz="1400" kern="1200">
                          <a:solidFill>
                            <a:schemeClr val="dk1"/>
                          </a:solidFill>
                          <a:latin typeface="Meiryo UI" panose="020B0604030504040204" pitchFamily="50" charset="-128"/>
                          <a:ea typeface="Meiryo UI" panose="020B0604030504040204" pitchFamily="50" charset="-128"/>
                          <a:cs typeface="Arial" panose="020B0604020202020204" pitchFamily="34" charset="0"/>
                        </a:rPr>
                        <a:t> Test trip report(s)</a:t>
                      </a:r>
                    </a:p>
                    <a:p>
                      <a:pPr marL="0" indent="0" algn="l">
                        <a:buNone/>
                      </a:pPr>
                      <a:r>
                        <a:rPr kumimoji="1" lang="ja-JP" altLang="en-US" sz="1400" kern="1200">
                          <a:solidFill>
                            <a:schemeClr val="dk1"/>
                          </a:solidFill>
                          <a:latin typeface="Meiryo UI" panose="020B0604030504040204" pitchFamily="50" charset="-128"/>
                          <a:ea typeface="Meiryo UI" panose="020B0604030504040204" pitchFamily="50" charset="-128"/>
                          <a:cs typeface="Arial" panose="020B0604020202020204" pitchFamily="34" charset="0"/>
                        </a:rPr>
                        <a:t> 外部テストレポート</a:t>
                      </a:r>
                      <a:endParaRPr kumimoji="1" lang="en-US" altLang="ja-JP" sz="1400" kern="1200">
                        <a:solidFill>
                          <a:schemeClr val="dk1"/>
                        </a:solidFill>
                        <a:latin typeface="Meiryo UI" panose="020B0604030504040204" pitchFamily="50" charset="-128"/>
                        <a:ea typeface="Meiryo UI" panose="020B0604030504040204" pitchFamily="50" charset="-128"/>
                        <a:cs typeface="Arial" panose="020B0604020202020204" pitchFamily="34" charset="0"/>
                      </a:endParaRPr>
                    </a:p>
                  </a:txBody>
                  <a:tcPr marL="9525" marR="9525" marT="9525"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r>
                        <a:rPr lang="en-US" altLang="ja-JP" sz="1400">
                          <a:latin typeface="Meiryo UI" panose="020B0604030504040204" pitchFamily="50" charset="-128"/>
                          <a:ea typeface="Meiryo UI" panose="020B0604030504040204" pitchFamily="50" charset="-128"/>
                        </a:rPr>
                        <a:t>Before/after each test trip(s)</a:t>
                      </a:r>
                    </a:p>
                    <a:p>
                      <a:r>
                        <a:rPr lang="ja-JP" altLang="en-US" sz="1400">
                          <a:latin typeface="Meiryo UI" panose="020B0604030504040204" pitchFamily="50" charset="-128"/>
                          <a:ea typeface="Meiryo UI" panose="020B0604030504040204" pitchFamily="50" charset="-128"/>
                        </a:rPr>
                        <a:t>各テストでの前後</a:t>
                      </a:r>
                    </a:p>
                  </a:txBody>
                  <a:tcP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205061972"/>
                  </a:ext>
                </a:extLst>
              </a:tr>
              <a:tr h="260748">
                <a:tc>
                  <a:txBody>
                    <a:bodyPr/>
                    <a:lstStyle/>
                    <a:p>
                      <a:pPr marL="0" indent="0" algn="l">
                        <a:buNone/>
                      </a:pPr>
                      <a:r>
                        <a:rPr kumimoji="1" lang="en-US" altLang="ja-JP" sz="1400" kern="1200">
                          <a:solidFill>
                            <a:schemeClr val="dk1"/>
                          </a:solidFill>
                          <a:latin typeface="Meiryo UI" panose="020B0604030504040204" pitchFamily="50" charset="-128"/>
                          <a:ea typeface="Meiryo UI" panose="020B0604030504040204" pitchFamily="50" charset="-128"/>
                          <a:cs typeface="Arial" panose="020B0604020202020204" pitchFamily="34" charset="0"/>
                        </a:rPr>
                        <a:t> Failure list (SW/Cal combined) </a:t>
                      </a:r>
                    </a:p>
                    <a:p>
                      <a:pPr marL="0" indent="0" algn="l">
                        <a:buNone/>
                      </a:pPr>
                      <a:r>
                        <a:rPr kumimoji="1" lang="ja-JP" altLang="en-US" sz="1400" kern="1200">
                          <a:solidFill>
                            <a:schemeClr val="dk1"/>
                          </a:solidFill>
                          <a:latin typeface="Meiryo UI" panose="020B0604030504040204" pitchFamily="50" charset="-128"/>
                          <a:ea typeface="Meiryo UI" panose="020B0604030504040204" pitchFamily="50" charset="-128"/>
                          <a:cs typeface="Arial" panose="020B0604020202020204" pitchFamily="34" charset="0"/>
                        </a:rPr>
                        <a:t> 不具合一覧表</a:t>
                      </a:r>
                      <a:r>
                        <a:rPr kumimoji="1" lang="en-US" altLang="ja-JP" sz="1400" kern="1200">
                          <a:solidFill>
                            <a:schemeClr val="dk1"/>
                          </a:solidFill>
                          <a:latin typeface="Meiryo UI" panose="020B0604030504040204" pitchFamily="50" charset="-128"/>
                          <a:ea typeface="Meiryo UI" panose="020B0604030504040204" pitchFamily="50" charset="-128"/>
                          <a:cs typeface="Arial" panose="020B0604020202020204" pitchFamily="34" charset="0"/>
                        </a:rPr>
                        <a:t>(</a:t>
                      </a:r>
                      <a:r>
                        <a:rPr kumimoji="1" lang="ja-JP" altLang="en-US" sz="1400" kern="1200">
                          <a:solidFill>
                            <a:schemeClr val="dk1"/>
                          </a:solidFill>
                          <a:latin typeface="Meiryo UI" panose="020B0604030504040204" pitchFamily="50" charset="-128"/>
                          <a:ea typeface="Meiryo UI" panose="020B0604030504040204" pitchFamily="50" charset="-128"/>
                          <a:cs typeface="Arial" panose="020B0604020202020204" pitchFamily="34" charset="0"/>
                        </a:rPr>
                        <a:t>ソフト</a:t>
                      </a:r>
                      <a:r>
                        <a:rPr kumimoji="1" lang="en-US" altLang="ja-JP" sz="1400" kern="1200">
                          <a:solidFill>
                            <a:schemeClr val="dk1"/>
                          </a:solidFill>
                          <a:latin typeface="Meiryo UI" panose="020B0604030504040204" pitchFamily="50" charset="-128"/>
                          <a:ea typeface="Meiryo UI" panose="020B0604030504040204" pitchFamily="50" charset="-128"/>
                          <a:cs typeface="Arial" panose="020B0604020202020204" pitchFamily="34" charset="0"/>
                        </a:rPr>
                        <a:t>/</a:t>
                      </a:r>
                      <a:r>
                        <a:rPr kumimoji="1" lang="ja-JP" altLang="en-US" sz="1400" kern="1200">
                          <a:solidFill>
                            <a:schemeClr val="dk1"/>
                          </a:solidFill>
                          <a:latin typeface="Meiryo UI" panose="020B0604030504040204" pitchFamily="50" charset="-128"/>
                          <a:ea typeface="Meiryo UI" panose="020B0604030504040204" pitchFamily="50" charset="-128"/>
                          <a:cs typeface="Arial" panose="020B0604020202020204" pitchFamily="34" charset="0"/>
                        </a:rPr>
                        <a:t>適合両立</a:t>
                      </a:r>
                      <a:r>
                        <a:rPr kumimoji="1" lang="en-US" altLang="ja-JP" sz="1400" kern="1200">
                          <a:solidFill>
                            <a:schemeClr val="dk1"/>
                          </a:solidFill>
                          <a:latin typeface="Meiryo UI" panose="020B0604030504040204" pitchFamily="50" charset="-128"/>
                          <a:ea typeface="Meiryo UI" panose="020B0604030504040204" pitchFamily="50" charset="-128"/>
                          <a:cs typeface="Arial" panose="020B0604020202020204" pitchFamily="34" charset="0"/>
                        </a:rPr>
                        <a:t>) </a:t>
                      </a:r>
                    </a:p>
                  </a:txBody>
                  <a:tcPr marL="9525" marR="9525" marT="9525"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r>
                        <a:rPr lang="en-US" altLang="ja-JP" sz="1400">
                          <a:latin typeface="Meiryo UI" panose="020B0604030504040204" pitchFamily="50" charset="-128"/>
                          <a:ea typeface="Meiryo UI" panose="020B0604030504040204" pitchFamily="50" charset="-128"/>
                        </a:rPr>
                        <a:t>once</a:t>
                      </a:r>
                      <a:r>
                        <a:rPr lang="en-US" altLang="ja-JP" sz="1400" baseline="0">
                          <a:latin typeface="Meiryo UI" panose="020B0604030504040204" pitchFamily="50" charset="-128"/>
                          <a:ea typeface="Meiryo UI" panose="020B0604030504040204" pitchFamily="50" charset="-128"/>
                        </a:rPr>
                        <a:t> a month (at least)</a:t>
                      </a:r>
                    </a:p>
                    <a:p>
                      <a:r>
                        <a:rPr lang="ja-JP" altLang="en-US" sz="1400" baseline="0">
                          <a:latin typeface="Meiryo UI" panose="020B0604030504040204" pitchFamily="50" charset="-128"/>
                          <a:ea typeface="Meiryo UI" panose="020B0604030504040204" pitchFamily="50" charset="-128"/>
                        </a:rPr>
                        <a:t>月ごと（最低限）</a:t>
                      </a:r>
                      <a:endParaRPr lang="ja-JP" altLang="en-US" sz="1400">
                        <a:latin typeface="Meiryo UI" panose="020B0604030504040204" pitchFamily="50" charset="-128"/>
                        <a:ea typeface="Meiryo UI" panose="020B0604030504040204" pitchFamily="50" charset="-128"/>
                      </a:endParaRPr>
                    </a:p>
                  </a:txBody>
                  <a:tcP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276394054"/>
                  </a:ext>
                </a:extLst>
              </a:tr>
            </a:tbl>
          </a:graphicData>
        </a:graphic>
      </p:graphicFrame>
      <p:sp>
        <p:nvSpPr>
          <p:cNvPr id="8" name="Text Box 2"/>
          <p:cNvSpPr txBox="1">
            <a:spLocks noChangeArrowheads="1"/>
          </p:cNvSpPr>
          <p:nvPr/>
        </p:nvSpPr>
        <p:spPr bwMode="auto">
          <a:xfrm>
            <a:off x="250829" y="96703"/>
            <a:ext cx="88931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1800" dirty="0">
                <a:solidFill>
                  <a:srgbClr val="FFFFFF"/>
                </a:solidFill>
                <a:latin typeface="Meiryo UI" panose="020B0604030504040204" pitchFamily="50" charset="-128"/>
                <a:ea typeface="Meiryo UI" panose="020B0604030504040204" pitchFamily="50" charset="-128"/>
                <a:cs typeface="Arial" pitchFamily="34" charset="0"/>
              </a:rPr>
              <a:t>17. EMS Report Maturity and Quality Verification (5/31)</a:t>
            </a:r>
            <a:endParaRPr lang="en-US" altLang="ja-JP" sz="1050" dirty="0">
              <a:solidFill>
                <a:srgbClr val="FFFFFF"/>
              </a:solidFill>
              <a:latin typeface="HGPｺﾞｼｯｸE" pitchFamily="50" charset="-128"/>
              <a:ea typeface="HGPｺﾞｼｯｸE" pitchFamily="50" charset="-128"/>
              <a:cs typeface="Arial" pitchFamily="34" charset="0"/>
            </a:endParaRPr>
          </a:p>
        </p:txBody>
      </p:sp>
    </p:spTree>
    <p:extLst>
      <p:ext uri="{BB962C8B-B14F-4D97-AF65-F5344CB8AC3E}">
        <p14:creationId xmlns:p14="http://schemas.microsoft.com/office/powerpoint/2010/main" val="4119279477"/>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Box 2"/>
          <p:cNvSpPr txBox="1">
            <a:spLocks noChangeArrowheads="1"/>
          </p:cNvSpPr>
          <p:nvPr/>
        </p:nvSpPr>
        <p:spPr bwMode="auto">
          <a:xfrm>
            <a:off x="93650" y="483367"/>
            <a:ext cx="5301644" cy="408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l" eaLnBrk="1" hangingPunct="1">
              <a:lnSpc>
                <a:spcPct val="130000"/>
              </a:lnSpc>
            </a:pPr>
            <a:r>
              <a:rPr lang="en-US" altLang="ja-JP" sz="1800" b="1" u="sng">
                <a:solidFill>
                  <a:srgbClr val="000000"/>
                </a:solidFill>
                <a:latin typeface="Meiryo UI" panose="020B0604030504040204" pitchFamily="50" charset="-128"/>
                <a:ea typeface="Meiryo UI" panose="020B0604030504040204" pitchFamily="50" charset="-128"/>
                <a:cs typeface="Arial" pitchFamily="34" charset="0"/>
              </a:rPr>
              <a:t>Final Calibration Verification</a:t>
            </a:r>
            <a:r>
              <a:rPr lang="ja-JP" altLang="en-US" sz="1800" b="1" u="sng">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800" b="1" u="sng">
                <a:solidFill>
                  <a:srgbClr val="000000"/>
                </a:solidFill>
                <a:latin typeface="Meiryo UI" panose="020B0604030504040204" pitchFamily="50" charset="-128"/>
                <a:ea typeface="Meiryo UI" panose="020B0604030504040204" pitchFamily="50" charset="-128"/>
                <a:cs typeface="Arial" pitchFamily="34" charset="0"/>
              </a:rPr>
              <a:t>and</a:t>
            </a:r>
            <a:r>
              <a:rPr lang="ja-JP" altLang="en-US" sz="1800" b="1" u="sng">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800" b="1" u="sng">
                <a:solidFill>
                  <a:srgbClr val="000000"/>
                </a:solidFill>
                <a:latin typeface="Meiryo UI" panose="020B0604030504040204" pitchFamily="50" charset="-128"/>
                <a:ea typeface="Meiryo UI" panose="020B0604030504040204" pitchFamily="50" charset="-128"/>
                <a:cs typeface="Arial" pitchFamily="34" charset="0"/>
              </a:rPr>
              <a:t>Approval</a:t>
            </a:r>
            <a:endParaRPr lang="ja-JP" altLang="en-US" sz="1800" b="1" u="sng">
              <a:solidFill>
                <a:srgbClr val="000000"/>
              </a:solidFill>
              <a:latin typeface="Meiryo UI" panose="020B0604030504040204" pitchFamily="50" charset="-128"/>
              <a:ea typeface="Meiryo UI" panose="020B0604030504040204" pitchFamily="50" charset="-128"/>
              <a:cs typeface="Arial" pitchFamily="34" charset="0"/>
            </a:endParaRPr>
          </a:p>
        </p:txBody>
      </p:sp>
      <p:sp>
        <p:nvSpPr>
          <p:cNvPr id="13" name="Text Box 2"/>
          <p:cNvSpPr txBox="1">
            <a:spLocks noChangeArrowheads="1"/>
          </p:cNvSpPr>
          <p:nvPr/>
        </p:nvSpPr>
        <p:spPr bwMode="auto">
          <a:xfrm>
            <a:off x="93650" y="856482"/>
            <a:ext cx="9050350" cy="5309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623888" indent="-623888" algn="l" eaLnBrk="1" hangingPunct="1">
              <a:spcBef>
                <a:spcPts val="300"/>
              </a:spcBef>
            </a:pPr>
            <a:r>
              <a:rPr lang="en-US" altLang="ja-JP" sz="1400" dirty="0">
                <a:latin typeface="Meiryo UI" panose="020B0604030504040204" pitchFamily="50" charset="-128"/>
                <a:ea typeface="Meiryo UI" panose="020B0604030504040204" pitchFamily="50" charset="-128"/>
                <a:cs typeface="Arial" pitchFamily="34" charset="0"/>
              </a:rPr>
              <a:t>Method 	: Face</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to</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face</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Joint Evaluation, called “expert meeting.”</a:t>
            </a:r>
          </a:p>
          <a:p>
            <a:pPr marL="623888" indent="-623888" algn="l" eaLnBrk="1" hangingPunct="1">
              <a:spcBef>
                <a:spcPts val="300"/>
              </a:spcBef>
            </a:pPr>
            <a:endParaRPr lang="en-US" altLang="ja-JP" sz="1400" dirty="0">
              <a:latin typeface="Meiryo UI" panose="020B0604030504040204" pitchFamily="50" charset="-128"/>
              <a:ea typeface="Meiryo UI" panose="020B0604030504040204" pitchFamily="50" charset="-128"/>
              <a:cs typeface="Arial" pitchFamily="34" charset="0"/>
            </a:endParaRPr>
          </a:p>
          <a:p>
            <a:pPr marL="623888" indent="-623888" algn="l" eaLnBrk="1" hangingPunct="1">
              <a:spcBef>
                <a:spcPts val="300"/>
              </a:spcBef>
            </a:pPr>
            <a:r>
              <a:rPr lang="en-US" altLang="ja-JP" sz="1400" dirty="0">
                <a:latin typeface="Meiryo UI" panose="020B0604030504040204" pitchFamily="50" charset="-128"/>
                <a:ea typeface="Meiryo UI" panose="020B0604030504040204" pitchFamily="50" charset="-128"/>
                <a:cs typeface="Arial" pitchFamily="34" charset="0"/>
              </a:rPr>
              <a:t>Timing		: When</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release</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ECU</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data</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set</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for</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Cert-Lot</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(See</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to</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development</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schedule)</a:t>
            </a:r>
            <a:br>
              <a:rPr lang="en-US" altLang="ja-JP" sz="1400" dirty="0">
                <a:latin typeface="Meiryo UI" panose="020B0604030504040204" pitchFamily="50" charset="-128"/>
                <a:ea typeface="Meiryo UI" panose="020B0604030504040204" pitchFamily="50" charset="-128"/>
                <a:cs typeface="Arial" pitchFamily="34" charset="0"/>
              </a:rPr>
            </a:br>
            <a:r>
              <a:rPr lang="en-US" altLang="ja-JP" sz="1400" dirty="0">
                <a:latin typeface="Meiryo UI" panose="020B0604030504040204" pitchFamily="50" charset="-128"/>
                <a:ea typeface="Meiryo UI" panose="020B0604030504040204" pitchFamily="50" charset="-128"/>
                <a:cs typeface="Arial" pitchFamily="34" charset="0"/>
              </a:rPr>
              <a:t>	  When release ECU data set for mass production</a:t>
            </a:r>
            <a:r>
              <a:rPr lang="ja-JP" altLang="en-US" sz="1400" dirty="0">
                <a:latin typeface="Meiryo UI" panose="020B0604030504040204" pitchFamily="50" charset="-128"/>
                <a:ea typeface="Meiryo UI" panose="020B0604030504040204" pitchFamily="50" charset="-128"/>
                <a:cs typeface="Arial" pitchFamily="34" charset="0"/>
              </a:rPr>
              <a:t> 　</a:t>
            </a:r>
            <a:endParaRPr lang="en-US" altLang="ja-JP" sz="1400" dirty="0">
              <a:latin typeface="Meiryo UI" panose="020B0604030504040204" pitchFamily="50" charset="-128"/>
              <a:ea typeface="Meiryo UI" panose="020B0604030504040204" pitchFamily="50" charset="-128"/>
              <a:cs typeface="Arial" pitchFamily="34" charset="0"/>
            </a:endParaRPr>
          </a:p>
          <a:p>
            <a:pPr marL="623888" indent="-623888" algn="l" eaLnBrk="1" hangingPunct="1">
              <a:spcBef>
                <a:spcPts val="300"/>
              </a:spcBef>
            </a:pPr>
            <a:r>
              <a:rPr lang="en-US" altLang="ja-JP" sz="1400" dirty="0">
                <a:latin typeface="Meiryo UI" panose="020B0604030504040204" pitchFamily="50" charset="-128"/>
                <a:ea typeface="Meiryo UI" panose="020B0604030504040204" pitchFamily="50" charset="-128"/>
                <a:cs typeface="Arial" pitchFamily="34" charset="0"/>
              </a:rPr>
              <a:t>		</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(additional joint evaluation</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will</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be</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held</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as</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needed) </a:t>
            </a:r>
          </a:p>
          <a:p>
            <a:pPr marL="623888" indent="-623888" algn="l" eaLnBrk="1" hangingPunct="1">
              <a:spcBef>
                <a:spcPts val="300"/>
              </a:spcBef>
            </a:pPr>
            <a:endParaRPr lang="en-US" altLang="ja-JP" sz="1400" dirty="0">
              <a:latin typeface="Meiryo UI" panose="020B0604030504040204" pitchFamily="50" charset="-128"/>
              <a:ea typeface="Meiryo UI" panose="020B0604030504040204" pitchFamily="50" charset="-128"/>
              <a:cs typeface="Arial" pitchFamily="34" charset="0"/>
            </a:endParaRPr>
          </a:p>
          <a:p>
            <a:pPr marL="623888" indent="-623888" algn="l" eaLnBrk="1" hangingPunct="1">
              <a:spcBef>
                <a:spcPts val="300"/>
              </a:spcBef>
            </a:pPr>
            <a:r>
              <a:rPr lang="en-US" altLang="ja-JP" sz="1400" dirty="0">
                <a:latin typeface="Meiryo UI" panose="020B0604030504040204" pitchFamily="50" charset="-128"/>
                <a:ea typeface="Meiryo UI" panose="020B0604030504040204" pitchFamily="50" charset="-128"/>
                <a:cs typeface="Arial" pitchFamily="34" charset="0"/>
              </a:rPr>
              <a:t>Evaluation item</a:t>
            </a:r>
          </a:p>
          <a:p>
            <a:pPr marL="623888" indent="-623888" algn="l" eaLnBrk="1" hangingPunct="1">
              <a:spcBef>
                <a:spcPts val="300"/>
              </a:spcBef>
            </a:pPr>
            <a:r>
              <a:rPr lang="en-US" altLang="ja-JP" sz="1400" dirty="0">
                <a:latin typeface="Meiryo UI" panose="020B0604030504040204" pitchFamily="50" charset="-128"/>
                <a:ea typeface="Meiryo UI" panose="020B0604030504040204" pitchFamily="50" charset="-128"/>
                <a:cs typeface="Arial" pitchFamily="34" charset="0"/>
              </a:rPr>
              <a:t>           	: Following items need to be explained regarding each</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calibration work package</a:t>
            </a:r>
            <a:br>
              <a:rPr lang="en-US" altLang="ja-JP" sz="1400" dirty="0">
                <a:latin typeface="Meiryo UI" panose="020B0604030504040204" pitchFamily="50" charset="-128"/>
                <a:ea typeface="Meiryo UI" panose="020B0604030504040204" pitchFamily="50" charset="-128"/>
                <a:cs typeface="Arial" pitchFamily="34" charset="0"/>
              </a:rPr>
            </a:br>
            <a:r>
              <a:rPr lang="en-US" altLang="ja-JP" sz="1400" dirty="0">
                <a:latin typeface="Meiryo UI" panose="020B0604030504040204" pitchFamily="50" charset="-128"/>
                <a:ea typeface="Meiryo UI" panose="020B0604030504040204" pitchFamily="50" charset="-128"/>
                <a:cs typeface="Arial" pitchFamily="34" charset="0"/>
              </a:rPr>
              <a:t>	 - Results of Calibration details related to</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dirty="0">
                <a:latin typeface="Meiryo UI" panose="020B0604030504040204" pitchFamily="50" charset="-128"/>
                <a:ea typeface="Meiryo UI" panose="020B0604030504040204" pitchFamily="50" charset="-128"/>
                <a:cs typeface="Arial" pitchFamily="34" charset="0"/>
              </a:rPr>
              <a:t> knowhow/proprietary knowledge;</a:t>
            </a:r>
          </a:p>
          <a:p>
            <a:pPr marL="623888" indent="-623888" algn="l" eaLnBrk="1" hangingPunct="1">
              <a:spcBef>
                <a:spcPts val="300"/>
              </a:spcBef>
            </a:pPr>
            <a:r>
              <a:rPr lang="en-US" altLang="ja-JP" sz="1400" dirty="0">
                <a:latin typeface="Meiryo UI" panose="020B0604030504040204" pitchFamily="50" charset="-128"/>
                <a:ea typeface="Meiryo UI" panose="020B0604030504040204" pitchFamily="50" charset="-128"/>
                <a:cs typeface="Arial" pitchFamily="34" charset="0"/>
              </a:rPr>
              <a:t>                  </a:t>
            </a:r>
            <a:r>
              <a:rPr lang="ja-JP" altLang="en-US" sz="1400" dirty="0">
                <a:latin typeface="Meiryo UI" panose="020B0604030504040204" pitchFamily="50" charset="-128"/>
                <a:ea typeface="Meiryo UI" panose="020B0604030504040204" pitchFamily="50" charset="-128"/>
                <a:cs typeface="Arial" pitchFamily="34" charset="0"/>
              </a:rPr>
              <a:t>・</a:t>
            </a:r>
            <a:r>
              <a:rPr lang="en-US" altLang="ja-JP" sz="1400" dirty="0">
                <a:latin typeface="Meiryo UI" panose="020B0604030504040204" pitchFamily="50" charset="-128"/>
                <a:ea typeface="Meiryo UI" panose="020B0604030504040204" pitchFamily="50" charset="-128"/>
                <a:cs typeface="Arial" pitchFamily="34" charset="0"/>
              </a:rPr>
              <a:t>Items regarding</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dirty="0">
                <a:latin typeface="Meiryo UI" panose="020B0604030504040204" pitchFamily="50" charset="-128"/>
                <a:ea typeface="Meiryo UI" panose="020B0604030504040204" pitchFamily="50" charset="-128"/>
                <a:cs typeface="Arial" pitchFamily="34" charset="0"/>
              </a:rPr>
              <a:t> platform software functions</a:t>
            </a:r>
          </a:p>
          <a:p>
            <a:pPr marL="623888" indent="-623888" algn="l" eaLnBrk="1" hangingPunct="1">
              <a:spcBef>
                <a:spcPts val="300"/>
              </a:spcBef>
            </a:pPr>
            <a:r>
              <a:rPr lang="en-US" altLang="ja-JP" sz="1400" dirty="0">
                <a:latin typeface="Meiryo UI" panose="020B0604030504040204" pitchFamily="50" charset="-128"/>
                <a:ea typeface="Meiryo UI" panose="020B0604030504040204" pitchFamily="50" charset="-128"/>
                <a:cs typeface="Arial" pitchFamily="34" charset="0"/>
              </a:rPr>
              <a:t>                  </a:t>
            </a:r>
            <a:r>
              <a:rPr lang="ja-JP" altLang="en-US" sz="1400" dirty="0">
                <a:latin typeface="Meiryo UI" panose="020B0604030504040204" pitchFamily="50" charset="-128"/>
                <a:ea typeface="Meiryo UI" panose="020B0604030504040204" pitchFamily="50" charset="-128"/>
                <a:cs typeface="Arial" pitchFamily="34" charset="0"/>
              </a:rPr>
              <a:t>・</a:t>
            </a:r>
            <a:r>
              <a:rPr lang="en-US" altLang="ja-JP" sz="1400" dirty="0">
                <a:latin typeface="Meiryo UI" panose="020B0604030504040204" pitchFamily="50" charset="-128"/>
                <a:ea typeface="Meiryo UI" panose="020B0604030504040204" pitchFamily="50" charset="-128"/>
                <a:cs typeface="Arial" pitchFamily="34" charset="0"/>
              </a:rPr>
              <a:t>Items that cannot be disclosed due to</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 </a:t>
            </a:r>
            <a:r>
              <a:rPr lang="en-US" altLang="ja-JP" sz="1400" dirty="0">
                <a:latin typeface="Meiryo UI" panose="020B0604030504040204" pitchFamily="50" charset="-128"/>
                <a:ea typeface="Meiryo UI" panose="020B0604030504040204" pitchFamily="50" charset="-128"/>
                <a:cs typeface="Arial" pitchFamily="34" charset="0"/>
              </a:rPr>
              <a:t>knowhow/confidentiality (e.g. CVO)</a:t>
            </a:r>
          </a:p>
          <a:p>
            <a:pPr marL="623888" indent="-623888" algn="l" eaLnBrk="1" hangingPunct="1">
              <a:spcBef>
                <a:spcPts val="300"/>
              </a:spcBef>
            </a:pPr>
            <a:r>
              <a:rPr lang="en-US" altLang="ja-JP" sz="1400" dirty="0">
                <a:latin typeface="Meiryo UI" panose="020B0604030504040204" pitchFamily="50" charset="-128"/>
                <a:ea typeface="Meiryo UI" panose="020B0604030504040204" pitchFamily="50" charset="-128"/>
                <a:cs typeface="Arial" pitchFamily="34" charset="0"/>
              </a:rPr>
              <a:t>                  </a:t>
            </a:r>
            <a:r>
              <a:rPr lang="ja-JP" altLang="en-US" sz="1400" dirty="0">
                <a:latin typeface="Meiryo UI" panose="020B0604030504040204" pitchFamily="50" charset="-128"/>
                <a:ea typeface="Meiryo UI" panose="020B0604030504040204" pitchFamily="50" charset="-128"/>
                <a:cs typeface="Arial" pitchFamily="34" charset="0"/>
              </a:rPr>
              <a:t>・</a:t>
            </a:r>
            <a:r>
              <a:rPr lang="en-US" altLang="ja-JP" sz="1400" dirty="0">
                <a:latin typeface="Meiryo UI" panose="020B0604030504040204" pitchFamily="50" charset="-128"/>
                <a:ea typeface="Meiryo UI" panose="020B0604030504040204" pitchFamily="50" charset="-128"/>
                <a:cs typeface="Arial" pitchFamily="34" charset="0"/>
              </a:rPr>
              <a:t>Items related ECU hardware setting- purpose of each calibration work package</a:t>
            </a:r>
          </a:p>
          <a:p>
            <a:pPr marL="623888" indent="-623888" algn="l" eaLnBrk="1" hangingPunct="1">
              <a:spcBef>
                <a:spcPts val="300"/>
              </a:spcBef>
            </a:pPr>
            <a:r>
              <a:rPr lang="en-US" altLang="ja-JP" sz="1400" dirty="0">
                <a:latin typeface="Meiryo UI" panose="020B0604030504040204" pitchFamily="50" charset="-128"/>
                <a:ea typeface="Meiryo UI" panose="020B0604030504040204" pitchFamily="50" charset="-128"/>
                <a:cs typeface="Arial" pitchFamily="34" charset="0"/>
              </a:rPr>
              <a:t> 		- judgment criteria</a:t>
            </a:r>
          </a:p>
          <a:p>
            <a:pPr marL="623888" indent="-623888" algn="l" eaLnBrk="1" hangingPunct="1">
              <a:spcBef>
                <a:spcPts val="300"/>
              </a:spcBef>
            </a:pPr>
            <a:r>
              <a:rPr lang="en-US" altLang="ja-JP" sz="1400" dirty="0">
                <a:latin typeface="Meiryo UI" panose="020B0604030504040204" pitchFamily="50" charset="-128"/>
                <a:ea typeface="Meiryo UI" panose="020B0604030504040204" pitchFamily="50" charset="-128"/>
                <a:cs typeface="Arial" pitchFamily="34" charset="0"/>
              </a:rPr>
              <a:t>		- validation test result</a:t>
            </a:r>
            <a:r>
              <a:rPr lang="ja-JP" altLang="en-US" sz="1400" dirty="0">
                <a:latin typeface="Meiryo UI" panose="020B0604030504040204" pitchFamily="50" charset="-128"/>
                <a:ea typeface="Meiryo UI" panose="020B0604030504040204" pitchFamily="50" charset="-128"/>
                <a:cs typeface="Arial" pitchFamily="34" charset="0"/>
              </a:rPr>
              <a:t> </a:t>
            </a:r>
            <a:endParaRPr lang="en-US" altLang="ja-JP" sz="1400" dirty="0">
              <a:latin typeface="Meiryo UI" panose="020B0604030504040204" pitchFamily="50" charset="-128"/>
              <a:ea typeface="Meiryo UI" panose="020B0604030504040204" pitchFamily="50" charset="-128"/>
              <a:cs typeface="Arial" pitchFamily="34" charset="0"/>
            </a:endParaRPr>
          </a:p>
          <a:p>
            <a:pPr marL="623888" indent="-623888" algn="l" eaLnBrk="1" hangingPunct="1">
              <a:spcBef>
                <a:spcPts val="300"/>
              </a:spcBef>
            </a:pPr>
            <a:r>
              <a:rPr lang="en-US" altLang="ja-JP" sz="1400" dirty="0">
                <a:latin typeface="Meiryo UI" panose="020B0604030504040204" pitchFamily="50" charset="-128"/>
                <a:ea typeface="Meiryo UI" panose="020B0604030504040204" pitchFamily="50" charset="-128"/>
                <a:cs typeface="Arial" pitchFamily="34" charset="0"/>
              </a:rPr>
              <a:t>	         (essence graph contains test results and judgment criteria together is preferable) </a:t>
            </a:r>
          </a:p>
          <a:p>
            <a:pPr marL="623888" indent="-623888" algn="l" eaLnBrk="1" hangingPunct="1">
              <a:spcBef>
                <a:spcPts val="300"/>
              </a:spcBef>
            </a:pPr>
            <a:r>
              <a:rPr lang="en-US" altLang="ja-JP" sz="1400" dirty="0">
                <a:latin typeface="Meiryo UI" panose="020B0604030504040204" pitchFamily="50" charset="-128"/>
                <a:ea typeface="Meiryo UI" panose="020B0604030504040204" pitchFamily="50" charset="-128"/>
                <a:cs typeface="Arial" pitchFamily="34" charset="0"/>
              </a:rPr>
              <a:t>		-</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’s internal evaluation result</a:t>
            </a:r>
          </a:p>
          <a:p>
            <a:pPr marL="623888" indent="-623888" algn="l" eaLnBrk="1" hangingPunct="1">
              <a:spcBef>
                <a:spcPts val="300"/>
              </a:spcBef>
            </a:pPr>
            <a:endParaRPr lang="en-US" altLang="ja-JP" sz="1400" dirty="0">
              <a:latin typeface="Meiryo UI" panose="020B0604030504040204" pitchFamily="50" charset="-128"/>
              <a:ea typeface="Meiryo UI" panose="020B0604030504040204" pitchFamily="50" charset="-128"/>
              <a:cs typeface="Arial" pitchFamily="34" charset="0"/>
            </a:endParaRPr>
          </a:p>
          <a:p>
            <a:pPr marL="623888" indent="-623888" algn="l" eaLnBrk="1" hangingPunct="1">
              <a:spcBef>
                <a:spcPts val="300"/>
              </a:spcBef>
            </a:pPr>
            <a:r>
              <a:rPr lang="en-US" altLang="ja-JP" sz="1400" dirty="0">
                <a:latin typeface="Meiryo UI" panose="020B0604030504040204" pitchFamily="50" charset="-128"/>
                <a:ea typeface="Meiryo UI" panose="020B0604030504040204" pitchFamily="50" charset="-128"/>
                <a:cs typeface="Arial" pitchFamily="34" charset="0"/>
              </a:rPr>
              <a:t>Place/period</a:t>
            </a:r>
          </a:p>
          <a:p>
            <a:pPr marL="623888" indent="-623888" algn="l" eaLnBrk="1" hangingPunct="1">
              <a:spcBef>
                <a:spcPts val="300"/>
              </a:spcBef>
            </a:pPr>
            <a:r>
              <a:rPr lang="en-US" altLang="ja-JP" sz="1400" dirty="0">
                <a:latin typeface="Meiryo UI" panose="020B0604030504040204" pitchFamily="50" charset="-128"/>
                <a:ea typeface="Meiryo UI" panose="020B0604030504040204" pitchFamily="50" charset="-128"/>
                <a:cs typeface="Arial" pitchFamily="34" charset="0"/>
              </a:rPr>
              <a:t>           	: Either location,  Honda or</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for</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about</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1 week or more as</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needed</a:t>
            </a:r>
          </a:p>
          <a:p>
            <a:pPr marL="623888" indent="-623888" algn="l" eaLnBrk="1" hangingPunct="1">
              <a:spcBef>
                <a:spcPts val="300"/>
              </a:spcBef>
            </a:pPr>
            <a:endParaRPr lang="en-US" altLang="ja-JP" sz="1400" dirty="0">
              <a:latin typeface="Meiryo UI" panose="020B0604030504040204" pitchFamily="50" charset="-128"/>
              <a:ea typeface="Meiryo UI" panose="020B0604030504040204" pitchFamily="50" charset="-128"/>
              <a:cs typeface="Arial" pitchFamily="34" charset="0"/>
            </a:endParaRPr>
          </a:p>
          <a:p>
            <a:pPr marL="623888" indent="-623888" algn="l" eaLnBrk="1" hangingPunct="1">
              <a:spcBef>
                <a:spcPts val="300"/>
              </a:spcBef>
            </a:pPr>
            <a:r>
              <a:rPr lang="en-US" altLang="ja-JP" sz="1400" dirty="0">
                <a:latin typeface="Meiryo UI" panose="020B0604030504040204" pitchFamily="50" charset="-128"/>
                <a:ea typeface="Meiryo UI" panose="020B0604030504040204" pitchFamily="50" charset="-128"/>
                <a:cs typeface="Arial" pitchFamily="34" charset="0"/>
              </a:rPr>
              <a:t>HMCT may ask 4MOC to help the verification at the Expert meeting with</a:t>
            </a:r>
            <a:r>
              <a:rPr lang="en-US" altLang="ja-JP" sz="1400" dirty="0">
                <a:solidFill>
                  <a:srgbClr val="FF0000"/>
                </a:solidFill>
                <a:latin typeface="Meiryo UI" panose="020B0604030504040204" pitchFamily="50" charset="-128"/>
                <a:ea typeface="Meiryo UI" panose="020B0604030504040204" pitchFamily="50" charset="-128"/>
                <a:cs typeface="Arial" pitchFamily="34" charset="0"/>
              </a:rPr>
              <a:t>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dirty="0">
                <a:latin typeface="Meiryo UI" panose="020B0604030504040204" pitchFamily="50" charset="-128"/>
                <a:ea typeface="Meiryo UI" panose="020B0604030504040204" pitchFamily="50" charset="-128"/>
                <a:cs typeface="Arial" pitchFamily="34" charset="0"/>
              </a:rPr>
              <a:t>. </a:t>
            </a:r>
            <a:endParaRPr lang="ja-JP" altLang="en-US" sz="1400" dirty="0">
              <a:latin typeface="Meiryo UI" panose="020B0604030504040204" pitchFamily="50" charset="-128"/>
              <a:ea typeface="Meiryo UI" panose="020B0604030504040204" pitchFamily="50" charset="-128"/>
              <a:cs typeface="Arial" pitchFamily="34" charset="0"/>
            </a:endParaRPr>
          </a:p>
        </p:txBody>
      </p:sp>
      <p:sp>
        <p:nvSpPr>
          <p:cNvPr id="10" name="Text Box 2"/>
          <p:cNvSpPr txBox="1">
            <a:spLocks noChangeArrowheads="1"/>
          </p:cNvSpPr>
          <p:nvPr/>
        </p:nvSpPr>
        <p:spPr bwMode="auto">
          <a:xfrm>
            <a:off x="250829" y="96703"/>
            <a:ext cx="88931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1800" dirty="0">
                <a:solidFill>
                  <a:srgbClr val="FFFFFF"/>
                </a:solidFill>
                <a:latin typeface="Meiryo UI" panose="020B0604030504040204" pitchFamily="50" charset="-128"/>
                <a:ea typeface="Meiryo UI" panose="020B0604030504040204" pitchFamily="50" charset="-128"/>
                <a:cs typeface="Arial" pitchFamily="34" charset="0"/>
              </a:rPr>
              <a:t>17. EMS Report Maturity and Quality Verification (6/31)</a:t>
            </a:r>
            <a:endParaRPr lang="en-US" altLang="ja-JP" sz="1050" dirty="0">
              <a:solidFill>
                <a:srgbClr val="FFFFFF"/>
              </a:solidFill>
              <a:latin typeface="HGPｺﾞｼｯｸE" pitchFamily="50" charset="-128"/>
              <a:ea typeface="HGPｺﾞｼｯｸE" pitchFamily="50" charset="-128"/>
              <a:cs typeface="Arial" pitchFamily="34" charset="0"/>
            </a:endParaRPr>
          </a:p>
        </p:txBody>
      </p:sp>
    </p:spTree>
    <p:extLst>
      <p:ext uri="{BB962C8B-B14F-4D97-AF65-F5344CB8AC3E}">
        <p14:creationId xmlns:p14="http://schemas.microsoft.com/office/powerpoint/2010/main" val="11884400"/>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2"/>
          <p:cNvSpPr txBox="1">
            <a:spLocks noChangeArrowheads="1"/>
          </p:cNvSpPr>
          <p:nvPr/>
        </p:nvSpPr>
        <p:spPr bwMode="auto">
          <a:xfrm>
            <a:off x="78130" y="530014"/>
            <a:ext cx="4245073" cy="452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l" eaLnBrk="1" hangingPunct="1">
              <a:lnSpc>
                <a:spcPct val="130000"/>
              </a:lnSpc>
            </a:pPr>
            <a:r>
              <a:rPr lang="ja-JP" altLang="en-US" sz="1800" b="1" u="sng">
                <a:solidFill>
                  <a:srgbClr val="000000"/>
                </a:solidFill>
                <a:latin typeface="Meiryo UI" panose="020B0604030504040204" pitchFamily="50" charset="-128"/>
                <a:ea typeface="Meiryo UI" panose="020B0604030504040204" pitchFamily="50" charset="-128"/>
              </a:rPr>
              <a:t>最終的なキャリブレーション検証と承認手法</a:t>
            </a:r>
            <a:endParaRPr lang="en-US" altLang="ja-JP" sz="1800" b="1" u="sng">
              <a:solidFill>
                <a:srgbClr val="000000"/>
              </a:solidFill>
              <a:latin typeface="Meiryo UI" panose="020B0604030504040204" pitchFamily="50" charset="-128"/>
              <a:ea typeface="Meiryo UI" panose="020B0604030504040204" pitchFamily="50" charset="-128"/>
            </a:endParaRPr>
          </a:p>
        </p:txBody>
      </p:sp>
      <p:sp>
        <p:nvSpPr>
          <p:cNvPr id="7" name="Text Box 2"/>
          <p:cNvSpPr txBox="1">
            <a:spLocks noChangeArrowheads="1"/>
          </p:cNvSpPr>
          <p:nvPr/>
        </p:nvSpPr>
        <p:spPr bwMode="auto">
          <a:xfrm>
            <a:off x="109170" y="975636"/>
            <a:ext cx="9050350" cy="4547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l" eaLnBrk="1" hangingPunct="1">
              <a:spcBef>
                <a:spcPts val="300"/>
              </a:spcBef>
            </a:pPr>
            <a:r>
              <a:rPr lang="ja-JP" altLang="en-US" sz="1400" dirty="0">
                <a:latin typeface="Meiryo UI" panose="020B0604030504040204" pitchFamily="50" charset="-128"/>
                <a:ea typeface="Meiryo UI" panose="020B0604030504040204" pitchFamily="50" charset="-128"/>
              </a:rPr>
              <a:t>手法</a:t>
            </a:r>
            <a:r>
              <a:rPr lang="en-US" altLang="ja-JP" sz="1400" dirty="0">
                <a:latin typeface="Meiryo UI" panose="020B0604030504040204" pitchFamily="50" charset="-128"/>
                <a:ea typeface="Meiryo UI" panose="020B0604030504040204" pitchFamily="50" charset="-128"/>
              </a:rPr>
              <a:t>	</a:t>
            </a:r>
            <a:r>
              <a:rPr lang="ja-JP" altLang="en-US" sz="1400" dirty="0">
                <a:latin typeface="Meiryo UI" panose="020B0604030504040204" pitchFamily="50" charset="-128"/>
                <a:ea typeface="Meiryo UI" panose="020B0604030504040204" pitchFamily="50" charset="-128"/>
              </a:rPr>
              <a:t>：</a:t>
            </a:r>
            <a:r>
              <a:rPr lang="en-US" altLang="ja-JP" sz="1400" dirty="0">
                <a:latin typeface="Meiryo UI" panose="020B0604030504040204" pitchFamily="50" charset="-128"/>
                <a:ea typeface="Meiryo UI" panose="020B0604030504040204" pitchFamily="50" charset="-128"/>
              </a:rPr>
              <a:t>Face</a:t>
            </a:r>
            <a:r>
              <a:rPr lang="ja-JP" altLang="en-US" sz="1400" dirty="0">
                <a:latin typeface="Meiryo UI" panose="020B0604030504040204" pitchFamily="50" charset="-128"/>
                <a:ea typeface="Meiryo UI" panose="020B0604030504040204" pitchFamily="50" charset="-128"/>
              </a:rPr>
              <a:t> </a:t>
            </a:r>
            <a:r>
              <a:rPr lang="en-US" altLang="ja-JP" sz="1400" dirty="0">
                <a:latin typeface="Meiryo UI" panose="020B0604030504040204" pitchFamily="50" charset="-128"/>
                <a:ea typeface="Meiryo UI" panose="020B0604030504040204" pitchFamily="50" charset="-128"/>
              </a:rPr>
              <a:t>to</a:t>
            </a:r>
            <a:r>
              <a:rPr lang="ja-JP" altLang="en-US" sz="1400" dirty="0">
                <a:latin typeface="Meiryo UI" panose="020B0604030504040204" pitchFamily="50" charset="-128"/>
                <a:ea typeface="Meiryo UI" panose="020B0604030504040204" pitchFamily="50" charset="-128"/>
              </a:rPr>
              <a:t> </a:t>
            </a:r>
            <a:r>
              <a:rPr lang="en-US" altLang="ja-JP" sz="1400" dirty="0">
                <a:latin typeface="Meiryo UI" panose="020B0604030504040204" pitchFamily="50" charset="-128"/>
                <a:ea typeface="Meiryo UI" panose="020B0604030504040204" pitchFamily="50" charset="-128"/>
              </a:rPr>
              <a:t>face</a:t>
            </a:r>
            <a:r>
              <a:rPr lang="ja-JP" altLang="en-US" sz="1400" dirty="0">
                <a:latin typeface="Meiryo UI" panose="020B0604030504040204" pitchFamily="50" charset="-128"/>
                <a:ea typeface="Meiryo UI" panose="020B0604030504040204" pitchFamily="50" charset="-128"/>
              </a:rPr>
              <a:t>の合同検証</a:t>
            </a:r>
            <a:r>
              <a:rPr lang="en-US" altLang="ja-JP" sz="1400" dirty="0">
                <a:latin typeface="Meiryo UI" panose="020B0604030504040204" pitchFamily="50" charset="-128"/>
                <a:ea typeface="Meiryo UI" panose="020B0604030504040204" pitchFamily="50" charset="-128"/>
              </a:rPr>
              <a:t>,</a:t>
            </a:r>
            <a:r>
              <a:rPr lang="ja-JP" altLang="en-US" sz="1400" dirty="0">
                <a:latin typeface="Meiryo UI" panose="020B0604030504040204" pitchFamily="50" charset="-128"/>
                <a:ea typeface="Meiryo UI" panose="020B0604030504040204" pitchFamily="50" charset="-128"/>
              </a:rPr>
              <a:t>　エキスパートミーティングと呼ぶ</a:t>
            </a:r>
            <a:endParaRPr lang="en-US" altLang="ja-JP" sz="1400" dirty="0">
              <a:latin typeface="Meiryo UI" panose="020B0604030504040204" pitchFamily="50" charset="-128"/>
              <a:ea typeface="Meiryo UI" panose="020B0604030504040204" pitchFamily="50" charset="-128"/>
            </a:endParaRPr>
          </a:p>
          <a:p>
            <a:pPr algn="l" eaLnBrk="1" hangingPunct="1">
              <a:spcBef>
                <a:spcPts val="300"/>
              </a:spcBef>
            </a:pPr>
            <a:endParaRPr lang="en-US" altLang="ja-JP" sz="1400" dirty="0">
              <a:latin typeface="Meiryo UI" panose="020B0604030504040204" pitchFamily="50" charset="-128"/>
              <a:ea typeface="Meiryo UI" panose="020B0604030504040204" pitchFamily="50" charset="-128"/>
            </a:endParaRPr>
          </a:p>
          <a:p>
            <a:pPr algn="l" eaLnBrk="1" hangingPunct="1">
              <a:spcBef>
                <a:spcPts val="300"/>
              </a:spcBef>
            </a:pPr>
            <a:r>
              <a:rPr lang="ja-JP" altLang="en-US" sz="1400" dirty="0">
                <a:latin typeface="Meiryo UI" panose="020B0604030504040204" pitchFamily="50" charset="-128"/>
                <a:ea typeface="Meiryo UI" panose="020B0604030504040204" pitchFamily="50" charset="-128"/>
              </a:rPr>
              <a:t>タイミング</a:t>
            </a:r>
            <a:r>
              <a:rPr lang="en-US" altLang="ja-JP" sz="1400" dirty="0">
                <a:latin typeface="Meiryo UI" panose="020B0604030504040204" pitchFamily="50" charset="-128"/>
                <a:ea typeface="Meiryo UI" panose="020B0604030504040204" pitchFamily="50" charset="-128"/>
              </a:rPr>
              <a:t>	</a:t>
            </a:r>
            <a:r>
              <a:rPr lang="ja-JP" altLang="en-US" sz="1400" dirty="0">
                <a:latin typeface="Meiryo UI" panose="020B0604030504040204" pitchFamily="50" charset="-128"/>
                <a:ea typeface="Meiryo UI" panose="020B0604030504040204" pitchFamily="50" charset="-128"/>
              </a:rPr>
              <a:t>：認定ロット用</a:t>
            </a:r>
            <a:r>
              <a:rPr lang="en-US" altLang="ja-JP" sz="1400" dirty="0">
                <a:latin typeface="Meiryo UI" panose="020B0604030504040204" pitchFamily="50" charset="-128"/>
                <a:ea typeface="Meiryo UI" panose="020B0604030504040204" pitchFamily="50" charset="-128"/>
              </a:rPr>
              <a:t>ECU</a:t>
            </a:r>
            <a:r>
              <a:rPr lang="ja-JP" altLang="en-US" sz="1400" dirty="0">
                <a:latin typeface="Meiryo UI" panose="020B0604030504040204" pitchFamily="50" charset="-128"/>
                <a:ea typeface="Meiryo UI" panose="020B0604030504040204" pitchFamily="50" charset="-128"/>
              </a:rPr>
              <a:t>データ払出し前、量産用</a:t>
            </a:r>
            <a:r>
              <a:rPr lang="en-US" altLang="ja-JP" sz="1400" dirty="0">
                <a:latin typeface="Meiryo UI" panose="020B0604030504040204" pitchFamily="50" charset="-128"/>
                <a:ea typeface="Meiryo UI" panose="020B0604030504040204" pitchFamily="50" charset="-128"/>
              </a:rPr>
              <a:t>ECU</a:t>
            </a:r>
            <a:r>
              <a:rPr lang="ja-JP" altLang="en-US" sz="1400" dirty="0">
                <a:latin typeface="Meiryo UI" panose="020B0604030504040204" pitchFamily="50" charset="-128"/>
                <a:ea typeface="Meiryo UI" panose="020B0604030504040204" pitchFamily="50" charset="-128"/>
              </a:rPr>
              <a:t>データ払出し前　（約２週間前）</a:t>
            </a:r>
            <a:endParaRPr lang="en-US" altLang="ja-JP" sz="1400" dirty="0">
              <a:latin typeface="Meiryo UI" panose="020B0604030504040204" pitchFamily="50" charset="-128"/>
              <a:ea typeface="Meiryo UI" panose="020B0604030504040204" pitchFamily="50" charset="-128"/>
            </a:endParaRPr>
          </a:p>
          <a:p>
            <a:pPr algn="l" eaLnBrk="1" hangingPunct="1">
              <a:spcBef>
                <a:spcPts val="300"/>
              </a:spcBef>
            </a:pPr>
            <a:r>
              <a:rPr lang="en-US" altLang="ja-JP" sz="1400" dirty="0">
                <a:latin typeface="Meiryo UI" panose="020B0604030504040204" pitchFamily="50" charset="-128"/>
                <a:ea typeface="Meiryo UI" panose="020B0604030504040204" pitchFamily="50" charset="-128"/>
              </a:rPr>
              <a:t>                  (</a:t>
            </a:r>
            <a:r>
              <a:rPr lang="ja-JP" altLang="en-US" sz="1400" dirty="0">
                <a:latin typeface="Meiryo UI" panose="020B0604030504040204" pitchFamily="50" charset="-128"/>
                <a:ea typeface="Meiryo UI" panose="020B0604030504040204" pitchFamily="50" charset="-128"/>
              </a:rPr>
              <a:t>認定</a:t>
            </a:r>
            <a:r>
              <a:rPr lang="en-US" altLang="ja-JP" sz="1400" dirty="0">
                <a:latin typeface="Meiryo UI" panose="020B0604030504040204" pitchFamily="50" charset="-128"/>
                <a:ea typeface="Meiryo UI" panose="020B0604030504040204" pitchFamily="50" charset="-128"/>
              </a:rPr>
              <a:t>MASK</a:t>
            </a:r>
            <a:r>
              <a:rPr lang="ja-JP" altLang="en-US" sz="1400" dirty="0">
                <a:latin typeface="Meiryo UI" panose="020B0604030504040204" pitchFamily="50" charset="-128"/>
                <a:ea typeface="Meiryo UI" panose="020B0604030504040204" pitchFamily="50" charset="-128"/>
              </a:rPr>
              <a:t>以降で変化点があり、必要と判断された場合、</a:t>
            </a:r>
            <a:r>
              <a:rPr lang="en-US" altLang="ja-JP" sz="1400" dirty="0">
                <a:latin typeface="Meiryo UI" panose="020B0604030504040204" pitchFamily="50" charset="-128"/>
                <a:ea typeface="Meiryo UI" panose="020B0604030504040204" pitchFamily="50" charset="-128"/>
              </a:rPr>
              <a:t>DAN</a:t>
            </a:r>
            <a:r>
              <a:rPr lang="ja-JP" altLang="en-US" sz="1400" dirty="0">
                <a:latin typeface="Meiryo UI" panose="020B0604030504040204" pitchFamily="50" charset="-128"/>
                <a:ea typeface="Meiryo UI" panose="020B0604030504040204" pitchFamily="50" charset="-128"/>
              </a:rPr>
              <a:t>以後も追加実施）</a:t>
            </a:r>
            <a:endParaRPr lang="en-US" altLang="ja-JP" sz="1400" dirty="0">
              <a:latin typeface="Meiryo UI" panose="020B0604030504040204" pitchFamily="50" charset="-128"/>
              <a:ea typeface="Meiryo UI" panose="020B0604030504040204" pitchFamily="50" charset="-128"/>
            </a:endParaRPr>
          </a:p>
          <a:p>
            <a:pPr algn="l" eaLnBrk="1" hangingPunct="1">
              <a:spcBef>
                <a:spcPts val="300"/>
              </a:spcBef>
            </a:pPr>
            <a:endParaRPr lang="en-US" altLang="ja-JP" sz="1400" dirty="0">
              <a:latin typeface="Meiryo UI" panose="020B0604030504040204" pitchFamily="50" charset="-128"/>
              <a:ea typeface="Meiryo UI" panose="020B0604030504040204" pitchFamily="50" charset="-128"/>
            </a:endParaRPr>
          </a:p>
          <a:p>
            <a:pPr algn="l" eaLnBrk="1" hangingPunct="1">
              <a:spcBef>
                <a:spcPts val="300"/>
              </a:spcBef>
            </a:pPr>
            <a:r>
              <a:rPr lang="ja-JP" altLang="en-US" sz="1400" dirty="0">
                <a:latin typeface="Meiryo UI" panose="020B0604030504040204" pitchFamily="50" charset="-128"/>
                <a:ea typeface="Meiryo UI" panose="020B0604030504040204" pitchFamily="50" charset="-128"/>
              </a:rPr>
              <a:t>検証項目</a:t>
            </a:r>
            <a:r>
              <a:rPr lang="en-US" altLang="ja-JP" sz="1400" dirty="0">
                <a:latin typeface="Meiryo UI" panose="020B0604030504040204" pitchFamily="50" charset="-128"/>
                <a:ea typeface="Meiryo UI" panose="020B0604030504040204" pitchFamily="50" charset="-128"/>
              </a:rPr>
              <a:t>	</a:t>
            </a:r>
            <a:r>
              <a:rPr lang="ja-JP" altLang="en-US" sz="1400" dirty="0">
                <a:latin typeface="Meiryo UI" panose="020B0604030504040204" pitchFamily="50" charset="-128"/>
                <a:ea typeface="Meiryo UI" panose="020B0604030504040204" pitchFamily="50" charset="-128"/>
              </a:rPr>
              <a:t>：</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latin typeface="Meiryo UI" panose="020B0604030504040204" pitchFamily="50" charset="-128"/>
                <a:ea typeface="Meiryo UI" panose="020B0604030504040204" pitchFamily="50" charset="-128"/>
              </a:rPr>
              <a:t>が持つ各キャリブレーションパッケージに関し、以下を検証する</a:t>
            </a:r>
            <a:endParaRPr lang="en-US" altLang="ja-JP" sz="1400" dirty="0">
              <a:latin typeface="Meiryo UI" panose="020B0604030504040204" pitchFamily="50" charset="-128"/>
              <a:ea typeface="Meiryo UI" panose="020B0604030504040204" pitchFamily="50" charset="-128"/>
            </a:endParaRPr>
          </a:p>
          <a:p>
            <a:pPr algn="l">
              <a:spcBef>
                <a:spcPts val="300"/>
              </a:spcBef>
            </a:pPr>
            <a:r>
              <a:rPr lang="en-US" altLang="ja-JP" sz="1400" dirty="0">
                <a:latin typeface="Meiryo UI" panose="020B0604030504040204" pitchFamily="50" charset="-128"/>
                <a:ea typeface="Meiryo UI" panose="020B0604030504040204" pitchFamily="50" charset="-128"/>
              </a:rPr>
              <a:t>	     -</a:t>
            </a:r>
            <a:r>
              <a:rPr lang="ja-JP" altLang="en-US" sz="1400" dirty="0">
                <a:latin typeface="Meiryo UI" panose="020B0604030504040204" pitchFamily="50" charset="-128"/>
                <a:ea typeface="Meiryo UI" panose="020B0604030504040204" pitchFamily="50" charset="-128"/>
              </a:rPr>
              <a:t>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latin typeface="Meiryo UI" panose="020B0604030504040204" pitchFamily="50" charset="-128"/>
                <a:ea typeface="Meiryo UI" panose="020B0604030504040204" pitchFamily="50" charset="-128"/>
              </a:rPr>
              <a:t>標準</a:t>
            </a:r>
            <a:r>
              <a:rPr lang="en-US" altLang="ja-JP" sz="1400" dirty="0">
                <a:latin typeface="Meiryo UI" panose="020B0604030504040204" pitchFamily="50" charset="-128"/>
                <a:ea typeface="Meiryo UI" panose="020B0604030504040204" pitchFamily="50" charset="-128"/>
              </a:rPr>
              <a:t>calibration</a:t>
            </a:r>
            <a:r>
              <a:rPr lang="ja-JP" altLang="en-US" sz="1400" dirty="0">
                <a:latin typeface="Meiryo UI" panose="020B0604030504040204" pitchFamily="50" charset="-128"/>
                <a:ea typeface="Meiryo UI" panose="020B0604030504040204" pitchFamily="50" charset="-128"/>
              </a:rPr>
              <a:t>項目の設定根拠と結果</a:t>
            </a:r>
            <a:endParaRPr lang="en-US" altLang="ja-JP" sz="1400" dirty="0">
              <a:latin typeface="Meiryo UI" panose="020B0604030504040204" pitchFamily="50" charset="-128"/>
              <a:ea typeface="Meiryo UI" panose="020B0604030504040204" pitchFamily="50" charset="-128"/>
            </a:endParaRPr>
          </a:p>
          <a:p>
            <a:pPr algn="l">
              <a:spcBef>
                <a:spcPts val="300"/>
              </a:spcBef>
            </a:pPr>
            <a:r>
              <a:rPr lang="ja-JP" altLang="en-US" sz="1400" dirty="0">
                <a:latin typeface="Meiryo UI" panose="020B0604030504040204" pitchFamily="50" charset="-128"/>
                <a:ea typeface="Meiryo UI" panose="020B0604030504040204" pitchFamily="50" charset="-128"/>
              </a:rPr>
              <a:t>　　　　　　　　     </a:t>
            </a:r>
            <a:r>
              <a:rPr lang="en-US" altLang="ja-JP" sz="1400" dirty="0">
                <a:latin typeface="Meiryo UI" panose="020B0604030504040204" pitchFamily="50" charset="-128"/>
                <a:ea typeface="Meiryo UI" panose="020B0604030504040204" pitchFamily="50" charset="-128"/>
              </a:rPr>
              <a:t>-</a:t>
            </a:r>
            <a:r>
              <a:rPr lang="ja-JP" altLang="en-US" sz="1400" dirty="0">
                <a:latin typeface="Meiryo UI" panose="020B0604030504040204" pitchFamily="50" charset="-128"/>
                <a:ea typeface="Meiryo UI" panose="020B0604030504040204" pitchFamily="50" charset="-128"/>
              </a:rPr>
              <a:t>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latin typeface="Meiryo UI" panose="020B0604030504040204" pitchFamily="50" charset="-128"/>
                <a:ea typeface="Meiryo UI" panose="020B0604030504040204" pitchFamily="50" charset="-128"/>
              </a:rPr>
              <a:t>プラットフォーム</a:t>
            </a:r>
            <a:r>
              <a:rPr lang="en-US" altLang="ja-JP" sz="1400" dirty="0">
                <a:latin typeface="Meiryo UI" panose="020B0604030504040204" pitchFamily="50" charset="-128"/>
                <a:ea typeface="Meiryo UI" panose="020B0604030504040204" pitchFamily="50" charset="-128"/>
              </a:rPr>
              <a:t>S/W</a:t>
            </a:r>
            <a:r>
              <a:rPr lang="ja-JP" altLang="en-US" sz="1400" dirty="0">
                <a:latin typeface="Meiryo UI" panose="020B0604030504040204" pitchFamily="50" charset="-128"/>
                <a:ea typeface="Meiryo UI" panose="020B0604030504040204" pitchFamily="50" charset="-128"/>
              </a:rPr>
              <a:t>ファンクションに関する</a:t>
            </a:r>
            <a:r>
              <a:rPr lang="en-US" altLang="ja-JP" sz="1400" dirty="0">
                <a:latin typeface="Meiryo UI" panose="020B0604030504040204" pitchFamily="50" charset="-128"/>
                <a:ea typeface="Meiryo UI" panose="020B0604030504040204" pitchFamily="50" charset="-128"/>
              </a:rPr>
              <a:t>adaptation</a:t>
            </a:r>
            <a:r>
              <a:rPr lang="ja-JP" altLang="en-US" sz="1400" dirty="0">
                <a:latin typeface="Meiryo UI" panose="020B0604030504040204" pitchFamily="50" charset="-128"/>
                <a:ea typeface="Meiryo UI" panose="020B0604030504040204" pitchFamily="50" charset="-128"/>
              </a:rPr>
              <a:t>項目  </a:t>
            </a:r>
            <a:endParaRPr lang="en-US" altLang="ja-JP" sz="1400" dirty="0">
              <a:latin typeface="Meiryo UI" panose="020B0604030504040204" pitchFamily="50" charset="-128"/>
              <a:ea typeface="Meiryo UI" panose="020B0604030504040204" pitchFamily="50" charset="-128"/>
            </a:endParaRPr>
          </a:p>
          <a:p>
            <a:pPr algn="l">
              <a:spcBef>
                <a:spcPts val="300"/>
              </a:spcBef>
            </a:pPr>
            <a:r>
              <a:rPr lang="en-US" altLang="ja-JP" sz="1400" dirty="0">
                <a:latin typeface="Meiryo UI" panose="020B0604030504040204" pitchFamily="50" charset="-128"/>
                <a:ea typeface="Meiryo UI" panose="020B0604030504040204" pitchFamily="50" charset="-128"/>
              </a:rPr>
              <a:t>	     - ECU H/W</a:t>
            </a:r>
            <a:r>
              <a:rPr lang="ja-JP" altLang="en-US" sz="1400" dirty="0">
                <a:latin typeface="Meiryo UI" panose="020B0604030504040204" pitchFamily="50" charset="-128"/>
                <a:ea typeface="Meiryo UI" panose="020B0604030504040204" pitchFamily="50" charset="-128"/>
              </a:rPr>
              <a:t>設定に関する項目</a:t>
            </a:r>
            <a:r>
              <a:rPr lang="en-US" altLang="ja-JP" sz="1400" dirty="0">
                <a:latin typeface="Meiryo UI" panose="020B0604030504040204" pitchFamily="50" charset="-128"/>
                <a:ea typeface="Meiryo UI" panose="020B0604030504040204" pitchFamily="50" charset="-128"/>
              </a:rPr>
              <a:t>	</a:t>
            </a:r>
          </a:p>
          <a:p>
            <a:pPr algn="l" eaLnBrk="1" hangingPunct="1">
              <a:spcBef>
                <a:spcPts val="300"/>
              </a:spcBef>
            </a:pPr>
            <a:r>
              <a:rPr lang="en-US" altLang="ja-JP" sz="1400" dirty="0">
                <a:latin typeface="Meiryo UI" panose="020B0604030504040204" pitchFamily="50" charset="-128"/>
                <a:ea typeface="Meiryo UI" panose="020B0604030504040204" pitchFamily="50" charset="-128"/>
              </a:rPr>
              <a:t>	-</a:t>
            </a:r>
            <a:r>
              <a:rPr lang="ja-JP" altLang="en-US" sz="1400" dirty="0">
                <a:latin typeface="Meiryo UI" panose="020B0604030504040204" pitchFamily="50" charset="-128"/>
                <a:ea typeface="Meiryo UI" panose="020B0604030504040204" pitchFamily="50" charset="-128"/>
              </a:rPr>
              <a:t> キャリブレーションパッケージの目的（何を実現するのか）</a:t>
            </a:r>
            <a:endParaRPr lang="en-US" altLang="ja-JP" sz="1400" dirty="0">
              <a:latin typeface="Meiryo UI" panose="020B0604030504040204" pitchFamily="50" charset="-128"/>
              <a:ea typeface="Meiryo UI" panose="020B0604030504040204" pitchFamily="50" charset="-128"/>
            </a:endParaRPr>
          </a:p>
          <a:p>
            <a:pPr algn="l" eaLnBrk="1" hangingPunct="1">
              <a:spcBef>
                <a:spcPts val="300"/>
              </a:spcBef>
            </a:pPr>
            <a:r>
              <a:rPr lang="en-US" altLang="ja-JP" sz="1400" dirty="0">
                <a:latin typeface="Meiryo UI" panose="020B0604030504040204" pitchFamily="50" charset="-128"/>
                <a:ea typeface="Meiryo UI" panose="020B0604030504040204" pitchFamily="50" charset="-128"/>
              </a:rPr>
              <a:t>	-</a:t>
            </a:r>
            <a:r>
              <a:rPr lang="ja-JP" altLang="en-US" sz="1400" dirty="0">
                <a:latin typeface="Meiryo UI" panose="020B0604030504040204" pitchFamily="50" charset="-128"/>
                <a:ea typeface="Meiryo UI" panose="020B0604030504040204" pitchFamily="50" charset="-128"/>
              </a:rPr>
              <a:t> 結果の是非の判定基準</a:t>
            </a:r>
            <a:endParaRPr lang="en-US" altLang="ja-JP" sz="1400" dirty="0">
              <a:latin typeface="Meiryo UI" panose="020B0604030504040204" pitchFamily="50" charset="-128"/>
              <a:ea typeface="Meiryo UI" panose="020B0604030504040204" pitchFamily="50" charset="-128"/>
            </a:endParaRPr>
          </a:p>
          <a:p>
            <a:pPr algn="l" eaLnBrk="1" hangingPunct="1">
              <a:spcBef>
                <a:spcPts val="300"/>
              </a:spcBef>
            </a:pPr>
            <a:r>
              <a:rPr lang="en-US" altLang="ja-JP" sz="1400" dirty="0">
                <a:latin typeface="Meiryo UI" panose="020B0604030504040204" pitchFamily="50" charset="-128"/>
                <a:ea typeface="Meiryo UI" panose="020B0604030504040204" pitchFamily="50" charset="-128"/>
              </a:rPr>
              <a:t>	-</a:t>
            </a:r>
            <a:r>
              <a:rPr lang="ja-JP" altLang="en-US" sz="1400" dirty="0">
                <a:latin typeface="Meiryo UI" panose="020B0604030504040204" pitchFamily="50" charset="-128"/>
                <a:ea typeface="Meiryo UI" panose="020B0604030504040204" pitchFamily="50" charset="-128"/>
              </a:rPr>
              <a:t> 妥当性検証ﾃｽﾄの結果（判定基準とテスト結果が簡潔に纏まったグラフを提示）</a:t>
            </a:r>
            <a:endParaRPr lang="en-US" altLang="ja-JP" sz="1400" dirty="0">
              <a:latin typeface="Meiryo UI" panose="020B0604030504040204" pitchFamily="50" charset="-128"/>
              <a:ea typeface="Meiryo UI" panose="020B0604030504040204" pitchFamily="50" charset="-128"/>
            </a:endParaRPr>
          </a:p>
          <a:p>
            <a:pPr algn="l" eaLnBrk="1" hangingPunct="1">
              <a:spcBef>
                <a:spcPts val="300"/>
              </a:spcBef>
            </a:pPr>
            <a:r>
              <a:rPr lang="en-US" altLang="ja-JP" sz="1400" dirty="0">
                <a:latin typeface="Meiryo UI" panose="020B0604030504040204" pitchFamily="50" charset="-128"/>
                <a:ea typeface="Meiryo UI" panose="020B0604030504040204" pitchFamily="50" charset="-128"/>
              </a:rPr>
              <a:t>	-</a:t>
            </a:r>
            <a:r>
              <a:rPr lang="ja-JP" altLang="en-US" sz="1400" dirty="0">
                <a:latin typeface="Meiryo UI" panose="020B0604030504040204" pitchFamily="50" charset="-128"/>
                <a:ea typeface="Meiryo UI" panose="020B0604030504040204" pitchFamily="50" charset="-128"/>
              </a:rPr>
              <a:t>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latin typeface="Meiryo UI" panose="020B0604030504040204" pitchFamily="50" charset="-128"/>
                <a:ea typeface="Meiryo UI" panose="020B0604030504040204" pitchFamily="50" charset="-128"/>
              </a:rPr>
              <a:t>社内での検証結果の開示</a:t>
            </a:r>
            <a:endParaRPr lang="en-US" altLang="ja-JP" sz="1400" dirty="0">
              <a:latin typeface="Meiryo UI" panose="020B0604030504040204" pitchFamily="50" charset="-128"/>
              <a:ea typeface="Meiryo UI" panose="020B0604030504040204" pitchFamily="50" charset="-128"/>
            </a:endParaRPr>
          </a:p>
          <a:p>
            <a:pPr algn="l" eaLnBrk="1" hangingPunct="1">
              <a:spcBef>
                <a:spcPts val="300"/>
              </a:spcBef>
            </a:pPr>
            <a:endParaRPr lang="en-US" altLang="ja-JP" sz="1400" dirty="0">
              <a:latin typeface="Meiryo UI" panose="020B0604030504040204" pitchFamily="50" charset="-128"/>
              <a:ea typeface="Meiryo UI" panose="020B0604030504040204" pitchFamily="50" charset="-128"/>
            </a:endParaRPr>
          </a:p>
          <a:p>
            <a:pPr algn="l" eaLnBrk="1" hangingPunct="1">
              <a:spcBef>
                <a:spcPts val="300"/>
              </a:spcBef>
            </a:pPr>
            <a:r>
              <a:rPr lang="ja-JP" altLang="en-US" sz="1400" dirty="0">
                <a:latin typeface="Meiryo UI" panose="020B0604030504040204" pitchFamily="50" charset="-128"/>
                <a:ea typeface="Meiryo UI" panose="020B0604030504040204" pitchFamily="50" charset="-128"/>
              </a:rPr>
              <a:t>場所</a:t>
            </a:r>
            <a:r>
              <a:rPr lang="en-US" altLang="ja-JP" sz="1400" dirty="0">
                <a:latin typeface="Meiryo UI" panose="020B0604030504040204" pitchFamily="50" charset="-128"/>
                <a:ea typeface="Meiryo UI" panose="020B0604030504040204" pitchFamily="50" charset="-128"/>
              </a:rPr>
              <a:t>/</a:t>
            </a:r>
            <a:r>
              <a:rPr lang="ja-JP" altLang="en-US" sz="1400" dirty="0">
                <a:latin typeface="Meiryo UI" panose="020B0604030504040204" pitchFamily="50" charset="-128"/>
                <a:ea typeface="Meiryo UI" panose="020B0604030504040204" pitchFamily="50" charset="-128"/>
              </a:rPr>
              <a:t>期間</a:t>
            </a:r>
            <a:r>
              <a:rPr lang="en-US" altLang="ja-JP" sz="1400" dirty="0">
                <a:latin typeface="Meiryo UI" panose="020B0604030504040204" pitchFamily="50" charset="-128"/>
                <a:ea typeface="Meiryo UI" panose="020B0604030504040204" pitchFamily="50" charset="-128"/>
              </a:rPr>
              <a:t>	</a:t>
            </a:r>
            <a:r>
              <a:rPr lang="ja-JP" altLang="en-US" sz="1400" dirty="0">
                <a:latin typeface="Meiryo UI" panose="020B0604030504040204" pitchFamily="50" charset="-128"/>
                <a:ea typeface="Meiryo UI" panose="020B0604030504040204" pitchFamily="50" charset="-128"/>
              </a:rPr>
              <a:t>：</a:t>
            </a:r>
            <a:r>
              <a:rPr lang="en-US" altLang="ja-JP" sz="1400" dirty="0">
                <a:latin typeface="Meiryo UI" panose="020B0604030504040204" pitchFamily="50" charset="-128"/>
                <a:ea typeface="Meiryo UI" panose="020B0604030504040204" pitchFamily="50" charset="-128"/>
              </a:rPr>
              <a:t>Honda </a:t>
            </a:r>
            <a:r>
              <a:rPr lang="ja-JP" altLang="en-US" sz="1400" dirty="0">
                <a:latin typeface="Meiryo UI" panose="020B0604030504040204" pitchFamily="50" charset="-128"/>
                <a:ea typeface="Meiryo UI" panose="020B0604030504040204" pitchFamily="50" charset="-128"/>
              </a:rPr>
              <a:t>か</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latin typeface="Meiryo UI" panose="020B0604030504040204" pitchFamily="50" charset="-128"/>
                <a:ea typeface="Meiryo UI" panose="020B0604030504040204" pitchFamily="50" charset="-128"/>
              </a:rPr>
              <a:t>のいずれかにて約１週間を基本とし、必要に応じて期間延長する</a:t>
            </a:r>
            <a:endParaRPr lang="en-US" altLang="ja-JP" sz="1400" dirty="0">
              <a:latin typeface="Meiryo UI" panose="020B0604030504040204" pitchFamily="50" charset="-128"/>
              <a:ea typeface="Meiryo UI" panose="020B0604030504040204" pitchFamily="50" charset="-128"/>
            </a:endParaRPr>
          </a:p>
          <a:p>
            <a:pPr algn="l" eaLnBrk="1" hangingPunct="1">
              <a:spcBef>
                <a:spcPts val="300"/>
              </a:spcBef>
            </a:pPr>
            <a:br>
              <a:rPr lang="en-US" altLang="ja-JP" sz="1400" dirty="0">
                <a:solidFill>
                  <a:srgbClr val="FF0000"/>
                </a:solidFill>
                <a:latin typeface="Meiryo UI" panose="020B0604030504040204" pitchFamily="50" charset="-128"/>
                <a:ea typeface="Meiryo UI" panose="020B0604030504040204" pitchFamily="50" charset="-128"/>
              </a:rPr>
            </a:b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latin typeface="Meiryo UI" panose="020B0604030504040204" pitchFamily="50" charset="-128"/>
                <a:ea typeface="Meiryo UI" panose="020B0604030504040204" pitchFamily="50" charset="-128"/>
                <a:cs typeface="Arial" pitchFamily="34" charset="0"/>
              </a:rPr>
              <a:t>との</a:t>
            </a:r>
            <a:r>
              <a:rPr lang="en-US" altLang="ja-JP" sz="1400" dirty="0">
                <a:latin typeface="Meiryo UI" panose="020B0604030504040204" pitchFamily="50" charset="-128"/>
                <a:ea typeface="Meiryo UI" panose="020B0604030504040204" pitchFamily="50" charset="-128"/>
                <a:cs typeface="Arial" pitchFamily="34" charset="0"/>
              </a:rPr>
              <a:t>Expert meeting</a:t>
            </a:r>
            <a:r>
              <a:rPr lang="ja-JP" altLang="en-US" sz="1400" dirty="0">
                <a:latin typeface="Meiryo UI" panose="020B0604030504040204" pitchFamily="50" charset="-128"/>
                <a:ea typeface="Meiryo UI" panose="020B0604030504040204" pitchFamily="50" charset="-128"/>
                <a:cs typeface="Arial" pitchFamily="34" charset="0"/>
              </a:rPr>
              <a:t>において、</a:t>
            </a:r>
            <a:r>
              <a:rPr lang="en-US" altLang="ja-JP" sz="1400" dirty="0">
                <a:latin typeface="Meiryo UI" panose="020B0604030504040204" pitchFamily="50" charset="-128"/>
                <a:ea typeface="Meiryo UI" panose="020B0604030504040204" pitchFamily="50" charset="-128"/>
                <a:cs typeface="Arial" pitchFamily="34" charset="0"/>
              </a:rPr>
              <a:t>4MOC</a:t>
            </a:r>
            <a:r>
              <a:rPr lang="ja-JP" altLang="en-US" sz="1400" dirty="0">
                <a:latin typeface="Meiryo UI" panose="020B0604030504040204" pitchFamily="50" charset="-128"/>
                <a:ea typeface="Meiryo UI" panose="020B0604030504040204" pitchFamily="50" charset="-128"/>
                <a:cs typeface="Arial" pitchFamily="34" charset="0"/>
              </a:rPr>
              <a:t>に対して</a:t>
            </a:r>
            <a:endParaRPr lang="en-US" altLang="ja-JP" sz="1400" dirty="0">
              <a:latin typeface="Meiryo UI" panose="020B0604030504040204" pitchFamily="50" charset="-128"/>
              <a:ea typeface="Meiryo UI" panose="020B0604030504040204" pitchFamily="50" charset="-128"/>
              <a:cs typeface="Arial" pitchFamily="34" charset="0"/>
            </a:endParaRPr>
          </a:p>
          <a:p>
            <a:pPr algn="l" eaLnBrk="1" hangingPunct="1">
              <a:spcBef>
                <a:spcPts val="300"/>
              </a:spcBef>
            </a:pPr>
            <a:r>
              <a:rPr lang="ja-JP" altLang="en-US" sz="1400" dirty="0">
                <a:latin typeface="Meiryo UI" panose="020B0604030504040204" pitchFamily="50" charset="-128"/>
                <a:ea typeface="Meiryo UI" panose="020B0604030504040204" pitchFamily="50" charset="-128"/>
                <a:cs typeface="Arial" pitchFamily="34" charset="0"/>
              </a:rPr>
              <a:t>   その検証のサポート依頼する場合がある。</a:t>
            </a:r>
            <a:endParaRPr lang="ja-JP" altLang="en-US" sz="1400" dirty="0">
              <a:latin typeface="Meiryo UI" panose="020B0604030504040204" pitchFamily="50" charset="-128"/>
              <a:ea typeface="Meiryo UI" panose="020B0604030504040204" pitchFamily="50" charset="-128"/>
            </a:endParaRPr>
          </a:p>
        </p:txBody>
      </p:sp>
      <p:sp>
        <p:nvSpPr>
          <p:cNvPr id="10" name="Text Box 2"/>
          <p:cNvSpPr txBox="1">
            <a:spLocks noChangeArrowheads="1"/>
          </p:cNvSpPr>
          <p:nvPr/>
        </p:nvSpPr>
        <p:spPr bwMode="auto">
          <a:xfrm>
            <a:off x="250829" y="96703"/>
            <a:ext cx="88931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1800" dirty="0">
                <a:solidFill>
                  <a:srgbClr val="FFFFFF"/>
                </a:solidFill>
                <a:latin typeface="Meiryo UI" panose="020B0604030504040204" pitchFamily="50" charset="-128"/>
                <a:ea typeface="Meiryo UI" panose="020B0604030504040204" pitchFamily="50" charset="-128"/>
                <a:cs typeface="Arial" pitchFamily="34" charset="0"/>
              </a:rPr>
              <a:t>17. EMS Report Maturity and Quality Verification (7/31)</a:t>
            </a:r>
            <a:endParaRPr lang="en-US" altLang="ja-JP" sz="1050" dirty="0">
              <a:solidFill>
                <a:srgbClr val="FFFFFF"/>
              </a:solidFill>
              <a:latin typeface="HGPｺﾞｼｯｸE" pitchFamily="50" charset="-128"/>
              <a:ea typeface="HGPｺﾞｼｯｸE" pitchFamily="50" charset="-128"/>
              <a:cs typeface="Arial" pitchFamily="34" charset="0"/>
            </a:endParaRPr>
          </a:p>
        </p:txBody>
      </p:sp>
    </p:spTree>
    <p:extLst>
      <p:ext uri="{BB962C8B-B14F-4D97-AF65-F5344CB8AC3E}">
        <p14:creationId xmlns:p14="http://schemas.microsoft.com/office/powerpoint/2010/main" val="4212820133"/>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テキスト ボックス 7"/>
          <p:cNvSpPr txBox="1"/>
          <p:nvPr/>
        </p:nvSpPr>
        <p:spPr>
          <a:xfrm>
            <a:off x="94232" y="852699"/>
            <a:ext cx="8651354" cy="2593018"/>
          </a:xfrm>
          <a:prstGeom prst="rect">
            <a:avLst/>
          </a:prstGeom>
          <a:noFill/>
        </p:spPr>
        <p:txBody>
          <a:bodyPr wrap="square" rtlCol="0">
            <a:spAutoFit/>
          </a:bodyPr>
          <a:lstStyle/>
          <a:p>
            <a:pPr algn="l">
              <a:spcBef>
                <a:spcPts val="300"/>
              </a:spcBef>
            </a:pPr>
            <a:r>
              <a:rPr lang="en-US" altLang="ja-JP" sz="1400" dirty="0">
                <a:latin typeface="Meiryo UI" panose="020B0604030504040204" pitchFamily="50" charset="-128"/>
                <a:ea typeface="Meiryo UI" panose="020B0604030504040204" pitchFamily="50" charset="-128"/>
              </a:rPr>
              <a:t>The purpose of “Compare list” is to check all data was verified and reported by</a:t>
            </a:r>
            <a:r>
              <a:rPr lang="ja-JP" altLang="en-US" sz="1400" dirty="0">
                <a:latin typeface="Meiryo UI" panose="020B0604030504040204" pitchFamily="50" charset="-128"/>
                <a:ea typeface="Meiryo UI" panose="020B0604030504040204" pitchFamily="50" charset="-128"/>
              </a:rPr>
              <a:t>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dirty="0">
                <a:latin typeface="Meiryo UI" panose="020B0604030504040204" pitchFamily="50" charset="-128"/>
                <a:ea typeface="Meiryo UI" panose="020B0604030504040204" pitchFamily="50" charset="-128"/>
              </a:rPr>
              <a:t>. </a:t>
            </a:r>
          </a:p>
          <a:p>
            <a:pPr algn="l">
              <a:spcBef>
                <a:spcPts val="300"/>
              </a:spcBef>
            </a:pPr>
            <a:r>
              <a:rPr lang="en-US" altLang="ja-JP" sz="1400" dirty="0">
                <a:latin typeface="Meiryo UI" panose="020B0604030504040204" pitchFamily="50" charset="-128"/>
                <a:ea typeface="Meiryo UI" panose="020B0604030504040204" pitchFamily="50" charset="-128"/>
              </a:rPr>
              <a:t>Honda will see</a:t>
            </a:r>
          </a:p>
          <a:p>
            <a:pPr algn="l">
              <a:spcBef>
                <a:spcPts val="300"/>
              </a:spcBef>
            </a:pPr>
            <a:endParaRPr lang="en-US" altLang="ja-JP" sz="1400" dirty="0">
              <a:latin typeface="Meiryo UI" panose="020B0604030504040204" pitchFamily="50" charset="-128"/>
              <a:ea typeface="Meiryo UI" panose="020B0604030504040204" pitchFamily="50" charset="-128"/>
            </a:endParaRPr>
          </a:p>
          <a:p>
            <a:pPr algn="l">
              <a:spcBef>
                <a:spcPts val="300"/>
              </a:spcBef>
            </a:pPr>
            <a:r>
              <a:rPr lang="ja-JP" altLang="en-US" sz="1400" dirty="0">
                <a:latin typeface="Meiryo UI" panose="020B0604030504040204" pitchFamily="50" charset="-128"/>
                <a:ea typeface="Meiryo UI" panose="020B0604030504040204" pitchFamily="50" charset="-128"/>
              </a:rPr>
              <a:t>コンペアリストの目的は、全てのデータが</a:t>
            </a:r>
            <a:r>
              <a:rPr lang="en-US" altLang="ja-JP" sz="1400" dirty="0">
                <a:solidFill>
                  <a:srgbClr val="0000FF"/>
                </a:solidFill>
                <a:latin typeface="Meiryo UI" panose="020B0604030504040204" pitchFamily="50" charset="-128"/>
                <a:ea typeface="Meiryo UI" panose="020B0604030504040204" pitchFamily="50" charset="-128"/>
              </a:rPr>
              <a:t>Bosch</a:t>
            </a:r>
            <a:r>
              <a:rPr lang="ja-JP" altLang="en-US" sz="1400" dirty="0">
                <a:latin typeface="Meiryo UI" panose="020B0604030504040204" pitchFamily="50" charset="-128"/>
                <a:ea typeface="Meiryo UI" panose="020B0604030504040204" pitchFamily="50" charset="-128"/>
              </a:rPr>
              <a:t>によって検証され報告されたことをチェックすることである。</a:t>
            </a:r>
            <a:endParaRPr lang="en-US" altLang="ja-JP" sz="1400" dirty="0">
              <a:latin typeface="Meiryo UI" panose="020B0604030504040204" pitchFamily="50" charset="-128"/>
              <a:ea typeface="Meiryo UI" panose="020B0604030504040204" pitchFamily="50" charset="-128"/>
            </a:endParaRPr>
          </a:p>
          <a:p>
            <a:pPr algn="l">
              <a:spcBef>
                <a:spcPts val="300"/>
              </a:spcBef>
            </a:pPr>
            <a:endParaRPr lang="en-US" altLang="ja-JP" sz="1400" dirty="0">
              <a:latin typeface="Meiryo UI" panose="020B0604030504040204" pitchFamily="50" charset="-128"/>
              <a:ea typeface="Meiryo UI" panose="020B0604030504040204" pitchFamily="50" charset="-128"/>
            </a:endParaRPr>
          </a:p>
          <a:p>
            <a:pPr algn="l">
              <a:spcBef>
                <a:spcPts val="300"/>
              </a:spcBef>
            </a:pPr>
            <a:endParaRPr lang="en-US" altLang="ja-JP" sz="1400" dirty="0">
              <a:latin typeface="Meiryo UI" panose="020B0604030504040204" pitchFamily="50" charset="-128"/>
              <a:ea typeface="Meiryo UI" panose="020B0604030504040204" pitchFamily="50" charset="-128"/>
            </a:endParaRPr>
          </a:p>
          <a:p>
            <a:pPr algn="l">
              <a:spcBef>
                <a:spcPts val="300"/>
              </a:spcBef>
            </a:pPr>
            <a:r>
              <a:rPr kumimoji="1" lang="en-US" altLang="ja-JP" sz="1400" dirty="0">
                <a:latin typeface="Meiryo UI" panose="020B0604030504040204" pitchFamily="50" charset="-128"/>
                <a:ea typeface="Meiryo UI" panose="020B0604030504040204" pitchFamily="50" charset="-128"/>
              </a:rPr>
              <a:t>MP1</a:t>
            </a:r>
          </a:p>
          <a:p>
            <a:pPr algn="l">
              <a:spcBef>
                <a:spcPts val="300"/>
              </a:spcBef>
            </a:pPr>
            <a:r>
              <a:rPr lang="en-US" altLang="ja-JP" sz="1400" dirty="0">
                <a:latin typeface="Meiryo UI" panose="020B0604030504040204" pitchFamily="50" charset="-128"/>
                <a:ea typeface="Meiryo UI" panose="020B0604030504040204" pitchFamily="50" charset="-128"/>
              </a:rPr>
              <a:t>Please Make Comparison list between MP0 (or</a:t>
            </a:r>
            <a:r>
              <a:rPr lang="ja-JP" altLang="en-US" sz="1400" dirty="0">
                <a:latin typeface="Meiryo UI" panose="020B0604030504040204" pitchFamily="50" charset="-128"/>
                <a:ea typeface="Meiryo UI" panose="020B0604030504040204" pitchFamily="50" charset="-128"/>
              </a:rPr>
              <a:t> </a:t>
            </a:r>
            <a:r>
              <a:rPr lang="en-US" altLang="ja-JP" sz="1400" dirty="0">
                <a:latin typeface="Meiryo UI" panose="020B0604030504040204" pitchFamily="50" charset="-128"/>
                <a:ea typeface="Meiryo UI" panose="020B0604030504040204" pitchFamily="50" charset="-128"/>
              </a:rPr>
              <a:t>Previous</a:t>
            </a:r>
            <a:r>
              <a:rPr lang="ja-JP" altLang="en-US" sz="1400" dirty="0">
                <a:latin typeface="Meiryo UI" panose="020B0604030504040204" pitchFamily="50" charset="-128"/>
                <a:ea typeface="Meiryo UI" panose="020B0604030504040204" pitchFamily="50" charset="-128"/>
              </a:rPr>
              <a:t> </a:t>
            </a:r>
            <a:r>
              <a:rPr lang="en-US" altLang="ja-JP" sz="1400" dirty="0">
                <a:latin typeface="Meiryo UI" panose="020B0604030504040204" pitchFamily="50" charset="-128"/>
                <a:ea typeface="Meiryo UI" panose="020B0604030504040204" pitchFamily="50" charset="-128"/>
              </a:rPr>
              <a:t>model)</a:t>
            </a:r>
            <a:r>
              <a:rPr lang="ja-JP" altLang="en-US" sz="1400" dirty="0">
                <a:latin typeface="Meiryo UI" panose="020B0604030504040204" pitchFamily="50" charset="-128"/>
                <a:ea typeface="Meiryo UI" panose="020B0604030504040204" pitchFamily="50" charset="-128"/>
              </a:rPr>
              <a:t> </a:t>
            </a:r>
            <a:r>
              <a:rPr lang="en-US" altLang="ja-JP" sz="1400" dirty="0">
                <a:latin typeface="Meiryo UI" panose="020B0604030504040204" pitchFamily="50" charset="-128"/>
                <a:ea typeface="Meiryo UI" panose="020B0604030504040204" pitchFamily="50" charset="-128"/>
              </a:rPr>
              <a:t>and MP1 in same variant.</a:t>
            </a:r>
          </a:p>
          <a:p>
            <a:pPr algn="l">
              <a:spcBef>
                <a:spcPts val="300"/>
              </a:spcBef>
            </a:pPr>
            <a:endParaRPr lang="en-US" altLang="ja-JP" sz="1400" dirty="0">
              <a:latin typeface="Meiryo UI" panose="020B0604030504040204" pitchFamily="50" charset="-128"/>
              <a:ea typeface="Meiryo UI" panose="020B0604030504040204" pitchFamily="50" charset="-128"/>
            </a:endParaRPr>
          </a:p>
          <a:p>
            <a:pPr algn="l">
              <a:spcBef>
                <a:spcPts val="300"/>
              </a:spcBef>
            </a:pPr>
            <a:r>
              <a:rPr lang="ja-JP" altLang="en-US" sz="1400" dirty="0">
                <a:latin typeface="Meiryo UI" panose="020B0604030504040204" pitchFamily="50" charset="-128"/>
                <a:ea typeface="Meiryo UI" panose="020B0604030504040204" pitchFamily="50" charset="-128"/>
              </a:rPr>
              <a:t>同一仕向けにおいて、</a:t>
            </a:r>
            <a:r>
              <a:rPr lang="en-US" altLang="ja-JP" sz="1400" dirty="0">
                <a:latin typeface="Meiryo UI" panose="020B0604030504040204" pitchFamily="50" charset="-128"/>
                <a:ea typeface="Meiryo UI" panose="020B0604030504040204" pitchFamily="50" charset="-128"/>
              </a:rPr>
              <a:t>MP0(</a:t>
            </a:r>
            <a:r>
              <a:rPr lang="ja-JP" altLang="en-US" sz="1400" dirty="0">
                <a:latin typeface="Meiryo UI" panose="020B0604030504040204" pitchFamily="50" charset="-128"/>
                <a:ea typeface="Meiryo UI" panose="020B0604030504040204" pitchFamily="50" charset="-128"/>
              </a:rPr>
              <a:t>又は前モデル</a:t>
            </a:r>
            <a:r>
              <a:rPr lang="en-US" altLang="ja-JP" sz="1400" dirty="0">
                <a:latin typeface="Meiryo UI" panose="020B0604030504040204" pitchFamily="50" charset="-128"/>
                <a:ea typeface="Meiryo UI" panose="020B0604030504040204" pitchFamily="50" charset="-128"/>
              </a:rPr>
              <a:t>)</a:t>
            </a:r>
            <a:r>
              <a:rPr lang="ja-JP" altLang="en-US" sz="1400" dirty="0">
                <a:latin typeface="Meiryo UI" panose="020B0604030504040204" pitchFamily="50" charset="-128"/>
                <a:ea typeface="Meiryo UI" panose="020B0604030504040204" pitchFamily="50" charset="-128"/>
              </a:rPr>
              <a:t>と</a:t>
            </a:r>
            <a:r>
              <a:rPr lang="en-US" altLang="ja-JP" sz="1400" dirty="0">
                <a:latin typeface="Meiryo UI" panose="020B0604030504040204" pitchFamily="50" charset="-128"/>
                <a:ea typeface="Meiryo UI" panose="020B0604030504040204" pitchFamily="50" charset="-128"/>
              </a:rPr>
              <a:t>MP1</a:t>
            </a:r>
            <a:r>
              <a:rPr lang="ja-JP" altLang="en-US" sz="1400" dirty="0">
                <a:latin typeface="Meiryo UI" panose="020B0604030504040204" pitchFamily="50" charset="-128"/>
                <a:ea typeface="Meiryo UI" panose="020B0604030504040204" pitchFamily="50" charset="-128"/>
              </a:rPr>
              <a:t>との比較（コンペア）リストを作成すること</a:t>
            </a:r>
            <a:endParaRPr lang="en-US" altLang="ja-JP" sz="1400" dirty="0">
              <a:latin typeface="Meiryo UI" panose="020B0604030504040204" pitchFamily="50" charset="-128"/>
              <a:ea typeface="Meiryo UI" panose="020B0604030504040204" pitchFamily="50" charset="-128"/>
            </a:endParaRPr>
          </a:p>
        </p:txBody>
      </p:sp>
      <p:sp>
        <p:nvSpPr>
          <p:cNvPr id="16" name="Text Box 2"/>
          <p:cNvSpPr txBox="1">
            <a:spLocks noChangeArrowheads="1"/>
          </p:cNvSpPr>
          <p:nvPr/>
        </p:nvSpPr>
        <p:spPr bwMode="auto">
          <a:xfrm>
            <a:off x="250829" y="96703"/>
            <a:ext cx="88931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1800" dirty="0">
                <a:solidFill>
                  <a:srgbClr val="FFFFFF"/>
                </a:solidFill>
                <a:latin typeface="Meiryo UI" panose="020B0604030504040204" pitchFamily="50" charset="-128"/>
                <a:ea typeface="Meiryo UI" panose="020B0604030504040204" pitchFamily="50" charset="-128"/>
                <a:cs typeface="Arial" pitchFamily="34" charset="0"/>
              </a:rPr>
              <a:t>17. EMS Report Maturity and Quality Verification (8/31)</a:t>
            </a:r>
            <a:endParaRPr lang="en-US" altLang="ja-JP" sz="1050" dirty="0">
              <a:solidFill>
                <a:srgbClr val="FFFFFF"/>
              </a:solidFill>
              <a:latin typeface="HGPｺﾞｼｯｸE" pitchFamily="50" charset="-128"/>
              <a:ea typeface="HGPｺﾞｼｯｸE" pitchFamily="50" charset="-128"/>
              <a:cs typeface="Arial" pitchFamily="34" charset="0"/>
            </a:endParaRPr>
          </a:p>
        </p:txBody>
      </p:sp>
      <p:sp>
        <p:nvSpPr>
          <p:cNvPr id="7" name="Text Box 2"/>
          <p:cNvSpPr txBox="1">
            <a:spLocks noChangeArrowheads="1"/>
          </p:cNvSpPr>
          <p:nvPr/>
        </p:nvSpPr>
        <p:spPr bwMode="auto">
          <a:xfrm>
            <a:off x="93650" y="496619"/>
            <a:ext cx="179408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l"/>
            <a:r>
              <a:rPr lang="en-US" altLang="ja-JP" sz="1800" b="1" u="sng">
                <a:latin typeface="Meiryo UI" panose="020B0604030504040204" pitchFamily="50" charset="-128"/>
                <a:ea typeface="Meiryo UI" panose="020B0604030504040204" pitchFamily="50" charset="-128"/>
              </a:rPr>
              <a:t>Compare List</a:t>
            </a:r>
          </a:p>
        </p:txBody>
      </p:sp>
      <p:sp>
        <p:nvSpPr>
          <p:cNvPr id="10" name="コンテンツ プレースホルダー 2">
            <a:extLst>
              <a:ext uri="{FF2B5EF4-FFF2-40B4-BE49-F238E27FC236}">
                <a16:creationId xmlns:a16="http://schemas.microsoft.com/office/drawing/2014/main" id="{DF8F3048-8336-42DF-8038-25D502D44392}"/>
              </a:ext>
            </a:extLst>
          </p:cNvPr>
          <p:cNvSpPr txBox="1">
            <a:spLocks/>
          </p:cNvSpPr>
          <p:nvPr>
            <p:custDataLst>
              <p:tags r:id="rId1"/>
            </p:custDataLst>
          </p:nvPr>
        </p:nvSpPr>
        <p:spPr bwMode="auto">
          <a:xfrm>
            <a:off x="4697416" y="5173765"/>
            <a:ext cx="3802323" cy="508473"/>
          </a:xfrm>
          <a:prstGeom prst="rect">
            <a:avLst/>
          </a:prstGeom>
          <a:noFill/>
          <a:ln w="0">
            <a:noFill/>
            <a:miter lim="800000"/>
            <a:headEnd/>
            <a:tailEnd/>
          </a:ln>
          <a:effectLst/>
          <a:extLs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vert="horz" wrap="none" lIns="0" tIns="0" rIns="0" bIns="0" numCol="1" anchor="t" anchorCtr="0" compatLnSpc="1">
            <a:prstTxWarp prst="textNoShape">
              <a:avLst/>
            </a:prstTxWarp>
            <a:spAutoFit/>
          </a:bodyPr>
          <a:lstStyle>
            <a:lvl1pPr marL="251460" indent="-251460" algn="l" rtl="0" eaLnBrk="1" fontAlgn="base" hangingPunct="1">
              <a:lnSpc>
                <a:spcPts val="2300"/>
              </a:lnSpc>
              <a:spcBef>
                <a:spcPts val="500"/>
              </a:spcBef>
              <a:spcAft>
                <a:spcPct val="0"/>
              </a:spcAft>
              <a:buClrTx/>
              <a:buSzPct val="100000"/>
              <a:buFontTx/>
              <a:buNone/>
              <a:defRPr kumimoji="1" sz="1800" b="0" i="0" u="none">
                <a:solidFill>
                  <a:schemeClr val="tx1"/>
                </a:solidFill>
                <a:latin typeface="Bosch Office Sans" panose="020B0604020202020204" pitchFamily="34" charset="0"/>
                <a:ea typeface="+mn-ea"/>
                <a:cs typeface="Arial" pitchFamily="34" charset="0"/>
              </a:defRPr>
            </a:lvl1pPr>
            <a:lvl2pPr marL="467360" indent="-467360" algn="l" rtl="0" eaLnBrk="1" fontAlgn="base" hangingPunct="1">
              <a:lnSpc>
                <a:spcPts val="2000"/>
              </a:lnSpc>
              <a:spcBef>
                <a:spcPts val="500"/>
              </a:spcBef>
              <a:spcAft>
                <a:spcPct val="0"/>
              </a:spcAft>
              <a:buClrTx/>
              <a:buSzPct val="100000"/>
              <a:buFontTx/>
              <a:buNone/>
              <a:defRPr kumimoji="1" sz="1600" b="0" i="0" u="none">
                <a:solidFill>
                  <a:schemeClr val="tx1"/>
                </a:solidFill>
                <a:latin typeface="Bosch Office Sans" panose="020B0604020202020204" pitchFamily="34" charset="0"/>
                <a:cs typeface="Arial" pitchFamily="34" charset="0"/>
              </a:defRPr>
            </a:lvl2pPr>
            <a:lvl3pPr marL="647700" indent="-647700" algn="l" rtl="0" eaLnBrk="1" fontAlgn="base" hangingPunct="1">
              <a:lnSpc>
                <a:spcPts val="1700"/>
              </a:lnSpc>
              <a:spcBef>
                <a:spcPts val="500"/>
              </a:spcBef>
              <a:spcAft>
                <a:spcPct val="0"/>
              </a:spcAft>
              <a:buClrTx/>
              <a:buSzPct val="100000"/>
              <a:buFontTx/>
              <a:buNone/>
              <a:defRPr kumimoji="1" sz="1400" b="0" i="0" u="none">
                <a:solidFill>
                  <a:schemeClr val="tx1"/>
                </a:solidFill>
                <a:latin typeface="Bosch Office Sans" panose="020B0604020202020204" pitchFamily="34" charset="0"/>
                <a:cs typeface="Arial" pitchFamily="34" charset="0"/>
              </a:defRPr>
            </a:lvl3pPr>
            <a:lvl4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4pPr>
            <a:lvl5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5pPr>
            <a:lvl6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6pPr>
            <a:lvl7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7pPr>
            <a:lvl8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8pPr>
            <a:lvl9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9pPr>
          </a:lstStyle>
          <a:p>
            <a:pPr marL="0" indent="0">
              <a:lnSpc>
                <a:spcPct val="105000"/>
              </a:lnSpc>
              <a:spcBef>
                <a:spcPts val="600"/>
              </a:spcBef>
              <a:spcAft>
                <a:spcPts val="0"/>
              </a:spcAft>
            </a:pPr>
            <a:r>
              <a:rPr lang="en-US" altLang="ja-JP" sz="1400" b="1" kern="0">
                <a:latin typeface="Meiryo UI" panose="020B0604030504040204" pitchFamily="50" charset="-128"/>
              </a:rPr>
              <a:t>※</a:t>
            </a:r>
            <a:r>
              <a:rPr lang="ja-JP" altLang="en-US" sz="1400" b="1" kern="0">
                <a:latin typeface="Meiryo UI" panose="020B0604030504040204" pitchFamily="50" charset="-128"/>
              </a:rPr>
              <a:t> </a:t>
            </a:r>
            <a:r>
              <a:rPr lang="en-US" altLang="ja-JP" sz="1400" b="1" kern="0">
                <a:latin typeface="Meiryo UI" panose="020B0604030504040204" pitchFamily="50" charset="-128"/>
              </a:rPr>
              <a:t>Refer to “Datacomp_List_sample file.</a:t>
            </a:r>
          </a:p>
          <a:p>
            <a:pPr marL="0" indent="0">
              <a:lnSpc>
                <a:spcPct val="105000"/>
              </a:lnSpc>
              <a:spcBef>
                <a:spcPts val="600"/>
              </a:spcBef>
              <a:spcAft>
                <a:spcPts val="0"/>
              </a:spcAft>
            </a:pPr>
            <a:r>
              <a:rPr lang="en-US" sz="1400" b="1" kern="0">
                <a:latin typeface="Meiryo UI" panose="020B0604030504040204" pitchFamily="50" charset="-128"/>
              </a:rPr>
              <a:t>In folder : “</a:t>
            </a:r>
            <a:r>
              <a:rPr lang="en-US" altLang="ja-JP" sz="1400" b="1" kern="0">
                <a:latin typeface="Meiryo UI" panose="020B0604030504040204" pitchFamily="50" charset="-128"/>
              </a:rPr>
              <a:t>16</a:t>
            </a:r>
            <a:r>
              <a:rPr lang="en-US" sz="1400" b="1" kern="0">
                <a:latin typeface="Meiryo UI" panose="020B0604030504040204" pitchFamily="50" charset="-128"/>
              </a:rPr>
              <a:t>. </a:t>
            </a:r>
            <a:r>
              <a:rPr lang="en-US" altLang="ja-JP" sz="1400" b="1" kern="0">
                <a:latin typeface="Meiryo UI" panose="020B0604030504040204" pitchFamily="50" charset="-128"/>
              </a:rPr>
              <a:t>EMS</a:t>
            </a:r>
            <a:r>
              <a:rPr lang="ja-JP" altLang="en-US" sz="1400" b="1" kern="0">
                <a:latin typeface="Meiryo UI" panose="020B0604030504040204" pitchFamily="50" charset="-128"/>
              </a:rPr>
              <a:t> </a:t>
            </a:r>
            <a:r>
              <a:rPr lang="en-US" altLang="ja-JP" sz="1400" b="1" kern="0">
                <a:latin typeface="Meiryo UI" panose="020B0604030504040204" pitchFamily="50" charset="-128"/>
              </a:rPr>
              <a:t>Requirement</a:t>
            </a:r>
            <a:r>
              <a:rPr lang="en-US" sz="1400" b="1" kern="0">
                <a:latin typeface="Meiryo UI" panose="020B0604030504040204" pitchFamily="50" charset="-128"/>
              </a:rPr>
              <a:t>”</a:t>
            </a:r>
          </a:p>
        </p:txBody>
      </p:sp>
    </p:spTree>
    <p:extLst>
      <p:ext uri="{BB962C8B-B14F-4D97-AF65-F5344CB8AC3E}">
        <p14:creationId xmlns:p14="http://schemas.microsoft.com/office/powerpoint/2010/main" val="867709450"/>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 Box 2"/>
          <p:cNvSpPr txBox="1">
            <a:spLocks noChangeArrowheads="1"/>
          </p:cNvSpPr>
          <p:nvPr/>
        </p:nvSpPr>
        <p:spPr bwMode="auto">
          <a:xfrm>
            <a:off x="250829" y="96703"/>
            <a:ext cx="88931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1800" dirty="0">
                <a:solidFill>
                  <a:srgbClr val="FFFFFF"/>
                </a:solidFill>
                <a:latin typeface="Meiryo UI" panose="020B0604030504040204" pitchFamily="50" charset="-128"/>
                <a:ea typeface="Meiryo UI" panose="020B0604030504040204" pitchFamily="50" charset="-128"/>
                <a:cs typeface="Arial" pitchFamily="34" charset="0"/>
              </a:rPr>
              <a:t>17. EMS Report Maturity and Quality Verification (9/31)</a:t>
            </a:r>
            <a:endParaRPr lang="en-US" altLang="ja-JP" sz="1050" dirty="0">
              <a:solidFill>
                <a:srgbClr val="FFFFFF"/>
              </a:solidFill>
              <a:latin typeface="HGPｺﾞｼｯｸE" pitchFamily="50" charset="-128"/>
              <a:ea typeface="HGPｺﾞｼｯｸE" pitchFamily="50" charset="-128"/>
              <a:cs typeface="Arial" pitchFamily="34" charset="0"/>
            </a:endParaRPr>
          </a:p>
        </p:txBody>
      </p:sp>
      <p:sp>
        <p:nvSpPr>
          <p:cNvPr id="5" name="Rectangle 13">
            <a:extLst>
              <a:ext uri="{FF2B5EF4-FFF2-40B4-BE49-F238E27FC236}">
                <a16:creationId xmlns:a16="http://schemas.microsoft.com/office/drawing/2014/main" id="{991E8887-0D45-44ED-A912-98AC5115EDB5}"/>
              </a:ext>
            </a:extLst>
          </p:cNvPr>
          <p:cNvSpPr>
            <a:spLocks noChangeArrowheads="1"/>
          </p:cNvSpPr>
          <p:nvPr/>
        </p:nvSpPr>
        <p:spPr bwMode="auto">
          <a:xfrm>
            <a:off x="35496" y="2701195"/>
            <a:ext cx="9108504" cy="15081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ja-JP" altLang="en-US" sz="1600" b="1" u="sng" dirty="0">
                <a:solidFill>
                  <a:srgbClr val="000000"/>
                </a:solidFill>
                <a:latin typeface="Meiryo UI" panose="020B0604030504040204" pitchFamily="50" charset="-128"/>
                <a:ea typeface="Meiryo UI" panose="020B0604030504040204" pitchFamily="50" charset="-128"/>
                <a:cs typeface="Meiryo UI" pitchFamily="50" charset="-128"/>
              </a:rPr>
              <a:t>品質向上施策検証</a:t>
            </a:r>
            <a:endParaRPr lang="en-US" altLang="ja-JP" sz="1600" b="1" dirty="0">
              <a:solidFill>
                <a:srgbClr val="000000"/>
              </a:solidFill>
              <a:latin typeface="Meiryo UI" panose="020B0604030504040204" pitchFamily="50" charset="-128"/>
              <a:ea typeface="Meiryo UI" panose="020B0604030504040204" pitchFamily="50" charset="-128"/>
              <a:cs typeface="Meiryo UI" pitchFamily="50" charset="-128"/>
            </a:endParaRPr>
          </a:p>
          <a:p>
            <a:pPr marL="534988" lvl="1" indent="-285750" algn="l">
              <a:spcBef>
                <a:spcPts val="600"/>
              </a:spcBef>
              <a:buFontTx/>
              <a:buChar char="-"/>
            </a:pPr>
            <a:r>
              <a:rPr lang="en-US" altLang="ja-JP" sz="1400" dirty="0">
                <a:latin typeface="Meiryo UI" panose="020B0604030504040204" pitchFamily="50" charset="-128"/>
                <a:ea typeface="Meiryo UI" panose="020B0604030504040204" pitchFamily="50" charset="-128"/>
                <a:cs typeface="Meiryo UI" pitchFamily="50" charset="-128"/>
              </a:rPr>
              <a:t>Honda </a:t>
            </a:r>
            <a:r>
              <a:rPr lang="ja-JP" altLang="en-US" sz="1400" dirty="0">
                <a:latin typeface="Meiryo UI" panose="020B0604030504040204" pitchFamily="50" charset="-128"/>
                <a:ea typeface="Meiryo UI" panose="020B0604030504040204" pitchFamily="50" charset="-128"/>
                <a:cs typeface="Meiryo UI" pitchFamily="50" charset="-128"/>
              </a:rPr>
              <a:t>品質向上施策に関して、検証を実施し、その結果を</a:t>
            </a:r>
            <a:r>
              <a:rPr lang="en-US" altLang="ja-JP" sz="1400" dirty="0">
                <a:latin typeface="Meiryo UI" panose="020B0604030504040204" pitchFamily="50" charset="-128"/>
                <a:ea typeface="Meiryo UI" panose="020B0604030504040204" pitchFamily="50" charset="-128"/>
                <a:cs typeface="Meiryo UI" pitchFamily="50" charset="-128"/>
              </a:rPr>
              <a:t>Honda</a:t>
            </a:r>
            <a:r>
              <a:rPr lang="ja-JP" altLang="en-US" sz="1400" dirty="0">
                <a:latin typeface="Meiryo UI" panose="020B0604030504040204" pitchFamily="50" charset="-128"/>
                <a:ea typeface="Meiryo UI" panose="020B0604030504040204" pitchFamily="50" charset="-128"/>
                <a:cs typeface="Meiryo UI" pitchFamily="50" charset="-128"/>
              </a:rPr>
              <a:t>に報告すること。</a:t>
            </a:r>
            <a:endParaRPr lang="en-US" altLang="ja-JP" sz="1400" dirty="0">
              <a:latin typeface="Meiryo UI" panose="020B0604030504040204" pitchFamily="50" charset="-128"/>
              <a:ea typeface="Meiryo UI" panose="020B0604030504040204" pitchFamily="50" charset="-128"/>
              <a:cs typeface="Meiryo UI" pitchFamily="50" charset="-128"/>
            </a:endParaRPr>
          </a:p>
          <a:p>
            <a:pPr marL="534988" lvl="1" indent="-285750" algn="l">
              <a:spcBef>
                <a:spcPts val="600"/>
              </a:spcBef>
              <a:buFontTx/>
              <a:buChar char="-"/>
            </a:pPr>
            <a:r>
              <a:rPr lang="ja-JP" altLang="en-US" sz="1400" dirty="0">
                <a:latin typeface="Meiryo UI" panose="020B0604030504040204" pitchFamily="50" charset="-128"/>
                <a:ea typeface="Meiryo UI" panose="020B0604030504040204" pitchFamily="50" charset="-128"/>
                <a:cs typeface="Meiryo UI" pitchFamily="50" charset="-128"/>
              </a:rPr>
              <a:t>施策ごとに実施した内容とまとめについては、それぞれの報告タイミングにて報告されること。</a:t>
            </a:r>
            <a:endParaRPr lang="en-US" altLang="ja-JP" sz="1400" dirty="0">
              <a:latin typeface="Meiryo UI" panose="020B0604030504040204" pitchFamily="50" charset="-128"/>
              <a:ea typeface="Meiryo UI" panose="020B0604030504040204" pitchFamily="50" charset="-128"/>
              <a:cs typeface="Meiryo UI" pitchFamily="50" charset="-128"/>
            </a:endParaRPr>
          </a:p>
          <a:p>
            <a:pPr marL="534988" lvl="1" indent="-285750" algn="l">
              <a:spcBef>
                <a:spcPts val="600"/>
              </a:spcBef>
              <a:buFontTx/>
              <a:buChar char="-"/>
            </a:pPr>
            <a:r>
              <a:rPr lang="ja-JP" altLang="en-US" sz="1400" dirty="0">
                <a:latin typeface="Meiryo UI" panose="020B0604030504040204" pitchFamily="50" charset="-128"/>
                <a:ea typeface="Meiryo UI" panose="020B0604030504040204" pitchFamily="50" charset="-128"/>
                <a:cs typeface="Meiryo UI" pitchFamily="50" charset="-128"/>
              </a:rPr>
              <a:t>全ての施策については、マスク</a:t>
            </a:r>
            <a:r>
              <a:rPr lang="en-US" altLang="ja-JP" sz="1400" dirty="0">
                <a:latin typeface="Meiryo UI" panose="020B0604030504040204" pitchFamily="50" charset="-128"/>
                <a:ea typeface="Meiryo UI" panose="020B0604030504040204" pitchFamily="50" charset="-128"/>
                <a:cs typeface="Meiryo UI" pitchFamily="50" charset="-128"/>
              </a:rPr>
              <a:t>HEX</a:t>
            </a:r>
            <a:r>
              <a:rPr lang="ja-JP" altLang="en-US" sz="1400" dirty="0">
                <a:latin typeface="Meiryo UI" panose="020B0604030504040204" pitchFamily="50" charset="-128"/>
                <a:ea typeface="Meiryo UI" panose="020B0604030504040204" pitchFamily="50" charset="-128"/>
                <a:cs typeface="Meiryo UI" pitchFamily="50" charset="-128"/>
              </a:rPr>
              <a:t>発行前に完了させること。</a:t>
            </a:r>
            <a:endParaRPr lang="en-US" altLang="ja-JP" sz="1400" dirty="0">
              <a:latin typeface="Meiryo UI" panose="020B0604030504040204" pitchFamily="50" charset="-128"/>
              <a:ea typeface="Meiryo UI" panose="020B0604030504040204" pitchFamily="50" charset="-128"/>
              <a:cs typeface="Meiryo UI" pitchFamily="50" charset="-128"/>
            </a:endParaRPr>
          </a:p>
          <a:p>
            <a:pPr marL="534988" lvl="1" indent="-285750" algn="l">
              <a:spcBef>
                <a:spcPts val="600"/>
              </a:spcBef>
              <a:buFontTx/>
              <a:buChar char="-"/>
            </a:pPr>
            <a:r>
              <a:rPr lang="ja-JP" altLang="en-US" sz="1400" dirty="0">
                <a:latin typeface="Meiryo UI" panose="020B0604030504040204" pitchFamily="50" charset="-128"/>
                <a:ea typeface="Meiryo UI" panose="020B0604030504040204" pitchFamily="50" charset="-128"/>
                <a:cs typeface="Meiryo UI" pitchFamily="50" charset="-128"/>
              </a:rPr>
              <a:t>各検証目のやるやらは、</a:t>
            </a:r>
            <a:r>
              <a:rPr lang="en-US" altLang="ja-JP" sz="1400" dirty="0">
                <a:latin typeface="Meiryo UI" panose="020B0604030504040204" pitchFamily="50" charset="-128"/>
                <a:ea typeface="Meiryo UI" panose="020B0604030504040204" pitchFamily="50" charset="-128"/>
                <a:cs typeface="Meiryo UI" pitchFamily="50" charset="-128"/>
              </a:rPr>
              <a:t>F1</a:t>
            </a:r>
            <a:r>
              <a:rPr lang="ja-JP" altLang="en-US" sz="1400" dirty="0">
                <a:latin typeface="Meiryo UI" panose="020B0604030504040204" pitchFamily="50" charset="-128"/>
                <a:ea typeface="Meiryo UI" panose="020B0604030504040204" pitchFamily="50" charset="-128"/>
                <a:cs typeface="Meiryo UI" pitchFamily="50" charset="-128"/>
              </a:rPr>
              <a:t>までに</a:t>
            </a:r>
            <a:r>
              <a:rPr lang="en-US" altLang="ja-JP" sz="1400" dirty="0">
                <a:solidFill>
                  <a:srgbClr val="0000FF"/>
                </a:solidFill>
                <a:latin typeface="Meiryo UI" panose="020B0604030504040204" pitchFamily="50" charset="-128"/>
                <a:ea typeface="Meiryo UI" panose="020B0604030504040204" pitchFamily="50" charset="-128"/>
              </a:rPr>
              <a:t>Bosch</a:t>
            </a:r>
            <a:r>
              <a:rPr lang="en-US" altLang="ja-JP" sz="1400" dirty="0">
                <a:latin typeface="Meiryo UI" panose="020B0604030504040204" pitchFamily="50" charset="-128"/>
                <a:ea typeface="Meiryo UI" panose="020B0604030504040204" pitchFamily="50" charset="-128"/>
                <a:cs typeface="Meiryo UI" pitchFamily="50" charset="-128"/>
              </a:rPr>
              <a:t>/HONDA</a:t>
            </a:r>
            <a:r>
              <a:rPr lang="ja-JP" altLang="en-US" sz="1400" dirty="0">
                <a:latin typeface="Meiryo UI" panose="020B0604030504040204" pitchFamily="50" charset="-128"/>
                <a:ea typeface="Meiryo UI" panose="020B0604030504040204" pitchFamily="50" charset="-128"/>
                <a:cs typeface="Meiryo UI" pitchFamily="50" charset="-128"/>
              </a:rPr>
              <a:t>間で整合</a:t>
            </a:r>
            <a:endParaRPr lang="en-US" altLang="ja-JP" sz="1400" dirty="0">
              <a:latin typeface="Meiryo UI" panose="020B0604030504040204" pitchFamily="50" charset="-128"/>
              <a:ea typeface="Meiryo UI" panose="020B0604030504040204" pitchFamily="50" charset="-128"/>
              <a:cs typeface="Meiryo UI" pitchFamily="50" charset="-128"/>
            </a:endParaRPr>
          </a:p>
        </p:txBody>
      </p:sp>
      <p:sp>
        <p:nvSpPr>
          <p:cNvPr id="7" name="Rectangle 13">
            <a:extLst>
              <a:ext uri="{FF2B5EF4-FFF2-40B4-BE49-F238E27FC236}">
                <a16:creationId xmlns:a16="http://schemas.microsoft.com/office/drawing/2014/main" id="{631E1A8D-FB6E-493C-A65C-1AF91BDEE8DF}"/>
              </a:ext>
            </a:extLst>
          </p:cNvPr>
          <p:cNvSpPr>
            <a:spLocks noChangeArrowheads="1"/>
          </p:cNvSpPr>
          <p:nvPr/>
        </p:nvSpPr>
        <p:spPr bwMode="auto">
          <a:xfrm>
            <a:off x="-19571" y="525920"/>
            <a:ext cx="9163571" cy="1723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en-US" altLang="ja-JP" sz="1600" b="1" u="sng" dirty="0">
                <a:solidFill>
                  <a:srgbClr val="000000"/>
                </a:solidFill>
                <a:latin typeface="Meiryo UI" panose="020B0604030504040204" pitchFamily="50" charset="-128"/>
                <a:ea typeface="Meiryo UI" panose="020B0604030504040204" pitchFamily="50" charset="-128"/>
                <a:cs typeface="Arial" pitchFamily="34" charset="0"/>
              </a:rPr>
              <a:t>Quality</a:t>
            </a:r>
            <a:r>
              <a:rPr lang="ja-JP" altLang="en-US" sz="1600" b="1" u="sng" dirty="0">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600" b="1" u="sng" dirty="0">
                <a:solidFill>
                  <a:srgbClr val="000000"/>
                </a:solidFill>
                <a:latin typeface="Meiryo UI" panose="020B0604030504040204" pitchFamily="50" charset="-128"/>
                <a:ea typeface="Meiryo UI" panose="020B0604030504040204" pitchFamily="50" charset="-128"/>
                <a:cs typeface="Arial" pitchFamily="34" charset="0"/>
              </a:rPr>
              <a:t>Improvement</a:t>
            </a:r>
            <a:r>
              <a:rPr lang="ja-JP" altLang="en-US" sz="1600" b="1" u="sng" dirty="0">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600" b="1" u="sng" dirty="0">
                <a:solidFill>
                  <a:srgbClr val="000000"/>
                </a:solidFill>
                <a:latin typeface="Meiryo UI" panose="020B0604030504040204" pitchFamily="50" charset="-128"/>
                <a:ea typeface="Meiryo UI" panose="020B0604030504040204" pitchFamily="50" charset="-128"/>
                <a:cs typeface="Arial" pitchFamily="34" charset="0"/>
              </a:rPr>
              <a:t>Measures Verification</a:t>
            </a:r>
            <a:endParaRPr lang="en-US" altLang="ja-JP" sz="1600" b="1" dirty="0">
              <a:solidFill>
                <a:srgbClr val="000000"/>
              </a:solidFill>
              <a:latin typeface="Meiryo UI" panose="020B0604030504040204" pitchFamily="50" charset="-128"/>
              <a:ea typeface="Meiryo UI" panose="020B0604030504040204" pitchFamily="50" charset="-128"/>
              <a:cs typeface="Meiryo UI" pitchFamily="50" charset="-128"/>
            </a:endParaRPr>
          </a:p>
          <a:p>
            <a:pPr marL="534988" lvl="1" indent="-285750" algn="l">
              <a:spcBef>
                <a:spcPts val="600"/>
              </a:spcBef>
              <a:buFontTx/>
              <a:buChar char="-"/>
            </a:pPr>
            <a:r>
              <a:rPr lang="en-US" altLang="ja-JP" sz="1400" dirty="0">
                <a:solidFill>
                  <a:srgbClr val="000000"/>
                </a:solidFill>
                <a:latin typeface="Meiryo UI" panose="020B0604030504040204" pitchFamily="50" charset="-128"/>
                <a:ea typeface="Meiryo UI" panose="020B0604030504040204" pitchFamily="50" charset="-128"/>
                <a:cs typeface="Arial" pitchFamily="34" charset="0"/>
              </a:rPr>
              <a:t>Regarding Honda’s</a:t>
            </a:r>
            <a:r>
              <a:rPr lang="ja-JP" altLang="en-US" sz="1400" dirty="0">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400" dirty="0">
                <a:solidFill>
                  <a:srgbClr val="000000"/>
                </a:solidFill>
                <a:latin typeface="Meiryo UI" panose="020B0604030504040204" pitchFamily="50" charset="-128"/>
                <a:ea typeface="Meiryo UI" panose="020B0604030504040204" pitchFamily="50" charset="-128"/>
                <a:cs typeface="Arial" pitchFamily="34" charset="0"/>
              </a:rPr>
              <a:t>quality improvement measure, the verification shall be </a:t>
            </a:r>
            <a:r>
              <a:rPr lang="en-US" altLang="ja-JP" sz="1400" dirty="0">
                <a:latin typeface="Meiryo UI" panose="020B0604030504040204" pitchFamily="50" charset="-128"/>
                <a:ea typeface="Meiryo UI" panose="020B0604030504040204" pitchFamily="50" charset="-128"/>
                <a:cs typeface="Arial" pitchFamily="34" charset="0"/>
              </a:rPr>
              <a:t>implemented</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and report the result to Honda.</a:t>
            </a:r>
            <a:endParaRPr lang="en-US" altLang="ja-JP" sz="1400" dirty="0">
              <a:latin typeface="Meiryo UI" panose="020B0604030504040204" pitchFamily="50" charset="-128"/>
              <a:ea typeface="Meiryo UI" panose="020B0604030504040204" pitchFamily="50" charset="-128"/>
              <a:cs typeface="Meiryo UI" pitchFamily="50" charset="-128"/>
            </a:endParaRPr>
          </a:p>
          <a:p>
            <a:pPr marL="534988" lvl="1" indent="-285750" algn="l">
              <a:spcBef>
                <a:spcPts val="600"/>
              </a:spcBef>
              <a:buFontTx/>
              <a:buChar char="-"/>
            </a:pPr>
            <a:r>
              <a:rPr lang="en-US" altLang="ja-JP" sz="1400" dirty="0">
                <a:solidFill>
                  <a:srgbClr val="000000"/>
                </a:solidFill>
                <a:latin typeface="Meiryo UI" panose="020B0604030504040204" pitchFamily="50" charset="-128"/>
                <a:ea typeface="Meiryo UI" panose="020B0604030504040204" pitchFamily="50" charset="-128"/>
                <a:cs typeface="Arial" pitchFamily="34" charset="0"/>
              </a:rPr>
              <a:t>Contents and summary</a:t>
            </a:r>
            <a:r>
              <a:rPr lang="ja-JP" altLang="en-US" sz="1400" dirty="0">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400" dirty="0">
                <a:solidFill>
                  <a:srgbClr val="000000"/>
                </a:solidFill>
                <a:latin typeface="Meiryo UI" panose="020B0604030504040204" pitchFamily="50" charset="-128"/>
                <a:ea typeface="Meiryo UI" panose="020B0604030504040204" pitchFamily="50" charset="-128"/>
                <a:cs typeface="Arial" pitchFamily="34" charset="0"/>
              </a:rPr>
              <a:t>of each measures shall be reported at the report timing of each measure.</a:t>
            </a:r>
            <a:endParaRPr lang="en-US" altLang="ja-JP" sz="1400" dirty="0">
              <a:solidFill>
                <a:srgbClr val="FF0000"/>
              </a:solidFill>
              <a:latin typeface="Meiryo UI" panose="020B0604030504040204" pitchFamily="50" charset="-128"/>
              <a:ea typeface="Meiryo UI" panose="020B0604030504040204" pitchFamily="50" charset="-128"/>
              <a:cs typeface="Meiryo UI" pitchFamily="50" charset="-128"/>
            </a:endParaRPr>
          </a:p>
          <a:p>
            <a:pPr marL="534988" lvl="1" indent="-285750" algn="l">
              <a:spcBef>
                <a:spcPts val="600"/>
              </a:spcBef>
              <a:buFontTx/>
              <a:buChar char="-"/>
            </a:pPr>
            <a:r>
              <a:rPr lang="en-US" altLang="ja-JP" sz="1400" dirty="0">
                <a:solidFill>
                  <a:srgbClr val="000000"/>
                </a:solidFill>
                <a:latin typeface="Meiryo UI" panose="020B0604030504040204" pitchFamily="50" charset="-128"/>
                <a:ea typeface="Meiryo UI" panose="020B0604030504040204" pitchFamily="50" charset="-128"/>
                <a:cs typeface="Arial" pitchFamily="34" charset="0"/>
              </a:rPr>
              <a:t>All</a:t>
            </a:r>
            <a:r>
              <a:rPr lang="ja-JP" altLang="en-US" sz="1400" dirty="0">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400" dirty="0">
                <a:solidFill>
                  <a:srgbClr val="000000"/>
                </a:solidFill>
                <a:latin typeface="Meiryo UI" panose="020B0604030504040204" pitchFamily="50" charset="-128"/>
                <a:ea typeface="Meiryo UI" panose="020B0604030504040204" pitchFamily="50" charset="-128"/>
                <a:cs typeface="Arial" pitchFamily="34" charset="0"/>
              </a:rPr>
              <a:t>measures in the list below shall be completed before mask HEX MP1 release.</a:t>
            </a:r>
          </a:p>
          <a:p>
            <a:pPr marL="534988" lvl="1" indent="-285750" algn="l">
              <a:spcBef>
                <a:spcPts val="600"/>
              </a:spcBef>
              <a:buFontTx/>
              <a:buChar char="-"/>
            </a:pPr>
            <a:r>
              <a:rPr lang="en-US" altLang="ja-JP" sz="1400" dirty="0">
                <a:solidFill>
                  <a:srgbClr val="000000"/>
                </a:solidFill>
                <a:latin typeface="Meiryo UI" panose="020B0604030504040204" pitchFamily="50" charset="-128"/>
                <a:ea typeface="Meiryo UI" panose="020B0604030504040204" pitchFamily="50" charset="-128"/>
                <a:cs typeface="Meiryo UI" pitchFamily="50" charset="-128"/>
              </a:rPr>
              <a:t>Verification items shall be aligned between </a:t>
            </a:r>
            <a:r>
              <a:rPr lang="en-US" altLang="ja-JP" sz="1400" dirty="0">
                <a:solidFill>
                  <a:srgbClr val="0000FF"/>
                </a:solidFill>
                <a:latin typeface="Meiryo UI" panose="020B0604030504040204" pitchFamily="50" charset="-128"/>
                <a:ea typeface="Meiryo UI" panose="020B0604030504040204" pitchFamily="50" charset="-128"/>
              </a:rPr>
              <a:t>Bosch</a:t>
            </a:r>
            <a:r>
              <a:rPr lang="ja-JP" altLang="en-US" sz="1400" dirty="0">
                <a:solidFill>
                  <a:srgbClr val="0000FF"/>
                </a:solidFill>
                <a:latin typeface="Meiryo UI" panose="020B0604030504040204" pitchFamily="50" charset="-128"/>
                <a:ea typeface="Meiryo UI" panose="020B0604030504040204" pitchFamily="50" charset="-128"/>
              </a:rPr>
              <a:t> </a:t>
            </a:r>
            <a:r>
              <a:rPr lang="en-US" altLang="ja-JP" sz="1400" dirty="0">
                <a:solidFill>
                  <a:srgbClr val="000000"/>
                </a:solidFill>
                <a:latin typeface="Meiryo UI" panose="020B0604030504040204" pitchFamily="50" charset="-128"/>
                <a:ea typeface="Meiryo UI" panose="020B0604030504040204" pitchFamily="50" charset="-128"/>
                <a:cs typeface="Meiryo UI" pitchFamily="50" charset="-128"/>
              </a:rPr>
              <a:t>and HONDA before F1 event. </a:t>
            </a:r>
            <a:endParaRPr lang="en-US" altLang="ja-JP" sz="1100" dirty="0">
              <a:solidFill>
                <a:srgbClr val="000000"/>
              </a:solidFill>
              <a:latin typeface="Meiryo UI" panose="020B0604030504040204" pitchFamily="50" charset="-128"/>
              <a:ea typeface="Meiryo UI" panose="020B0604030504040204" pitchFamily="50" charset="-128"/>
              <a:cs typeface="Meiryo UI" pitchFamily="50" charset="-128"/>
            </a:endParaRPr>
          </a:p>
        </p:txBody>
      </p:sp>
      <p:sp>
        <p:nvSpPr>
          <p:cNvPr id="17" name="コンテンツ プレースホルダー 2">
            <a:extLst>
              <a:ext uri="{FF2B5EF4-FFF2-40B4-BE49-F238E27FC236}">
                <a16:creationId xmlns:a16="http://schemas.microsoft.com/office/drawing/2014/main" id="{CB20E5B9-67A3-4A55-9B04-418766AB1F56}"/>
              </a:ext>
            </a:extLst>
          </p:cNvPr>
          <p:cNvSpPr txBox="1">
            <a:spLocks/>
          </p:cNvSpPr>
          <p:nvPr>
            <p:custDataLst>
              <p:tags r:id="rId1"/>
            </p:custDataLst>
          </p:nvPr>
        </p:nvSpPr>
        <p:spPr bwMode="auto">
          <a:xfrm>
            <a:off x="2948539" y="5823607"/>
            <a:ext cx="5685852" cy="508473"/>
          </a:xfrm>
          <a:prstGeom prst="rect">
            <a:avLst/>
          </a:prstGeom>
          <a:noFill/>
          <a:ln w="0">
            <a:noFill/>
            <a:miter lim="800000"/>
            <a:headEnd/>
            <a:tailEnd/>
          </a:ln>
          <a:effectLst/>
          <a:extLs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vert="horz" wrap="none" lIns="0" tIns="0" rIns="0" bIns="0" numCol="1" anchor="t" anchorCtr="0" compatLnSpc="1">
            <a:prstTxWarp prst="textNoShape">
              <a:avLst/>
            </a:prstTxWarp>
            <a:spAutoFit/>
          </a:bodyPr>
          <a:lstStyle>
            <a:lvl1pPr marL="251460" indent="-251460" algn="l" rtl="0" eaLnBrk="1" fontAlgn="base" hangingPunct="1">
              <a:lnSpc>
                <a:spcPts val="2300"/>
              </a:lnSpc>
              <a:spcBef>
                <a:spcPts val="500"/>
              </a:spcBef>
              <a:spcAft>
                <a:spcPct val="0"/>
              </a:spcAft>
              <a:buClrTx/>
              <a:buSzPct val="100000"/>
              <a:buFontTx/>
              <a:buNone/>
              <a:defRPr kumimoji="1" sz="1800" b="0" i="0" u="none">
                <a:solidFill>
                  <a:schemeClr val="tx1"/>
                </a:solidFill>
                <a:latin typeface="Bosch Office Sans" panose="020B0604020202020204" pitchFamily="34" charset="0"/>
                <a:ea typeface="+mn-ea"/>
                <a:cs typeface="Arial" pitchFamily="34" charset="0"/>
              </a:defRPr>
            </a:lvl1pPr>
            <a:lvl2pPr marL="467360" indent="-467360" algn="l" rtl="0" eaLnBrk="1" fontAlgn="base" hangingPunct="1">
              <a:lnSpc>
                <a:spcPts val="2000"/>
              </a:lnSpc>
              <a:spcBef>
                <a:spcPts val="500"/>
              </a:spcBef>
              <a:spcAft>
                <a:spcPct val="0"/>
              </a:spcAft>
              <a:buClrTx/>
              <a:buSzPct val="100000"/>
              <a:buFontTx/>
              <a:buNone/>
              <a:defRPr kumimoji="1" sz="1600" b="0" i="0" u="none">
                <a:solidFill>
                  <a:schemeClr val="tx1"/>
                </a:solidFill>
                <a:latin typeface="Bosch Office Sans" panose="020B0604020202020204" pitchFamily="34" charset="0"/>
                <a:cs typeface="Arial" pitchFamily="34" charset="0"/>
              </a:defRPr>
            </a:lvl2pPr>
            <a:lvl3pPr marL="647700" indent="-647700" algn="l" rtl="0" eaLnBrk="1" fontAlgn="base" hangingPunct="1">
              <a:lnSpc>
                <a:spcPts val="1700"/>
              </a:lnSpc>
              <a:spcBef>
                <a:spcPts val="500"/>
              </a:spcBef>
              <a:spcAft>
                <a:spcPct val="0"/>
              </a:spcAft>
              <a:buClrTx/>
              <a:buSzPct val="100000"/>
              <a:buFontTx/>
              <a:buNone/>
              <a:defRPr kumimoji="1" sz="1400" b="0" i="0" u="none">
                <a:solidFill>
                  <a:schemeClr val="tx1"/>
                </a:solidFill>
                <a:latin typeface="Bosch Office Sans" panose="020B0604020202020204" pitchFamily="34" charset="0"/>
                <a:cs typeface="Arial" pitchFamily="34" charset="0"/>
              </a:defRPr>
            </a:lvl3pPr>
            <a:lvl4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4pPr>
            <a:lvl5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5pPr>
            <a:lvl6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6pPr>
            <a:lvl7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7pPr>
            <a:lvl8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8pPr>
            <a:lvl9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9pPr>
          </a:lstStyle>
          <a:p>
            <a:pPr marL="0" indent="0">
              <a:lnSpc>
                <a:spcPct val="105000"/>
              </a:lnSpc>
              <a:spcBef>
                <a:spcPts val="600"/>
              </a:spcBef>
              <a:spcAft>
                <a:spcPts val="0"/>
              </a:spcAft>
            </a:pPr>
            <a:r>
              <a:rPr lang="en-US" altLang="ja-JP" sz="1400" b="1" kern="0">
                <a:latin typeface="Meiryo UI" panose="020B0604030504040204" pitchFamily="50" charset="-128"/>
              </a:rPr>
              <a:t>※</a:t>
            </a:r>
            <a:r>
              <a:rPr lang="ja-JP" altLang="en-US" sz="1400" b="1" kern="0">
                <a:latin typeface="Meiryo UI" panose="020B0604030504040204" pitchFamily="50" charset="-128"/>
              </a:rPr>
              <a:t> </a:t>
            </a:r>
            <a:r>
              <a:rPr lang="en-US" altLang="ja-JP" sz="1400" b="1" kern="0">
                <a:latin typeface="Meiryo UI" panose="020B0604030504040204" pitchFamily="50" charset="-128"/>
              </a:rPr>
              <a:t>Refer to “Quality</a:t>
            </a:r>
            <a:r>
              <a:rPr lang="ja-JP" altLang="en-US" sz="1400" b="1" kern="0">
                <a:latin typeface="Meiryo UI" panose="020B0604030504040204" pitchFamily="50" charset="-128"/>
              </a:rPr>
              <a:t> </a:t>
            </a:r>
            <a:r>
              <a:rPr lang="en-US" altLang="ja-JP" sz="1400" b="1" kern="0">
                <a:latin typeface="Meiryo UI" panose="020B0604030504040204" pitchFamily="50" charset="-128"/>
              </a:rPr>
              <a:t>improvement measure verification” file.</a:t>
            </a:r>
          </a:p>
          <a:p>
            <a:pPr marL="0" indent="0">
              <a:lnSpc>
                <a:spcPct val="105000"/>
              </a:lnSpc>
              <a:spcBef>
                <a:spcPts val="600"/>
              </a:spcBef>
              <a:spcAft>
                <a:spcPts val="0"/>
              </a:spcAft>
            </a:pPr>
            <a:r>
              <a:rPr lang="en-US" sz="1400" b="1" kern="0">
                <a:latin typeface="Meiryo UI" panose="020B0604030504040204" pitchFamily="50" charset="-128"/>
              </a:rPr>
              <a:t>In folder : “</a:t>
            </a:r>
            <a:r>
              <a:rPr lang="en-US" altLang="ja-JP" sz="1400" b="1" kern="0">
                <a:latin typeface="Meiryo UI" panose="020B0604030504040204" pitchFamily="50" charset="-128"/>
              </a:rPr>
              <a:t>17</a:t>
            </a:r>
            <a:r>
              <a:rPr lang="en-US" sz="1400" b="1" kern="0">
                <a:latin typeface="Meiryo UI" panose="020B0604030504040204" pitchFamily="50" charset="-128"/>
              </a:rPr>
              <a:t>. </a:t>
            </a:r>
            <a:r>
              <a:rPr lang="en-US" altLang="ja-JP" sz="1400" b="1" kern="0">
                <a:latin typeface="Meiryo UI" panose="020B0604030504040204" pitchFamily="50" charset="-128"/>
              </a:rPr>
              <a:t>EMS</a:t>
            </a:r>
            <a:r>
              <a:rPr lang="ja-JP" altLang="en-US" sz="1400" b="1" kern="0">
                <a:latin typeface="Meiryo UI" panose="020B0604030504040204" pitchFamily="50" charset="-128"/>
              </a:rPr>
              <a:t> </a:t>
            </a:r>
            <a:r>
              <a:rPr lang="en-US" altLang="ja-JP" sz="1400" b="1" kern="0">
                <a:latin typeface="Meiryo UI" panose="020B0604030504040204" pitchFamily="50" charset="-128"/>
              </a:rPr>
              <a:t>maturity &amp; quality</a:t>
            </a:r>
            <a:r>
              <a:rPr lang="en-US" sz="1400" b="1" kern="0">
                <a:latin typeface="Meiryo UI" panose="020B0604030504040204" pitchFamily="50" charset="-128"/>
              </a:rPr>
              <a:t>”</a:t>
            </a:r>
          </a:p>
        </p:txBody>
      </p:sp>
    </p:spTree>
    <p:extLst>
      <p:ext uri="{BB962C8B-B14F-4D97-AF65-F5344CB8AC3E}">
        <p14:creationId xmlns:p14="http://schemas.microsoft.com/office/powerpoint/2010/main" val="351706597"/>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13"/>
          <p:cNvSpPr>
            <a:spLocks noChangeArrowheads="1"/>
          </p:cNvSpPr>
          <p:nvPr/>
        </p:nvSpPr>
        <p:spPr bwMode="auto">
          <a:xfrm>
            <a:off x="35496" y="535676"/>
            <a:ext cx="9108504" cy="1107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en-US" altLang="ja-JP" sz="1800" b="1" u="sng" dirty="0">
                <a:solidFill>
                  <a:srgbClr val="000000"/>
                </a:solidFill>
                <a:latin typeface="Meiryo UI" panose="020B0604030504040204" pitchFamily="50" charset="-128"/>
                <a:ea typeface="Meiryo UI" panose="020B0604030504040204" pitchFamily="50" charset="-128"/>
                <a:cs typeface="Arial" pitchFamily="34" charset="0"/>
              </a:rPr>
              <a:t>Quality</a:t>
            </a:r>
            <a:r>
              <a:rPr lang="ja-JP" altLang="en-US" sz="1800" b="1" u="sng" dirty="0">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800" b="1" u="sng" dirty="0">
                <a:solidFill>
                  <a:srgbClr val="000000"/>
                </a:solidFill>
                <a:latin typeface="Meiryo UI" panose="020B0604030504040204" pitchFamily="50" charset="-128"/>
                <a:ea typeface="Meiryo UI" panose="020B0604030504040204" pitchFamily="50" charset="-128"/>
                <a:cs typeface="Arial" pitchFamily="34" charset="0"/>
              </a:rPr>
              <a:t>Improvement</a:t>
            </a:r>
            <a:r>
              <a:rPr lang="ja-JP" altLang="en-US" sz="1800" b="1" u="sng" dirty="0">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800" b="1" u="sng" dirty="0">
                <a:solidFill>
                  <a:srgbClr val="000000"/>
                </a:solidFill>
                <a:latin typeface="Meiryo UI" panose="020B0604030504040204" pitchFamily="50" charset="-128"/>
                <a:ea typeface="Meiryo UI" panose="020B0604030504040204" pitchFamily="50" charset="-128"/>
                <a:cs typeface="Arial" pitchFamily="34" charset="0"/>
              </a:rPr>
              <a:t>Measures Verification</a:t>
            </a:r>
            <a:endParaRPr lang="en-US" altLang="ja-JP" sz="1800" b="1" dirty="0">
              <a:solidFill>
                <a:srgbClr val="000000"/>
              </a:solidFill>
              <a:latin typeface="Meiryo UI" panose="020B0604030504040204" pitchFamily="50" charset="-128"/>
              <a:ea typeface="Meiryo UI" panose="020B0604030504040204" pitchFamily="50" charset="-128"/>
              <a:cs typeface="Meiryo UI" pitchFamily="50" charset="-128"/>
            </a:endParaRPr>
          </a:p>
          <a:p>
            <a:pPr marL="534988" lvl="1" indent="-285750" algn="l">
              <a:buFontTx/>
              <a:buChar char="-"/>
            </a:pPr>
            <a:r>
              <a:rPr lang="en-US" altLang="ja-JP" sz="1200" dirty="0">
                <a:solidFill>
                  <a:srgbClr val="000000"/>
                </a:solidFill>
                <a:latin typeface="Meiryo UI" panose="020B0604030504040204" pitchFamily="50" charset="-128"/>
                <a:ea typeface="Meiryo UI" panose="020B0604030504040204" pitchFamily="50" charset="-128"/>
                <a:cs typeface="Arial" pitchFamily="34" charset="0"/>
              </a:rPr>
              <a:t>Regarding Honda’s quality improvement measure, the verification shall be implemented and report the result to Honda.</a:t>
            </a:r>
          </a:p>
          <a:p>
            <a:pPr marL="534988" lvl="1" indent="-285750" algn="l">
              <a:buFontTx/>
              <a:buChar char="-"/>
            </a:pPr>
            <a:r>
              <a:rPr lang="en-US" altLang="ja-JP" sz="1200" dirty="0">
                <a:solidFill>
                  <a:srgbClr val="000000"/>
                </a:solidFill>
                <a:latin typeface="Meiryo UI" panose="020B0604030504040204" pitchFamily="50" charset="-128"/>
                <a:ea typeface="Meiryo UI" panose="020B0604030504040204" pitchFamily="50" charset="-128"/>
                <a:cs typeface="Arial" pitchFamily="34" charset="0"/>
              </a:rPr>
              <a:t>Contents and summary</a:t>
            </a:r>
            <a:r>
              <a:rPr lang="ja-JP" altLang="en-US" sz="1200" dirty="0">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200" dirty="0">
                <a:solidFill>
                  <a:srgbClr val="000000"/>
                </a:solidFill>
                <a:latin typeface="Meiryo UI" panose="020B0604030504040204" pitchFamily="50" charset="-128"/>
                <a:ea typeface="Meiryo UI" panose="020B0604030504040204" pitchFamily="50" charset="-128"/>
                <a:cs typeface="Arial" pitchFamily="34" charset="0"/>
              </a:rPr>
              <a:t>of each measure shall be reported at the report timing of each measure.</a:t>
            </a:r>
            <a:endParaRPr lang="en-US" altLang="ja-JP" sz="1200" dirty="0">
              <a:solidFill>
                <a:srgbClr val="FF0000"/>
              </a:solidFill>
              <a:latin typeface="Meiryo UI" panose="020B0604030504040204" pitchFamily="50" charset="-128"/>
              <a:ea typeface="Meiryo UI" panose="020B0604030504040204" pitchFamily="50" charset="-128"/>
              <a:cs typeface="Meiryo UI" pitchFamily="50" charset="-128"/>
            </a:endParaRPr>
          </a:p>
          <a:p>
            <a:pPr marL="534988" lvl="1" indent="-285750" algn="l">
              <a:buFontTx/>
              <a:buChar char="-"/>
            </a:pPr>
            <a:r>
              <a:rPr lang="en-US" altLang="ja-JP" sz="1200" dirty="0">
                <a:solidFill>
                  <a:srgbClr val="000000"/>
                </a:solidFill>
                <a:latin typeface="Meiryo UI" panose="020B0604030504040204" pitchFamily="50" charset="-128"/>
                <a:ea typeface="Meiryo UI" panose="020B0604030504040204" pitchFamily="50" charset="-128"/>
                <a:cs typeface="Arial" pitchFamily="34" charset="0"/>
              </a:rPr>
              <a:t>All</a:t>
            </a:r>
            <a:r>
              <a:rPr lang="ja-JP" altLang="en-US" sz="1200" dirty="0">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200" dirty="0">
                <a:solidFill>
                  <a:srgbClr val="000000"/>
                </a:solidFill>
                <a:latin typeface="Meiryo UI" panose="020B0604030504040204" pitchFamily="50" charset="-128"/>
                <a:ea typeface="Meiryo UI" panose="020B0604030504040204" pitchFamily="50" charset="-128"/>
                <a:cs typeface="Arial" pitchFamily="34" charset="0"/>
              </a:rPr>
              <a:t>measures in the list below shall be completed before mask HEX MP1 release.</a:t>
            </a:r>
            <a:endParaRPr lang="ja-JP" altLang="en-US" sz="1200" dirty="0">
              <a:solidFill>
                <a:srgbClr val="000000"/>
              </a:solidFill>
              <a:latin typeface="Meiryo UI" panose="020B0604030504040204" pitchFamily="50" charset="-128"/>
              <a:ea typeface="Meiryo UI" panose="020B0604030504040204" pitchFamily="50" charset="-128"/>
              <a:cs typeface="Arial" pitchFamily="34" charset="0"/>
            </a:endParaRPr>
          </a:p>
        </p:txBody>
      </p:sp>
      <p:graphicFrame>
        <p:nvGraphicFramePr>
          <p:cNvPr id="2" name="表 1"/>
          <p:cNvGraphicFramePr>
            <a:graphicFrameLocks noGrp="1"/>
          </p:cNvGraphicFramePr>
          <p:nvPr>
            <p:extLst>
              <p:ext uri="{D42A27DB-BD31-4B8C-83A1-F6EECF244321}">
                <p14:modId xmlns:p14="http://schemas.microsoft.com/office/powerpoint/2010/main" val="702724381"/>
              </p:ext>
            </p:extLst>
          </p:nvPr>
        </p:nvGraphicFramePr>
        <p:xfrm>
          <a:off x="191890" y="1612070"/>
          <a:ext cx="8851709" cy="5179504"/>
        </p:xfrm>
        <a:graphic>
          <a:graphicData uri="http://schemas.openxmlformats.org/drawingml/2006/table">
            <a:tbl>
              <a:tblPr firstRow="1" bandRow="1">
                <a:tableStyleId>{5940675A-B579-460E-94D1-54222C63F5DA}</a:tableStyleId>
              </a:tblPr>
              <a:tblGrid>
                <a:gridCol w="2695001">
                  <a:extLst>
                    <a:ext uri="{9D8B030D-6E8A-4147-A177-3AD203B41FA5}">
                      <a16:colId xmlns:a16="http://schemas.microsoft.com/office/drawing/2014/main" val="208362973"/>
                    </a:ext>
                  </a:extLst>
                </a:gridCol>
                <a:gridCol w="2429693">
                  <a:extLst>
                    <a:ext uri="{9D8B030D-6E8A-4147-A177-3AD203B41FA5}">
                      <a16:colId xmlns:a16="http://schemas.microsoft.com/office/drawing/2014/main" val="2304362547"/>
                    </a:ext>
                  </a:extLst>
                </a:gridCol>
                <a:gridCol w="1787321">
                  <a:extLst>
                    <a:ext uri="{9D8B030D-6E8A-4147-A177-3AD203B41FA5}">
                      <a16:colId xmlns:a16="http://schemas.microsoft.com/office/drawing/2014/main" val="669591786"/>
                    </a:ext>
                  </a:extLst>
                </a:gridCol>
                <a:gridCol w="1939694">
                  <a:extLst>
                    <a:ext uri="{9D8B030D-6E8A-4147-A177-3AD203B41FA5}">
                      <a16:colId xmlns:a16="http://schemas.microsoft.com/office/drawing/2014/main" val="3394803527"/>
                    </a:ext>
                  </a:extLst>
                </a:gridCol>
              </a:tblGrid>
              <a:tr h="319504">
                <a:tc>
                  <a:txBody>
                    <a:bodyPr/>
                    <a:lstStyle/>
                    <a:p>
                      <a:r>
                        <a:rPr kumimoji="1" lang="en-US" altLang="ja-JP" sz="1200">
                          <a:latin typeface="Meiryo UI" panose="020B0604030504040204" pitchFamily="50" charset="-128"/>
                          <a:ea typeface="Meiryo UI" panose="020B0604030504040204" pitchFamily="50" charset="-128"/>
                        </a:rPr>
                        <a:t>Purpose</a:t>
                      </a:r>
                      <a:r>
                        <a:rPr kumimoji="1" lang="ja-JP" altLang="en-US" sz="1200">
                          <a:latin typeface="Meiryo UI" panose="020B0604030504040204" pitchFamily="50" charset="-128"/>
                          <a:ea typeface="Meiryo UI" panose="020B0604030504040204" pitchFamily="50" charset="-128"/>
                        </a:rPr>
                        <a:t> </a:t>
                      </a:r>
                      <a:r>
                        <a:rPr kumimoji="1" lang="en-US" altLang="ja-JP" sz="1200">
                          <a:latin typeface="Meiryo UI" panose="020B0604030504040204" pitchFamily="50" charset="-128"/>
                          <a:ea typeface="Meiryo UI" panose="020B0604030504040204" pitchFamily="50" charset="-128"/>
                        </a:rPr>
                        <a:t>of</a:t>
                      </a:r>
                      <a:r>
                        <a:rPr kumimoji="1" lang="ja-JP" altLang="en-US" sz="1200">
                          <a:latin typeface="Meiryo UI" panose="020B0604030504040204" pitchFamily="50" charset="-128"/>
                          <a:ea typeface="Meiryo UI" panose="020B0604030504040204" pitchFamily="50" charset="-128"/>
                        </a:rPr>
                        <a:t> </a:t>
                      </a:r>
                      <a:r>
                        <a:rPr kumimoji="1" lang="en-US" altLang="ja-JP" sz="1200">
                          <a:latin typeface="Meiryo UI" panose="020B0604030504040204" pitchFamily="50" charset="-128"/>
                          <a:ea typeface="Meiryo UI" panose="020B0604030504040204" pitchFamily="50" charset="-128"/>
                        </a:rPr>
                        <a:t>measure</a:t>
                      </a:r>
                      <a:endParaRPr kumimoji="1" lang="ja-JP" altLang="en-US" sz="1200">
                        <a:latin typeface="Meiryo UI" panose="020B0604030504040204" pitchFamily="50" charset="-128"/>
                        <a:ea typeface="Meiryo UI" panose="020B0604030504040204" pitchFamily="50" charset="-128"/>
                      </a:endParaRPr>
                    </a:p>
                  </a:txBody>
                  <a:tcPr/>
                </a:tc>
                <a:tc>
                  <a:txBody>
                    <a:bodyPr/>
                    <a:lstStyle/>
                    <a:p>
                      <a:r>
                        <a:rPr kumimoji="1" lang="en-US" altLang="ja-JP" sz="1200">
                          <a:latin typeface="Meiryo UI" panose="020B0604030504040204" pitchFamily="50" charset="-128"/>
                          <a:ea typeface="Meiryo UI" panose="020B0604030504040204" pitchFamily="50" charset="-128"/>
                        </a:rPr>
                        <a:t>Recurrence prevention</a:t>
                      </a:r>
                      <a:r>
                        <a:rPr kumimoji="1" lang="en-US" altLang="ja-JP" sz="1200" baseline="0">
                          <a:latin typeface="Meiryo UI" panose="020B0604030504040204" pitchFamily="50" charset="-128"/>
                          <a:ea typeface="Meiryo UI" panose="020B0604030504040204" pitchFamily="50" charset="-128"/>
                        </a:rPr>
                        <a:t> tool</a:t>
                      </a:r>
                      <a:endParaRPr kumimoji="1" lang="ja-JP" altLang="en-US" sz="1200">
                        <a:latin typeface="Meiryo UI" panose="020B0604030504040204" pitchFamily="50" charset="-128"/>
                        <a:ea typeface="Meiryo UI" panose="020B0604030504040204" pitchFamily="50" charset="-128"/>
                      </a:endParaRPr>
                    </a:p>
                  </a:txBody>
                  <a:tcPr/>
                </a:tc>
                <a:tc>
                  <a:txBody>
                    <a:bodyPr/>
                    <a:lstStyle/>
                    <a:p>
                      <a:r>
                        <a:rPr kumimoji="1" lang="en-US" altLang="ja-JP" sz="1200">
                          <a:latin typeface="Meiryo UI" panose="020B0604030504040204" pitchFamily="50" charset="-128"/>
                          <a:ea typeface="Meiryo UI" panose="020B0604030504040204" pitchFamily="50" charset="-128"/>
                        </a:rPr>
                        <a:t>Report</a:t>
                      </a:r>
                      <a:r>
                        <a:rPr kumimoji="1" lang="en-US" altLang="ja-JP" sz="1200" baseline="0">
                          <a:latin typeface="Meiryo UI" panose="020B0604030504040204" pitchFamily="50" charset="-128"/>
                          <a:ea typeface="Meiryo UI" panose="020B0604030504040204" pitchFamily="50" charset="-128"/>
                        </a:rPr>
                        <a:t> timing</a:t>
                      </a:r>
                      <a:endParaRPr kumimoji="1" lang="ja-JP" altLang="en-US" sz="1200">
                        <a:latin typeface="Meiryo UI" panose="020B0604030504040204" pitchFamily="50" charset="-128"/>
                        <a:ea typeface="Meiryo UI" panose="020B0604030504040204" pitchFamily="50" charset="-128"/>
                      </a:endParaRPr>
                    </a:p>
                  </a:txBody>
                  <a:tcPr/>
                </a:tc>
                <a:tc>
                  <a:txBody>
                    <a:bodyPr/>
                    <a:lstStyle/>
                    <a:p>
                      <a:r>
                        <a:rPr kumimoji="1" lang="en-US" altLang="ja-JP" sz="1400">
                          <a:latin typeface="Meiryo UI" panose="020B0604030504040204" pitchFamily="50" charset="-128"/>
                          <a:ea typeface="Meiryo UI" panose="020B0604030504040204" pitchFamily="50" charset="-128"/>
                        </a:rPr>
                        <a:t>Report</a:t>
                      </a:r>
                      <a:r>
                        <a:rPr kumimoji="1" lang="en-US" altLang="ja-JP" sz="1400" baseline="0">
                          <a:latin typeface="Meiryo UI" panose="020B0604030504040204" pitchFamily="50" charset="-128"/>
                          <a:ea typeface="Meiryo UI" panose="020B0604030504040204" pitchFamily="50" charset="-128"/>
                        </a:rPr>
                        <a:t> samples</a:t>
                      </a:r>
                      <a:endParaRPr kumimoji="1" lang="ja-JP" altLang="en-US" sz="1400">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1843441020"/>
                  </a:ext>
                </a:extLst>
              </a:tr>
              <a:tr h="972000">
                <a:tc>
                  <a:txBody>
                    <a:bodyPr/>
                    <a:lstStyle/>
                    <a:p>
                      <a:r>
                        <a:rPr kumimoji="1" lang="en-US" altLang="ja-JP" sz="1400">
                          <a:latin typeface="Meiryo UI" panose="020B0604030504040204" pitchFamily="50" charset="-128"/>
                          <a:ea typeface="Meiryo UI" panose="020B0604030504040204" pitchFamily="50" charset="-128"/>
                        </a:rPr>
                        <a:t>Validation for</a:t>
                      </a:r>
                      <a:r>
                        <a:rPr kumimoji="1" lang="en-US" altLang="ja-JP" sz="1400" baseline="0">
                          <a:latin typeface="Meiryo UI" panose="020B0604030504040204" pitchFamily="50" charset="-128"/>
                          <a:ea typeface="Meiryo UI" panose="020B0604030504040204" pitchFamily="50" charset="-128"/>
                        </a:rPr>
                        <a:t> SW CR related calibration label</a:t>
                      </a:r>
                    </a:p>
                    <a:p>
                      <a:endParaRPr kumimoji="1" lang="en-US" altLang="ja-JP" sz="1400" baseline="0">
                        <a:latin typeface="Meiryo UI" panose="020B0604030504040204" pitchFamily="50" charset="-128"/>
                        <a:ea typeface="Meiryo UI" panose="020B0604030504040204" pitchFamily="50" charset="-128"/>
                      </a:endParaRPr>
                    </a:p>
                  </a:txBody>
                  <a:tcPr/>
                </a:tc>
                <a:tc>
                  <a:txBody>
                    <a:bodyPr/>
                    <a:lstStyle/>
                    <a:p>
                      <a:r>
                        <a:rPr kumimoji="1" lang="en-US" altLang="ja-JP" sz="1400">
                          <a:latin typeface="Meiryo UI" panose="020B0604030504040204" pitchFamily="50" charset="-128"/>
                          <a:ea typeface="Meiryo UI" panose="020B0604030504040204" pitchFamily="50" charset="-128"/>
                        </a:rPr>
                        <a:t>CR label comparison list</a:t>
                      </a:r>
                      <a:endParaRPr kumimoji="1" lang="ja-JP" altLang="en-US" sz="1400">
                        <a:latin typeface="Meiryo UI" panose="020B0604030504040204" pitchFamily="50" charset="-128"/>
                        <a:ea typeface="Meiryo UI" panose="020B0604030504040204" pitchFamily="50" charset="-128"/>
                      </a:endParaRPr>
                    </a:p>
                  </a:txBody>
                  <a:tcPr/>
                </a:tc>
                <a:tc>
                  <a:txBody>
                    <a:bodyPr/>
                    <a:lstStyle/>
                    <a:p>
                      <a:r>
                        <a:rPr kumimoji="1" lang="ja-JP" altLang="en-US" sz="1400">
                          <a:latin typeface="Meiryo UI" panose="020B0604030504040204" pitchFamily="50" charset="-128"/>
                          <a:ea typeface="Meiryo UI" panose="020B0604030504040204" pitchFamily="50" charset="-128"/>
                        </a:rPr>
                        <a:t>・</a:t>
                      </a:r>
                      <a:r>
                        <a:rPr kumimoji="1" lang="en-US" altLang="ja-JP" sz="1400">
                          <a:latin typeface="Meiryo UI" panose="020B0604030504040204" pitchFamily="50" charset="-128"/>
                          <a:ea typeface="Meiryo UI" panose="020B0604030504040204" pitchFamily="50" charset="-128"/>
                        </a:rPr>
                        <a:t>List creation : before V1 event </a:t>
                      </a:r>
                    </a:p>
                    <a:p>
                      <a:r>
                        <a:rPr kumimoji="1" lang="ja-JP" altLang="en-US" sz="1400">
                          <a:latin typeface="Meiryo UI" panose="020B0604030504040204" pitchFamily="50" charset="-128"/>
                          <a:ea typeface="Meiryo UI" panose="020B0604030504040204" pitchFamily="50" charset="-128"/>
                        </a:rPr>
                        <a:t>・</a:t>
                      </a:r>
                      <a:r>
                        <a:rPr kumimoji="1" lang="en-US" altLang="ja-JP" sz="1400">
                          <a:latin typeface="Meiryo UI" panose="020B0604030504040204" pitchFamily="50" charset="-128"/>
                          <a:ea typeface="Meiryo UI" panose="020B0604030504040204" pitchFamily="50" charset="-128"/>
                        </a:rPr>
                        <a:t>Final pdf report</a:t>
                      </a:r>
                      <a:r>
                        <a:rPr kumimoji="1" lang="ja-JP" altLang="en-US" sz="1400">
                          <a:latin typeface="Meiryo UI" panose="020B0604030504040204" pitchFamily="50" charset="-128"/>
                          <a:ea typeface="Meiryo UI" panose="020B0604030504040204" pitchFamily="50" charset="-128"/>
                        </a:rPr>
                        <a:t>：</a:t>
                      </a:r>
                      <a:r>
                        <a:rPr kumimoji="1" lang="en-US" altLang="ja-JP" sz="1400">
                          <a:latin typeface="Meiryo UI" panose="020B0604030504040204" pitchFamily="50" charset="-128"/>
                          <a:ea typeface="Meiryo UI" panose="020B0604030504040204" pitchFamily="50" charset="-128"/>
                        </a:rPr>
                        <a:t>Expert meeting</a:t>
                      </a:r>
                    </a:p>
                  </a:txBody>
                  <a:tcPr/>
                </a:tc>
                <a:tc>
                  <a:txBody>
                    <a:bodyPr/>
                    <a:lstStyle/>
                    <a:p>
                      <a:r>
                        <a:rPr kumimoji="1" lang="en-US" altLang="ja-JP" sz="1400">
                          <a:latin typeface="Meiryo UI" panose="020B0604030504040204" pitchFamily="50" charset="-128"/>
                          <a:ea typeface="Meiryo UI" panose="020B0604030504040204" pitchFamily="50" charset="-128"/>
                        </a:rPr>
                        <a:t>Refer to “CR label comparison</a:t>
                      </a:r>
                      <a:r>
                        <a:rPr kumimoji="1" lang="en-US" altLang="ja-JP" sz="1400" baseline="0">
                          <a:latin typeface="Meiryo UI" panose="020B0604030504040204" pitchFamily="50" charset="-128"/>
                          <a:ea typeface="Meiryo UI" panose="020B0604030504040204" pitchFamily="50" charset="-128"/>
                        </a:rPr>
                        <a:t> list</a:t>
                      </a:r>
                      <a:r>
                        <a:rPr kumimoji="1" lang="en-US" altLang="ja-JP" sz="1400">
                          <a:latin typeface="Meiryo UI" panose="020B0604030504040204" pitchFamily="50" charset="-128"/>
                          <a:ea typeface="Meiryo UI" panose="020B0604030504040204" pitchFamily="50" charset="-128"/>
                        </a:rPr>
                        <a:t>”</a:t>
                      </a:r>
                    </a:p>
                    <a:p>
                      <a:r>
                        <a:rPr kumimoji="1" lang="en-US" altLang="ja-JP" sz="1400">
                          <a:latin typeface="Meiryo UI" panose="020B0604030504040204" pitchFamily="50" charset="-128"/>
                          <a:ea typeface="Meiryo UI" panose="020B0604030504040204" pitchFamily="50" charset="-128"/>
                        </a:rPr>
                        <a:t>“CR label comp list</a:t>
                      </a:r>
                      <a:r>
                        <a:rPr kumimoji="1" lang="en-US" altLang="ja-JP" sz="1400" baseline="0">
                          <a:latin typeface="Meiryo UI" panose="020B0604030504040204" pitchFamily="50" charset="-128"/>
                          <a:ea typeface="Meiryo UI" panose="020B0604030504040204" pitchFamily="50" charset="-128"/>
                        </a:rPr>
                        <a:t> status summary”</a:t>
                      </a:r>
                      <a:endParaRPr kumimoji="1" lang="en-US" altLang="ja-JP" sz="1400">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324465551"/>
                  </a:ext>
                </a:extLst>
              </a:tr>
              <a:tr h="972000">
                <a:tc>
                  <a:txBody>
                    <a:bodyPr/>
                    <a:lstStyle/>
                    <a:p>
                      <a:r>
                        <a:rPr kumimoji="1" lang="en-US" altLang="ja-JP" sz="1400">
                          <a:latin typeface="Meiryo UI" panose="020B0604030504040204" pitchFamily="50" charset="-128"/>
                          <a:ea typeface="Meiryo UI" panose="020B0604030504040204" pitchFamily="50" charset="-128"/>
                        </a:rPr>
                        <a:t>Validation for</a:t>
                      </a:r>
                      <a:r>
                        <a:rPr kumimoji="1" lang="en-US" altLang="ja-JP" sz="1400" baseline="0">
                          <a:latin typeface="Meiryo UI" panose="020B0604030504040204" pitchFamily="50" charset="-128"/>
                          <a:ea typeface="Meiryo UI" panose="020B0604030504040204" pitchFamily="50" charset="-128"/>
                        </a:rPr>
                        <a:t> CR related calibration label of Level-2</a:t>
                      </a:r>
                    </a:p>
                  </a:txBody>
                  <a:tcPr/>
                </a:tc>
                <a:tc>
                  <a:txBody>
                    <a:bodyPr/>
                    <a:lstStyle/>
                    <a:p>
                      <a:r>
                        <a:rPr kumimoji="1" lang="en-US" altLang="ja-JP" sz="1400">
                          <a:latin typeface="Meiryo UI" panose="020B0604030504040204" pitchFamily="50" charset="-128"/>
                          <a:ea typeface="Meiryo UI" panose="020B0604030504040204" pitchFamily="50" charset="-128"/>
                        </a:rPr>
                        <a:t>Level2 data comparison list</a:t>
                      </a:r>
                      <a:endParaRPr kumimoji="1" lang="ja-JP" altLang="en-US" sz="1400">
                        <a:latin typeface="Meiryo UI" panose="020B0604030504040204" pitchFamily="50" charset="-128"/>
                        <a:ea typeface="Meiryo UI" panose="020B0604030504040204" pitchFamily="50" charset="-128"/>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a:latin typeface="Meiryo UI" panose="020B0604030504040204" pitchFamily="50" charset="-128"/>
                          <a:ea typeface="Meiryo UI" panose="020B0604030504040204" pitchFamily="50" charset="-128"/>
                        </a:rPr>
                        <a:t>Expert</a:t>
                      </a:r>
                      <a:r>
                        <a:rPr kumimoji="1" lang="ja-JP" altLang="en-US" sz="1400">
                          <a:latin typeface="Meiryo UI" panose="020B0604030504040204" pitchFamily="50" charset="-128"/>
                          <a:ea typeface="Meiryo UI" panose="020B0604030504040204" pitchFamily="50" charset="-128"/>
                        </a:rPr>
                        <a:t> </a:t>
                      </a:r>
                      <a:r>
                        <a:rPr kumimoji="1" lang="en-US" altLang="ja-JP" sz="1400">
                          <a:latin typeface="Meiryo UI" panose="020B0604030504040204" pitchFamily="50" charset="-128"/>
                          <a:ea typeface="Meiryo UI" panose="020B0604030504040204" pitchFamily="50" charset="-128"/>
                        </a:rPr>
                        <a:t>meeting</a:t>
                      </a:r>
                      <a:endParaRPr kumimoji="1" lang="ja-JP" altLang="en-US" sz="1400">
                        <a:latin typeface="Meiryo UI" panose="020B0604030504040204" pitchFamily="50" charset="-128"/>
                        <a:ea typeface="Meiryo UI" panose="020B0604030504040204" pitchFamily="50" charset="-128"/>
                      </a:endParaRPr>
                    </a:p>
                    <a:p>
                      <a:endParaRPr kumimoji="1" lang="ja-JP" altLang="en-US" sz="1400">
                        <a:latin typeface="Meiryo UI" panose="020B0604030504040204" pitchFamily="50" charset="-128"/>
                        <a:ea typeface="Meiryo UI" panose="020B0604030504040204" pitchFamily="50" charset="-128"/>
                      </a:endParaRPr>
                    </a:p>
                  </a:txBody>
                  <a:tcPr/>
                </a:tc>
                <a:tc>
                  <a:txBody>
                    <a:bodyPr/>
                    <a:lstStyle/>
                    <a:p>
                      <a:r>
                        <a:rPr kumimoji="1" lang="en-US" altLang="ja-JP" sz="1400">
                          <a:latin typeface="Meiryo UI" panose="020B0604030504040204" pitchFamily="50" charset="-128"/>
                          <a:ea typeface="Meiryo UI" panose="020B0604030504040204" pitchFamily="50" charset="-128"/>
                        </a:rPr>
                        <a:t>Refer to “Level</a:t>
                      </a:r>
                      <a:r>
                        <a:rPr kumimoji="1" lang="en-US" altLang="ja-JP" sz="1400" baseline="0">
                          <a:latin typeface="Meiryo UI" panose="020B0604030504040204" pitchFamily="50" charset="-128"/>
                          <a:ea typeface="Meiryo UI" panose="020B0604030504040204" pitchFamily="50" charset="-128"/>
                        </a:rPr>
                        <a:t>2 data comparison list sample”</a:t>
                      </a:r>
                      <a:endParaRPr kumimoji="1" lang="ja-JP" altLang="en-US" sz="1400">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2787623433"/>
                  </a:ext>
                </a:extLst>
              </a:tr>
              <a:tr h="972000">
                <a:tc>
                  <a:txBody>
                    <a:bodyPr/>
                    <a:lstStyle/>
                    <a:p>
                      <a:r>
                        <a:rPr lang="en-US" altLang="ja-JP" sz="1400" dirty="0">
                          <a:effectLst/>
                          <a:latin typeface="Meiryo UI" panose="020B0604030504040204" pitchFamily="50" charset="-128"/>
                          <a:ea typeface="Meiryo UI" panose="020B0604030504040204" pitchFamily="50" charset="-128"/>
                        </a:rPr>
                        <a:t>Impact analysis result for</a:t>
                      </a:r>
                      <a:r>
                        <a:rPr lang="en-US" altLang="ja-JP" sz="1400" baseline="0" dirty="0">
                          <a:effectLst/>
                          <a:latin typeface="Meiryo UI" panose="020B0604030504040204" pitchFamily="50" charset="-128"/>
                          <a:ea typeface="Meiryo UI" panose="020B0604030504040204" pitchFamily="50" charset="-128"/>
                        </a:rPr>
                        <a:t> </a:t>
                      </a:r>
                      <a:r>
                        <a:rPr lang="en-US" altLang="ja-JP" sz="1400" dirty="0">
                          <a:effectLst/>
                          <a:latin typeface="Meiryo UI" panose="020B0604030504040204" pitchFamily="50" charset="-128"/>
                          <a:ea typeface="Meiryo UI" panose="020B0604030504040204" pitchFamily="50" charset="-128"/>
                        </a:rPr>
                        <a:t>change point from base model </a:t>
                      </a:r>
                      <a:endParaRPr kumimoji="1" lang="ja-JP" altLang="en-US" sz="1400" dirty="0">
                        <a:latin typeface="Meiryo UI" panose="020B0604030504040204" pitchFamily="50" charset="-128"/>
                        <a:ea typeface="Meiryo UI" panose="020B0604030504040204" pitchFamily="50" charset="-128"/>
                      </a:endParaRPr>
                    </a:p>
                  </a:txBody>
                  <a:tcPr/>
                </a:tc>
                <a:tc>
                  <a:txBody>
                    <a:bodyPr/>
                    <a:lstStyle/>
                    <a:p>
                      <a:r>
                        <a:rPr kumimoji="1" lang="en-US" altLang="ja-JP" sz="1400">
                          <a:latin typeface="Meiryo UI" panose="020B0604030504040204" pitchFamily="50" charset="-128"/>
                          <a:ea typeface="Meiryo UI" panose="020B0604030504040204" pitchFamily="50" charset="-128"/>
                        </a:rPr>
                        <a:t>SW</a:t>
                      </a:r>
                      <a:r>
                        <a:rPr kumimoji="1" lang="en-US" altLang="ja-JP" sz="1400" baseline="0">
                          <a:latin typeface="Meiryo UI" panose="020B0604030504040204" pitchFamily="50" charset="-128"/>
                          <a:ea typeface="Meiryo UI" panose="020B0604030504040204" pitchFamily="50" charset="-128"/>
                        </a:rPr>
                        <a:t> </a:t>
                      </a:r>
                      <a:r>
                        <a:rPr kumimoji="1" lang="en-US" altLang="ja-JP" sz="1400">
                          <a:latin typeface="Meiryo UI" panose="020B0604030504040204" pitchFamily="50" charset="-128"/>
                          <a:ea typeface="Meiryo UI" panose="020B0604030504040204" pitchFamily="50" charset="-128"/>
                        </a:rPr>
                        <a:t>CAL</a:t>
                      </a:r>
                      <a:r>
                        <a:rPr kumimoji="1" lang="en-US" altLang="ja-JP" sz="1400" baseline="0">
                          <a:latin typeface="Meiryo UI" panose="020B0604030504040204" pitchFamily="50" charset="-128"/>
                          <a:ea typeface="Meiryo UI" panose="020B0604030504040204" pitchFamily="50" charset="-128"/>
                        </a:rPr>
                        <a:t> </a:t>
                      </a:r>
                      <a:r>
                        <a:rPr kumimoji="1" lang="en-US" altLang="ja-JP" sz="1400">
                          <a:latin typeface="Meiryo UI" panose="020B0604030504040204" pitchFamily="50" charset="-128"/>
                          <a:ea typeface="Meiryo UI" panose="020B0604030504040204" pitchFamily="50" charset="-128"/>
                        </a:rPr>
                        <a:t>Coordination</a:t>
                      </a:r>
                      <a:r>
                        <a:rPr kumimoji="1" lang="en-US" altLang="ja-JP" sz="1400" baseline="0">
                          <a:latin typeface="Meiryo UI" panose="020B0604030504040204" pitchFamily="50" charset="-128"/>
                          <a:ea typeface="Meiryo UI" panose="020B0604030504040204" pitchFamily="50" charset="-128"/>
                        </a:rPr>
                        <a:t> i</a:t>
                      </a:r>
                      <a:r>
                        <a:rPr kumimoji="1" lang="en-US" altLang="ja-JP" sz="1400">
                          <a:latin typeface="Meiryo UI" panose="020B0604030504040204" pitchFamily="50" charset="-128"/>
                          <a:ea typeface="Meiryo UI" panose="020B0604030504040204" pitchFamily="50" charset="-128"/>
                        </a:rPr>
                        <a:t>tem list</a:t>
                      </a:r>
                      <a:endParaRPr kumimoji="1" lang="ja-JP" altLang="en-US" sz="1400">
                        <a:latin typeface="Meiryo UI" panose="020B0604030504040204" pitchFamily="50" charset="-128"/>
                        <a:ea typeface="Meiryo UI" panose="020B0604030504040204" pitchFamily="50" charset="-128"/>
                      </a:endParaRPr>
                    </a:p>
                  </a:txBody>
                  <a:tcPr/>
                </a:tc>
                <a:tc>
                  <a:txBody>
                    <a:bodyPr/>
                    <a:lstStyle/>
                    <a:p>
                      <a:r>
                        <a:rPr kumimoji="1" lang="ja-JP" altLang="en-US" sz="1400">
                          <a:latin typeface="Meiryo UI" panose="020B0604030504040204" pitchFamily="50" charset="-128"/>
                          <a:ea typeface="Meiryo UI" panose="020B0604030504040204" pitchFamily="50" charset="-128"/>
                        </a:rPr>
                        <a:t>・</a:t>
                      </a:r>
                      <a:r>
                        <a:rPr kumimoji="1" lang="en-US" altLang="ja-JP" sz="1400">
                          <a:latin typeface="Meiryo UI" panose="020B0604030504040204" pitchFamily="50" charset="-128"/>
                          <a:ea typeface="Meiryo UI" panose="020B0604030504040204" pitchFamily="50" charset="-128"/>
                        </a:rPr>
                        <a:t>List creation : F1</a:t>
                      </a:r>
                    </a:p>
                    <a:p>
                      <a:r>
                        <a:rPr kumimoji="1" lang="ja-JP" altLang="en-US" sz="1400">
                          <a:latin typeface="Meiryo UI" panose="020B0604030504040204" pitchFamily="50" charset="-128"/>
                          <a:ea typeface="Meiryo UI" panose="020B0604030504040204" pitchFamily="50" charset="-128"/>
                        </a:rPr>
                        <a:t>・</a:t>
                      </a:r>
                      <a:r>
                        <a:rPr kumimoji="1" lang="en-US" altLang="ja-JP" sz="1400">
                          <a:latin typeface="Meiryo UI" panose="020B0604030504040204" pitchFamily="50" charset="-128"/>
                          <a:ea typeface="Meiryo UI" panose="020B0604030504040204" pitchFamily="50" charset="-128"/>
                        </a:rPr>
                        <a:t>Implementation target</a:t>
                      </a:r>
                      <a:r>
                        <a:rPr kumimoji="1" lang="ja-JP" altLang="en-US" sz="1400">
                          <a:latin typeface="Meiryo UI" panose="020B0604030504040204" pitchFamily="50" charset="-128"/>
                          <a:ea typeface="Meiryo UI" panose="020B0604030504040204" pitchFamily="50" charset="-128"/>
                        </a:rPr>
                        <a:t>：</a:t>
                      </a:r>
                      <a:r>
                        <a:rPr kumimoji="1" lang="en-US" altLang="ja-JP" sz="1400">
                          <a:latin typeface="Meiryo UI" panose="020B0604030504040204" pitchFamily="50" charset="-128"/>
                          <a:ea typeface="Meiryo UI" panose="020B0604030504040204" pitchFamily="50" charset="-128"/>
                        </a:rPr>
                        <a:t>V1,latest</a:t>
                      </a:r>
                      <a:r>
                        <a:rPr kumimoji="1" lang="ja-JP" altLang="en-US" sz="1400">
                          <a:latin typeface="Meiryo UI" panose="020B0604030504040204" pitchFamily="50" charset="-128"/>
                          <a:ea typeface="Meiryo UI" panose="020B0604030504040204" pitchFamily="50" charset="-128"/>
                        </a:rPr>
                        <a:t>：</a:t>
                      </a:r>
                      <a:r>
                        <a:rPr kumimoji="1" lang="en-US" altLang="ja-JP" sz="1400">
                          <a:latin typeface="Meiryo UI" panose="020B0604030504040204" pitchFamily="50" charset="-128"/>
                          <a:ea typeface="Meiryo UI" panose="020B0604030504040204" pitchFamily="50" charset="-128"/>
                        </a:rPr>
                        <a:t>V2</a:t>
                      </a:r>
                      <a:endParaRPr kumimoji="1" lang="ja-JP" altLang="en-US" sz="1400">
                        <a:latin typeface="Meiryo UI" panose="020B0604030504040204" pitchFamily="50" charset="-128"/>
                        <a:ea typeface="Meiryo UI" panose="020B0604030504040204" pitchFamily="50" charset="-128"/>
                      </a:endParaRPr>
                    </a:p>
                  </a:txBody>
                  <a:tcPr/>
                </a:tc>
                <a:tc>
                  <a:txBody>
                    <a:bodyPr/>
                    <a:lstStyle/>
                    <a:p>
                      <a:r>
                        <a:rPr kumimoji="1" lang="en-US" altLang="ja-JP" sz="1400">
                          <a:latin typeface="Meiryo UI" panose="020B0604030504040204" pitchFamily="50" charset="-128"/>
                          <a:ea typeface="Meiryo UI" panose="020B0604030504040204" pitchFamily="50" charset="-128"/>
                        </a:rPr>
                        <a:t>Refer to “SW CAL coordinatio</a:t>
                      </a:r>
                      <a:r>
                        <a:rPr kumimoji="1" lang="en-US" altLang="ja-JP" sz="1400" baseline="0">
                          <a:latin typeface="Meiryo UI" panose="020B0604030504040204" pitchFamily="50" charset="-128"/>
                          <a:ea typeface="Meiryo UI" panose="020B0604030504040204" pitchFamily="50" charset="-128"/>
                        </a:rPr>
                        <a:t>n item list_sample”</a:t>
                      </a:r>
                      <a:endParaRPr kumimoji="1" lang="ja-JP" altLang="en-US" sz="1400">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3935226378"/>
                  </a:ext>
                </a:extLst>
              </a:tr>
              <a:tr h="972000">
                <a:tc>
                  <a:txBody>
                    <a:bodyPr/>
                    <a:lstStyle/>
                    <a:p>
                      <a:r>
                        <a:rPr lang="en-US" altLang="ja-JP" sz="1400">
                          <a:effectLst/>
                          <a:latin typeface="Meiryo UI" panose="020B0604030504040204" pitchFamily="50" charset="-128"/>
                          <a:ea typeface="Meiryo UI" panose="020B0604030504040204" pitchFamily="50" charset="-128"/>
                        </a:rPr>
                        <a:t>Verification result of non-request item </a:t>
                      </a:r>
                      <a:endParaRPr kumimoji="1" lang="ja-JP" altLang="en-US" sz="1400">
                        <a:latin typeface="Meiryo UI" panose="020B0604030504040204" pitchFamily="50" charset="-128"/>
                        <a:ea typeface="Meiryo UI" panose="020B0604030504040204" pitchFamily="50" charset="-128"/>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kern="1200">
                          <a:solidFill>
                            <a:schemeClr val="dk1"/>
                          </a:solidFill>
                          <a:latin typeface="Meiryo UI" panose="020B0604030504040204" pitchFamily="50" charset="-128"/>
                          <a:ea typeface="Meiryo UI" panose="020B0604030504040204" pitchFamily="50" charset="-128"/>
                          <a:cs typeface="Arial" panose="020B0604020202020204" pitchFamily="34" charset="0"/>
                        </a:rPr>
                        <a:t>Calibration Data review report</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a:latin typeface="Meiryo UI" panose="020B0604030504040204" pitchFamily="50" charset="-128"/>
                          <a:ea typeface="Meiryo UI" panose="020B0604030504040204" pitchFamily="50" charset="-128"/>
                        </a:rPr>
                        <a:t>Expert</a:t>
                      </a:r>
                      <a:r>
                        <a:rPr kumimoji="1" lang="ja-JP" altLang="en-US" sz="1400">
                          <a:latin typeface="Meiryo UI" panose="020B0604030504040204" pitchFamily="50" charset="-128"/>
                          <a:ea typeface="Meiryo UI" panose="020B0604030504040204" pitchFamily="50" charset="-128"/>
                        </a:rPr>
                        <a:t> </a:t>
                      </a:r>
                      <a:r>
                        <a:rPr kumimoji="1" lang="en-US" altLang="ja-JP" sz="1400">
                          <a:latin typeface="Meiryo UI" panose="020B0604030504040204" pitchFamily="50" charset="-128"/>
                          <a:ea typeface="Meiryo UI" panose="020B0604030504040204" pitchFamily="50" charset="-128"/>
                        </a:rPr>
                        <a:t>meeting</a:t>
                      </a:r>
                      <a:endParaRPr kumimoji="1" lang="ja-JP" altLang="en-US" sz="1400">
                        <a:latin typeface="Meiryo UI" panose="020B0604030504040204" pitchFamily="50" charset="-128"/>
                        <a:ea typeface="Meiryo UI" panose="020B0604030504040204" pitchFamily="50" charset="-128"/>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a:latin typeface="Meiryo UI" panose="020B0604030504040204" pitchFamily="50" charset="-128"/>
                          <a:ea typeface="Meiryo UI" panose="020B0604030504040204" pitchFamily="50" charset="-128"/>
                        </a:rPr>
                        <a:t>Refer</a:t>
                      </a:r>
                      <a:r>
                        <a:rPr kumimoji="1" lang="en-US" altLang="ja-JP" sz="1400" baseline="0">
                          <a:latin typeface="Meiryo UI" panose="020B0604030504040204" pitchFamily="50" charset="-128"/>
                          <a:ea typeface="Meiryo UI" panose="020B0604030504040204" pitchFamily="50" charset="-128"/>
                        </a:rPr>
                        <a:t> to </a:t>
                      </a:r>
                      <a:r>
                        <a:rPr kumimoji="1" lang="en-US" altLang="ja-JP" sz="1400">
                          <a:latin typeface="Meiryo UI" panose="020B0604030504040204" pitchFamily="50" charset="-128"/>
                          <a:ea typeface="Meiryo UI" panose="020B0604030504040204" pitchFamily="50" charset="-128"/>
                        </a:rPr>
                        <a:t>“Calibration data review report_sample”</a:t>
                      </a:r>
                      <a:endParaRPr kumimoji="1" lang="ja-JP" altLang="en-US" sz="1400">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3503402131"/>
                  </a:ext>
                </a:extLst>
              </a:tr>
              <a:tr h="972000">
                <a:tc>
                  <a:txBody>
                    <a:bodyPr/>
                    <a:lstStyle/>
                    <a:p>
                      <a:r>
                        <a:rPr lang="en-US" altLang="ja-JP" sz="1400">
                          <a:effectLst/>
                          <a:latin typeface="Meiryo UI" panose="020B0604030504040204" pitchFamily="50" charset="-128"/>
                          <a:ea typeface="Meiryo UI" panose="020B0604030504040204" pitchFamily="50" charset="-128"/>
                        </a:rPr>
                        <a:t>Application confirmation of failure</a:t>
                      </a:r>
                      <a:r>
                        <a:rPr lang="ja-JP" altLang="en-US" sz="1400" baseline="0">
                          <a:effectLst/>
                          <a:latin typeface="Meiryo UI" panose="020B0604030504040204" pitchFamily="50" charset="-128"/>
                          <a:ea typeface="Meiryo UI" panose="020B0604030504040204" pitchFamily="50" charset="-128"/>
                        </a:rPr>
                        <a:t> </a:t>
                      </a:r>
                      <a:r>
                        <a:rPr lang="en-US" altLang="ja-JP" sz="1400" baseline="0">
                          <a:effectLst/>
                          <a:latin typeface="Meiryo UI" panose="020B0604030504040204" pitchFamily="50" charset="-128"/>
                          <a:ea typeface="Meiryo UI" panose="020B0604030504040204" pitchFamily="50" charset="-128"/>
                        </a:rPr>
                        <a:t>in past model</a:t>
                      </a:r>
                      <a:endParaRPr kumimoji="1" lang="ja-JP" altLang="en-US" sz="1400">
                        <a:latin typeface="Meiryo UI" panose="020B0604030504040204" pitchFamily="50" charset="-128"/>
                        <a:ea typeface="Meiryo UI" panose="020B0604030504040204" pitchFamily="50" charset="-128"/>
                      </a:endParaRPr>
                    </a:p>
                  </a:txBody>
                  <a:tcPr/>
                </a:tc>
                <a:tc>
                  <a:txBody>
                    <a:bodyPr/>
                    <a:lstStyle/>
                    <a:p>
                      <a:r>
                        <a:rPr kumimoji="1" lang="en-US" altLang="ja-JP" sz="1400">
                          <a:latin typeface="Meiryo UI" panose="020B0604030504040204" pitchFamily="50" charset="-128"/>
                          <a:ea typeface="Meiryo UI" panose="020B0604030504040204" pitchFamily="50" charset="-128"/>
                        </a:rPr>
                        <a:t>Failure List</a:t>
                      </a:r>
                      <a:endParaRPr kumimoji="1" lang="ja-JP" altLang="en-US" sz="1400">
                        <a:latin typeface="Meiryo UI" panose="020B0604030504040204" pitchFamily="50" charset="-128"/>
                        <a:ea typeface="Meiryo UI" panose="020B0604030504040204" pitchFamily="50" charset="-128"/>
                      </a:endParaRPr>
                    </a:p>
                  </a:txBody>
                  <a:tcPr/>
                </a:tc>
                <a:tc>
                  <a:txBody>
                    <a:bodyPr/>
                    <a:lstStyle/>
                    <a:p>
                      <a:endParaRPr kumimoji="1" lang="ja-JP" altLang="en-US" sz="1400" dirty="0">
                        <a:latin typeface="Meiryo UI" panose="020B0604030504040204" pitchFamily="50" charset="-128"/>
                        <a:ea typeface="Meiryo UI" panose="020B0604030504040204" pitchFamily="50" charset="-128"/>
                      </a:endParaRPr>
                    </a:p>
                  </a:txBody>
                  <a:tcPr/>
                </a:tc>
                <a:tc>
                  <a:txBody>
                    <a:bodyPr/>
                    <a:lstStyle/>
                    <a:p>
                      <a:r>
                        <a:rPr kumimoji="1" lang="en-US" altLang="ja-JP" sz="1400" dirty="0">
                          <a:latin typeface="Meiryo UI" panose="020B0604030504040204" pitchFamily="50" charset="-128"/>
                          <a:ea typeface="Meiryo UI" panose="020B0604030504040204" pitchFamily="50" charset="-128"/>
                        </a:rPr>
                        <a:t>Refer to “Failure </a:t>
                      </a:r>
                      <a:r>
                        <a:rPr kumimoji="1" lang="en-US" altLang="ja-JP" sz="1400" dirty="0" err="1">
                          <a:latin typeface="Meiryo UI" panose="020B0604030504040204" pitchFamily="50" charset="-128"/>
                          <a:ea typeface="Meiryo UI" panose="020B0604030504040204" pitchFamily="50" charset="-128"/>
                        </a:rPr>
                        <a:t>List_sample</a:t>
                      </a:r>
                      <a:r>
                        <a:rPr kumimoji="1" lang="en-US" altLang="ja-JP" sz="1400" dirty="0">
                          <a:latin typeface="Meiryo UI" panose="020B0604030504040204" pitchFamily="50" charset="-128"/>
                          <a:ea typeface="Meiryo UI" panose="020B0604030504040204" pitchFamily="50" charset="-128"/>
                        </a:rPr>
                        <a:t>”</a:t>
                      </a:r>
                      <a:endParaRPr kumimoji="1" lang="ja-JP" altLang="en-US" sz="1400" dirty="0">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3878771346"/>
                  </a:ext>
                </a:extLst>
              </a:tr>
            </a:tbl>
          </a:graphicData>
        </a:graphic>
      </p:graphicFrame>
      <p:sp>
        <p:nvSpPr>
          <p:cNvPr id="12" name="Text Box 2"/>
          <p:cNvSpPr txBox="1">
            <a:spLocks noChangeArrowheads="1"/>
          </p:cNvSpPr>
          <p:nvPr/>
        </p:nvSpPr>
        <p:spPr bwMode="auto">
          <a:xfrm>
            <a:off x="250829" y="96703"/>
            <a:ext cx="88931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1800" dirty="0">
                <a:solidFill>
                  <a:srgbClr val="FFFFFF"/>
                </a:solidFill>
                <a:latin typeface="Meiryo UI" panose="020B0604030504040204" pitchFamily="50" charset="-128"/>
                <a:ea typeface="Meiryo UI" panose="020B0604030504040204" pitchFamily="50" charset="-128"/>
                <a:cs typeface="Arial" pitchFamily="34" charset="0"/>
              </a:rPr>
              <a:t>17. EMS Report Maturity and Quality Verification (10/31)</a:t>
            </a:r>
            <a:endParaRPr lang="en-US" altLang="ja-JP" sz="1050" dirty="0">
              <a:solidFill>
                <a:srgbClr val="FFFFFF"/>
              </a:solidFill>
              <a:latin typeface="HGPｺﾞｼｯｸE" pitchFamily="50" charset="-128"/>
              <a:ea typeface="HGPｺﾞｼｯｸE" pitchFamily="50" charset="-128"/>
              <a:cs typeface="Arial" pitchFamily="34" charset="0"/>
            </a:endParaRPr>
          </a:p>
        </p:txBody>
      </p:sp>
    </p:spTree>
    <p:extLst>
      <p:ext uri="{BB962C8B-B14F-4D97-AF65-F5344CB8AC3E}">
        <p14:creationId xmlns:p14="http://schemas.microsoft.com/office/powerpoint/2010/main" val="2996798275"/>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13"/>
          <p:cNvSpPr>
            <a:spLocks noChangeArrowheads="1"/>
          </p:cNvSpPr>
          <p:nvPr/>
        </p:nvSpPr>
        <p:spPr bwMode="auto">
          <a:xfrm>
            <a:off x="63492" y="533696"/>
            <a:ext cx="9108504" cy="9848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ja-JP" altLang="en-US" sz="1600" b="1" u="sng" dirty="0">
                <a:solidFill>
                  <a:srgbClr val="000000"/>
                </a:solidFill>
                <a:latin typeface="Meiryo UI" panose="020B0604030504040204" pitchFamily="50" charset="-128"/>
                <a:ea typeface="Meiryo UI" panose="020B0604030504040204" pitchFamily="50" charset="-128"/>
                <a:cs typeface="Meiryo UI" pitchFamily="50" charset="-128"/>
              </a:rPr>
              <a:t>品質向上施策検証</a:t>
            </a:r>
            <a:endParaRPr lang="en-US" altLang="ja-JP" sz="1600" b="1" dirty="0">
              <a:solidFill>
                <a:srgbClr val="000000"/>
              </a:solidFill>
              <a:latin typeface="Meiryo UI" panose="020B0604030504040204" pitchFamily="50" charset="-128"/>
              <a:ea typeface="Meiryo UI" panose="020B0604030504040204" pitchFamily="50" charset="-128"/>
              <a:cs typeface="Meiryo UI" pitchFamily="50" charset="-128"/>
            </a:endParaRPr>
          </a:p>
          <a:p>
            <a:pPr marL="534988" lvl="1" indent="-285750" algn="l">
              <a:buFontTx/>
              <a:buChar char="-"/>
            </a:pPr>
            <a:r>
              <a:rPr lang="en-US" altLang="ja-JP" sz="1400" dirty="0">
                <a:latin typeface="Meiryo UI" panose="020B0604030504040204" pitchFamily="50" charset="-128"/>
                <a:ea typeface="Meiryo UI" panose="020B0604030504040204" pitchFamily="50" charset="-128"/>
                <a:cs typeface="Meiryo UI" pitchFamily="50" charset="-128"/>
              </a:rPr>
              <a:t>Honda </a:t>
            </a:r>
            <a:r>
              <a:rPr lang="ja-JP" altLang="en-US" sz="1400" dirty="0">
                <a:latin typeface="Meiryo UI" panose="020B0604030504040204" pitchFamily="50" charset="-128"/>
                <a:ea typeface="Meiryo UI" panose="020B0604030504040204" pitchFamily="50" charset="-128"/>
                <a:cs typeface="Meiryo UI" pitchFamily="50" charset="-128"/>
              </a:rPr>
              <a:t>品質向上施策に関して、検証を実施し、その結果を</a:t>
            </a:r>
            <a:r>
              <a:rPr lang="en-US" altLang="ja-JP" sz="1400" dirty="0">
                <a:latin typeface="Meiryo UI" panose="020B0604030504040204" pitchFamily="50" charset="-128"/>
                <a:ea typeface="Meiryo UI" panose="020B0604030504040204" pitchFamily="50" charset="-128"/>
                <a:cs typeface="Meiryo UI" pitchFamily="50" charset="-128"/>
              </a:rPr>
              <a:t>Honda</a:t>
            </a:r>
            <a:r>
              <a:rPr lang="ja-JP" altLang="en-US" sz="1400" dirty="0">
                <a:latin typeface="Meiryo UI" panose="020B0604030504040204" pitchFamily="50" charset="-128"/>
                <a:ea typeface="Meiryo UI" panose="020B0604030504040204" pitchFamily="50" charset="-128"/>
                <a:cs typeface="Meiryo UI" pitchFamily="50" charset="-128"/>
              </a:rPr>
              <a:t>に報告すること。</a:t>
            </a:r>
          </a:p>
          <a:p>
            <a:pPr marL="534988" lvl="1" indent="-285750" algn="l">
              <a:buFontTx/>
              <a:buChar char="-"/>
            </a:pPr>
            <a:r>
              <a:rPr lang="ja-JP" altLang="en-US" sz="1400" dirty="0">
                <a:latin typeface="Meiryo UI" panose="020B0604030504040204" pitchFamily="50" charset="-128"/>
                <a:ea typeface="Meiryo UI" panose="020B0604030504040204" pitchFamily="50" charset="-128"/>
                <a:cs typeface="Meiryo UI" pitchFamily="50" charset="-128"/>
              </a:rPr>
              <a:t>施策ごとに実施した内容とまとめについては、それぞれの報告タイミングにて報告されること。</a:t>
            </a:r>
            <a:endParaRPr lang="en-US" altLang="ja-JP" sz="1400" dirty="0">
              <a:latin typeface="Meiryo UI" panose="020B0604030504040204" pitchFamily="50" charset="-128"/>
              <a:ea typeface="Meiryo UI" panose="020B0604030504040204" pitchFamily="50" charset="-128"/>
              <a:cs typeface="Meiryo UI" pitchFamily="50" charset="-128"/>
            </a:endParaRPr>
          </a:p>
          <a:p>
            <a:pPr marL="534988" lvl="1" indent="-285750" algn="l">
              <a:buFontTx/>
              <a:buChar char="-"/>
            </a:pPr>
            <a:r>
              <a:rPr lang="ja-JP" altLang="en-US" sz="1400" dirty="0">
                <a:latin typeface="Meiryo UI" panose="020B0604030504040204" pitchFamily="50" charset="-128"/>
                <a:ea typeface="Meiryo UI" panose="020B0604030504040204" pitchFamily="50" charset="-128"/>
                <a:cs typeface="Meiryo UI" pitchFamily="50" charset="-128"/>
              </a:rPr>
              <a:t>全ての施策については、マスク</a:t>
            </a:r>
            <a:r>
              <a:rPr lang="en-US" altLang="ja-JP" sz="1400" dirty="0">
                <a:latin typeface="Meiryo UI" panose="020B0604030504040204" pitchFamily="50" charset="-128"/>
                <a:ea typeface="Meiryo UI" panose="020B0604030504040204" pitchFamily="50" charset="-128"/>
                <a:cs typeface="Meiryo UI" pitchFamily="50" charset="-128"/>
              </a:rPr>
              <a:t>HEX</a:t>
            </a:r>
            <a:r>
              <a:rPr lang="ja-JP" altLang="en-US" sz="1400" dirty="0">
                <a:latin typeface="Meiryo UI" panose="020B0604030504040204" pitchFamily="50" charset="-128"/>
                <a:ea typeface="Meiryo UI" panose="020B0604030504040204" pitchFamily="50" charset="-128"/>
                <a:cs typeface="Meiryo UI" pitchFamily="50" charset="-128"/>
              </a:rPr>
              <a:t>発行前に完了させること。</a:t>
            </a:r>
            <a:endParaRPr lang="en-US" altLang="ja-JP" sz="1400" dirty="0">
              <a:latin typeface="Meiryo UI" panose="020B0604030504040204" pitchFamily="50" charset="-128"/>
              <a:ea typeface="Meiryo UI" panose="020B0604030504040204" pitchFamily="50" charset="-128"/>
              <a:cs typeface="Meiryo UI" pitchFamily="50" charset="-128"/>
            </a:endParaRPr>
          </a:p>
        </p:txBody>
      </p:sp>
      <p:graphicFrame>
        <p:nvGraphicFramePr>
          <p:cNvPr id="2" name="表 1"/>
          <p:cNvGraphicFramePr>
            <a:graphicFrameLocks noGrp="1"/>
          </p:cNvGraphicFramePr>
          <p:nvPr>
            <p:extLst>
              <p:ext uri="{D42A27DB-BD31-4B8C-83A1-F6EECF244321}">
                <p14:modId xmlns:p14="http://schemas.microsoft.com/office/powerpoint/2010/main" val="3749103348"/>
              </p:ext>
            </p:extLst>
          </p:nvPr>
        </p:nvGraphicFramePr>
        <p:xfrm>
          <a:off x="191890" y="1461030"/>
          <a:ext cx="8851708" cy="5417080"/>
        </p:xfrm>
        <a:graphic>
          <a:graphicData uri="http://schemas.openxmlformats.org/drawingml/2006/table">
            <a:tbl>
              <a:tblPr firstRow="1" bandRow="1">
                <a:tableStyleId>{5940675A-B579-460E-94D1-54222C63F5DA}</a:tableStyleId>
              </a:tblPr>
              <a:tblGrid>
                <a:gridCol w="2138190">
                  <a:extLst>
                    <a:ext uri="{9D8B030D-6E8A-4147-A177-3AD203B41FA5}">
                      <a16:colId xmlns:a16="http://schemas.microsoft.com/office/drawing/2014/main" val="208362973"/>
                    </a:ext>
                  </a:extLst>
                </a:gridCol>
                <a:gridCol w="3021849">
                  <a:extLst>
                    <a:ext uri="{9D8B030D-6E8A-4147-A177-3AD203B41FA5}">
                      <a16:colId xmlns:a16="http://schemas.microsoft.com/office/drawing/2014/main" val="2304362547"/>
                    </a:ext>
                  </a:extLst>
                </a:gridCol>
                <a:gridCol w="1751975">
                  <a:extLst>
                    <a:ext uri="{9D8B030D-6E8A-4147-A177-3AD203B41FA5}">
                      <a16:colId xmlns:a16="http://schemas.microsoft.com/office/drawing/2014/main" val="669591786"/>
                    </a:ext>
                  </a:extLst>
                </a:gridCol>
                <a:gridCol w="1939694">
                  <a:extLst>
                    <a:ext uri="{9D8B030D-6E8A-4147-A177-3AD203B41FA5}">
                      <a16:colId xmlns:a16="http://schemas.microsoft.com/office/drawing/2014/main" val="3394803527"/>
                    </a:ext>
                  </a:extLst>
                </a:gridCol>
              </a:tblGrid>
              <a:tr h="370840">
                <a:tc>
                  <a:txBody>
                    <a:bodyPr/>
                    <a:lstStyle/>
                    <a:p>
                      <a:r>
                        <a:rPr kumimoji="1" lang="ja-JP" altLang="en-US" sz="1400">
                          <a:latin typeface="Meiryo UI" panose="020B0604030504040204" pitchFamily="50" charset="-128"/>
                          <a:ea typeface="Meiryo UI" panose="020B0604030504040204" pitchFamily="50" charset="-128"/>
                        </a:rPr>
                        <a:t>施策の目的</a:t>
                      </a:r>
                    </a:p>
                  </a:txBody>
                  <a:tcPr/>
                </a:tc>
                <a:tc>
                  <a:txBody>
                    <a:bodyPr/>
                    <a:lstStyle/>
                    <a:p>
                      <a:r>
                        <a:rPr kumimoji="1" lang="ja-JP" altLang="en-US" sz="1400">
                          <a:latin typeface="Meiryo UI" panose="020B0604030504040204" pitchFamily="50" charset="-128"/>
                          <a:ea typeface="Meiryo UI" panose="020B0604030504040204" pitchFamily="50" charset="-128"/>
                        </a:rPr>
                        <a:t>再発防止ツール</a:t>
                      </a:r>
                    </a:p>
                  </a:txBody>
                  <a:tcPr/>
                </a:tc>
                <a:tc>
                  <a:txBody>
                    <a:bodyPr/>
                    <a:lstStyle/>
                    <a:p>
                      <a:r>
                        <a:rPr kumimoji="1" lang="ja-JP" altLang="en-US" sz="1400">
                          <a:latin typeface="Meiryo UI" panose="020B0604030504040204" pitchFamily="50" charset="-128"/>
                          <a:ea typeface="Meiryo UI" panose="020B0604030504040204" pitchFamily="50" charset="-128"/>
                        </a:rPr>
                        <a:t>報告タイミング</a:t>
                      </a:r>
                    </a:p>
                  </a:txBody>
                  <a:tcPr/>
                </a:tc>
                <a:tc>
                  <a:txBody>
                    <a:bodyPr/>
                    <a:lstStyle/>
                    <a:p>
                      <a:r>
                        <a:rPr kumimoji="1" lang="ja-JP" altLang="en-US" sz="1400">
                          <a:latin typeface="Meiryo UI" panose="020B0604030504040204" pitchFamily="50" charset="-128"/>
                          <a:ea typeface="Meiryo UI" panose="020B0604030504040204" pitchFamily="50" charset="-128"/>
                        </a:rPr>
                        <a:t>報告資料（例）</a:t>
                      </a:r>
                    </a:p>
                  </a:txBody>
                  <a:tcPr/>
                </a:tc>
                <a:extLst>
                  <a:ext uri="{0D108BD9-81ED-4DB2-BD59-A6C34878D82A}">
                    <a16:rowId xmlns:a16="http://schemas.microsoft.com/office/drawing/2014/main" val="1843441020"/>
                  </a:ext>
                </a:extLst>
              </a:tr>
              <a:tr h="972000">
                <a:tc>
                  <a:txBody>
                    <a:bodyPr/>
                    <a:lstStyle/>
                    <a:p>
                      <a:r>
                        <a:rPr kumimoji="1" lang="en-US" altLang="ja-JP" sz="1400">
                          <a:latin typeface="Meiryo UI" panose="020B0604030504040204" pitchFamily="50" charset="-128"/>
                          <a:ea typeface="Meiryo UI" panose="020B0604030504040204" pitchFamily="50" charset="-128"/>
                        </a:rPr>
                        <a:t>SW CR</a:t>
                      </a:r>
                      <a:r>
                        <a:rPr kumimoji="1" lang="ja-JP" altLang="en-US" sz="1400">
                          <a:latin typeface="Meiryo UI" panose="020B0604030504040204" pitchFamily="50" charset="-128"/>
                          <a:ea typeface="Meiryo UI" panose="020B0604030504040204" pitchFamily="50" charset="-128"/>
                        </a:rPr>
                        <a:t>に関する適合値の妥当性確認</a:t>
                      </a:r>
                    </a:p>
                  </a:txBody>
                  <a:tcPr/>
                </a:tc>
                <a:tc>
                  <a:txBody>
                    <a:bodyPr/>
                    <a:lstStyle/>
                    <a:p>
                      <a:r>
                        <a:rPr kumimoji="1" lang="en-US" altLang="ja-JP" sz="1400">
                          <a:latin typeface="Meiryo UI" panose="020B0604030504040204" pitchFamily="50" charset="-128"/>
                          <a:ea typeface="Meiryo UI" panose="020B0604030504040204" pitchFamily="50" charset="-128"/>
                        </a:rPr>
                        <a:t>CR label comparison list</a:t>
                      </a:r>
                      <a:endParaRPr kumimoji="1" lang="ja-JP" altLang="en-US" sz="1400">
                        <a:latin typeface="Meiryo UI" panose="020B0604030504040204" pitchFamily="50" charset="-128"/>
                        <a:ea typeface="Meiryo UI" panose="020B0604030504040204" pitchFamily="50" charset="-128"/>
                      </a:endParaRPr>
                    </a:p>
                  </a:txBody>
                  <a:tcPr/>
                </a:tc>
                <a:tc>
                  <a:txBody>
                    <a:bodyPr/>
                    <a:lstStyle/>
                    <a:p>
                      <a:r>
                        <a:rPr kumimoji="1" lang="ja-JP" altLang="en-US" sz="1400">
                          <a:latin typeface="Meiryo UI" panose="020B0604030504040204" pitchFamily="50" charset="-128"/>
                          <a:ea typeface="Meiryo UI" panose="020B0604030504040204" pitchFamily="50" charset="-128"/>
                        </a:rPr>
                        <a:t>・</a:t>
                      </a:r>
                      <a:r>
                        <a:rPr kumimoji="1" lang="en-US" altLang="ja-JP" sz="1400">
                          <a:latin typeface="Meiryo UI" panose="020B0604030504040204" pitchFamily="50" charset="-128"/>
                          <a:ea typeface="Meiryo UI" panose="020B0604030504040204" pitchFamily="50" charset="-128"/>
                        </a:rPr>
                        <a:t>List creation : before V1 event </a:t>
                      </a:r>
                    </a:p>
                    <a:p>
                      <a:r>
                        <a:rPr kumimoji="1" lang="ja-JP" altLang="en-US" sz="1400">
                          <a:latin typeface="Meiryo UI" panose="020B0604030504040204" pitchFamily="50" charset="-128"/>
                          <a:ea typeface="Meiryo UI" panose="020B0604030504040204" pitchFamily="50" charset="-128"/>
                        </a:rPr>
                        <a:t>・</a:t>
                      </a:r>
                      <a:r>
                        <a:rPr kumimoji="1" lang="en-US" altLang="ja-JP" sz="1400">
                          <a:latin typeface="Meiryo UI" panose="020B0604030504040204" pitchFamily="50" charset="-128"/>
                          <a:ea typeface="Meiryo UI" panose="020B0604030504040204" pitchFamily="50" charset="-128"/>
                        </a:rPr>
                        <a:t>Final pdf report</a:t>
                      </a:r>
                      <a:r>
                        <a:rPr kumimoji="1" lang="ja-JP" altLang="en-US" sz="1400">
                          <a:latin typeface="Meiryo UI" panose="020B0604030504040204" pitchFamily="50" charset="-128"/>
                          <a:ea typeface="Meiryo UI" panose="020B0604030504040204" pitchFamily="50" charset="-128"/>
                        </a:rPr>
                        <a:t>：</a:t>
                      </a:r>
                      <a:r>
                        <a:rPr kumimoji="1" lang="en-US" altLang="ja-JP" sz="1400">
                          <a:latin typeface="Meiryo UI" panose="020B0604030504040204" pitchFamily="50" charset="-128"/>
                          <a:ea typeface="Meiryo UI" panose="020B0604030504040204" pitchFamily="50" charset="-128"/>
                        </a:rPr>
                        <a:t>Expert meeting</a:t>
                      </a:r>
                    </a:p>
                  </a:txBody>
                  <a:tcPr/>
                </a:tc>
                <a:tc>
                  <a:txBody>
                    <a:bodyPr/>
                    <a:lstStyle/>
                    <a:p>
                      <a:r>
                        <a:rPr kumimoji="1" lang="ja-JP" altLang="en-US" sz="1400">
                          <a:latin typeface="Meiryo UI" panose="020B0604030504040204" pitchFamily="50" charset="-128"/>
                          <a:ea typeface="Meiryo UI" panose="020B0604030504040204" pitchFamily="50" charset="-128"/>
                        </a:rPr>
                        <a:t>参照：</a:t>
                      </a:r>
                      <a:r>
                        <a:rPr kumimoji="1" lang="en-US" altLang="ja-JP" sz="1400">
                          <a:latin typeface="Meiryo UI" panose="020B0604030504040204" pitchFamily="50" charset="-128"/>
                          <a:ea typeface="Meiryo UI" panose="020B0604030504040204" pitchFamily="50" charset="-128"/>
                        </a:rPr>
                        <a:t>“CR label comparison</a:t>
                      </a:r>
                      <a:r>
                        <a:rPr kumimoji="1" lang="en-US" altLang="ja-JP" sz="1400" baseline="0">
                          <a:latin typeface="Meiryo UI" panose="020B0604030504040204" pitchFamily="50" charset="-128"/>
                          <a:ea typeface="Meiryo UI" panose="020B0604030504040204" pitchFamily="50" charset="-128"/>
                        </a:rPr>
                        <a:t> list</a:t>
                      </a:r>
                      <a:r>
                        <a:rPr kumimoji="1" lang="en-US" altLang="ja-JP" sz="1400">
                          <a:latin typeface="Meiryo UI" panose="020B0604030504040204" pitchFamily="50" charset="-128"/>
                          <a:ea typeface="Meiryo UI" panose="020B0604030504040204" pitchFamily="50" charset="-128"/>
                        </a:rPr>
                        <a:t>”</a:t>
                      </a:r>
                    </a:p>
                    <a:p>
                      <a:r>
                        <a:rPr kumimoji="1" lang="en-US" altLang="ja-JP" sz="1400">
                          <a:latin typeface="Meiryo UI" panose="020B0604030504040204" pitchFamily="50" charset="-128"/>
                          <a:ea typeface="Meiryo UI" panose="020B0604030504040204" pitchFamily="50" charset="-128"/>
                        </a:rPr>
                        <a:t>“CR label comp list</a:t>
                      </a:r>
                      <a:r>
                        <a:rPr kumimoji="1" lang="en-US" altLang="ja-JP" sz="1400" baseline="0">
                          <a:latin typeface="Meiryo UI" panose="020B0604030504040204" pitchFamily="50" charset="-128"/>
                          <a:ea typeface="Meiryo UI" panose="020B0604030504040204" pitchFamily="50" charset="-128"/>
                        </a:rPr>
                        <a:t> status summary”</a:t>
                      </a:r>
                      <a:endParaRPr kumimoji="1" lang="en-US" altLang="ja-JP" sz="1400">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324465551"/>
                  </a:ext>
                </a:extLst>
              </a:tr>
              <a:tr h="972000">
                <a:tc>
                  <a:txBody>
                    <a:bodyPr/>
                    <a:lstStyle/>
                    <a:p>
                      <a:r>
                        <a:rPr kumimoji="1" lang="en-US" altLang="ja-JP" sz="1400" dirty="0">
                          <a:latin typeface="Meiryo UI" panose="020B0604030504040204" pitchFamily="50" charset="-128"/>
                          <a:ea typeface="Meiryo UI" panose="020B0604030504040204" pitchFamily="50" charset="-128"/>
                        </a:rPr>
                        <a:t>CR</a:t>
                      </a:r>
                      <a:r>
                        <a:rPr kumimoji="1" lang="ja-JP" altLang="en-US" sz="1400" dirty="0">
                          <a:latin typeface="Meiryo UI" panose="020B0604030504040204" pitchFamily="50" charset="-128"/>
                          <a:ea typeface="Meiryo UI" panose="020B0604030504040204" pitchFamily="50" charset="-128"/>
                        </a:rPr>
                        <a:t>に関する</a:t>
                      </a:r>
                      <a:r>
                        <a:rPr kumimoji="1" lang="en-US" altLang="ja-JP" sz="1400" dirty="0">
                          <a:latin typeface="Meiryo UI" panose="020B0604030504040204" pitchFamily="50" charset="-128"/>
                          <a:ea typeface="Meiryo UI" panose="020B0604030504040204" pitchFamily="50" charset="-128"/>
                        </a:rPr>
                        <a:t>Level-2</a:t>
                      </a:r>
                    </a:p>
                    <a:p>
                      <a:r>
                        <a:rPr kumimoji="1" lang="ja-JP" altLang="en-US" sz="1400" dirty="0">
                          <a:latin typeface="Meiryo UI" panose="020B0604030504040204" pitchFamily="50" charset="-128"/>
                          <a:ea typeface="Meiryo UI" panose="020B0604030504040204" pitchFamily="50" charset="-128"/>
                        </a:rPr>
                        <a:t>適合値の妥当性確認</a:t>
                      </a:r>
                    </a:p>
                  </a:txBody>
                  <a:tcPr/>
                </a:tc>
                <a:tc>
                  <a:txBody>
                    <a:bodyPr/>
                    <a:lstStyle/>
                    <a:p>
                      <a:r>
                        <a:rPr kumimoji="1" lang="en-US" altLang="ja-JP" sz="1400">
                          <a:latin typeface="Meiryo UI" panose="020B0604030504040204" pitchFamily="50" charset="-128"/>
                          <a:ea typeface="Meiryo UI" panose="020B0604030504040204" pitchFamily="50" charset="-128"/>
                        </a:rPr>
                        <a:t>Level2 data comparison list</a:t>
                      </a:r>
                      <a:endParaRPr kumimoji="1" lang="ja-JP" altLang="en-US" sz="1400">
                        <a:latin typeface="Meiryo UI" panose="020B0604030504040204" pitchFamily="50" charset="-128"/>
                        <a:ea typeface="Meiryo UI" panose="020B0604030504040204" pitchFamily="50" charset="-128"/>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a:latin typeface="Meiryo UI" panose="020B0604030504040204" pitchFamily="50" charset="-128"/>
                          <a:ea typeface="Meiryo UI" panose="020B0604030504040204" pitchFamily="50" charset="-128"/>
                        </a:rPr>
                        <a:t>Expert</a:t>
                      </a:r>
                      <a:r>
                        <a:rPr kumimoji="1" lang="ja-JP" altLang="en-US" sz="1400">
                          <a:latin typeface="Meiryo UI" panose="020B0604030504040204" pitchFamily="50" charset="-128"/>
                          <a:ea typeface="Meiryo UI" panose="020B0604030504040204" pitchFamily="50" charset="-128"/>
                        </a:rPr>
                        <a:t> </a:t>
                      </a:r>
                      <a:r>
                        <a:rPr kumimoji="1" lang="en-US" altLang="ja-JP" sz="1400">
                          <a:latin typeface="Meiryo UI" panose="020B0604030504040204" pitchFamily="50" charset="-128"/>
                          <a:ea typeface="Meiryo UI" panose="020B0604030504040204" pitchFamily="50" charset="-128"/>
                        </a:rPr>
                        <a:t>meeting</a:t>
                      </a:r>
                      <a:endParaRPr kumimoji="1" lang="ja-JP" altLang="en-US" sz="1400">
                        <a:latin typeface="Meiryo UI" panose="020B0604030504040204" pitchFamily="50" charset="-128"/>
                        <a:ea typeface="Meiryo UI" panose="020B0604030504040204" pitchFamily="50" charset="-128"/>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a:latin typeface="Meiryo UI" panose="020B0604030504040204" pitchFamily="50" charset="-128"/>
                          <a:ea typeface="Meiryo UI" panose="020B0604030504040204" pitchFamily="50" charset="-128"/>
                        </a:rPr>
                        <a:t>参照：</a:t>
                      </a:r>
                      <a:r>
                        <a:rPr kumimoji="1" lang="en-US" altLang="ja-JP" sz="1400">
                          <a:latin typeface="Meiryo UI" panose="020B0604030504040204" pitchFamily="50" charset="-128"/>
                          <a:ea typeface="Meiryo UI" panose="020B0604030504040204" pitchFamily="50" charset="-128"/>
                        </a:rPr>
                        <a:t>“Level</a:t>
                      </a:r>
                      <a:r>
                        <a:rPr kumimoji="1" lang="en-US" altLang="ja-JP" sz="1400" baseline="0">
                          <a:latin typeface="Meiryo UI" panose="020B0604030504040204" pitchFamily="50" charset="-128"/>
                          <a:ea typeface="Meiryo UI" panose="020B0604030504040204" pitchFamily="50" charset="-128"/>
                        </a:rPr>
                        <a:t>2 data comparison list”</a:t>
                      </a:r>
                      <a:endParaRPr kumimoji="1" lang="ja-JP" altLang="en-US" sz="1400">
                        <a:latin typeface="Meiryo UI" panose="020B0604030504040204" pitchFamily="50" charset="-128"/>
                        <a:ea typeface="Meiryo UI" panose="020B0604030504040204" pitchFamily="50" charset="-128"/>
                      </a:endParaRPr>
                    </a:p>
                    <a:p>
                      <a:endParaRPr kumimoji="1" lang="ja-JP" altLang="en-US" sz="1400">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2787623433"/>
                  </a:ext>
                </a:extLst>
              </a:tr>
              <a:tr h="972000">
                <a:tc>
                  <a:txBody>
                    <a:bodyPr/>
                    <a:lstStyle/>
                    <a:p>
                      <a:r>
                        <a:rPr kumimoji="1" lang="ja-JP" altLang="en-US" sz="1400">
                          <a:latin typeface="Meiryo UI" panose="020B0604030504040204" pitchFamily="50" charset="-128"/>
                          <a:ea typeface="Meiryo UI" panose="020B0604030504040204" pitchFamily="50" charset="-128"/>
                        </a:rPr>
                        <a:t>ベース機種からの変化点の影響分析結果</a:t>
                      </a:r>
                    </a:p>
                  </a:txBody>
                  <a:tcPr/>
                </a:tc>
                <a:tc>
                  <a:txBody>
                    <a:bodyPr/>
                    <a:lstStyle/>
                    <a:p>
                      <a:r>
                        <a:rPr kumimoji="1" lang="en-US" altLang="ja-JP" sz="1400">
                          <a:latin typeface="Meiryo UI" panose="020B0604030504040204" pitchFamily="50" charset="-128"/>
                          <a:ea typeface="Meiryo UI" panose="020B0604030504040204" pitchFamily="50" charset="-128"/>
                        </a:rPr>
                        <a:t>SW</a:t>
                      </a:r>
                      <a:r>
                        <a:rPr kumimoji="1" lang="en-US" altLang="ja-JP" sz="1400" baseline="0">
                          <a:latin typeface="Meiryo UI" panose="020B0604030504040204" pitchFamily="50" charset="-128"/>
                          <a:ea typeface="Meiryo UI" panose="020B0604030504040204" pitchFamily="50" charset="-128"/>
                        </a:rPr>
                        <a:t> </a:t>
                      </a:r>
                      <a:r>
                        <a:rPr kumimoji="1" lang="en-US" altLang="ja-JP" sz="1400">
                          <a:latin typeface="Meiryo UI" panose="020B0604030504040204" pitchFamily="50" charset="-128"/>
                          <a:ea typeface="Meiryo UI" panose="020B0604030504040204" pitchFamily="50" charset="-128"/>
                        </a:rPr>
                        <a:t>CAL</a:t>
                      </a:r>
                      <a:r>
                        <a:rPr kumimoji="1" lang="en-US" altLang="ja-JP" sz="1400" baseline="0">
                          <a:latin typeface="Meiryo UI" panose="020B0604030504040204" pitchFamily="50" charset="-128"/>
                          <a:ea typeface="Meiryo UI" panose="020B0604030504040204" pitchFamily="50" charset="-128"/>
                        </a:rPr>
                        <a:t> </a:t>
                      </a:r>
                      <a:r>
                        <a:rPr kumimoji="1" lang="en-US" altLang="ja-JP" sz="1400">
                          <a:latin typeface="Meiryo UI" panose="020B0604030504040204" pitchFamily="50" charset="-128"/>
                          <a:ea typeface="Meiryo UI" panose="020B0604030504040204" pitchFamily="50" charset="-128"/>
                        </a:rPr>
                        <a:t>Coordination</a:t>
                      </a:r>
                      <a:r>
                        <a:rPr kumimoji="1" lang="en-US" altLang="ja-JP" sz="1400" baseline="0">
                          <a:latin typeface="Meiryo UI" panose="020B0604030504040204" pitchFamily="50" charset="-128"/>
                          <a:ea typeface="Meiryo UI" panose="020B0604030504040204" pitchFamily="50" charset="-128"/>
                        </a:rPr>
                        <a:t> i</a:t>
                      </a:r>
                      <a:r>
                        <a:rPr kumimoji="1" lang="en-US" altLang="ja-JP" sz="1400">
                          <a:latin typeface="Meiryo UI" panose="020B0604030504040204" pitchFamily="50" charset="-128"/>
                          <a:ea typeface="Meiryo UI" panose="020B0604030504040204" pitchFamily="50" charset="-128"/>
                        </a:rPr>
                        <a:t>tem list</a:t>
                      </a:r>
                      <a:endParaRPr kumimoji="1" lang="ja-JP" altLang="en-US" sz="1400">
                        <a:latin typeface="Meiryo UI" panose="020B0604030504040204" pitchFamily="50" charset="-128"/>
                        <a:ea typeface="Meiryo UI" panose="020B0604030504040204" pitchFamily="50" charset="-128"/>
                      </a:endParaRPr>
                    </a:p>
                  </a:txBody>
                  <a:tcPr/>
                </a:tc>
                <a:tc>
                  <a:txBody>
                    <a:bodyPr/>
                    <a:lstStyle/>
                    <a:p>
                      <a:r>
                        <a:rPr kumimoji="1" lang="ja-JP" altLang="en-US" sz="1400">
                          <a:latin typeface="Meiryo UI" panose="020B0604030504040204" pitchFamily="50" charset="-128"/>
                          <a:ea typeface="Meiryo UI" panose="020B0604030504040204" pitchFamily="50" charset="-128"/>
                        </a:rPr>
                        <a:t>・</a:t>
                      </a:r>
                      <a:r>
                        <a:rPr kumimoji="1" lang="en-US" altLang="ja-JP" sz="1400">
                          <a:latin typeface="Meiryo UI" panose="020B0604030504040204" pitchFamily="50" charset="-128"/>
                          <a:ea typeface="Meiryo UI" panose="020B0604030504040204" pitchFamily="50" charset="-128"/>
                        </a:rPr>
                        <a:t>List creation : F1</a:t>
                      </a:r>
                    </a:p>
                    <a:p>
                      <a:r>
                        <a:rPr kumimoji="1" lang="ja-JP" altLang="en-US" sz="1400">
                          <a:latin typeface="Meiryo UI" panose="020B0604030504040204" pitchFamily="50" charset="-128"/>
                          <a:ea typeface="Meiryo UI" panose="020B0604030504040204" pitchFamily="50" charset="-128"/>
                        </a:rPr>
                        <a:t>・</a:t>
                      </a:r>
                      <a:r>
                        <a:rPr kumimoji="1" lang="en-US" altLang="ja-JP" sz="1400">
                          <a:latin typeface="Meiryo UI" panose="020B0604030504040204" pitchFamily="50" charset="-128"/>
                          <a:ea typeface="Meiryo UI" panose="020B0604030504040204" pitchFamily="50" charset="-128"/>
                        </a:rPr>
                        <a:t>Implementation target</a:t>
                      </a:r>
                      <a:r>
                        <a:rPr kumimoji="1" lang="ja-JP" altLang="en-US" sz="1400">
                          <a:latin typeface="Meiryo UI" panose="020B0604030504040204" pitchFamily="50" charset="-128"/>
                          <a:ea typeface="Meiryo UI" panose="020B0604030504040204" pitchFamily="50" charset="-128"/>
                        </a:rPr>
                        <a:t>：</a:t>
                      </a:r>
                      <a:r>
                        <a:rPr kumimoji="1" lang="en-US" altLang="ja-JP" sz="1400">
                          <a:latin typeface="Meiryo UI" panose="020B0604030504040204" pitchFamily="50" charset="-128"/>
                          <a:ea typeface="Meiryo UI" panose="020B0604030504040204" pitchFamily="50" charset="-128"/>
                        </a:rPr>
                        <a:t>V1,latest</a:t>
                      </a:r>
                      <a:r>
                        <a:rPr kumimoji="1" lang="ja-JP" altLang="en-US" sz="1400">
                          <a:latin typeface="Meiryo UI" panose="020B0604030504040204" pitchFamily="50" charset="-128"/>
                          <a:ea typeface="Meiryo UI" panose="020B0604030504040204" pitchFamily="50" charset="-128"/>
                        </a:rPr>
                        <a:t>：</a:t>
                      </a:r>
                      <a:r>
                        <a:rPr kumimoji="1" lang="en-US" altLang="ja-JP" sz="1400">
                          <a:latin typeface="Meiryo UI" panose="020B0604030504040204" pitchFamily="50" charset="-128"/>
                          <a:ea typeface="Meiryo UI" panose="020B0604030504040204" pitchFamily="50" charset="-128"/>
                        </a:rPr>
                        <a:t>V2</a:t>
                      </a:r>
                      <a:endParaRPr kumimoji="1" lang="ja-JP" altLang="en-US" sz="1400">
                        <a:latin typeface="Meiryo UI" panose="020B0604030504040204" pitchFamily="50" charset="-128"/>
                        <a:ea typeface="Meiryo UI" panose="020B0604030504040204" pitchFamily="50" charset="-128"/>
                      </a:endParaRPr>
                    </a:p>
                  </a:txBody>
                  <a:tcPr/>
                </a:tc>
                <a:tc>
                  <a:txBody>
                    <a:bodyPr/>
                    <a:lstStyle/>
                    <a:p>
                      <a:r>
                        <a:rPr kumimoji="1" lang="ja-JP" altLang="en-US" sz="1400">
                          <a:latin typeface="Meiryo UI" panose="020B0604030504040204" pitchFamily="50" charset="-128"/>
                          <a:ea typeface="Meiryo UI" panose="020B0604030504040204" pitchFamily="50" charset="-128"/>
                        </a:rPr>
                        <a:t>参照：</a:t>
                      </a:r>
                      <a:r>
                        <a:rPr kumimoji="1" lang="en-US" altLang="ja-JP" sz="1400">
                          <a:latin typeface="Meiryo UI" panose="020B0604030504040204" pitchFamily="50" charset="-128"/>
                          <a:ea typeface="Meiryo UI" panose="020B0604030504040204" pitchFamily="50" charset="-128"/>
                        </a:rPr>
                        <a:t>“SW CAL coordinatio</a:t>
                      </a:r>
                      <a:r>
                        <a:rPr kumimoji="1" lang="en-US" altLang="ja-JP" sz="1400" baseline="0">
                          <a:latin typeface="Meiryo UI" panose="020B0604030504040204" pitchFamily="50" charset="-128"/>
                          <a:ea typeface="Meiryo UI" panose="020B0604030504040204" pitchFamily="50" charset="-128"/>
                        </a:rPr>
                        <a:t>n item list”</a:t>
                      </a:r>
                      <a:endParaRPr kumimoji="1" lang="ja-JP" altLang="en-US" sz="1400">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3935226378"/>
                  </a:ext>
                </a:extLst>
              </a:tr>
              <a:tr h="972000">
                <a:tc>
                  <a:txBody>
                    <a:bodyPr/>
                    <a:lstStyle/>
                    <a:p>
                      <a:r>
                        <a:rPr kumimoji="1" lang="ja-JP" altLang="en-US" sz="1400">
                          <a:latin typeface="Meiryo UI" panose="020B0604030504040204" pitchFamily="50" charset="-128"/>
                          <a:ea typeface="Meiryo UI" panose="020B0604030504040204" pitchFamily="50" charset="-128"/>
                        </a:rPr>
                        <a:t>非要求項目の検証結果</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kern="1200">
                          <a:solidFill>
                            <a:schemeClr val="dk1"/>
                          </a:solidFill>
                          <a:latin typeface="Meiryo UI" panose="020B0604030504040204" pitchFamily="50" charset="-128"/>
                          <a:ea typeface="Meiryo UI" panose="020B0604030504040204" pitchFamily="50" charset="-128"/>
                          <a:cs typeface="Arial" panose="020B0604020202020204" pitchFamily="34" charset="0"/>
                        </a:rPr>
                        <a:t>Calibration Data review report</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a:latin typeface="Meiryo UI" panose="020B0604030504040204" pitchFamily="50" charset="-128"/>
                          <a:ea typeface="Meiryo UI" panose="020B0604030504040204" pitchFamily="50" charset="-128"/>
                        </a:rPr>
                        <a:t>Expert</a:t>
                      </a:r>
                      <a:r>
                        <a:rPr kumimoji="1" lang="ja-JP" altLang="en-US" sz="1400">
                          <a:latin typeface="Meiryo UI" panose="020B0604030504040204" pitchFamily="50" charset="-128"/>
                          <a:ea typeface="Meiryo UI" panose="020B0604030504040204" pitchFamily="50" charset="-128"/>
                        </a:rPr>
                        <a:t> </a:t>
                      </a:r>
                      <a:r>
                        <a:rPr kumimoji="1" lang="en-US" altLang="ja-JP" sz="1400">
                          <a:latin typeface="Meiryo UI" panose="020B0604030504040204" pitchFamily="50" charset="-128"/>
                          <a:ea typeface="Meiryo UI" panose="020B0604030504040204" pitchFamily="50" charset="-128"/>
                        </a:rPr>
                        <a:t>meeting</a:t>
                      </a:r>
                      <a:endParaRPr kumimoji="1" lang="ja-JP" altLang="en-US" sz="1400">
                        <a:latin typeface="Meiryo UI" panose="020B0604030504040204" pitchFamily="50" charset="-128"/>
                        <a:ea typeface="Meiryo UI" panose="020B0604030504040204" pitchFamily="50" charset="-128"/>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400">
                          <a:latin typeface="Meiryo UI" panose="020B0604030504040204" pitchFamily="50" charset="-128"/>
                          <a:ea typeface="Meiryo UI" panose="020B0604030504040204" pitchFamily="50" charset="-128"/>
                        </a:rPr>
                        <a:t>参照：</a:t>
                      </a:r>
                      <a:r>
                        <a:rPr kumimoji="1" lang="en-US" altLang="ja-JP" sz="1400">
                          <a:latin typeface="Meiryo UI" panose="020B0604030504040204" pitchFamily="50" charset="-128"/>
                          <a:ea typeface="Meiryo UI" panose="020B0604030504040204" pitchFamily="50" charset="-128"/>
                        </a:rPr>
                        <a:t>“Calibration data review report”</a:t>
                      </a:r>
                      <a:endParaRPr kumimoji="1" lang="ja-JP" altLang="en-US" sz="1400">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3503402131"/>
                  </a:ext>
                </a:extLst>
              </a:tr>
              <a:tr h="972000">
                <a:tc>
                  <a:txBody>
                    <a:bodyPr/>
                    <a:lstStyle/>
                    <a:p>
                      <a:r>
                        <a:rPr kumimoji="1" lang="ja-JP" altLang="en-US" sz="1400" dirty="0">
                          <a:latin typeface="Meiryo UI" panose="020B0604030504040204" pitchFamily="50" charset="-128"/>
                          <a:ea typeface="Meiryo UI" panose="020B0604030504040204" pitchFamily="50" charset="-128"/>
                        </a:rPr>
                        <a:t>過去機種発生不具合の</a:t>
                      </a:r>
                      <a:endParaRPr kumimoji="1" lang="en-US" altLang="ja-JP" sz="1400" dirty="0">
                        <a:latin typeface="Meiryo UI" panose="020B0604030504040204" pitchFamily="50" charset="-128"/>
                        <a:ea typeface="Meiryo UI" panose="020B0604030504040204" pitchFamily="50" charset="-128"/>
                      </a:endParaRPr>
                    </a:p>
                    <a:p>
                      <a:r>
                        <a:rPr kumimoji="1" lang="ja-JP" altLang="en-US" sz="1400" dirty="0">
                          <a:latin typeface="Meiryo UI" panose="020B0604030504040204" pitchFamily="50" charset="-128"/>
                          <a:ea typeface="Meiryo UI" panose="020B0604030504040204" pitchFamily="50" charset="-128"/>
                        </a:rPr>
                        <a:t>適用確認</a:t>
                      </a:r>
                    </a:p>
                  </a:txBody>
                  <a:tcPr/>
                </a:tc>
                <a:tc>
                  <a:txBody>
                    <a:bodyPr/>
                    <a:lstStyle/>
                    <a:p>
                      <a:r>
                        <a:rPr kumimoji="1" lang="en-US" altLang="ja-JP" sz="1400">
                          <a:latin typeface="Meiryo UI" panose="020B0604030504040204" pitchFamily="50" charset="-128"/>
                          <a:ea typeface="Meiryo UI" panose="020B0604030504040204" pitchFamily="50" charset="-128"/>
                        </a:rPr>
                        <a:t>Failure List</a:t>
                      </a:r>
                      <a:endParaRPr kumimoji="1" lang="ja-JP" altLang="en-US" sz="1400">
                        <a:latin typeface="Meiryo UI" panose="020B0604030504040204" pitchFamily="50" charset="-128"/>
                        <a:ea typeface="Meiryo UI" panose="020B0604030504040204" pitchFamily="50" charset="-128"/>
                      </a:endParaRPr>
                    </a:p>
                  </a:txBody>
                  <a:tcPr/>
                </a:tc>
                <a:tc>
                  <a:txBody>
                    <a:bodyPr/>
                    <a:lstStyle/>
                    <a:p>
                      <a:endParaRPr kumimoji="1" lang="ja-JP" altLang="en-US" sz="1400">
                        <a:latin typeface="Meiryo UI" panose="020B0604030504040204" pitchFamily="50" charset="-128"/>
                        <a:ea typeface="Meiryo UI" panose="020B0604030504040204" pitchFamily="50" charset="-128"/>
                      </a:endParaRPr>
                    </a:p>
                  </a:txBody>
                  <a:tcPr/>
                </a:tc>
                <a:tc>
                  <a:txBody>
                    <a:bodyPr/>
                    <a:lstStyle/>
                    <a:p>
                      <a:r>
                        <a:rPr kumimoji="1" lang="ja-JP" altLang="en-US" sz="1400" dirty="0">
                          <a:latin typeface="Meiryo UI" panose="020B0604030504040204" pitchFamily="50" charset="-128"/>
                          <a:ea typeface="Meiryo UI" panose="020B0604030504040204" pitchFamily="50" charset="-128"/>
                        </a:rPr>
                        <a:t>参照：</a:t>
                      </a:r>
                      <a:r>
                        <a:rPr kumimoji="1" lang="en-US" altLang="ja-JP" sz="1400" dirty="0">
                          <a:latin typeface="Meiryo UI" panose="020B0604030504040204" pitchFamily="50" charset="-128"/>
                          <a:ea typeface="Meiryo UI" panose="020B0604030504040204" pitchFamily="50" charset="-128"/>
                        </a:rPr>
                        <a:t>“Failure List”</a:t>
                      </a:r>
                      <a:endParaRPr kumimoji="1" lang="ja-JP" altLang="en-US" sz="1400" dirty="0">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3878771346"/>
                  </a:ext>
                </a:extLst>
              </a:tr>
            </a:tbl>
          </a:graphicData>
        </a:graphic>
      </p:graphicFrame>
      <p:sp>
        <p:nvSpPr>
          <p:cNvPr id="12" name="Text Box 2"/>
          <p:cNvSpPr txBox="1">
            <a:spLocks noChangeArrowheads="1"/>
          </p:cNvSpPr>
          <p:nvPr/>
        </p:nvSpPr>
        <p:spPr bwMode="auto">
          <a:xfrm>
            <a:off x="250829" y="96703"/>
            <a:ext cx="88931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1800" dirty="0">
                <a:solidFill>
                  <a:srgbClr val="FFFFFF"/>
                </a:solidFill>
                <a:latin typeface="Meiryo UI" panose="020B0604030504040204" pitchFamily="50" charset="-128"/>
                <a:ea typeface="Meiryo UI" panose="020B0604030504040204" pitchFamily="50" charset="-128"/>
                <a:cs typeface="Arial" pitchFamily="34" charset="0"/>
              </a:rPr>
              <a:t>17. EMS Report Maturity and Quality Verification (11/31)</a:t>
            </a:r>
            <a:endParaRPr lang="en-US" altLang="ja-JP" sz="1050" dirty="0">
              <a:solidFill>
                <a:srgbClr val="FFFFFF"/>
              </a:solidFill>
              <a:latin typeface="HGPｺﾞｼｯｸE" pitchFamily="50" charset="-128"/>
              <a:ea typeface="HGPｺﾞｼｯｸE" pitchFamily="50" charset="-128"/>
              <a:cs typeface="Arial" pitchFamily="34" charset="0"/>
            </a:endParaRPr>
          </a:p>
        </p:txBody>
      </p:sp>
    </p:spTree>
    <p:extLst>
      <p:ext uri="{BB962C8B-B14F-4D97-AF65-F5344CB8AC3E}">
        <p14:creationId xmlns:p14="http://schemas.microsoft.com/office/powerpoint/2010/main" val="3468699214"/>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13"/>
          <p:cNvSpPr>
            <a:spLocks noChangeArrowheads="1"/>
          </p:cNvSpPr>
          <p:nvPr/>
        </p:nvSpPr>
        <p:spPr bwMode="auto">
          <a:xfrm>
            <a:off x="35496" y="522424"/>
            <a:ext cx="9108504" cy="1107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en-US" altLang="ja-JP" sz="1800" b="1" u="sng" dirty="0">
                <a:solidFill>
                  <a:srgbClr val="000000"/>
                </a:solidFill>
                <a:latin typeface="Meiryo UI" panose="020B0604030504040204" pitchFamily="50" charset="-128"/>
                <a:ea typeface="Meiryo UI" panose="020B0604030504040204" pitchFamily="50" charset="-128"/>
                <a:cs typeface="Arial" pitchFamily="34" charset="0"/>
              </a:rPr>
              <a:t>Quality</a:t>
            </a:r>
            <a:r>
              <a:rPr lang="ja-JP" altLang="en-US" sz="1800" b="1" u="sng" dirty="0">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800" b="1" u="sng" dirty="0">
                <a:solidFill>
                  <a:srgbClr val="000000"/>
                </a:solidFill>
                <a:latin typeface="Meiryo UI" panose="020B0604030504040204" pitchFamily="50" charset="-128"/>
                <a:ea typeface="Meiryo UI" panose="020B0604030504040204" pitchFamily="50" charset="-128"/>
                <a:cs typeface="Arial" pitchFamily="34" charset="0"/>
              </a:rPr>
              <a:t>Improvement</a:t>
            </a:r>
            <a:r>
              <a:rPr lang="ja-JP" altLang="en-US" sz="1800" b="1" u="sng" dirty="0">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800" b="1" u="sng" dirty="0">
                <a:solidFill>
                  <a:srgbClr val="000000"/>
                </a:solidFill>
                <a:latin typeface="Meiryo UI" panose="020B0604030504040204" pitchFamily="50" charset="-128"/>
                <a:ea typeface="Meiryo UI" panose="020B0604030504040204" pitchFamily="50" charset="-128"/>
                <a:cs typeface="Arial" pitchFamily="34" charset="0"/>
              </a:rPr>
              <a:t>Measures Verification</a:t>
            </a:r>
            <a:endParaRPr lang="en-US" altLang="ja-JP" sz="1800" b="1" dirty="0">
              <a:solidFill>
                <a:srgbClr val="000000"/>
              </a:solidFill>
              <a:latin typeface="Meiryo UI" panose="020B0604030504040204" pitchFamily="50" charset="-128"/>
              <a:ea typeface="Meiryo UI" panose="020B0604030504040204" pitchFamily="50" charset="-128"/>
              <a:cs typeface="Meiryo UI" pitchFamily="50" charset="-128"/>
            </a:endParaRPr>
          </a:p>
          <a:p>
            <a:pPr marL="534988" lvl="1" indent="-285750" algn="l">
              <a:buFontTx/>
              <a:buChar char="-"/>
            </a:pPr>
            <a:r>
              <a:rPr lang="en-US" altLang="ja-JP" sz="1200" dirty="0">
                <a:solidFill>
                  <a:srgbClr val="000000"/>
                </a:solidFill>
                <a:latin typeface="Meiryo UI" panose="020B0604030504040204" pitchFamily="50" charset="-128"/>
                <a:ea typeface="Meiryo UI" panose="020B0604030504040204" pitchFamily="50" charset="-128"/>
                <a:cs typeface="Arial" pitchFamily="34" charset="0"/>
              </a:rPr>
              <a:t>Regarding Honda’s quality improvement measure, the verification shall be implemented and report the result to Honda.</a:t>
            </a:r>
          </a:p>
          <a:p>
            <a:pPr marL="534988" lvl="1" indent="-285750" algn="l">
              <a:buFontTx/>
              <a:buChar char="-"/>
            </a:pPr>
            <a:r>
              <a:rPr lang="en-US" altLang="ja-JP" sz="1200" dirty="0">
                <a:solidFill>
                  <a:srgbClr val="000000"/>
                </a:solidFill>
                <a:latin typeface="Meiryo UI" panose="020B0604030504040204" pitchFamily="50" charset="-128"/>
                <a:ea typeface="Meiryo UI" panose="020B0604030504040204" pitchFamily="50" charset="-128"/>
                <a:cs typeface="Arial" pitchFamily="34" charset="0"/>
              </a:rPr>
              <a:t>Contents and summary</a:t>
            </a:r>
            <a:r>
              <a:rPr lang="ja-JP" altLang="en-US" sz="1200" dirty="0">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200" dirty="0">
                <a:solidFill>
                  <a:srgbClr val="000000"/>
                </a:solidFill>
                <a:latin typeface="Meiryo UI" panose="020B0604030504040204" pitchFamily="50" charset="-128"/>
                <a:ea typeface="Meiryo UI" panose="020B0604030504040204" pitchFamily="50" charset="-128"/>
                <a:cs typeface="Arial" pitchFamily="34" charset="0"/>
              </a:rPr>
              <a:t>of each measure shall be reported at the report timing of each measure.</a:t>
            </a:r>
            <a:endParaRPr lang="en-US" altLang="ja-JP" sz="1200" dirty="0">
              <a:solidFill>
                <a:srgbClr val="FF0000"/>
              </a:solidFill>
              <a:latin typeface="Meiryo UI" panose="020B0604030504040204" pitchFamily="50" charset="-128"/>
              <a:ea typeface="Meiryo UI" panose="020B0604030504040204" pitchFamily="50" charset="-128"/>
              <a:cs typeface="Meiryo UI" pitchFamily="50" charset="-128"/>
            </a:endParaRPr>
          </a:p>
          <a:p>
            <a:pPr marL="534988" lvl="1" indent="-285750" algn="l">
              <a:buFontTx/>
              <a:buChar char="-"/>
            </a:pPr>
            <a:r>
              <a:rPr lang="en-US" altLang="ja-JP" sz="1200" dirty="0">
                <a:solidFill>
                  <a:srgbClr val="000000"/>
                </a:solidFill>
                <a:latin typeface="Meiryo UI" panose="020B0604030504040204" pitchFamily="50" charset="-128"/>
                <a:ea typeface="Meiryo UI" panose="020B0604030504040204" pitchFamily="50" charset="-128"/>
                <a:cs typeface="Arial" pitchFamily="34" charset="0"/>
              </a:rPr>
              <a:t>All</a:t>
            </a:r>
            <a:r>
              <a:rPr lang="ja-JP" altLang="en-US" sz="1200" dirty="0">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200" dirty="0">
                <a:solidFill>
                  <a:srgbClr val="000000"/>
                </a:solidFill>
                <a:latin typeface="Meiryo UI" panose="020B0604030504040204" pitchFamily="50" charset="-128"/>
                <a:ea typeface="Meiryo UI" panose="020B0604030504040204" pitchFamily="50" charset="-128"/>
                <a:cs typeface="Arial" pitchFamily="34" charset="0"/>
              </a:rPr>
              <a:t>measures in the list below shall be completed before mask HEX MP1 release.</a:t>
            </a:r>
            <a:endParaRPr lang="ja-JP" altLang="en-US" sz="1200" dirty="0">
              <a:solidFill>
                <a:srgbClr val="000000"/>
              </a:solidFill>
              <a:latin typeface="Meiryo UI" panose="020B0604030504040204" pitchFamily="50" charset="-128"/>
              <a:ea typeface="Meiryo UI" panose="020B0604030504040204" pitchFamily="50" charset="-128"/>
              <a:cs typeface="Arial" pitchFamily="34" charset="0"/>
            </a:endParaRPr>
          </a:p>
        </p:txBody>
      </p:sp>
      <p:graphicFrame>
        <p:nvGraphicFramePr>
          <p:cNvPr id="2" name="表 1"/>
          <p:cNvGraphicFramePr>
            <a:graphicFrameLocks noGrp="1"/>
          </p:cNvGraphicFramePr>
          <p:nvPr>
            <p:extLst>
              <p:ext uri="{D42A27DB-BD31-4B8C-83A1-F6EECF244321}">
                <p14:modId xmlns:p14="http://schemas.microsoft.com/office/powerpoint/2010/main" val="1380039979"/>
              </p:ext>
            </p:extLst>
          </p:nvPr>
        </p:nvGraphicFramePr>
        <p:xfrm>
          <a:off x="191890" y="1608228"/>
          <a:ext cx="8851709" cy="4446775"/>
        </p:xfrm>
        <a:graphic>
          <a:graphicData uri="http://schemas.openxmlformats.org/drawingml/2006/table">
            <a:tbl>
              <a:tblPr firstRow="1" bandRow="1">
                <a:tableStyleId>{5940675A-B579-460E-94D1-54222C63F5DA}</a:tableStyleId>
              </a:tblPr>
              <a:tblGrid>
                <a:gridCol w="2695001">
                  <a:extLst>
                    <a:ext uri="{9D8B030D-6E8A-4147-A177-3AD203B41FA5}">
                      <a16:colId xmlns:a16="http://schemas.microsoft.com/office/drawing/2014/main" val="208362973"/>
                    </a:ext>
                  </a:extLst>
                </a:gridCol>
                <a:gridCol w="2429693">
                  <a:extLst>
                    <a:ext uri="{9D8B030D-6E8A-4147-A177-3AD203B41FA5}">
                      <a16:colId xmlns:a16="http://schemas.microsoft.com/office/drawing/2014/main" val="2304362547"/>
                    </a:ext>
                  </a:extLst>
                </a:gridCol>
                <a:gridCol w="1787321">
                  <a:extLst>
                    <a:ext uri="{9D8B030D-6E8A-4147-A177-3AD203B41FA5}">
                      <a16:colId xmlns:a16="http://schemas.microsoft.com/office/drawing/2014/main" val="669591786"/>
                    </a:ext>
                  </a:extLst>
                </a:gridCol>
                <a:gridCol w="1939694">
                  <a:extLst>
                    <a:ext uri="{9D8B030D-6E8A-4147-A177-3AD203B41FA5}">
                      <a16:colId xmlns:a16="http://schemas.microsoft.com/office/drawing/2014/main" val="3394803527"/>
                    </a:ext>
                  </a:extLst>
                </a:gridCol>
              </a:tblGrid>
              <a:tr h="257653">
                <a:tc>
                  <a:txBody>
                    <a:bodyPr/>
                    <a:lstStyle/>
                    <a:p>
                      <a:r>
                        <a:rPr kumimoji="1" lang="en-US" altLang="ja-JP" sz="1200" dirty="0">
                          <a:latin typeface="Meiryo UI" panose="020B0604030504040204" pitchFamily="50" charset="-128"/>
                          <a:ea typeface="Meiryo UI" panose="020B0604030504040204" pitchFamily="50" charset="-128"/>
                        </a:rPr>
                        <a:t>Purpose</a:t>
                      </a:r>
                      <a:r>
                        <a:rPr kumimoji="1" lang="ja-JP" altLang="en-US" sz="1200" dirty="0">
                          <a:latin typeface="Meiryo UI" panose="020B0604030504040204" pitchFamily="50" charset="-128"/>
                          <a:ea typeface="Meiryo UI" panose="020B0604030504040204" pitchFamily="50" charset="-128"/>
                        </a:rPr>
                        <a:t> </a:t>
                      </a:r>
                      <a:r>
                        <a:rPr kumimoji="1" lang="en-US" altLang="ja-JP" sz="1200" dirty="0">
                          <a:latin typeface="Meiryo UI" panose="020B0604030504040204" pitchFamily="50" charset="-128"/>
                          <a:ea typeface="Meiryo UI" panose="020B0604030504040204" pitchFamily="50" charset="-128"/>
                        </a:rPr>
                        <a:t>of</a:t>
                      </a:r>
                      <a:r>
                        <a:rPr kumimoji="1" lang="ja-JP" altLang="en-US" sz="1200" dirty="0">
                          <a:latin typeface="Meiryo UI" panose="020B0604030504040204" pitchFamily="50" charset="-128"/>
                          <a:ea typeface="Meiryo UI" panose="020B0604030504040204" pitchFamily="50" charset="-128"/>
                        </a:rPr>
                        <a:t> </a:t>
                      </a:r>
                      <a:r>
                        <a:rPr kumimoji="1" lang="en-US" altLang="ja-JP" sz="1200" dirty="0">
                          <a:latin typeface="Meiryo UI" panose="020B0604030504040204" pitchFamily="50" charset="-128"/>
                          <a:ea typeface="Meiryo UI" panose="020B0604030504040204" pitchFamily="50" charset="-128"/>
                        </a:rPr>
                        <a:t>measure</a:t>
                      </a:r>
                      <a:endParaRPr kumimoji="1" lang="ja-JP" altLang="en-US" sz="1200" dirty="0">
                        <a:latin typeface="Meiryo UI" panose="020B0604030504040204" pitchFamily="50" charset="-128"/>
                        <a:ea typeface="Meiryo UI" panose="020B0604030504040204" pitchFamily="50" charset="-128"/>
                      </a:endParaRPr>
                    </a:p>
                  </a:txBody>
                  <a:tcPr/>
                </a:tc>
                <a:tc>
                  <a:txBody>
                    <a:bodyPr/>
                    <a:lstStyle/>
                    <a:p>
                      <a:r>
                        <a:rPr kumimoji="1" lang="en-US" altLang="ja-JP" sz="1200">
                          <a:latin typeface="Meiryo UI" panose="020B0604030504040204" pitchFamily="50" charset="-128"/>
                          <a:ea typeface="Meiryo UI" panose="020B0604030504040204" pitchFamily="50" charset="-128"/>
                        </a:rPr>
                        <a:t>Recurrence prevention</a:t>
                      </a:r>
                      <a:r>
                        <a:rPr kumimoji="1" lang="en-US" altLang="ja-JP" sz="1200" baseline="0">
                          <a:latin typeface="Meiryo UI" panose="020B0604030504040204" pitchFamily="50" charset="-128"/>
                          <a:ea typeface="Meiryo UI" panose="020B0604030504040204" pitchFamily="50" charset="-128"/>
                        </a:rPr>
                        <a:t> tool</a:t>
                      </a:r>
                      <a:endParaRPr kumimoji="1" lang="ja-JP" altLang="en-US" sz="1200">
                        <a:latin typeface="Meiryo UI" panose="020B0604030504040204" pitchFamily="50" charset="-128"/>
                        <a:ea typeface="Meiryo UI" panose="020B0604030504040204" pitchFamily="50" charset="-128"/>
                      </a:endParaRPr>
                    </a:p>
                  </a:txBody>
                  <a:tcPr/>
                </a:tc>
                <a:tc>
                  <a:txBody>
                    <a:bodyPr/>
                    <a:lstStyle/>
                    <a:p>
                      <a:r>
                        <a:rPr kumimoji="1" lang="en-US" altLang="ja-JP" sz="1200">
                          <a:latin typeface="Meiryo UI" panose="020B0604030504040204" pitchFamily="50" charset="-128"/>
                          <a:ea typeface="Meiryo UI" panose="020B0604030504040204" pitchFamily="50" charset="-128"/>
                        </a:rPr>
                        <a:t>Report</a:t>
                      </a:r>
                      <a:r>
                        <a:rPr kumimoji="1" lang="en-US" altLang="ja-JP" sz="1200" baseline="0">
                          <a:latin typeface="Meiryo UI" panose="020B0604030504040204" pitchFamily="50" charset="-128"/>
                          <a:ea typeface="Meiryo UI" panose="020B0604030504040204" pitchFamily="50" charset="-128"/>
                        </a:rPr>
                        <a:t> timing</a:t>
                      </a:r>
                      <a:endParaRPr kumimoji="1" lang="ja-JP" altLang="en-US" sz="1200">
                        <a:latin typeface="Meiryo UI" panose="020B0604030504040204" pitchFamily="50" charset="-128"/>
                        <a:ea typeface="Meiryo UI" panose="020B0604030504040204" pitchFamily="50" charset="-128"/>
                      </a:endParaRPr>
                    </a:p>
                  </a:txBody>
                  <a:tcPr/>
                </a:tc>
                <a:tc>
                  <a:txBody>
                    <a:bodyPr/>
                    <a:lstStyle/>
                    <a:p>
                      <a:r>
                        <a:rPr kumimoji="1" lang="en-US" altLang="ja-JP" sz="1200">
                          <a:latin typeface="Meiryo UI" panose="020B0604030504040204" pitchFamily="50" charset="-128"/>
                          <a:ea typeface="Meiryo UI" panose="020B0604030504040204" pitchFamily="50" charset="-128"/>
                        </a:rPr>
                        <a:t>Document</a:t>
                      </a:r>
                      <a:r>
                        <a:rPr kumimoji="1" lang="ja-JP" altLang="en-US" sz="1200">
                          <a:latin typeface="Meiryo UI" panose="020B0604030504040204" pitchFamily="50" charset="-128"/>
                          <a:ea typeface="Meiryo UI" panose="020B0604030504040204" pitchFamily="50" charset="-128"/>
                        </a:rPr>
                        <a:t>（</a:t>
                      </a:r>
                      <a:r>
                        <a:rPr kumimoji="1" lang="en-US" altLang="ja-JP" sz="1200">
                          <a:latin typeface="Meiryo UI" panose="020B0604030504040204" pitchFamily="50" charset="-128"/>
                          <a:ea typeface="Meiryo UI" panose="020B0604030504040204" pitchFamily="50" charset="-128"/>
                        </a:rPr>
                        <a:t>Example</a:t>
                      </a:r>
                      <a:r>
                        <a:rPr kumimoji="1" lang="ja-JP" altLang="en-US" sz="1200">
                          <a:latin typeface="Meiryo UI" panose="020B0604030504040204" pitchFamily="50" charset="-128"/>
                          <a:ea typeface="Meiryo UI" panose="020B0604030504040204" pitchFamily="50" charset="-128"/>
                        </a:rPr>
                        <a:t>）</a:t>
                      </a:r>
                    </a:p>
                  </a:txBody>
                  <a:tcPr/>
                </a:tc>
                <a:extLst>
                  <a:ext uri="{0D108BD9-81ED-4DB2-BD59-A6C34878D82A}">
                    <a16:rowId xmlns:a16="http://schemas.microsoft.com/office/drawing/2014/main" val="1843441020"/>
                  </a:ext>
                </a:extLst>
              </a:tr>
              <a:tr h="687076">
                <a:tc>
                  <a:txBody>
                    <a:bodyPr/>
                    <a:lstStyle/>
                    <a:p>
                      <a:r>
                        <a:rPr lang="en-US" altLang="ja-JP" sz="1200">
                          <a:effectLst/>
                          <a:latin typeface="Meiryo UI" panose="020B0604030504040204" pitchFamily="50" charset="-128"/>
                          <a:ea typeface="Meiryo UI" panose="020B0604030504040204" pitchFamily="50" charset="-128"/>
                        </a:rPr>
                        <a:t>Confirmation of GST related </a:t>
                      </a:r>
                      <a:r>
                        <a:rPr kumimoji="1" lang="en-US" altLang="ja-JP" sz="1200" kern="1200">
                          <a:solidFill>
                            <a:schemeClr val="tx1"/>
                          </a:solidFill>
                          <a:effectLst/>
                          <a:latin typeface="Meiryo UI" panose="020B0604030504040204" pitchFamily="50" charset="-128"/>
                          <a:ea typeface="Meiryo UI" panose="020B0604030504040204" pitchFamily="50" charset="-128"/>
                          <a:cs typeface="+mn-cs"/>
                        </a:rPr>
                        <a:t>calibration</a:t>
                      </a:r>
                      <a:r>
                        <a:rPr lang="en-US" altLang="ja-JP" sz="1200">
                          <a:effectLst/>
                          <a:latin typeface="Meiryo UI" panose="020B0604030504040204" pitchFamily="50" charset="-128"/>
                          <a:ea typeface="Meiryo UI" panose="020B0604030504040204" pitchFamily="50" charset="-128"/>
                        </a:rPr>
                        <a:t> setting quality maturation level </a:t>
                      </a:r>
                      <a:endParaRPr kumimoji="1" lang="ja-JP" altLang="en-US" sz="1200">
                        <a:latin typeface="Meiryo UI" panose="020B0604030504040204" pitchFamily="50" charset="-128"/>
                        <a:ea typeface="Meiryo UI" panose="020B0604030504040204" pitchFamily="50" charset="-128"/>
                      </a:endParaRPr>
                    </a:p>
                  </a:txBody>
                  <a:tcPr/>
                </a:tc>
                <a:tc>
                  <a:txBody>
                    <a:bodyPr/>
                    <a:lstStyle/>
                    <a:p>
                      <a:r>
                        <a:rPr kumimoji="1" lang="en-US" altLang="ja-JP" sz="1200">
                          <a:latin typeface="Meiryo UI" panose="020B0604030504040204" pitchFamily="50" charset="-128"/>
                          <a:ea typeface="Meiryo UI" panose="020B0604030504040204" pitchFamily="50" charset="-128"/>
                        </a:rPr>
                        <a:t>GST</a:t>
                      </a:r>
                      <a:r>
                        <a:rPr kumimoji="1" lang="ja-JP" altLang="en-US" sz="1200" baseline="0">
                          <a:latin typeface="Meiryo UI" panose="020B0604030504040204" pitchFamily="50" charset="-128"/>
                          <a:ea typeface="Meiryo UI" panose="020B0604030504040204" pitchFamily="50" charset="-128"/>
                        </a:rPr>
                        <a:t> </a:t>
                      </a:r>
                      <a:r>
                        <a:rPr kumimoji="1" lang="en-US" altLang="ja-JP" sz="1200" baseline="0">
                          <a:latin typeface="Meiryo UI" panose="020B0604030504040204" pitchFamily="50" charset="-128"/>
                          <a:ea typeface="Meiryo UI" panose="020B0604030504040204" pitchFamily="50" charset="-128"/>
                        </a:rPr>
                        <a:t>related data review</a:t>
                      </a:r>
                      <a:endParaRPr kumimoji="1" lang="ja-JP" altLang="en-US" sz="1200">
                        <a:latin typeface="Meiryo UI" panose="020B0604030504040204" pitchFamily="50" charset="-128"/>
                        <a:ea typeface="Meiryo UI" panose="020B0604030504040204" pitchFamily="50" charset="-128"/>
                      </a:endParaRPr>
                    </a:p>
                  </a:txBody>
                  <a:tcPr/>
                </a:tc>
                <a:tc>
                  <a:txBody>
                    <a:bodyPr/>
                    <a:lstStyle/>
                    <a:p>
                      <a:r>
                        <a:rPr kumimoji="1" lang="en-US" altLang="ja-JP" sz="1200">
                          <a:latin typeface="Meiryo UI" panose="020B0604030504040204" pitchFamily="50" charset="-128"/>
                          <a:ea typeface="Meiryo UI" panose="020B0604030504040204" pitchFamily="50" charset="-128"/>
                        </a:rPr>
                        <a:t>Discussion is need.</a:t>
                      </a:r>
                      <a:endParaRPr kumimoji="1" lang="ja-JP" altLang="en-US" sz="1200">
                        <a:latin typeface="Meiryo UI" panose="020B0604030504040204" pitchFamily="50" charset="-128"/>
                        <a:ea typeface="Meiryo UI" panose="020B0604030504040204" pitchFamily="50" charset="-128"/>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dirty="0">
                          <a:latin typeface="Meiryo UI" panose="020B0604030504040204" pitchFamily="50" charset="-128"/>
                          <a:ea typeface="Meiryo UI" panose="020B0604030504040204" pitchFamily="50" charset="-128"/>
                        </a:rPr>
                        <a:t>Discussion is need.</a:t>
                      </a:r>
                      <a:endParaRPr kumimoji="1" lang="ja-JP" altLang="en-US" sz="1200" dirty="0">
                        <a:latin typeface="Meiryo UI" panose="020B0604030504040204" pitchFamily="50" charset="-128"/>
                        <a:ea typeface="Meiryo UI" panose="020B0604030504040204" pitchFamily="50" charset="-128"/>
                      </a:endParaRPr>
                    </a:p>
                    <a:p>
                      <a:endParaRPr kumimoji="1" lang="ja-JP" altLang="en-US" sz="1200" baseline="0" dirty="0">
                        <a:solidFill>
                          <a:schemeClr val="tx1"/>
                        </a:solidFill>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197843974"/>
                  </a:ext>
                </a:extLst>
              </a:tr>
              <a:tr h="887473">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a:latin typeface="Meiryo UI" panose="020B0604030504040204" pitchFamily="50" charset="-128"/>
                          <a:ea typeface="Meiryo UI" panose="020B0604030504040204" pitchFamily="50" charset="-128"/>
                        </a:rPr>
                        <a:t>Validation for</a:t>
                      </a:r>
                      <a:r>
                        <a:rPr kumimoji="1" lang="en-US" altLang="ja-JP" sz="1200" baseline="0">
                          <a:latin typeface="Meiryo UI" panose="020B0604030504040204" pitchFamily="50" charset="-128"/>
                          <a:ea typeface="Meiryo UI" panose="020B0604030504040204" pitchFamily="50" charset="-128"/>
                        </a:rPr>
                        <a:t> system matrix related calibration label </a:t>
                      </a:r>
                    </a:p>
                  </a:txBody>
                  <a:tcPr/>
                </a:tc>
                <a:tc>
                  <a:txBody>
                    <a:bodyPr/>
                    <a:lstStyle/>
                    <a:p>
                      <a:r>
                        <a:rPr kumimoji="1" lang="en-US" altLang="ja-JP" sz="1200">
                          <a:solidFill>
                            <a:schemeClr val="tx1"/>
                          </a:solidFill>
                          <a:latin typeface="Meiryo UI" panose="020B0604030504040204" pitchFamily="50" charset="-128"/>
                          <a:ea typeface="Meiryo UI" panose="020B0604030504040204" pitchFamily="50" charset="-128"/>
                        </a:rPr>
                        <a:t>System Matrix</a:t>
                      </a:r>
                      <a:r>
                        <a:rPr kumimoji="1" lang="en-US" altLang="ja-JP" sz="1200" baseline="0">
                          <a:solidFill>
                            <a:schemeClr val="tx1"/>
                          </a:solidFill>
                          <a:latin typeface="Meiryo UI" panose="020B0604030504040204" pitchFamily="50" charset="-128"/>
                          <a:ea typeface="Meiryo UI" panose="020B0604030504040204" pitchFamily="50" charset="-128"/>
                        </a:rPr>
                        <a:t> </a:t>
                      </a:r>
                      <a:r>
                        <a:rPr kumimoji="1" lang="en-US" altLang="ja-JP" sz="1200">
                          <a:solidFill>
                            <a:schemeClr val="tx1"/>
                          </a:solidFill>
                          <a:latin typeface="Meiryo UI" panose="020B0604030504040204" pitchFamily="50" charset="-128"/>
                          <a:ea typeface="Meiryo UI" panose="020B0604030504040204" pitchFamily="50" charset="-128"/>
                        </a:rPr>
                        <a:t>relevant</a:t>
                      </a:r>
                      <a:r>
                        <a:rPr kumimoji="1" lang="en-US" altLang="ja-JP" sz="1200" baseline="0">
                          <a:solidFill>
                            <a:schemeClr val="tx1"/>
                          </a:solidFill>
                          <a:latin typeface="Meiryo UI" panose="020B0604030504040204" pitchFamily="50" charset="-128"/>
                          <a:ea typeface="Meiryo UI" panose="020B0604030504040204" pitchFamily="50" charset="-128"/>
                        </a:rPr>
                        <a:t> </a:t>
                      </a:r>
                      <a:r>
                        <a:rPr kumimoji="1" lang="en-US" altLang="ja-JP" sz="1200">
                          <a:solidFill>
                            <a:schemeClr val="tx1"/>
                          </a:solidFill>
                          <a:latin typeface="Meiryo UI" panose="020B0604030504040204" pitchFamily="50" charset="-128"/>
                          <a:ea typeface="Meiryo UI" panose="020B0604030504040204" pitchFamily="50" charset="-128"/>
                        </a:rPr>
                        <a:t>check</a:t>
                      </a:r>
                      <a:endParaRPr kumimoji="1" lang="ja-JP" altLang="en-US" sz="1200">
                        <a:solidFill>
                          <a:schemeClr val="tx1"/>
                        </a:solidFill>
                        <a:latin typeface="Meiryo UI" panose="020B0604030504040204" pitchFamily="50" charset="-128"/>
                        <a:ea typeface="Meiryo UI" panose="020B0604030504040204" pitchFamily="50" charset="-128"/>
                      </a:endParaRPr>
                    </a:p>
                  </a:txBody>
                  <a:tcPr/>
                </a:tc>
                <a:tc>
                  <a:txBody>
                    <a:bodyPr/>
                    <a:lstStyle/>
                    <a:p>
                      <a:r>
                        <a:rPr kumimoji="1" lang="ja-JP" altLang="en-US" sz="1200">
                          <a:solidFill>
                            <a:schemeClr val="tx1"/>
                          </a:solidFill>
                          <a:latin typeface="Meiryo UI" panose="020B0604030504040204" pitchFamily="50" charset="-128"/>
                          <a:ea typeface="Meiryo UI" panose="020B0604030504040204" pitchFamily="50" charset="-128"/>
                        </a:rPr>
                        <a:t>・</a:t>
                      </a:r>
                      <a:r>
                        <a:rPr kumimoji="1" lang="en-US" altLang="ja-JP" sz="1200">
                          <a:solidFill>
                            <a:schemeClr val="tx1"/>
                          </a:solidFill>
                          <a:latin typeface="Meiryo UI" panose="020B0604030504040204" pitchFamily="50" charset="-128"/>
                          <a:ea typeface="Meiryo UI" panose="020B0604030504040204" pitchFamily="50" charset="-128"/>
                        </a:rPr>
                        <a:t>V2 : complete check</a:t>
                      </a:r>
                    </a:p>
                    <a:p>
                      <a:r>
                        <a:rPr kumimoji="1" lang="ja-JP" altLang="en-US" sz="1200">
                          <a:solidFill>
                            <a:schemeClr val="tx1"/>
                          </a:solidFill>
                          <a:latin typeface="Meiryo UI" panose="020B0604030504040204" pitchFamily="50" charset="-128"/>
                          <a:ea typeface="Meiryo UI" panose="020B0604030504040204" pitchFamily="50" charset="-128"/>
                        </a:rPr>
                        <a:t>・</a:t>
                      </a:r>
                      <a:r>
                        <a:rPr kumimoji="1" lang="en-US" altLang="ja-JP" sz="1200">
                          <a:solidFill>
                            <a:schemeClr val="tx1"/>
                          </a:solidFill>
                          <a:latin typeface="Meiryo UI" panose="020B0604030504040204" pitchFamily="50" charset="-128"/>
                          <a:ea typeface="Meiryo UI" panose="020B0604030504040204" pitchFamily="50" charset="-128"/>
                        </a:rPr>
                        <a:t>Event after V2</a:t>
                      </a:r>
                      <a:r>
                        <a:rPr kumimoji="1" lang="ja-JP" altLang="en-US" sz="1200">
                          <a:solidFill>
                            <a:schemeClr val="tx1"/>
                          </a:solidFill>
                          <a:latin typeface="Meiryo UI" panose="020B0604030504040204" pitchFamily="50" charset="-128"/>
                          <a:ea typeface="Meiryo UI" panose="020B0604030504040204" pitchFamily="50" charset="-128"/>
                        </a:rPr>
                        <a:t>：</a:t>
                      </a:r>
                      <a:r>
                        <a:rPr kumimoji="1" lang="en-US" altLang="ja-JP" sz="1200">
                          <a:solidFill>
                            <a:schemeClr val="tx1"/>
                          </a:solidFill>
                          <a:latin typeface="Meiryo UI" panose="020B0604030504040204" pitchFamily="50" charset="-128"/>
                          <a:ea typeface="Meiryo UI" panose="020B0604030504040204" pitchFamily="50" charset="-128"/>
                        </a:rPr>
                        <a:t>delta check</a:t>
                      </a:r>
                      <a:endParaRPr kumimoji="1" lang="ja-JP" altLang="en-US" sz="1200">
                        <a:solidFill>
                          <a:schemeClr val="tx1"/>
                        </a:solidFill>
                        <a:latin typeface="Meiryo UI" panose="020B0604030504040204" pitchFamily="50" charset="-128"/>
                        <a:ea typeface="Meiryo UI" panose="020B0604030504040204" pitchFamily="50" charset="-128"/>
                      </a:endParaRPr>
                    </a:p>
                  </a:txBody>
                  <a:tcPr/>
                </a:tc>
                <a:tc>
                  <a:txBody>
                    <a:bodyPr/>
                    <a:lstStyle/>
                    <a:p>
                      <a:r>
                        <a:rPr kumimoji="1" lang="en-US" altLang="ja-JP" sz="1200" baseline="0">
                          <a:solidFill>
                            <a:schemeClr val="tx1"/>
                          </a:solidFill>
                          <a:latin typeface="Meiryo UI" panose="020B0604030504040204" pitchFamily="50" charset="-128"/>
                          <a:ea typeface="Meiryo UI" panose="020B0604030504040204" pitchFamily="50" charset="-128"/>
                        </a:rPr>
                        <a:t>Refer to “System Matrix relevant check_sample”</a:t>
                      </a:r>
                      <a:endParaRPr kumimoji="1" lang="ja-JP" altLang="en-US" sz="1200" baseline="0">
                        <a:solidFill>
                          <a:schemeClr val="tx1"/>
                        </a:solidFill>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1130553749"/>
                  </a:ext>
                </a:extLst>
              </a:tr>
              <a:tr h="887473">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ja-JP" sz="1200">
                          <a:effectLst/>
                          <a:latin typeface="Meiryo UI" panose="020B0604030504040204" pitchFamily="50" charset="-128"/>
                          <a:ea typeface="Meiryo UI" panose="020B0604030504040204" pitchFamily="50" charset="-128"/>
                        </a:rPr>
                        <a:t>OBD impact analysis result for change point from base model</a:t>
                      </a:r>
                      <a:r>
                        <a:rPr lang="en-US" altLang="ja-JP" sz="1200" baseline="0">
                          <a:effectLst/>
                          <a:latin typeface="Meiryo UI" panose="020B0604030504040204" pitchFamily="50" charset="-128"/>
                          <a:ea typeface="Meiryo UI" panose="020B0604030504040204" pitchFamily="50" charset="-128"/>
                        </a:rPr>
                        <a:t> / V</a:t>
                      </a:r>
                      <a:r>
                        <a:rPr lang="en-US" altLang="ja-JP" sz="1200">
                          <a:effectLst/>
                          <a:latin typeface="Meiryo UI" panose="020B0604030504040204" pitchFamily="50" charset="-128"/>
                          <a:ea typeface="Meiryo UI" panose="020B0604030504040204" pitchFamily="50" charset="-128"/>
                        </a:rPr>
                        <a:t>erification contents agreement</a:t>
                      </a:r>
                      <a:endParaRPr kumimoji="1" lang="ja-JP" altLang="en-US" sz="1200">
                        <a:latin typeface="Meiryo UI" panose="020B0604030504040204" pitchFamily="50" charset="-128"/>
                        <a:ea typeface="Meiryo UI" panose="020B0604030504040204" pitchFamily="50" charset="-128"/>
                      </a:endParaRPr>
                    </a:p>
                  </a:txBody>
                  <a:tcPr/>
                </a:tc>
                <a:tc>
                  <a:txBody>
                    <a:bodyPr/>
                    <a:lstStyle/>
                    <a:p>
                      <a:r>
                        <a:rPr lang="en-US" altLang="ja-JP" sz="1200" u="none">
                          <a:effectLst/>
                          <a:latin typeface="Meiryo UI" panose="020B0604030504040204" pitchFamily="50" charset="-128"/>
                          <a:ea typeface="Meiryo UI" panose="020B0604030504040204" pitchFamily="50" charset="-128"/>
                        </a:rPr>
                        <a:t>Identification list of OBD change points </a:t>
                      </a:r>
                      <a:r>
                        <a:rPr lang="ja-JP" altLang="en-US" sz="1200" u="none" baseline="0">
                          <a:effectLst/>
                          <a:latin typeface="Meiryo UI" panose="020B0604030504040204" pitchFamily="50" charset="-128"/>
                          <a:ea typeface="Meiryo UI" panose="020B0604030504040204" pitchFamily="50" charset="-128"/>
                        </a:rPr>
                        <a:t> </a:t>
                      </a:r>
                      <a:r>
                        <a:rPr lang="en-US" altLang="ja-JP" sz="1200" u="none" baseline="0">
                          <a:effectLst/>
                          <a:latin typeface="Meiryo UI" panose="020B0604030504040204" pitchFamily="50" charset="-128"/>
                          <a:ea typeface="Meiryo UI" panose="020B0604030504040204" pitchFamily="50" charset="-128"/>
                        </a:rPr>
                        <a:t>/ </a:t>
                      </a:r>
                      <a:r>
                        <a:rPr kumimoji="1" lang="en-US" altLang="ja-JP" sz="1200" u="none" kern="1200">
                          <a:solidFill>
                            <a:schemeClr val="tx1"/>
                          </a:solidFill>
                          <a:effectLst/>
                          <a:latin typeface="Meiryo UI" panose="020B0604030504040204" pitchFamily="50" charset="-128"/>
                          <a:ea typeface="Meiryo UI" panose="020B0604030504040204" pitchFamily="50" charset="-128"/>
                          <a:cs typeface="+mn-cs"/>
                        </a:rPr>
                        <a:t>Verification result </a:t>
                      </a:r>
                      <a:r>
                        <a:rPr lang="en-US" altLang="ja-JP" sz="1200" u="none">
                          <a:effectLst/>
                          <a:latin typeface="Meiryo UI" panose="020B0604030504040204" pitchFamily="50" charset="-128"/>
                          <a:ea typeface="Meiryo UI" panose="020B0604030504040204" pitchFamily="50" charset="-128"/>
                        </a:rPr>
                        <a:t>in worst case</a:t>
                      </a:r>
                      <a:endParaRPr kumimoji="1" lang="ja-JP" altLang="en-US" sz="1200" u="none">
                        <a:solidFill>
                          <a:schemeClr val="tx1"/>
                        </a:solidFill>
                        <a:latin typeface="Meiryo UI" panose="020B0604030504040204" pitchFamily="50" charset="-128"/>
                        <a:ea typeface="Meiryo UI" panose="020B0604030504040204" pitchFamily="50" charset="-128"/>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a:solidFill>
                            <a:schemeClr val="tx1"/>
                          </a:solidFill>
                          <a:latin typeface="Meiryo UI" panose="020B0604030504040204" pitchFamily="50" charset="-128"/>
                          <a:ea typeface="Meiryo UI" panose="020B0604030504040204" pitchFamily="50" charset="-128"/>
                        </a:rPr>
                        <a:t>F1~V3</a:t>
                      </a: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a:latin typeface="Meiryo UI" panose="020B0604030504040204" pitchFamily="50" charset="-128"/>
                          <a:ea typeface="Meiryo UI" panose="020B0604030504040204" pitchFamily="50" charset="-128"/>
                        </a:rPr>
                        <a:t>Expert</a:t>
                      </a:r>
                      <a:r>
                        <a:rPr kumimoji="1" lang="ja-JP" altLang="en-US" sz="1200">
                          <a:latin typeface="Meiryo UI" panose="020B0604030504040204" pitchFamily="50" charset="-128"/>
                          <a:ea typeface="Meiryo UI" panose="020B0604030504040204" pitchFamily="50" charset="-128"/>
                        </a:rPr>
                        <a:t> </a:t>
                      </a:r>
                      <a:r>
                        <a:rPr kumimoji="1" lang="en-US" altLang="ja-JP" sz="1200">
                          <a:latin typeface="Meiryo UI" panose="020B0604030504040204" pitchFamily="50" charset="-128"/>
                          <a:ea typeface="Meiryo UI" panose="020B0604030504040204" pitchFamily="50" charset="-128"/>
                        </a:rPr>
                        <a:t>meeting</a:t>
                      </a:r>
                      <a:endParaRPr kumimoji="1" lang="ja-JP" altLang="en-US" sz="1200">
                        <a:latin typeface="Meiryo UI" panose="020B0604030504040204" pitchFamily="50" charset="-128"/>
                        <a:ea typeface="Meiryo UI" panose="020B0604030504040204" pitchFamily="50" charset="-128"/>
                      </a:endParaRPr>
                    </a:p>
                  </a:txBody>
                  <a:tcPr/>
                </a:tc>
                <a:tc>
                  <a:txBody>
                    <a:bodyPr/>
                    <a:lstStyle/>
                    <a:p>
                      <a:r>
                        <a:rPr kumimoji="1" lang="en-US" altLang="ja-JP" sz="1200" baseline="0">
                          <a:solidFill>
                            <a:schemeClr val="tx1"/>
                          </a:solidFill>
                          <a:latin typeface="Meiryo UI" panose="020B0604030504040204" pitchFamily="50" charset="-128"/>
                          <a:ea typeface="Meiryo UI" panose="020B0604030504040204" pitchFamily="50" charset="-128"/>
                        </a:rPr>
                        <a:t>Refer to “OBD key change point list”</a:t>
                      </a:r>
                    </a:p>
                    <a:p>
                      <a:r>
                        <a:rPr kumimoji="1" lang="ja-JP" altLang="en-US" sz="1200" baseline="0">
                          <a:solidFill>
                            <a:schemeClr val="tx1"/>
                          </a:solidFill>
                          <a:latin typeface="Meiryo UI" panose="020B0604030504040204" pitchFamily="50" charset="-128"/>
                          <a:ea typeface="Meiryo UI" panose="020B0604030504040204" pitchFamily="50" charset="-128"/>
                        </a:rPr>
                        <a:t>“</a:t>
                      </a:r>
                      <a:r>
                        <a:rPr kumimoji="1" lang="en-US" altLang="ja-JP" sz="1200" baseline="0">
                          <a:solidFill>
                            <a:schemeClr val="tx1"/>
                          </a:solidFill>
                          <a:latin typeface="Meiryo UI" panose="020B0604030504040204" pitchFamily="50" charset="-128"/>
                          <a:ea typeface="Meiryo UI" panose="020B0604030504040204" pitchFamily="50" charset="-128"/>
                        </a:rPr>
                        <a:t>Test_condition_toughness_validation</a:t>
                      </a:r>
                      <a:r>
                        <a:rPr kumimoji="1" lang="ja-JP" altLang="en-US" sz="1200" baseline="0">
                          <a:solidFill>
                            <a:schemeClr val="tx1"/>
                          </a:solidFill>
                          <a:latin typeface="Meiryo UI" panose="020B0604030504040204" pitchFamily="50" charset="-128"/>
                          <a:ea typeface="Meiryo UI" panose="020B0604030504040204" pitchFamily="50" charset="-128"/>
                        </a:rPr>
                        <a:t>”</a:t>
                      </a:r>
                    </a:p>
                  </a:txBody>
                  <a:tcPr/>
                </a:tc>
                <a:extLst>
                  <a:ext uri="{0D108BD9-81ED-4DB2-BD59-A6C34878D82A}">
                    <a16:rowId xmlns:a16="http://schemas.microsoft.com/office/drawing/2014/main" val="3345517253"/>
                  </a:ext>
                </a:extLst>
              </a:tr>
              <a:tr h="77296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ja-JP" sz="1200">
                          <a:effectLst/>
                          <a:latin typeface="Meiryo UI" panose="020B0604030504040204" pitchFamily="50" charset="-128"/>
                          <a:ea typeface="Meiryo UI" panose="020B0604030504040204" pitchFamily="50" charset="-128"/>
                        </a:rPr>
                        <a:t>Impact analysis result for SW change point of BMS</a:t>
                      </a:r>
                      <a:endParaRPr kumimoji="1" lang="ja-JP" altLang="en-US" sz="1200">
                        <a:latin typeface="Meiryo UI" panose="020B0604030504040204" pitchFamily="50" charset="-128"/>
                        <a:ea typeface="Meiryo UI" panose="020B0604030504040204" pitchFamily="50" charset="-128"/>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a:solidFill>
                            <a:schemeClr val="tx1"/>
                          </a:solidFill>
                          <a:latin typeface="Meiryo UI" panose="020B0604030504040204" pitchFamily="50" charset="-128"/>
                          <a:ea typeface="Meiryo UI" panose="020B0604030504040204" pitchFamily="50" charset="-128"/>
                        </a:rPr>
                        <a:t>BMS</a:t>
                      </a:r>
                      <a:r>
                        <a:rPr kumimoji="1" lang="ja-JP" altLang="en-US" sz="1200" baseline="0">
                          <a:solidFill>
                            <a:schemeClr val="tx1"/>
                          </a:solidFill>
                          <a:latin typeface="Meiryo UI" panose="020B0604030504040204" pitchFamily="50" charset="-128"/>
                          <a:ea typeface="Meiryo UI" panose="020B0604030504040204" pitchFamily="50" charset="-128"/>
                        </a:rPr>
                        <a:t> </a:t>
                      </a:r>
                      <a:r>
                        <a:rPr kumimoji="1" lang="en-US" altLang="ja-JP" sz="1200" baseline="0">
                          <a:solidFill>
                            <a:schemeClr val="tx1"/>
                          </a:solidFill>
                          <a:latin typeface="Meiryo UI" panose="020B0604030504040204" pitchFamily="50" charset="-128"/>
                          <a:ea typeface="Meiryo UI" panose="020B0604030504040204" pitchFamily="50" charset="-128"/>
                        </a:rPr>
                        <a:t>impact analysis review</a:t>
                      </a:r>
                      <a:r>
                        <a:rPr kumimoji="1" lang="en-US" altLang="ja-JP" sz="1200">
                          <a:solidFill>
                            <a:schemeClr val="tx1"/>
                          </a:solidFill>
                          <a:latin typeface="Meiryo UI" panose="020B0604030504040204" pitchFamily="50" charset="-128"/>
                          <a:ea typeface="Meiryo UI" panose="020B0604030504040204" pitchFamily="50" charset="-128"/>
                        </a:rPr>
                        <a:t>/BMS function behavior check result (Detail</a:t>
                      </a:r>
                      <a:r>
                        <a:rPr kumimoji="1" lang="en-US" altLang="ja-JP" sz="1200" baseline="0">
                          <a:solidFill>
                            <a:schemeClr val="tx1"/>
                          </a:solidFill>
                          <a:latin typeface="Meiryo UI" panose="020B0604030504040204" pitchFamily="50" charset="-128"/>
                          <a:ea typeface="Meiryo UI" panose="020B0604030504040204" pitchFamily="50" charset="-128"/>
                        </a:rPr>
                        <a:t> information shall be reported</a:t>
                      </a:r>
                      <a:r>
                        <a:rPr kumimoji="1" lang="en-US" altLang="ja-JP" sz="1200">
                          <a:solidFill>
                            <a:schemeClr val="tx1"/>
                          </a:solidFill>
                          <a:latin typeface="Meiryo UI" panose="020B0604030504040204" pitchFamily="50" charset="-128"/>
                          <a:ea typeface="Meiryo UI" panose="020B0604030504040204" pitchFamily="50" charset="-128"/>
                        </a:rPr>
                        <a:t>)</a:t>
                      </a:r>
                      <a:endParaRPr kumimoji="1" lang="ja-JP" altLang="en-US" sz="1200">
                        <a:solidFill>
                          <a:schemeClr val="tx1"/>
                        </a:solidFill>
                        <a:latin typeface="Meiryo UI" panose="020B0604030504040204" pitchFamily="50" charset="-128"/>
                        <a:ea typeface="Meiryo UI" panose="020B0604030504040204" pitchFamily="50" charset="-128"/>
                      </a:endParaRPr>
                    </a:p>
                  </a:txBody>
                  <a:tcPr/>
                </a:tc>
                <a:tc>
                  <a:txBody>
                    <a:bodyPr/>
                    <a:lstStyle/>
                    <a:p>
                      <a:r>
                        <a:rPr kumimoji="1" lang="en-US" altLang="ja-JP" sz="1200">
                          <a:solidFill>
                            <a:schemeClr val="tx1"/>
                          </a:solidFill>
                          <a:latin typeface="Meiryo UI" panose="020B0604030504040204" pitchFamily="50" charset="-128"/>
                          <a:ea typeface="Meiryo UI" panose="020B0604030504040204" pitchFamily="50" charset="-128"/>
                        </a:rPr>
                        <a:t>each PVER</a:t>
                      </a:r>
                      <a:endParaRPr kumimoji="1" lang="ja-JP" altLang="en-US" sz="1200">
                        <a:solidFill>
                          <a:schemeClr val="tx1"/>
                        </a:solidFill>
                        <a:latin typeface="Meiryo UI" panose="020B0604030504040204" pitchFamily="50" charset="-128"/>
                        <a:ea typeface="Meiryo UI" panose="020B0604030504040204" pitchFamily="50" charset="-128"/>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aseline="0">
                          <a:solidFill>
                            <a:schemeClr val="tx1"/>
                          </a:solidFill>
                          <a:latin typeface="Meiryo UI" panose="020B0604030504040204" pitchFamily="50" charset="-128"/>
                          <a:ea typeface="Meiryo UI" panose="020B0604030504040204" pitchFamily="50" charset="-128"/>
                        </a:rPr>
                        <a:t>Refer to “SRS_BMS impact analysis”</a:t>
                      </a:r>
                      <a:endParaRPr kumimoji="1" lang="ja-JP" altLang="en-US" sz="1200" baseline="0">
                        <a:solidFill>
                          <a:schemeClr val="tx1"/>
                        </a:solidFill>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1792655451"/>
                  </a:ext>
                </a:extLst>
              </a:tr>
              <a:tr h="887473">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dirty="0">
                          <a:ln>
                            <a:noFill/>
                          </a:ln>
                          <a:solidFill>
                            <a:srgbClr val="0000FF"/>
                          </a:solidFill>
                          <a:effectLst/>
                          <a:uLnTx/>
                          <a:uFillTx/>
                          <a:latin typeface="Meiryo UI" panose="020B0604030504040204" pitchFamily="50" charset="-128"/>
                          <a:ea typeface="Meiryo UI" panose="020B0604030504040204" pitchFamily="50" charset="-128"/>
                          <a:cs typeface="Arial" pitchFamily="34" charset="0"/>
                        </a:rPr>
                        <a:t>Bosch</a:t>
                      </a:r>
                      <a:r>
                        <a:rPr kumimoji="1" lang="ja-JP" altLang="en-US" sz="1200" b="0" i="0" u="none" strike="noStrike" kern="1200" cap="none" spc="0" normalizeH="0" baseline="0" noProof="0" dirty="0">
                          <a:ln>
                            <a:noFill/>
                          </a:ln>
                          <a:solidFill>
                            <a:srgbClr val="0000FF"/>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200" baseline="0" dirty="0">
                          <a:solidFill>
                            <a:schemeClr val="tx1"/>
                          </a:solidFill>
                          <a:latin typeface="Meiryo UI" panose="020B0604030504040204" pitchFamily="50" charset="-128"/>
                          <a:ea typeface="Meiryo UI" panose="020B0604030504040204" pitchFamily="50" charset="-128"/>
                        </a:rPr>
                        <a:t>calibration item</a:t>
                      </a: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dirty="0">
                          <a:solidFill>
                            <a:schemeClr val="tx1"/>
                          </a:solidFill>
                          <a:latin typeface="Meiryo UI" panose="020B0604030504040204" pitchFamily="50" charset="-128"/>
                          <a:ea typeface="Meiryo UI" panose="020B0604030504040204" pitchFamily="50" charset="-128"/>
                        </a:rPr>
                        <a:t>Confirmation of constraints and impacts on vehicle design</a:t>
                      </a:r>
                      <a:endParaRPr kumimoji="1" lang="ja-JP" altLang="en-US" sz="1200" dirty="0">
                        <a:solidFill>
                          <a:schemeClr val="tx1"/>
                        </a:solidFill>
                        <a:latin typeface="Meiryo UI" panose="020B0604030504040204" pitchFamily="50" charset="-128"/>
                        <a:ea typeface="Meiryo UI" panose="020B0604030504040204" pitchFamily="50" charset="-128"/>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a:solidFill>
                            <a:schemeClr val="tx1"/>
                          </a:solidFill>
                          <a:latin typeface="Meiryo UI" panose="020B0604030504040204" pitchFamily="50" charset="-128"/>
                          <a:ea typeface="Meiryo UI" panose="020B0604030504040204" pitchFamily="50" charset="-128"/>
                        </a:rPr>
                        <a:t>Component</a:t>
                      </a:r>
                      <a:r>
                        <a:rPr kumimoji="1" lang="en-US" altLang="ja-JP" sz="1200" baseline="0">
                          <a:solidFill>
                            <a:schemeClr val="tx1"/>
                          </a:solidFill>
                          <a:latin typeface="Meiryo UI" panose="020B0604030504040204" pitchFamily="50" charset="-128"/>
                          <a:ea typeface="Meiryo UI" panose="020B0604030504040204" pitchFamily="50" charset="-128"/>
                        </a:rPr>
                        <a:t> Spec Device List</a:t>
                      </a: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a:solidFill>
                            <a:schemeClr val="tx1"/>
                          </a:solidFill>
                          <a:latin typeface="Meiryo UI" panose="020B0604030504040204" pitchFamily="50" charset="-128"/>
                          <a:ea typeface="Meiryo UI" panose="020B0604030504040204" pitchFamily="50" charset="-128"/>
                        </a:rPr>
                        <a:t>(Confirmation results of constraints and impacts on Honda vehicle design)</a:t>
                      </a:r>
                      <a:endParaRPr kumimoji="1" lang="ja-JP" altLang="en-US" sz="1200">
                        <a:solidFill>
                          <a:schemeClr val="tx1"/>
                        </a:solidFill>
                        <a:latin typeface="Meiryo UI" panose="020B0604030504040204" pitchFamily="50" charset="-128"/>
                        <a:ea typeface="Meiryo UI" panose="020B0604030504040204" pitchFamily="50" charset="-128"/>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a:solidFill>
                            <a:schemeClr val="tx1"/>
                          </a:solidFill>
                          <a:latin typeface="Meiryo UI" panose="020B0604030504040204" pitchFamily="50" charset="-128"/>
                          <a:ea typeface="Meiryo UI" panose="020B0604030504040204" pitchFamily="50" charset="-128"/>
                        </a:rPr>
                        <a:t>F2</a:t>
                      </a:r>
                      <a:r>
                        <a:rPr kumimoji="1" lang="ja-JP" altLang="en-US" sz="1200">
                          <a:solidFill>
                            <a:schemeClr val="tx1"/>
                          </a:solidFill>
                          <a:latin typeface="Meiryo UI" panose="020B0604030504040204" pitchFamily="50" charset="-128"/>
                          <a:ea typeface="Meiryo UI" panose="020B0604030504040204" pitchFamily="50" charset="-128"/>
                        </a:rPr>
                        <a:t>、</a:t>
                      </a:r>
                      <a:r>
                        <a:rPr kumimoji="1" lang="en-US" altLang="ja-JP" sz="1200">
                          <a:solidFill>
                            <a:schemeClr val="tx1"/>
                          </a:solidFill>
                          <a:latin typeface="Meiryo UI" panose="020B0604030504040204" pitchFamily="50" charset="-128"/>
                          <a:ea typeface="Meiryo UI" panose="020B0604030504040204" pitchFamily="50" charset="-128"/>
                        </a:rPr>
                        <a:t>V3</a:t>
                      </a: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a:latin typeface="Meiryo UI" panose="020B0604030504040204" pitchFamily="50" charset="-128"/>
                          <a:ea typeface="Meiryo UI" panose="020B0604030504040204" pitchFamily="50" charset="-128"/>
                        </a:rPr>
                        <a:t>Expert</a:t>
                      </a:r>
                      <a:r>
                        <a:rPr kumimoji="1" lang="ja-JP" altLang="en-US" sz="1200">
                          <a:latin typeface="Meiryo UI" panose="020B0604030504040204" pitchFamily="50" charset="-128"/>
                          <a:ea typeface="Meiryo UI" panose="020B0604030504040204" pitchFamily="50" charset="-128"/>
                        </a:rPr>
                        <a:t> </a:t>
                      </a:r>
                      <a:r>
                        <a:rPr kumimoji="1" lang="en-US" altLang="ja-JP" sz="1200">
                          <a:latin typeface="Meiryo UI" panose="020B0604030504040204" pitchFamily="50" charset="-128"/>
                          <a:ea typeface="Meiryo UI" panose="020B0604030504040204" pitchFamily="50" charset="-128"/>
                        </a:rPr>
                        <a:t>meeting</a:t>
                      </a:r>
                      <a:endParaRPr kumimoji="1" lang="ja-JP" altLang="en-US" sz="1200">
                        <a:latin typeface="Meiryo UI" panose="020B0604030504040204" pitchFamily="50" charset="-128"/>
                        <a:ea typeface="Meiryo UI" panose="020B0604030504040204" pitchFamily="50" charset="-128"/>
                      </a:endParaRPr>
                    </a:p>
                  </a:txBody>
                  <a:tcPr/>
                </a:tc>
                <a:tc>
                  <a:txBody>
                    <a:bodyPr/>
                    <a:lstStyle/>
                    <a:p>
                      <a:r>
                        <a:rPr kumimoji="1" lang="en-US" altLang="ja-JP" sz="1200" baseline="0" dirty="0">
                          <a:solidFill>
                            <a:schemeClr val="tx1"/>
                          </a:solidFill>
                          <a:latin typeface="Meiryo UI" panose="020B0604030504040204" pitchFamily="50" charset="-128"/>
                          <a:ea typeface="Meiryo UI" panose="020B0604030504040204" pitchFamily="50" charset="-128"/>
                        </a:rPr>
                        <a:t>Refer to “HDP-</a:t>
                      </a:r>
                      <a:r>
                        <a:rPr kumimoji="1" lang="en-US" altLang="ja-JP" sz="1200" baseline="0" dirty="0" err="1">
                          <a:solidFill>
                            <a:schemeClr val="tx1"/>
                          </a:solidFill>
                          <a:latin typeface="Meiryo UI" panose="020B0604030504040204" pitchFamily="50" charset="-128"/>
                          <a:ea typeface="Meiryo UI" panose="020B0604030504040204" pitchFamily="50" charset="-128"/>
                        </a:rPr>
                        <a:t>noise_resistance</a:t>
                      </a:r>
                      <a:r>
                        <a:rPr kumimoji="1" lang="en-US" altLang="ja-JP" sz="1200" baseline="0" dirty="0">
                          <a:solidFill>
                            <a:schemeClr val="tx1"/>
                          </a:solidFill>
                          <a:latin typeface="Meiryo UI" panose="020B0604030504040204" pitchFamily="50" charset="-128"/>
                          <a:ea typeface="Meiryo UI" panose="020B0604030504040204" pitchFamily="50" charset="-128"/>
                        </a:rPr>
                        <a:t> </a:t>
                      </a:r>
                      <a:r>
                        <a:rPr kumimoji="1" lang="en-US" altLang="ja-JP" sz="1200" baseline="0" dirty="0" err="1">
                          <a:solidFill>
                            <a:schemeClr val="tx1"/>
                          </a:solidFill>
                          <a:latin typeface="Meiryo UI" panose="020B0604030504040204" pitchFamily="50" charset="-128"/>
                          <a:ea typeface="Meiryo UI" panose="020B0604030504040204" pitchFamily="50" charset="-128"/>
                        </a:rPr>
                        <a:t>Calibration_sample</a:t>
                      </a:r>
                      <a:r>
                        <a:rPr kumimoji="1" lang="en-US" altLang="ja-JP" sz="1200" baseline="0" dirty="0">
                          <a:solidFill>
                            <a:schemeClr val="tx1"/>
                          </a:solidFill>
                          <a:latin typeface="Meiryo UI" panose="020B0604030504040204" pitchFamily="50" charset="-128"/>
                          <a:ea typeface="Meiryo UI" panose="020B0604030504040204" pitchFamily="50" charset="-128"/>
                        </a:rPr>
                        <a:t>”</a:t>
                      </a:r>
                      <a:endParaRPr kumimoji="1" lang="ja-JP" altLang="en-US" sz="1200" baseline="0" dirty="0">
                        <a:solidFill>
                          <a:schemeClr val="tx1"/>
                        </a:solidFill>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2111109224"/>
                  </a:ext>
                </a:extLst>
              </a:tr>
            </a:tbl>
          </a:graphicData>
        </a:graphic>
      </p:graphicFrame>
      <p:sp>
        <p:nvSpPr>
          <p:cNvPr id="7" name="Text Box 2"/>
          <p:cNvSpPr txBox="1">
            <a:spLocks noChangeArrowheads="1"/>
          </p:cNvSpPr>
          <p:nvPr/>
        </p:nvSpPr>
        <p:spPr bwMode="auto">
          <a:xfrm>
            <a:off x="250829" y="96703"/>
            <a:ext cx="88931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1800" dirty="0">
                <a:solidFill>
                  <a:srgbClr val="FFFFFF"/>
                </a:solidFill>
                <a:latin typeface="Meiryo UI" panose="020B0604030504040204" pitchFamily="50" charset="-128"/>
                <a:ea typeface="Meiryo UI" panose="020B0604030504040204" pitchFamily="50" charset="-128"/>
                <a:cs typeface="Arial" pitchFamily="34" charset="0"/>
              </a:rPr>
              <a:t>17. EMS Report Maturity and Quality Verification (12/31)</a:t>
            </a:r>
            <a:endParaRPr lang="en-US" altLang="ja-JP" sz="1050" dirty="0">
              <a:solidFill>
                <a:srgbClr val="FFFFFF"/>
              </a:solidFill>
              <a:latin typeface="HGPｺﾞｼｯｸE" pitchFamily="50" charset="-128"/>
              <a:ea typeface="HGPｺﾞｼｯｸE" pitchFamily="50" charset="-128"/>
              <a:cs typeface="Arial" pitchFamily="34" charset="0"/>
            </a:endParaRPr>
          </a:p>
        </p:txBody>
      </p:sp>
    </p:spTree>
    <p:extLst>
      <p:ext uri="{BB962C8B-B14F-4D97-AF65-F5344CB8AC3E}">
        <p14:creationId xmlns:p14="http://schemas.microsoft.com/office/powerpoint/2010/main" val="975056590"/>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13"/>
          <p:cNvSpPr>
            <a:spLocks noChangeArrowheads="1"/>
          </p:cNvSpPr>
          <p:nvPr/>
        </p:nvSpPr>
        <p:spPr bwMode="auto">
          <a:xfrm>
            <a:off x="35496" y="587739"/>
            <a:ext cx="9108504" cy="9848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ja-JP" altLang="en-US" sz="1600" b="1" u="sng" dirty="0">
                <a:solidFill>
                  <a:srgbClr val="000000"/>
                </a:solidFill>
                <a:latin typeface="Meiryo UI" panose="020B0604030504040204" pitchFamily="50" charset="-128"/>
                <a:ea typeface="Meiryo UI" panose="020B0604030504040204" pitchFamily="50" charset="-128"/>
                <a:cs typeface="Meiryo UI" pitchFamily="50" charset="-128"/>
              </a:rPr>
              <a:t>品質向上施策検証</a:t>
            </a:r>
            <a:endParaRPr lang="en-US" altLang="ja-JP" sz="1600" b="1" dirty="0">
              <a:solidFill>
                <a:srgbClr val="000000"/>
              </a:solidFill>
              <a:latin typeface="Meiryo UI" panose="020B0604030504040204" pitchFamily="50" charset="-128"/>
              <a:ea typeface="Meiryo UI" panose="020B0604030504040204" pitchFamily="50" charset="-128"/>
              <a:cs typeface="Meiryo UI" pitchFamily="50" charset="-128"/>
            </a:endParaRPr>
          </a:p>
          <a:p>
            <a:pPr marL="534988" lvl="1" indent="-285750" algn="l">
              <a:buFontTx/>
              <a:buChar char="-"/>
            </a:pPr>
            <a:r>
              <a:rPr lang="en-US" altLang="ja-JP" sz="1400" dirty="0">
                <a:latin typeface="Meiryo UI" panose="020B0604030504040204" pitchFamily="50" charset="-128"/>
                <a:ea typeface="Meiryo UI" panose="020B0604030504040204" pitchFamily="50" charset="-128"/>
                <a:cs typeface="Meiryo UI" pitchFamily="50" charset="-128"/>
              </a:rPr>
              <a:t>Honda </a:t>
            </a:r>
            <a:r>
              <a:rPr lang="ja-JP" altLang="en-US" sz="1400" dirty="0">
                <a:latin typeface="Meiryo UI" panose="020B0604030504040204" pitchFamily="50" charset="-128"/>
                <a:ea typeface="Meiryo UI" panose="020B0604030504040204" pitchFamily="50" charset="-128"/>
                <a:cs typeface="Meiryo UI" pitchFamily="50" charset="-128"/>
              </a:rPr>
              <a:t>品質向上施策に関して、検証を実施し、その結果を</a:t>
            </a:r>
            <a:r>
              <a:rPr lang="en-US" altLang="ja-JP" sz="1400" dirty="0">
                <a:latin typeface="Meiryo UI" panose="020B0604030504040204" pitchFamily="50" charset="-128"/>
                <a:ea typeface="Meiryo UI" panose="020B0604030504040204" pitchFamily="50" charset="-128"/>
                <a:cs typeface="Meiryo UI" pitchFamily="50" charset="-128"/>
              </a:rPr>
              <a:t>Honda</a:t>
            </a:r>
            <a:r>
              <a:rPr lang="ja-JP" altLang="en-US" sz="1400" dirty="0">
                <a:latin typeface="Meiryo UI" panose="020B0604030504040204" pitchFamily="50" charset="-128"/>
                <a:ea typeface="Meiryo UI" panose="020B0604030504040204" pitchFamily="50" charset="-128"/>
                <a:cs typeface="Meiryo UI" pitchFamily="50" charset="-128"/>
              </a:rPr>
              <a:t>に報告すること。</a:t>
            </a:r>
          </a:p>
          <a:p>
            <a:pPr marL="534988" lvl="1" indent="-285750" algn="l">
              <a:buFontTx/>
              <a:buChar char="-"/>
            </a:pPr>
            <a:r>
              <a:rPr lang="ja-JP" altLang="en-US" sz="1400" dirty="0">
                <a:latin typeface="Meiryo UI" panose="020B0604030504040204" pitchFamily="50" charset="-128"/>
                <a:ea typeface="Meiryo UI" panose="020B0604030504040204" pitchFamily="50" charset="-128"/>
                <a:cs typeface="Meiryo UI" pitchFamily="50" charset="-128"/>
              </a:rPr>
              <a:t>施策ごとに実施した内容とまとめについては、それぞれの報告タイミングにて報告されること。</a:t>
            </a:r>
            <a:endParaRPr lang="en-US" altLang="ja-JP" sz="1400" dirty="0">
              <a:latin typeface="Meiryo UI" panose="020B0604030504040204" pitchFamily="50" charset="-128"/>
              <a:ea typeface="Meiryo UI" panose="020B0604030504040204" pitchFamily="50" charset="-128"/>
              <a:cs typeface="Meiryo UI" pitchFamily="50" charset="-128"/>
            </a:endParaRPr>
          </a:p>
          <a:p>
            <a:pPr marL="534988" lvl="1" indent="-285750" algn="l">
              <a:buFontTx/>
              <a:buChar char="-"/>
            </a:pPr>
            <a:r>
              <a:rPr lang="ja-JP" altLang="en-US" sz="1400" dirty="0">
                <a:latin typeface="Meiryo UI" panose="020B0604030504040204" pitchFamily="50" charset="-128"/>
                <a:ea typeface="Meiryo UI" panose="020B0604030504040204" pitchFamily="50" charset="-128"/>
                <a:cs typeface="Meiryo UI" pitchFamily="50" charset="-128"/>
              </a:rPr>
              <a:t>全ての施策については、マスク</a:t>
            </a:r>
            <a:r>
              <a:rPr lang="en-US" altLang="ja-JP" sz="1400" dirty="0">
                <a:latin typeface="Meiryo UI" panose="020B0604030504040204" pitchFamily="50" charset="-128"/>
                <a:ea typeface="Meiryo UI" panose="020B0604030504040204" pitchFamily="50" charset="-128"/>
                <a:cs typeface="Meiryo UI" pitchFamily="50" charset="-128"/>
              </a:rPr>
              <a:t>HEX</a:t>
            </a:r>
            <a:r>
              <a:rPr lang="ja-JP" altLang="en-US" sz="1400" dirty="0">
                <a:latin typeface="Meiryo UI" panose="020B0604030504040204" pitchFamily="50" charset="-128"/>
                <a:ea typeface="Meiryo UI" panose="020B0604030504040204" pitchFamily="50" charset="-128"/>
                <a:cs typeface="Meiryo UI" pitchFamily="50" charset="-128"/>
              </a:rPr>
              <a:t>発行前に完了させること。</a:t>
            </a:r>
            <a:endParaRPr lang="en-US" altLang="ja-JP" sz="1400" dirty="0">
              <a:latin typeface="Meiryo UI" panose="020B0604030504040204" pitchFamily="50" charset="-128"/>
              <a:ea typeface="Meiryo UI" panose="020B0604030504040204" pitchFamily="50" charset="-128"/>
              <a:cs typeface="Meiryo UI" pitchFamily="50" charset="-128"/>
            </a:endParaRPr>
          </a:p>
        </p:txBody>
      </p:sp>
      <p:graphicFrame>
        <p:nvGraphicFramePr>
          <p:cNvPr id="2" name="表 1"/>
          <p:cNvGraphicFramePr>
            <a:graphicFrameLocks noGrp="1"/>
          </p:cNvGraphicFramePr>
          <p:nvPr>
            <p:extLst>
              <p:ext uri="{D42A27DB-BD31-4B8C-83A1-F6EECF244321}">
                <p14:modId xmlns:p14="http://schemas.microsoft.com/office/powerpoint/2010/main" val="126788951"/>
              </p:ext>
            </p:extLst>
          </p:nvPr>
        </p:nvGraphicFramePr>
        <p:xfrm>
          <a:off x="191890" y="1552471"/>
          <a:ext cx="8851708" cy="4464447"/>
        </p:xfrm>
        <a:graphic>
          <a:graphicData uri="http://schemas.openxmlformats.org/drawingml/2006/table">
            <a:tbl>
              <a:tblPr firstRow="1" bandRow="1">
                <a:tableStyleId>{5940675A-B579-460E-94D1-54222C63F5DA}</a:tableStyleId>
              </a:tblPr>
              <a:tblGrid>
                <a:gridCol w="2138190">
                  <a:extLst>
                    <a:ext uri="{9D8B030D-6E8A-4147-A177-3AD203B41FA5}">
                      <a16:colId xmlns:a16="http://schemas.microsoft.com/office/drawing/2014/main" val="208362973"/>
                    </a:ext>
                  </a:extLst>
                </a:gridCol>
                <a:gridCol w="3021849">
                  <a:extLst>
                    <a:ext uri="{9D8B030D-6E8A-4147-A177-3AD203B41FA5}">
                      <a16:colId xmlns:a16="http://schemas.microsoft.com/office/drawing/2014/main" val="2304362547"/>
                    </a:ext>
                  </a:extLst>
                </a:gridCol>
                <a:gridCol w="1751975">
                  <a:extLst>
                    <a:ext uri="{9D8B030D-6E8A-4147-A177-3AD203B41FA5}">
                      <a16:colId xmlns:a16="http://schemas.microsoft.com/office/drawing/2014/main" val="669591786"/>
                    </a:ext>
                  </a:extLst>
                </a:gridCol>
                <a:gridCol w="1939694">
                  <a:extLst>
                    <a:ext uri="{9D8B030D-6E8A-4147-A177-3AD203B41FA5}">
                      <a16:colId xmlns:a16="http://schemas.microsoft.com/office/drawing/2014/main" val="3394803527"/>
                    </a:ext>
                  </a:extLst>
                </a:gridCol>
              </a:tblGrid>
              <a:tr h="296862">
                <a:tc>
                  <a:txBody>
                    <a:bodyPr/>
                    <a:lstStyle/>
                    <a:p>
                      <a:r>
                        <a:rPr kumimoji="1" lang="ja-JP" altLang="en-US" sz="1400" dirty="0">
                          <a:latin typeface="Meiryo UI" panose="020B0604030504040204" pitchFamily="50" charset="-128"/>
                          <a:ea typeface="Meiryo UI" panose="020B0604030504040204" pitchFamily="50" charset="-128"/>
                        </a:rPr>
                        <a:t>施策の目的</a:t>
                      </a:r>
                    </a:p>
                  </a:txBody>
                  <a:tcPr/>
                </a:tc>
                <a:tc>
                  <a:txBody>
                    <a:bodyPr/>
                    <a:lstStyle/>
                    <a:p>
                      <a:r>
                        <a:rPr kumimoji="1" lang="ja-JP" altLang="en-US" sz="1400">
                          <a:latin typeface="Meiryo UI" panose="020B0604030504040204" pitchFamily="50" charset="-128"/>
                          <a:ea typeface="Meiryo UI" panose="020B0604030504040204" pitchFamily="50" charset="-128"/>
                        </a:rPr>
                        <a:t>再発防止ツール</a:t>
                      </a:r>
                    </a:p>
                  </a:txBody>
                  <a:tcPr/>
                </a:tc>
                <a:tc>
                  <a:txBody>
                    <a:bodyPr/>
                    <a:lstStyle/>
                    <a:p>
                      <a:r>
                        <a:rPr kumimoji="1" lang="ja-JP" altLang="en-US" sz="1400">
                          <a:latin typeface="Meiryo UI" panose="020B0604030504040204" pitchFamily="50" charset="-128"/>
                          <a:ea typeface="Meiryo UI" panose="020B0604030504040204" pitchFamily="50" charset="-128"/>
                        </a:rPr>
                        <a:t>報告タイミング</a:t>
                      </a:r>
                    </a:p>
                  </a:txBody>
                  <a:tcPr/>
                </a:tc>
                <a:tc>
                  <a:txBody>
                    <a:bodyPr/>
                    <a:lstStyle/>
                    <a:p>
                      <a:r>
                        <a:rPr kumimoji="1" lang="ja-JP" altLang="en-US" sz="1400">
                          <a:latin typeface="Meiryo UI" panose="020B0604030504040204" pitchFamily="50" charset="-128"/>
                          <a:ea typeface="Meiryo UI" panose="020B0604030504040204" pitchFamily="50" charset="-128"/>
                        </a:rPr>
                        <a:t>報告資料（例）</a:t>
                      </a:r>
                    </a:p>
                  </a:txBody>
                  <a:tcPr/>
                </a:tc>
                <a:extLst>
                  <a:ext uri="{0D108BD9-81ED-4DB2-BD59-A6C34878D82A}">
                    <a16:rowId xmlns:a16="http://schemas.microsoft.com/office/drawing/2014/main" val="1843441020"/>
                  </a:ext>
                </a:extLst>
              </a:tr>
              <a:tr h="756629">
                <a:tc>
                  <a:txBody>
                    <a:bodyPr/>
                    <a:lstStyle/>
                    <a:p>
                      <a:r>
                        <a:rPr kumimoji="1" lang="en-US" altLang="ja-JP" sz="1400">
                          <a:latin typeface="Meiryo UI" panose="020B0604030504040204" pitchFamily="50" charset="-128"/>
                          <a:ea typeface="Meiryo UI" panose="020B0604030504040204" pitchFamily="50" charset="-128"/>
                        </a:rPr>
                        <a:t>GST</a:t>
                      </a:r>
                      <a:r>
                        <a:rPr kumimoji="1" lang="ja-JP" altLang="en-US" sz="1400">
                          <a:latin typeface="Meiryo UI" panose="020B0604030504040204" pitchFamily="50" charset="-128"/>
                          <a:ea typeface="Meiryo UI" panose="020B0604030504040204" pitchFamily="50" charset="-128"/>
                        </a:rPr>
                        <a:t>関連適合値設定品熟レベルの確認</a:t>
                      </a:r>
                    </a:p>
                  </a:txBody>
                  <a:tcPr/>
                </a:tc>
                <a:tc>
                  <a:txBody>
                    <a:bodyPr/>
                    <a:lstStyle/>
                    <a:p>
                      <a:r>
                        <a:rPr kumimoji="1" lang="en-US" altLang="ja-JP" sz="1400">
                          <a:latin typeface="Meiryo UI" panose="020B0604030504040204" pitchFamily="50" charset="-128"/>
                          <a:ea typeface="Meiryo UI" panose="020B0604030504040204" pitchFamily="50" charset="-128"/>
                        </a:rPr>
                        <a:t>GST</a:t>
                      </a:r>
                      <a:r>
                        <a:rPr kumimoji="1" lang="ja-JP" altLang="en-US" sz="1400">
                          <a:latin typeface="Meiryo UI" panose="020B0604030504040204" pitchFamily="50" charset="-128"/>
                          <a:ea typeface="Meiryo UI" panose="020B0604030504040204" pitchFamily="50" charset="-128"/>
                        </a:rPr>
                        <a:t>関連データレビュー</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a:latin typeface="Meiryo UI" panose="020B0604030504040204" pitchFamily="50" charset="-128"/>
                          <a:ea typeface="Meiryo UI" panose="020B0604030504040204" pitchFamily="50" charset="-128"/>
                        </a:rPr>
                        <a:t>Discussion is need.</a:t>
                      </a:r>
                      <a:endParaRPr kumimoji="1" lang="ja-JP" altLang="en-US" sz="1400">
                        <a:latin typeface="Meiryo UI" panose="020B0604030504040204" pitchFamily="50" charset="-128"/>
                        <a:ea typeface="Meiryo UI" panose="020B0604030504040204" pitchFamily="50" charset="-128"/>
                      </a:endParaRPr>
                    </a:p>
                    <a:p>
                      <a:endParaRPr kumimoji="1" lang="ja-JP" altLang="en-US" sz="1400">
                        <a:latin typeface="Meiryo UI" panose="020B0604030504040204" pitchFamily="50" charset="-128"/>
                        <a:ea typeface="Meiryo UI" panose="020B0604030504040204" pitchFamily="50" charset="-128"/>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a:latin typeface="Meiryo UI" panose="020B0604030504040204" pitchFamily="50" charset="-128"/>
                          <a:ea typeface="Meiryo UI" panose="020B0604030504040204" pitchFamily="50" charset="-128"/>
                        </a:rPr>
                        <a:t>Discussion is need.</a:t>
                      </a:r>
                      <a:endParaRPr kumimoji="1" lang="ja-JP" altLang="en-US" sz="1400">
                        <a:latin typeface="Meiryo UI" panose="020B0604030504040204" pitchFamily="50" charset="-128"/>
                        <a:ea typeface="Meiryo UI" panose="020B0604030504040204" pitchFamily="50" charset="-128"/>
                      </a:endParaRPr>
                    </a:p>
                    <a:p>
                      <a:endParaRPr kumimoji="1" lang="ja-JP" altLang="en-US" sz="1400" baseline="0">
                        <a:solidFill>
                          <a:schemeClr val="tx1"/>
                        </a:solidFill>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324465551"/>
                  </a:ext>
                </a:extLst>
              </a:tr>
              <a:tr h="920274">
                <a:tc>
                  <a:txBody>
                    <a:bodyPr/>
                    <a:lstStyle/>
                    <a:p>
                      <a:r>
                        <a:rPr kumimoji="1" lang="ja-JP" altLang="en-US" sz="1400">
                          <a:latin typeface="Meiryo UI" panose="020B0604030504040204" pitchFamily="50" charset="-128"/>
                          <a:ea typeface="Meiryo UI" panose="020B0604030504040204" pitchFamily="50" charset="-128"/>
                        </a:rPr>
                        <a:t>システムマトリックス関連の適合値の妥当性確認</a:t>
                      </a:r>
                    </a:p>
                  </a:txBody>
                  <a:tcPr/>
                </a:tc>
                <a:tc>
                  <a:txBody>
                    <a:bodyPr/>
                    <a:lstStyle/>
                    <a:p>
                      <a:r>
                        <a:rPr kumimoji="1" lang="en-US" altLang="ja-JP" sz="1400">
                          <a:solidFill>
                            <a:schemeClr val="tx1"/>
                          </a:solidFill>
                          <a:latin typeface="Meiryo UI" panose="020B0604030504040204" pitchFamily="50" charset="-128"/>
                          <a:ea typeface="Meiryo UI" panose="020B0604030504040204" pitchFamily="50" charset="-128"/>
                        </a:rPr>
                        <a:t>System Matrix</a:t>
                      </a:r>
                      <a:r>
                        <a:rPr kumimoji="1" lang="en-US" altLang="ja-JP" sz="1400" baseline="0">
                          <a:solidFill>
                            <a:schemeClr val="tx1"/>
                          </a:solidFill>
                          <a:latin typeface="Meiryo UI" panose="020B0604030504040204" pitchFamily="50" charset="-128"/>
                          <a:ea typeface="Meiryo UI" panose="020B0604030504040204" pitchFamily="50" charset="-128"/>
                        </a:rPr>
                        <a:t> </a:t>
                      </a:r>
                      <a:r>
                        <a:rPr kumimoji="1" lang="en-US" altLang="ja-JP" sz="1400">
                          <a:solidFill>
                            <a:schemeClr val="tx1"/>
                          </a:solidFill>
                          <a:latin typeface="Meiryo UI" panose="020B0604030504040204" pitchFamily="50" charset="-128"/>
                          <a:ea typeface="Meiryo UI" panose="020B0604030504040204" pitchFamily="50" charset="-128"/>
                        </a:rPr>
                        <a:t>relevant</a:t>
                      </a:r>
                      <a:r>
                        <a:rPr kumimoji="1" lang="en-US" altLang="ja-JP" sz="1400" baseline="0">
                          <a:solidFill>
                            <a:schemeClr val="tx1"/>
                          </a:solidFill>
                          <a:latin typeface="Meiryo UI" panose="020B0604030504040204" pitchFamily="50" charset="-128"/>
                          <a:ea typeface="Meiryo UI" panose="020B0604030504040204" pitchFamily="50" charset="-128"/>
                        </a:rPr>
                        <a:t> </a:t>
                      </a:r>
                      <a:r>
                        <a:rPr kumimoji="1" lang="en-US" altLang="ja-JP" sz="1400">
                          <a:solidFill>
                            <a:schemeClr val="tx1"/>
                          </a:solidFill>
                          <a:latin typeface="Meiryo UI" panose="020B0604030504040204" pitchFamily="50" charset="-128"/>
                          <a:ea typeface="Meiryo UI" panose="020B0604030504040204" pitchFamily="50" charset="-128"/>
                        </a:rPr>
                        <a:t>check</a:t>
                      </a:r>
                      <a:endParaRPr kumimoji="1" lang="ja-JP" altLang="en-US" sz="1400">
                        <a:solidFill>
                          <a:schemeClr val="tx1"/>
                        </a:solidFill>
                        <a:latin typeface="Meiryo UI" panose="020B0604030504040204" pitchFamily="50" charset="-128"/>
                        <a:ea typeface="Meiryo UI" panose="020B0604030504040204" pitchFamily="50" charset="-128"/>
                      </a:endParaRPr>
                    </a:p>
                  </a:txBody>
                  <a:tcPr/>
                </a:tc>
                <a:tc>
                  <a:txBody>
                    <a:bodyPr/>
                    <a:lstStyle/>
                    <a:p>
                      <a:r>
                        <a:rPr kumimoji="1" lang="ja-JP" altLang="en-US" sz="1400">
                          <a:solidFill>
                            <a:schemeClr val="tx1"/>
                          </a:solidFill>
                          <a:latin typeface="Meiryo UI" panose="020B0604030504040204" pitchFamily="50" charset="-128"/>
                          <a:ea typeface="Meiryo UI" panose="020B0604030504040204" pitchFamily="50" charset="-128"/>
                        </a:rPr>
                        <a:t>・</a:t>
                      </a:r>
                      <a:r>
                        <a:rPr kumimoji="1" lang="en-US" altLang="ja-JP" sz="1400">
                          <a:solidFill>
                            <a:schemeClr val="tx1"/>
                          </a:solidFill>
                          <a:latin typeface="Meiryo UI" panose="020B0604030504040204" pitchFamily="50" charset="-128"/>
                          <a:ea typeface="Meiryo UI" panose="020B0604030504040204" pitchFamily="50" charset="-128"/>
                        </a:rPr>
                        <a:t>V2 : complete check</a:t>
                      </a:r>
                    </a:p>
                    <a:p>
                      <a:r>
                        <a:rPr kumimoji="1" lang="ja-JP" altLang="en-US" sz="1400">
                          <a:solidFill>
                            <a:schemeClr val="tx1"/>
                          </a:solidFill>
                          <a:latin typeface="Meiryo UI" panose="020B0604030504040204" pitchFamily="50" charset="-128"/>
                          <a:ea typeface="Meiryo UI" panose="020B0604030504040204" pitchFamily="50" charset="-128"/>
                        </a:rPr>
                        <a:t>・</a:t>
                      </a:r>
                      <a:r>
                        <a:rPr kumimoji="1" lang="en-US" altLang="ja-JP" sz="1400">
                          <a:solidFill>
                            <a:schemeClr val="tx1"/>
                          </a:solidFill>
                          <a:latin typeface="Meiryo UI" panose="020B0604030504040204" pitchFamily="50" charset="-128"/>
                          <a:ea typeface="Meiryo UI" panose="020B0604030504040204" pitchFamily="50" charset="-128"/>
                        </a:rPr>
                        <a:t>Event after V2</a:t>
                      </a:r>
                      <a:r>
                        <a:rPr kumimoji="1" lang="ja-JP" altLang="en-US" sz="1400">
                          <a:solidFill>
                            <a:schemeClr val="tx1"/>
                          </a:solidFill>
                          <a:latin typeface="Meiryo UI" panose="020B0604030504040204" pitchFamily="50" charset="-128"/>
                          <a:ea typeface="Meiryo UI" panose="020B0604030504040204" pitchFamily="50" charset="-128"/>
                        </a:rPr>
                        <a:t>：</a:t>
                      </a:r>
                      <a:r>
                        <a:rPr kumimoji="1" lang="en-US" altLang="ja-JP" sz="1400">
                          <a:solidFill>
                            <a:schemeClr val="tx1"/>
                          </a:solidFill>
                          <a:latin typeface="Meiryo UI" panose="020B0604030504040204" pitchFamily="50" charset="-128"/>
                          <a:ea typeface="Meiryo UI" panose="020B0604030504040204" pitchFamily="50" charset="-128"/>
                        </a:rPr>
                        <a:t>delta check</a:t>
                      </a:r>
                      <a:endParaRPr kumimoji="1" lang="ja-JP" altLang="en-US" sz="1400">
                        <a:solidFill>
                          <a:schemeClr val="tx1"/>
                        </a:solidFill>
                        <a:latin typeface="Meiryo UI" panose="020B0604030504040204" pitchFamily="50" charset="-128"/>
                        <a:ea typeface="Meiryo UI" panose="020B0604030504040204" pitchFamily="50" charset="-128"/>
                      </a:endParaRPr>
                    </a:p>
                  </a:txBody>
                  <a:tcPr/>
                </a:tc>
                <a:tc>
                  <a:txBody>
                    <a:bodyPr/>
                    <a:lstStyle/>
                    <a:p>
                      <a:r>
                        <a:rPr kumimoji="1" lang="ja-JP" altLang="en-US" sz="1400">
                          <a:latin typeface="Meiryo UI" panose="020B0604030504040204" pitchFamily="50" charset="-128"/>
                          <a:ea typeface="Meiryo UI" panose="020B0604030504040204" pitchFamily="50" charset="-128"/>
                        </a:rPr>
                        <a:t>参照：</a:t>
                      </a:r>
                      <a:r>
                        <a:rPr kumimoji="1" lang="en-US" altLang="ja-JP" sz="1400" baseline="0">
                          <a:solidFill>
                            <a:schemeClr val="tx1"/>
                          </a:solidFill>
                          <a:latin typeface="Meiryo UI" panose="020B0604030504040204" pitchFamily="50" charset="-128"/>
                          <a:ea typeface="Meiryo UI" panose="020B0604030504040204" pitchFamily="50" charset="-128"/>
                        </a:rPr>
                        <a:t>“System Matrix relevant check_sample”</a:t>
                      </a:r>
                      <a:endParaRPr kumimoji="1" lang="ja-JP" altLang="en-US" sz="1400" baseline="0">
                        <a:solidFill>
                          <a:schemeClr val="tx1"/>
                        </a:solidFill>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2825324748"/>
                  </a:ext>
                </a:extLst>
              </a:tr>
              <a:tr h="92027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400">
                          <a:latin typeface="Meiryo UI" panose="020B0604030504040204" pitchFamily="50" charset="-128"/>
                          <a:ea typeface="Meiryo UI" panose="020B0604030504040204" pitchFamily="50" charset="-128"/>
                        </a:rPr>
                        <a:t>ベース機種からの変化点の</a:t>
                      </a:r>
                      <a:r>
                        <a:rPr kumimoji="1" lang="en-US" altLang="ja-JP" sz="1400">
                          <a:latin typeface="Meiryo UI" panose="020B0604030504040204" pitchFamily="50" charset="-128"/>
                          <a:ea typeface="Meiryo UI" panose="020B0604030504040204" pitchFamily="50" charset="-128"/>
                        </a:rPr>
                        <a:t>OBD</a:t>
                      </a:r>
                      <a:r>
                        <a:rPr kumimoji="1" lang="ja-JP" altLang="en-US" sz="1400">
                          <a:latin typeface="Meiryo UI" panose="020B0604030504040204" pitchFamily="50" charset="-128"/>
                          <a:ea typeface="Meiryo UI" panose="020B0604030504040204" pitchFamily="50" charset="-128"/>
                        </a:rPr>
                        <a:t>への影響分析および検証内容の整合</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a:solidFill>
                            <a:schemeClr val="tx1"/>
                          </a:solidFill>
                          <a:latin typeface="Meiryo UI" panose="020B0604030504040204" pitchFamily="50" charset="-128"/>
                          <a:ea typeface="Meiryo UI" panose="020B0604030504040204" pitchFamily="50" charset="-128"/>
                        </a:rPr>
                        <a:t>OBD</a:t>
                      </a:r>
                      <a:r>
                        <a:rPr kumimoji="1" lang="ja-JP" altLang="en-US" sz="1400">
                          <a:solidFill>
                            <a:schemeClr val="tx1"/>
                          </a:solidFill>
                          <a:latin typeface="Meiryo UI" panose="020B0604030504040204" pitchFamily="50" charset="-128"/>
                          <a:ea typeface="Meiryo UI" panose="020B0604030504040204" pitchFamily="50" charset="-128"/>
                        </a:rPr>
                        <a:t>変化点抽出リスト</a:t>
                      </a:r>
                      <a:endParaRPr kumimoji="1" lang="en-US" altLang="ja-JP" sz="1400">
                        <a:solidFill>
                          <a:schemeClr val="tx1"/>
                        </a:solidFill>
                        <a:latin typeface="Meiryo UI" panose="020B0604030504040204" pitchFamily="50" charset="-128"/>
                        <a:ea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400">
                          <a:solidFill>
                            <a:schemeClr val="tx1"/>
                          </a:solidFill>
                          <a:latin typeface="Meiryo UI" panose="020B0604030504040204" pitchFamily="50" charset="-128"/>
                          <a:ea typeface="Meiryo UI" panose="020B0604030504040204" pitchFamily="50" charset="-128"/>
                        </a:rPr>
                        <a:t>弱点領域を考慮したワーストケースでの検証結果</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a:solidFill>
                            <a:schemeClr val="tx1"/>
                          </a:solidFill>
                          <a:latin typeface="Meiryo UI" panose="020B0604030504040204" pitchFamily="50" charset="-128"/>
                          <a:ea typeface="Meiryo UI" panose="020B0604030504040204" pitchFamily="50" charset="-128"/>
                        </a:rPr>
                        <a:t>F1~V3</a:t>
                      </a: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a:latin typeface="Meiryo UI" panose="020B0604030504040204" pitchFamily="50" charset="-128"/>
                          <a:ea typeface="Meiryo UI" panose="020B0604030504040204" pitchFamily="50" charset="-128"/>
                        </a:rPr>
                        <a:t>Expert</a:t>
                      </a:r>
                      <a:r>
                        <a:rPr kumimoji="1" lang="ja-JP" altLang="en-US" sz="1400">
                          <a:latin typeface="Meiryo UI" panose="020B0604030504040204" pitchFamily="50" charset="-128"/>
                          <a:ea typeface="Meiryo UI" panose="020B0604030504040204" pitchFamily="50" charset="-128"/>
                        </a:rPr>
                        <a:t> </a:t>
                      </a:r>
                      <a:r>
                        <a:rPr kumimoji="1" lang="en-US" altLang="ja-JP" sz="1400">
                          <a:latin typeface="Meiryo UI" panose="020B0604030504040204" pitchFamily="50" charset="-128"/>
                          <a:ea typeface="Meiryo UI" panose="020B0604030504040204" pitchFamily="50" charset="-128"/>
                        </a:rPr>
                        <a:t>meeting</a:t>
                      </a:r>
                      <a:endParaRPr kumimoji="1" lang="ja-JP" altLang="en-US" sz="1400">
                        <a:latin typeface="Meiryo UI" panose="020B0604030504040204" pitchFamily="50" charset="-128"/>
                        <a:ea typeface="Meiryo UI" panose="020B0604030504040204" pitchFamily="50" charset="-128"/>
                      </a:endParaRPr>
                    </a:p>
                  </a:txBody>
                  <a:tcPr/>
                </a:tc>
                <a:tc>
                  <a:txBody>
                    <a:bodyPr/>
                    <a:lstStyle/>
                    <a:p>
                      <a:r>
                        <a:rPr kumimoji="1" lang="ja-JP" altLang="en-US" sz="1400">
                          <a:latin typeface="Meiryo UI" panose="020B0604030504040204" pitchFamily="50" charset="-128"/>
                          <a:ea typeface="Meiryo UI" panose="020B0604030504040204" pitchFamily="50" charset="-128"/>
                        </a:rPr>
                        <a:t>参照：</a:t>
                      </a:r>
                      <a:r>
                        <a:rPr kumimoji="1" lang="en-US" altLang="ja-JP" sz="1400" baseline="0">
                          <a:solidFill>
                            <a:schemeClr val="tx1"/>
                          </a:solidFill>
                          <a:latin typeface="Meiryo UI" panose="020B0604030504040204" pitchFamily="50" charset="-128"/>
                          <a:ea typeface="Meiryo UI" panose="020B0604030504040204" pitchFamily="50" charset="-128"/>
                        </a:rPr>
                        <a:t>“OBD key change point list”</a:t>
                      </a:r>
                    </a:p>
                    <a:p>
                      <a:r>
                        <a:rPr kumimoji="1" lang="ja-JP" altLang="en-US" sz="1400" baseline="0">
                          <a:solidFill>
                            <a:schemeClr val="tx1"/>
                          </a:solidFill>
                          <a:latin typeface="Meiryo UI" panose="020B0604030504040204" pitchFamily="50" charset="-128"/>
                          <a:ea typeface="Meiryo UI" panose="020B0604030504040204" pitchFamily="50" charset="-128"/>
                        </a:rPr>
                        <a:t>“</a:t>
                      </a:r>
                      <a:r>
                        <a:rPr kumimoji="1" lang="en-US" altLang="ja-JP" sz="1400" baseline="0">
                          <a:solidFill>
                            <a:schemeClr val="tx1"/>
                          </a:solidFill>
                          <a:latin typeface="Meiryo UI" panose="020B0604030504040204" pitchFamily="50" charset="-128"/>
                          <a:ea typeface="Meiryo UI" panose="020B0604030504040204" pitchFamily="50" charset="-128"/>
                        </a:rPr>
                        <a:t>Test_condition_toughness_validation</a:t>
                      </a:r>
                      <a:r>
                        <a:rPr kumimoji="1" lang="ja-JP" altLang="en-US" sz="1400" baseline="0">
                          <a:solidFill>
                            <a:schemeClr val="tx1"/>
                          </a:solidFill>
                          <a:latin typeface="Meiryo UI" panose="020B0604030504040204" pitchFamily="50" charset="-128"/>
                          <a:ea typeface="Meiryo UI" panose="020B0604030504040204" pitchFamily="50" charset="-128"/>
                        </a:rPr>
                        <a:t>”</a:t>
                      </a:r>
                    </a:p>
                  </a:txBody>
                  <a:tcPr/>
                </a:tc>
                <a:extLst>
                  <a:ext uri="{0D108BD9-81ED-4DB2-BD59-A6C34878D82A}">
                    <a16:rowId xmlns:a16="http://schemas.microsoft.com/office/drawing/2014/main" val="3721604532"/>
                  </a:ext>
                </a:extLst>
              </a:tr>
              <a:tr h="75662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ja-JP" sz="1400" dirty="0">
                          <a:solidFill>
                            <a:schemeClr val="tx1"/>
                          </a:solidFill>
                          <a:latin typeface="Meiryo UI" panose="020B0604030504040204" pitchFamily="50" charset="-128"/>
                          <a:ea typeface="Meiryo UI" panose="020B0604030504040204" pitchFamily="50" charset="-128"/>
                          <a:cs typeface="Meiryo UI" pitchFamily="50" charset="-128"/>
                        </a:rPr>
                        <a:t>SW</a:t>
                      </a:r>
                      <a:r>
                        <a:rPr lang="ja-JP" altLang="en-US" sz="1400" dirty="0">
                          <a:solidFill>
                            <a:schemeClr val="tx1"/>
                          </a:solidFill>
                          <a:latin typeface="Meiryo UI" panose="020B0604030504040204" pitchFamily="50" charset="-128"/>
                          <a:ea typeface="Meiryo UI" panose="020B0604030504040204" pitchFamily="50" charset="-128"/>
                          <a:cs typeface="Meiryo UI" pitchFamily="50" charset="-128"/>
                        </a:rPr>
                        <a:t>変化点の</a:t>
                      </a:r>
                      <a:r>
                        <a:rPr lang="en-US" altLang="ja-JP" sz="1400" dirty="0">
                          <a:solidFill>
                            <a:schemeClr val="tx1"/>
                          </a:solidFill>
                          <a:latin typeface="Meiryo UI" panose="020B0604030504040204" pitchFamily="50" charset="-128"/>
                          <a:ea typeface="Meiryo UI" panose="020B0604030504040204" pitchFamily="50" charset="-128"/>
                          <a:cs typeface="Meiryo UI" pitchFamily="50" charset="-128"/>
                        </a:rPr>
                        <a:t>BMS</a:t>
                      </a:r>
                      <a:r>
                        <a:rPr lang="ja-JP" altLang="en-US" sz="1400" dirty="0">
                          <a:solidFill>
                            <a:schemeClr val="tx1"/>
                          </a:solidFill>
                          <a:latin typeface="Meiryo UI" panose="020B0604030504040204" pitchFamily="50" charset="-128"/>
                          <a:ea typeface="Meiryo UI" panose="020B0604030504040204" pitchFamily="50" charset="-128"/>
                          <a:cs typeface="Meiryo UI" pitchFamily="50" charset="-128"/>
                        </a:rPr>
                        <a:t>影響</a:t>
                      </a:r>
                      <a:endParaRPr lang="en-US" altLang="ja-JP" sz="1400" dirty="0">
                        <a:solidFill>
                          <a:schemeClr val="tx1"/>
                        </a:solidFill>
                        <a:latin typeface="Meiryo UI" panose="020B0604030504040204" pitchFamily="50" charset="-128"/>
                        <a:ea typeface="Meiryo UI" panose="020B0604030504040204" pitchFamily="50" charset="-128"/>
                        <a:cs typeface="Meiryo UI"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lang="ja-JP" altLang="en-US" sz="1400" dirty="0">
                          <a:solidFill>
                            <a:schemeClr val="tx1"/>
                          </a:solidFill>
                          <a:latin typeface="Meiryo UI" panose="020B0604030504040204" pitchFamily="50" charset="-128"/>
                          <a:ea typeface="Meiryo UI" panose="020B0604030504040204" pitchFamily="50" charset="-128"/>
                          <a:cs typeface="Meiryo UI" pitchFamily="50" charset="-128"/>
                        </a:rPr>
                        <a:t>分析確認</a:t>
                      </a:r>
                      <a:endParaRPr kumimoji="1" lang="ja-JP" altLang="en-US" sz="1400" dirty="0">
                        <a:solidFill>
                          <a:schemeClr val="tx1"/>
                        </a:solidFill>
                        <a:latin typeface="Meiryo UI" panose="020B0604030504040204" pitchFamily="50" charset="-128"/>
                        <a:ea typeface="Meiryo UI" panose="020B0604030504040204" pitchFamily="50" charset="-128"/>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dirty="0">
                          <a:solidFill>
                            <a:schemeClr val="tx1"/>
                          </a:solidFill>
                          <a:latin typeface="Meiryo UI" panose="020B0604030504040204" pitchFamily="50" charset="-128"/>
                          <a:ea typeface="Meiryo UI" panose="020B0604030504040204" pitchFamily="50" charset="-128"/>
                        </a:rPr>
                        <a:t>BMS</a:t>
                      </a:r>
                      <a:r>
                        <a:rPr kumimoji="1" lang="ja-JP" altLang="en-US" sz="1400" dirty="0">
                          <a:solidFill>
                            <a:schemeClr val="tx1"/>
                          </a:solidFill>
                          <a:latin typeface="Meiryo UI" panose="020B0604030504040204" pitchFamily="50" charset="-128"/>
                          <a:ea typeface="Meiryo UI" panose="020B0604030504040204" pitchFamily="50" charset="-128"/>
                        </a:rPr>
                        <a:t>影響分析レビュー</a:t>
                      </a:r>
                      <a:r>
                        <a:rPr kumimoji="1" lang="en-US" altLang="ja-JP" sz="1400" dirty="0">
                          <a:solidFill>
                            <a:schemeClr val="tx1"/>
                          </a:solidFill>
                          <a:latin typeface="Meiryo UI" panose="020B0604030504040204" pitchFamily="50" charset="-128"/>
                          <a:ea typeface="Meiryo UI" panose="020B0604030504040204" pitchFamily="50" charset="-128"/>
                        </a:rPr>
                        <a:t>/BMS</a:t>
                      </a:r>
                      <a:r>
                        <a:rPr kumimoji="1" lang="ja-JP" altLang="en-US" sz="1400" dirty="0">
                          <a:solidFill>
                            <a:schemeClr val="tx1"/>
                          </a:solidFill>
                          <a:latin typeface="Meiryo UI" panose="020B0604030504040204" pitchFamily="50" charset="-128"/>
                          <a:ea typeface="Meiryo UI" panose="020B0604030504040204" pitchFamily="50" charset="-128"/>
                        </a:rPr>
                        <a:t>機能動作確認結果</a:t>
                      </a:r>
                      <a:endParaRPr kumimoji="1" lang="en-US" altLang="ja-JP" sz="1400" dirty="0">
                        <a:solidFill>
                          <a:schemeClr val="tx1"/>
                        </a:solidFill>
                        <a:latin typeface="Meiryo UI" panose="020B0604030504040204" pitchFamily="50" charset="-128"/>
                        <a:ea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dirty="0">
                          <a:solidFill>
                            <a:schemeClr val="tx1"/>
                          </a:solidFill>
                          <a:latin typeface="Meiryo UI" panose="020B0604030504040204" pitchFamily="50" charset="-128"/>
                          <a:ea typeface="Meiryo UI" panose="020B0604030504040204" pitchFamily="50" charset="-128"/>
                        </a:rPr>
                        <a:t>(</a:t>
                      </a:r>
                      <a:r>
                        <a:rPr kumimoji="1" lang="ja-JP" altLang="en-US" sz="1400" dirty="0">
                          <a:solidFill>
                            <a:schemeClr val="tx1"/>
                          </a:solidFill>
                          <a:latin typeface="Meiryo UI" panose="020B0604030504040204" pitchFamily="50" charset="-128"/>
                          <a:ea typeface="Meiryo UI" panose="020B0604030504040204" pitchFamily="50" charset="-128"/>
                        </a:rPr>
                        <a:t>必要な部分は詳細開示すること</a:t>
                      </a:r>
                      <a:r>
                        <a:rPr kumimoji="1" lang="en-US" altLang="ja-JP" sz="1400" dirty="0">
                          <a:solidFill>
                            <a:schemeClr val="tx1"/>
                          </a:solidFill>
                          <a:latin typeface="Meiryo UI" panose="020B0604030504040204" pitchFamily="50" charset="-128"/>
                          <a:ea typeface="Meiryo UI" panose="020B0604030504040204" pitchFamily="50" charset="-128"/>
                        </a:rPr>
                        <a:t>)</a:t>
                      </a:r>
                      <a:endParaRPr kumimoji="1" lang="ja-JP" altLang="en-US" sz="1400" dirty="0">
                        <a:solidFill>
                          <a:schemeClr val="tx1"/>
                        </a:solidFill>
                        <a:latin typeface="Meiryo UI" panose="020B0604030504040204" pitchFamily="50" charset="-128"/>
                        <a:ea typeface="Meiryo UI" panose="020B0604030504040204" pitchFamily="50" charset="-128"/>
                      </a:endParaRPr>
                    </a:p>
                  </a:txBody>
                  <a:tcPr/>
                </a:tc>
                <a:tc>
                  <a:txBody>
                    <a:bodyPr/>
                    <a:lstStyle/>
                    <a:p>
                      <a:r>
                        <a:rPr kumimoji="1" lang="en-US" altLang="ja-JP" sz="1400">
                          <a:solidFill>
                            <a:schemeClr val="tx1"/>
                          </a:solidFill>
                          <a:latin typeface="Meiryo UI" panose="020B0604030504040204" pitchFamily="50" charset="-128"/>
                          <a:ea typeface="Meiryo UI" panose="020B0604030504040204" pitchFamily="50" charset="-128"/>
                        </a:rPr>
                        <a:t>each PVER</a:t>
                      </a:r>
                      <a:endParaRPr kumimoji="1" lang="ja-JP" altLang="en-US" sz="1400">
                        <a:solidFill>
                          <a:schemeClr val="tx1"/>
                        </a:solidFill>
                        <a:latin typeface="Meiryo UI" panose="020B0604030504040204" pitchFamily="50" charset="-128"/>
                        <a:ea typeface="Meiryo UI" panose="020B0604030504040204" pitchFamily="50" charset="-128"/>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400">
                          <a:latin typeface="Meiryo UI" panose="020B0604030504040204" pitchFamily="50" charset="-128"/>
                          <a:ea typeface="Meiryo UI" panose="020B0604030504040204" pitchFamily="50" charset="-128"/>
                        </a:rPr>
                        <a:t>参照：</a:t>
                      </a:r>
                      <a:r>
                        <a:rPr kumimoji="1" lang="en-US" altLang="ja-JP" sz="1400" baseline="0">
                          <a:solidFill>
                            <a:schemeClr val="tx1"/>
                          </a:solidFill>
                          <a:latin typeface="Meiryo UI" panose="020B0604030504040204" pitchFamily="50" charset="-128"/>
                          <a:ea typeface="Meiryo UI" panose="020B0604030504040204" pitchFamily="50" charset="-128"/>
                        </a:rPr>
                        <a:t>“SRS_BMS impact analysis”</a:t>
                      </a:r>
                      <a:endParaRPr kumimoji="1" lang="ja-JP" altLang="en-US" sz="1400" baseline="0">
                        <a:solidFill>
                          <a:schemeClr val="tx1"/>
                        </a:solidFill>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3814001794"/>
                  </a:ext>
                </a:extLst>
              </a:tr>
              <a:tr h="75662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srgbClr val="0000FF"/>
                          </a:solidFill>
                          <a:effectLst/>
                          <a:uLnTx/>
                          <a:uFillTx/>
                          <a:latin typeface="Meiryo UI" panose="020B0604030504040204" pitchFamily="50" charset="-128"/>
                          <a:ea typeface="Meiryo UI" panose="020B0604030504040204" pitchFamily="50" charset="-128"/>
                          <a:cs typeface="Arial" pitchFamily="34" charset="0"/>
                        </a:rPr>
                        <a:t>Bosch</a:t>
                      </a:r>
                      <a:r>
                        <a:rPr kumimoji="1" lang="ja-JP" altLang="en-US" sz="1400" dirty="0">
                          <a:solidFill>
                            <a:schemeClr val="tx1"/>
                          </a:solidFill>
                          <a:latin typeface="Meiryo UI" panose="020B0604030504040204" pitchFamily="50" charset="-128"/>
                          <a:ea typeface="Meiryo UI" panose="020B0604030504040204" pitchFamily="50" charset="-128"/>
                        </a:rPr>
                        <a:t>適合項目</a:t>
                      </a:r>
                      <a:endParaRPr kumimoji="1" lang="en-US" altLang="ja-JP" sz="1400" dirty="0">
                        <a:solidFill>
                          <a:schemeClr val="tx1"/>
                        </a:solidFill>
                        <a:latin typeface="Meiryo UI" panose="020B0604030504040204" pitchFamily="50" charset="-128"/>
                        <a:ea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400" dirty="0">
                          <a:solidFill>
                            <a:schemeClr val="tx1"/>
                          </a:solidFill>
                          <a:latin typeface="Meiryo UI" panose="020B0604030504040204" pitchFamily="50" charset="-128"/>
                          <a:ea typeface="Meiryo UI" panose="020B0604030504040204" pitchFamily="50" charset="-128"/>
                        </a:rPr>
                        <a:t>車両設計制約と影響確認</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a:solidFill>
                            <a:schemeClr val="tx1"/>
                          </a:solidFill>
                          <a:latin typeface="Meiryo UI" panose="020B0604030504040204" pitchFamily="50" charset="-128"/>
                          <a:ea typeface="Meiryo UI" panose="020B0604030504040204" pitchFamily="50" charset="-128"/>
                        </a:rPr>
                        <a:t>Component</a:t>
                      </a:r>
                      <a:r>
                        <a:rPr kumimoji="1" lang="en-US" altLang="ja-JP" sz="1400" baseline="0">
                          <a:solidFill>
                            <a:schemeClr val="tx1"/>
                          </a:solidFill>
                          <a:latin typeface="Meiryo UI" panose="020B0604030504040204" pitchFamily="50" charset="-128"/>
                          <a:ea typeface="Meiryo UI" panose="020B0604030504040204" pitchFamily="50" charset="-128"/>
                        </a:rPr>
                        <a:t> Spec Device List</a:t>
                      </a: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a:solidFill>
                            <a:schemeClr val="tx1"/>
                          </a:solidFill>
                          <a:latin typeface="Meiryo UI" panose="020B0604030504040204" pitchFamily="50" charset="-128"/>
                          <a:ea typeface="Meiryo UI" panose="020B0604030504040204" pitchFamily="50" charset="-128"/>
                        </a:rPr>
                        <a:t>(Honda</a:t>
                      </a:r>
                      <a:r>
                        <a:rPr kumimoji="1" lang="ja-JP" altLang="en-US" sz="1400">
                          <a:solidFill>
                            <a:schemeClr val="tx1"/>
                          </a:solidFill>
                          <a:latin typeface="Meiryo UI" panose="020B0604030504040204" pitchFamily="50" charset="-128"/>
                          <a:ea typeface="Meiryo UI" panose="020B0604030504040204" pitchFamily="50" charset="-128"/>
                        </a:rPr>
                        <a:t>車両設計に対する制約と影響確認結果</a:t>
                      </a:r>
                      <a:r>
                        <a:rPr kumimoji="1" lang="en-US" altLang="ja-JP" sz="1400">
                          <a:solidFill>
                            <a:schemeClr val="tx1"/>
                          </a:solidFill>
                          <a:latin typeface="Meiryo UI" panose="020B0604030504040204" pitchFamily="50" charset="-128"/>
                          <a:ea typeface="Meiryo UI" panose="020B0604030504040204" pitchFamily="50" charset="-128"/>
                        </a:rPr>
                        <a:t>)</a:t>
                      </a:r>
                      <a:endParaRPr kumimoji="1" lang="ja-JP" altLang="en-US" sz="1400">
                        <a:solidFill>
                          <a:schemeClr val="tx1"/>
                        </a:solidFill>
                        <a:latin typeface="Meiryo UI" panose="020B0604030504040204" pitchFamily="50" charset="-128"/>
                        <a:ea typeface="Meiryo UI" panose="020B0604030504040204" pitchFamily="50" charset="-128"/>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a:solidFill>
                            <a:schemeClr val="tx1"/>
                          </a:solidFill>
                          <a:latin typeface="Meiryo UI" panose="020B0604030504040204" pitchFamily="50" charset="-128"/>
                          <a:ea typeface="Meiryo UI" panose="020B0604030504040204" pitchFamily="50" charset="-128"/>
                        </a:rPr>
                        <a:t>F2</a:t>
                      </a:r>
                      <a:r>
                        <a:rPr kumimoji="1" lang="ja-JP" altLang="en-US" sz="1400">
                          <a:solidFill>
                            <a:schemeClr val="tx1"/>
                          </a:solidFill>
                          <a:latin typeface="Meiryo UI" panose="020B0604030504040204" pitchFamily="50" charset="-128"/>
                          <a:ea typeface="Meiryo UI" panose="020B0604030504040204" pitchFamily="50" charset="-128"/>
                        </a:rPr>
                        <a:t>、</a:t>
                      </a:r>
                      <a:r>
                        <a:rPr kumimoji="1" lang="en-US" altLang="ja-JP" sz="1400">
                          <a:solidFill>
                            <a:schemeClr val="tx1"/>
                          </a:solidFill>
                          <a:latin typeface="Meiryo UI" panose="020B0604030504040204" pitchFamily="50" charset="-128"/>
                          <a:ea typeface="Meiryo UI" panose="020B0604030504040204" pitchFamily="50" charset="-128"/>
                        </a:rPr>
                        <a:t>V3</a:t>
                      </a: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a:latin typeface="Meiryo UI" panose="020B0604030504040204" pitchFamily="50" charset="-128"/>
                          <a:ea typeface="Meiryo UI" panose="020B0604030504040204" pitchFamily="50" charset="-128"/>
                        </a:rPr>
                        <a:t>Expert</a:t>
                      </a:r>
                      <a:r>
                        <a:rPr kumimoji="1" lang="ja-JP" altLang="en-US" sz="1400">
                          <a:latin typeface="Meiryo UI" panose="020B0604030504040204" pitchFamily="50" charset="-128"/>
                          <a:ea typeface="Meiryo UI" panose="020B0604030504040204" pitchFamily="50" charset="-128"/>
                        </a:rPr>
                        <a:t> </a:t>
                      </a:r>
                      <a:r>
                        <a:rPr kumimoji="1" lang="en-US" altLang="ja-JP" sz="1400">
                          <a:latin typeface="Meiryo UI" panose="020B0604030504040204" pitchFamily="50" charset="-128"/>
                          <a:ea typeface="Meiryo UI" panose="020B0604030504040204" pitchFamily="50" charset="-128"/>
                        </a:rPr>
                        <a:t>meeting</a:t>
                      </a:r>
                      <a:endParaRPr kumimoji="1" lang="ja-JP" altLang="en-US" sz="1400">
                        <a:latin typeface="Meiryo UI" panose="020B0604030504040204" pitchFamily="50" charset="-128"/>
                        <a:ea typeface="Meiryo UI" panose="020B0604030504040204" pitchFamily="50" charset="-128"/>
                      </a:endParaRPr>
                    </a:p>
                  </a:txBody>
                  <a:tcPr/>
                </a:tc>
                <a:tc>
                  <a:txBody>
                    <a:bodyPr/>
                    <a:lstStyle/>
                    <a:p>
                      <a:r>
                        <a:rPr kumimoji="1" lang="ja-JP" altLang="en-US" sz="1200" dirty="0">
                          <a:latin typeface="Meiryo UI" panose="020B0604030504040204" pitchFamily="50" charset="-128"/>
                          <a:ea typeface="Meiryo UI" panose="020B0604030504040204" pitchFamily="50" charset="-128"/>
                        </a:rPr>
                        <a:t>参照：</a:t>
                      </a:r>
                      <a:r>
                        <a:rPr kumimoji="1" lang="en-US" altLang="ja-JP" sz="1200" baseline="0" dirty="0">
                          <a:solidFill>
                            <a:schemeClr val="tx1"/>
                          </a:solidFill>
                          <a:latin typeface="Meiryo UI" panose="020B0604030504040204" pitchFamily="50" charset="-128"/>
                          <a:ea typeface="Meiryo UI" panose="020B0604030504040204" pitchFamily="50" charset="-128"/>
                        </a:rPr>
                        <a:t>“HDP-</a:t>
                      </a:r>
                      <a:r>
                        <a:rPr kumimoji="1" lang="en-US" altLang="ja-JP" sz="1200" baseline="0" dirty="0" err="1">
                          <a:solidFill>
                            <a:schemeClr val="tx1"/>
                          </a:solidFill>
                          <a:latin typeface="Meiryo UI" panose="020B0604030504040204" pitchFamily="50" charset="-128"/>
                          <a:ea typeface="Meiryo UI" panose="020B0604030504040204" pitchFamily="50" charset="-128"/>
                        </a:rPr>
                        <a:t>noise_resistance</a:t>
                      </a:r>
                      <a:r>
                        <a:rPr kumimoji="1" lang="en-US" altLang="ja-JP" sz="1200" baseline="0" dirty="0">
                          <a:solidFill>
                            <a:schemeClr val="tx1"/>
                          </a:solidFill>
                          <a:latin typeface="Meiryo UI" panose="020B0604030504040204" pitchFamily="50" charset="-128"/>
                          <a:ea typeface="Meiryo UI" panose="020B0604030504040204" pitchFamily="50" charset="-128"/>
                        </a:rPr>
                        <a:t> </a:t>
                      </a:r>
                      <a:r>
                        <a:rPr kumimoji="1" lang="en-US" altLang="ja-JP" sz="1200" baseline="0" dirty="0" err="1">
                          <a:solidFill>
                            <a:schemeClr val="tx1"/>
                          </a:solidFill>
                          <a:latin typeface="Meiryo UI" panose="020B0604030504040204" pitchFamily="50" charset="-128"/>
                          <a:ea typeface="Meiryo UI" panose="020B0604030504040204" pitchFamily="50" charset="-128"/>
                        </a:rPr>
                        <a:t>Calibration_sample</a:t>
                      </a:r>
                      <a:r>
                        <a:rPr kumimoji="1" lang="en-US" altLang="ja-JP" sz="1200" baseline="0" dirty="0">
                          <a:solidFill>
                            <a:schemeClr val="tx1"/>
                          </a:solidFill>
                          <a:latin typeface="Meiryo UI" panose="020B0604030504040204" pitchFamily="50" charset="-128"/>
                          <a:ea typeface="Meiryo UI" panose="020B0604030504040204" pitchFamily="50" charset="-128"/>
                        </a:rPr>
                        <a:t>”</a:t>
                      </a:r>
                      <a:endParaRPr kumimoji="1" lang="ja-JP" altLang="en-US" sz="1200" baseline="0" dirty="0">
                        <a:solidFill>
                          <a:schemeClr val="tx1"/>
                        </a:solidFill>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159295497"/>
                  </a:ext>
                </a:extLst>
              </a:tr>
            </a:tbl>
          </a:graphicData>
        </a:graphic>
      </p:graphicFrame>
      <p:sp>
        <p:nvSpPr>
          <p:cNvPr id="7" name="Text Box 2"/>
          <p:cNvSpPr txBox="1">
            <a:spLocks noChangeArrowheads="1"/>
          </p:cNvSpPr>
          <p:nvPr/>
        </p:nvSpPr>
        <p:spPr bwMode="auto">
          <a:xfrm>
            <a:off x="250829" y="96703"/>
            <a:ext cx="88931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1800" dirty="0">
                <a:solidFill>
                  <a:srgbClr val="FFFFFF"/>
                </a:solidFill>
                <a:latin typeface="Meiryo UI" panose="020B0604030504040204" pitchFamily="50" charset="-128"/>
                <a:ea typeface="Meiryo UI" panose="020B0604030504040204" pitchFamily="50" charset="-128"/>
                <a:cs typeface="Arial" pitchFamily="34" charset="0"/>
              </a:rPr>
              <a:t>17. EMS Report Maturity and Quality Verification (13/31)</a:t>
            </a:r>
            <a:endParaRPr lang="en-US" altLang="ja-JP" sz="1050" dirty="0">
              <a:solidFill>
                <a:srgbClr val="FFFFFF"/>
              </a:solidFill>
              <a:latin typeface="HGPｺﾞｼｯｸE" pitchFamily="50" charset="-128"/>
              <a:ea typeface="HGPｺﾞｼｯｸE" pitchFamily="50" charset="-128"/>
              <a:cs typeface="Arial" pitchFamily="34" charset="0"/>
            </a:endParaRPr>
          </a:p>
        </p:txBody>
      </p:sp>
    </p:spTree>
    <p:extLst>
      <p:ext uri="{BB962C8B-B14F-4D97-AF65-F5344CB8AC3E}">
        <p14:creationId xmlns:p14="http://schemas.microsoft.com/office/powerpoint/2010/main" val="1839604876"/>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13"/>
          <p:cNvSpPr>
            <a:spLocks noChangeArrowheads="1"/>
          </p:cNvSpPr>
          <p:nvPr/>
        </p:nvSpPr>
        <p:spPr bwMode="auto">
          <a:xfrm>
            <a:off x="35496" y="522424"/>
            <a:ext cx="9108504" cy="1107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en-US" altLang="ja-JP" sz="1800" b="1" u="sng" dirty="0">
                <a:solidFill>
                  <a:srgbClr val="000000"/>
                </a:solidFill>
                <a:latin typeface="Meiryo UI" panose="020B0604030504040204" pitchFamily="50" charset="-128"/>
                <a:ea typeface="Meiryo UI" panose="020B0604030504040204" pitchFamily="50" charset="-128"/>
                <a:cs typeface="Arial" pitchFamily="34" charset="0"/>
              </a:rPr>
              <a:t>Quality</a:t>
            </a:r>
            <a:r>
              <a:rPr lang="ja-JP" altLang="en-US" sz="1800" b="1" u="sng" dirty="0">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800" b="1" u="sng" dirty="0">
                <a:solidFill>
                  <a:srgbClr val="000000"/>
                </a:solidFill>
                <a:latin typeface="Meiryo UI" panose="020B0604030504040204" pitchFamily="50" charset="-128"/>
                <a:ea typeface="Meiryo UI" panose="020B0604030504040204" pitchFamily="50" charset="-128"/>
                <a:cs typeface="Arial" pitchFamily="34" charset="0"/>
              </a:rPr>
              <a:t>Improvement</a:t>
            </a:r>
            <a:r>
              <a:rPr lang="ja-JP" altLang="en-US" sz="1800" b="1" u="sng" dirty="0">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800" b="1" u="sng" dirty="0">
                <a:solidFill>
                  <a:srgbClr val="000000"/>
                </a:solidFill>
                <a:latin typeface="Meiryo UI" panose="020B0604030504040204" pitchFamily="50" charset="-128"/>
                <a:ea typeface="Meiryo UI" panose="020B0604030504040204" pitchFamily="50" charset="-128"/>
                <a:cs typeface="Arial" pitchFamily="34" charset="0"/>
              </a:rPr>
              <a:t>Measures Verification</a:t>
            </a:r>
            <a:endParaRPr lang="en-US" altLang="ja-JP" sz="1800" b="1" dirty="0">
              <a:solidFill>
                <a:srgbClr val="000000"/>
              </a:solidFill>
              <a:latin typeface="Meiryo UI" panose="020B0604030504040204" pitchFamily="50" charset="-128"/>
              <a:ea typeface="Meiryo UI" panose="020B0604030504040204" pitchFamily="50" charset="-128"/>
              <a:cs typeface="Meiryo UI" pitchFamily="50" charset="-128"/>
            </a:endParaRPr>
          </a:p>
          <a:p>
            <a:pPr marL="534988" lvl="1" indent="-285750" algn="l">
              <a:buFontTx/>
              <a:buChar char="-"/>
            </a:pPr>
            <a:r>
              <a:rPr lang="en-US" altLang="ja-JP" sz="1200" dirty="0">
                <a:solidFill>
                  <a:srgbClr val="000000"/>
                </a:solidFill>
                <a:latin typeface="Meiryo UI" panose="020B0604030504040204" pitchFamily="50" charset="-128"/>
                <a:ea typeface="Meiryo UI" panose="020B0604030504040204" pitchFamily="50" charset="-128"/>
                <a:cs typeface="Arial" pitchFamily="34" charset="0"/>
              </a:rPr>
              <a:t>Regarding Honda’s quality improvement measure, the verification shall be implemented and report the result to Honda.</a:t>
            </a:r>
          </a:p>
          <a:p>
            <a:pPr marL="534988" lvl="1" indent="-285750" algn="l">
              <a:buFontTx/>
              <a:buChar char="-"/>
            </a:pPr>
            <a:r>
              <a:rPr lang="en-US" altLang="ja-JP" sz="1200" dirty="0">
                <a:solidFill>
                  <a:srgbClr val="000000"/>
                </a:solidFill>
                <a:latin typeface="Meiryo UI" panose="020B0604030504040204" pitchFamily="50" charset="-128"/>
                <a:ea typeface="Meiryo UI" panose="020B0604030504040204" pitchFamily="50" charset="-128"/>
                <a:cs typeface="Arial" pitchFamily="34" charset="0"/>
              </a:rPr>
              <a:t>Contents and summary</a:t>
            </a:r>
            <a:r>
              <a:rPr lang="ja-JP" altLang="en-US" sz="1200" dirty="0">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200" dirty="0">
                <a:solidFill>
                  <a:srgbClr val="000000"/>
                </a:solidFill>
                <a:latin typeface="Meiryo UI" panose="020B0604030504040204" pitchFamily="50" charset="-128"/>
                <a:ea typeface="Meiryo UI" panose="020B0604030504040204" pitchFamily="50" charset="-128"/>
                <a:cs typeface="Arial" pitchFamily="34" charset="0"/>
              </a:rPr>
              <a:t>of each measure shall be reported at the report timing of each measure.</a:t>
            </a:r>
            <a:endParaRPr lang="en-US" altLang="ja-JP" sz="1200" dirty="0">
              <a:solidFill>
                <a:srgbClr val="FF0000"/>
              </a:solidFill>
              <a:latin typeface="Meiryo UI" panose="020B0604030504040204" pitchFamily="50" charset="-128"/>
              <a:ea typeface="Meiryo UI" panose="020B0604030504040204" pitchFamily="50" charset="-128"/>
              <a:cs typeface="Meiryo UI" pitchFamily="50" charset="-128"/>
            </a:endParaRPr>
          </a:p>
          <a:p>
            <a:pPr marL="534988" lvl="1" indent="-285750" algn="l">
              <a:buFontTx/>
              <a:buChar char="-"/>
            </a:pPr>
            <a:r>
              <a:rPr lang="en-US" altLang="ja-JP" sz="1200" dirty="0">
                <a:solidFill>
                  <a:srgbClr val="000000"/>
                </a:solidFill>
                <a:latin typeface="Meiryo UI" panose="020B0604030504040204" pitchFamily="50" charset="-128"/>
                <a:ea typeface="Meiryo UI" panose="020B0604030504040204" pitchFamily="50" charset="-128"/>
                <a:cs typeface="Arial" pitchFamily="34" charset="0"/>
              </a:rPr>
              <a:t>All</a:t>
            </a:r>
            <a:r>
              <a:rPr lang="ja-JP" altLang="en-US" sz="1200" dirty="0">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200" dirty="0">
                <a:solidFill>
                  <a:srgbClr val="000000"/>
                </a:solidFill>
                <a:latin typeface="Meiryo UI" panose="020B0604030504040204" pitchFamily="50" charset="-128"/>
                <a:ea typeface="Meiryo UI" panose="020B0604030504040204" pitchFamily="50" charset="-128"/>
                <a:cs typeface="Arial" pitchFamily="34" charset="0"/>
              </a:rPr>
              <a:t>measures in the list below shall be completed before mask HEX MP1 release.</a:t>
            </a:r>
            <a:endParaRPr lang="ja-JP" altLang="en-US" sz="1200" dirty="0">
              <a:solidFill>
                <a:srgbClr val="000000"/>
              </a:solidFill>
              <a:latin typeface="Meiryo UI" panose="020B0604030504040204" pitchFamily="50" charset="-128"/>
              <a:ea typeface="Meiryo UI" panose="020B0604030504040204" pitchFamily="50" charset="-128"/>
              <a:cs typeface="Arial" pitchFamily="34" charset="0"/>
            </a:endParaRPr>
          </a:p>
        </p:txBody>
      </p:sp>
      <p:graphicFrame>
        <p:nvGraphicFramePr>
          <p:cNvPr id="2" name="表 1"/>
          <p:cNvGraphicFramePr>
            <a:graphicFrameLocks noGrp="1"/>
          </p:cNvGraphicFramePr>
          <p:nvPr>
            <p:extLst>
              <p:ext uri="{D42A27DB-BD31-4B8C-83A1-F6EECF244321}">
                <p14:modId xmlns:p14="http://schemas.microsoft.com/office/powerpoint/2010/main" val="2318010657"/>
              </p:ext>
            </p:extLst>
          </p:nvPr>
        </p:nvGraphicFramePr>
        <p:xfrm>
          <a:off x="191890" y="1608228"/>
          <a:ext cx="8851709" cy="2468880"/>
        </p:xfrm>
        <a:graphic>
          <a:graphicData uri="http://schemas.openxmlformats.org/drawingml/2006/table">
            <a:tbl>
              <a:tblPr firstRow="1" bandRow="1">
                <a:tableStyleId>{5940675A-B579-460E-94D1-54222C63F5DA}</a:tableStyleId>
              </a:tblPr>
              <a:tblGrid>
                <a:gridCol w="2695001">
                  <a:extLst>
                    <a:ext uri="{9D8B030D-6E8A-4147-A177-3AD203B41FA5}">
                      <a16:colId xmlns:a16="http://schemas.microsoft.com/office/drawing/2014/main" val="208362973"/>
                    </a:ext>
                  </a:extLst>
                </a:gridCol>
                <a:gridCol w="2429693">
                  <a:extLst>
                    <a:ext uri="{9D8B030D-6E8A-4147-A177-3AD203B41FA5}">
                      <a16:colId xmlns:a16="http://schemas.microsoft.com/office/drawing/2014/main" val="2304362547"/>
                    </a:ext>
                  </a:extLst>
                </a:gridCol>
                <a:gridCol w="1787321">
                  <a:extLst>
                    <a:ext uri="{9D8B030D-6E8A-4147-A177-3AD203B41FA5}">
                      <a16:colId xmlns:a16="http://schemas.microsoft.com/office/drawing/2014/main" val="669591786"/>
                    </a:ext>
                  </a:extLst>
                </a:gridCol>
                <a:gridCol w="1939694">
                  <a:extLst>
                    <a:ext uri="{9D8B030D-6E8A-4147-A177-3AD203B41FA5}">
                      <a16:colId xmlns:a16="http://schemas.microsoft.com/office/drawing/2014/main" val="3394803527"/>
                    </a:ext>
                  </a:extLst>
                </a:gridCol>
              </a:tblGrid>
              <a:tr h="257653">
                <a:tc>
                  <a:txBody>
                    <a:bodyPr/>
                    <a:lstStyle/>
                    <a:p>
                      <a:r>
                        <a:rPr kumimoji="1" lang="en-US" altLang="ja-JP" sz="1200" dirty="0">
                          <a:latin typeface="Meiryo UI" panose="020B0604030504040204" pitchFamily="50" charset="-128"/>
                          <a:ea typeface="Meiryo UI" panose="020B0604030504040204" pitchFamily="50" charset="-128"/>
                        </a:rPr>
                        <a:t>Purpose</a:t>
                      </a:r>
                      <a:r>
                        <a:rPr kumimoji="1" lang="ja-JP" altLang="en-US" sz="1200" dirty="0">
                          <a:latin typeface="Meiryo UI" panose="020B0604030504040204" pitchFamily="50" charset="-128"/>
                          <a:ea typeface="Meiryo UI" panose="020B0604030504040204" pitchFamily="50" charset="-128"/>
                        </a:rPr>
                        <a:t> </a:t>
                      </a:r>
                      <a:r>
                        <a:rPr kumimoji="1" lang="en-US" altLang="ja-JP" sz="1200" dirty="0">
                          <a:latin typeface="Meiryo UI" panose="020B0604030504040204" pitchFamily="50" charset="-128"/>
                          <a:ea typeface="Meiryo UI" panose="020B0604030504040204" pitchFamily="50" charset="-128"/>
                        </a:rPr>
                        <a:t>of</a:t>
                      </a:r>
                      <a:r>
                        <a:rPr kumimoji="1" lang="ja-JP" altLang="en-US" sz="1200" dirty="0">
                          <a:latin typeface="Meiryo UI" panose="020B0604030504040204" pitchFamily="50" charset="-128"/>
                          <a:ea typeface="Meiryo UI" panose="020B0604030504040204" pitchFamily="50" charset="-128"/>
                        </a:rPr>
                        <a:t> </a:t>
                      </a:r>
                      <a:r>
                        <a:rPr kumimoji="1" lang="en-US" altLang="ja-JP" sz="1200" dirty="0">
                          <a:latin typeface="Meiryo UI" panose="020B0604030504040204" pitchFamily="50" charset="-128"/>
                          <a:ea typeface="Meiryo UI" panose="020B0604030504040204" pitchFamily="50" charset="-128"/>
                        </a:rPr>
                        <a:t>measure</a:t>
                      </a:r>
                      <a:endParaRPr kumimoji="1" lang="ja-JP" altLang="en-US" sz="1200" dirty="0">
                        <a:latin typeface="Meiryo UI" panose="020B0604030504040204" pitchFamily="50" charset="-128"/>
                        <a:ea typeface="Meiryo UI" panose="020B0604030504040204" pitchFamily="50" charset="-128"/>
                      </a:endParaRPr>
                    </a:p>
                  </a:txBody>
                  <a:tcPr/>
                </a:tc>
                <a:tc>
                  <a:txBody>
                    <a:bodyPr/>
                    <a:lstStyle/>
                    <a:p>
                      <a:r>
                        <a:rPr kumimoji="1" lang="en-US" altLang="ja-JP" sz="1200" dirty="0">
                          <a:latin typeface="Meiryo UI" panose="020B0604030504040204" pitchFamily="50" charset="-128"/>
                          <a:ea typeface="Meiryo UI" panose="020B0604030504040204" pitchFamily="50" charset="-128"/>
                        </a:rPr>
                        <a:t>Recurrence prevention</a:t>
                      </a:r>
                      <a:r>
                        <a:rPr kumimoji="1" lang="en-US" altLang="ja-JP" sz="1200" baseline="0" dirty="0">
                          <a:latin typeface="Meiryo UI" panose="020B0604030504040204" pitchFamily="50" charset="-128"/>
                          <a:ea typeface="Meiryo UI" panose="020B0604030504040204" pitchFamily="50" charset="-128"/>
                        </a:rPr>
                        <a:t> tool</a:t>
                      </a:r>
                      <a:endParaRPr kumimoji="1" lang="ja-JP" altLang="en-US" sz="1200" dirty="0">
                        <a:latin typeface="Meiryo UI" panose="020B0604030504040204" pitchFamily="50" charset="-128"/>
                        <a:ea typeface="Meiryo UI" panose="020B0604030504040204" pitchFamily="50" charset="-128"/>
                      </a:endParaRPr>
                    </a:p>
                  </a:txBody>
                  <a:tcPr/>
                </a:tc>
                <a:tc>
                  <a:txBody>
                    <a:bodyPr/>
                    <a:lstStyle/>
                    <a:p>
                      <a:r>
                        <a:rPr kumimoji="1" lang="en-US" altLang="ja-JP" sz="1200" dirty="0">
                          <a:latin typeface="Meiryo UI" panose="020B0604030504040204" pitchFamily="50" charset="-128"/>
                          <a:ea typeface="Meiryo UI" panose="020B0604030504040204" pitchFamily="50" charset="-128"/>
                        </a:rPr>
                        <a:t>Report</a:t>
                      </a:r>
                      <a:r>
                        <a:rPr kumimoji="1" lang="en-US" altLang="ja-JP" sz="1200" baseline="0" dirty="0">
                          <a:latin typeface="Meiryo UI" panose="020B0604030504040204" pitchFamily="50" charset="-128"/>
                          <a:ea typeface="Meiryo UI" panose="020B0604030504040204" pitchFamily="50" charset="-128"/>
                        </a:rPr>
                        <a:t> timing</a:t>
                      </a:r>
                      <a:endParaRPr kumimoji="1" lang="ja-JP" altLang="en-US" sz="1200" dirty="0">
                        <a:latin typeface="Meiryo UI" panose="020B0604030504040204" pitchFamily="50" charset="-128"/>
                        <a:ea typeface="Meiryo UI" panose="020B0604030504040204" pitchFamily="50" charset="-128"/>
                      </a:endParaRPr>
                    </a:p>
                  </a:txBody>
                  <a:tcPr/>
                </a:tc>
                <a:tc>
                  <a:txBody>
                    <a:bodyPr/>
                    <a:lstStyle/>
                    <a:p>
                      <a:r>
                        <a:rPr kumimoji="1" lang="en-US" altLang="ja-JP" sz="1200" dirty="0">
                          <a:latin typeface="Meiryo UI" panose="020B0604030504040204" pitchFamily="50" charset="-128"/>
                          <a:ea typeface="Meiryo UI" panose="020B0604030504040204" pitchFamily="50" charset="-128"/>
                        </a:rPr>
                        <a:t>Document</a:t>
                      </a:r>
                      <a:r>
                        <a:rPr kumimoji="1" lang="ja-JP" altLang="en-US" sz="1200" dirty="0">
                          <a:latin typeface="Meiryo UI" panose="020B0604030504040204" pitchFamily="50" charset="-128"/>
                          <a:ea typeface="Meiryo UI" panose="020B0604030504040204" pitchFamily="50" charset="-128"/>
                        </a:rPr>
                        <a:t>（</a:t>
                      </a:r>
                      <a:r>
                        <a:rPr kumimoji="1" lang="en-US" altLang="ja-JP" sz="1200" dirty="0">
                          <a:latin typeface="Meiryo UI" panose="020B0604030504040204" pitchFamily="50" charset="-128"/>
                          <a:ea typeface="Meiryo UI" panose="020B0604030504040204" pitchFamily="50" charset="-128"/>
                        </a:rPr>
                        <a:t>Example</a:t>
                      </a:r>
                      <a:r>
                        <a:rPr kumimoji="1" lang="ja-JP" altLang="en-US" sz="1200" dirty="0">
                          <a:latin typeface="Meiryo UI" panose="020B0604030504040204" pitchFamily="50" charset="-128"/>
                          <a:ea typeface="Meiryo UI" panose="020B0604030504040204" pitchFamily="50" charset="-128"/>
                        </a:rPr>
                        <a:t>）</a:t>
                      </a:r>
                    </a:p>
                  </a:txBody>
                  <a:tcPr/>
                </a:tc>
                <a:extLst>
                  <a:ext uri="{0D108BD9-81ED-4DB2-BD59-A6C34878D82A}">
                    <a16:rowId xmlns:a16="http://schemas.microsoft.com/office/drawing/2014/main" val="1843441020"/>
                  </a:ext>
                </a:extLst>
              </a:tr>
              <a:tr h="7729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400" dirty="0">
                          <a:solidFill>
                            <a:schemeClr val="tx1"/>
                          </a:solidFill>
                          <a:latin typeface="Meiryo UI" panose="020B0604030504040204" pitchFamily="50" charset="-128"/>
                          <a:ea typeface="Meiryo UI" panose="020B0604030504040204" pitchFamily="50" charset="-128"/>
                        </a:rPr>
                        <a:t>Setting Concept Confirmation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sz="1400" dirty="0">
                        <a:solidFill>
                          <a:schemeClr val="tx1"/>
                        </a:solidFill>
                        <a:latin typeface="Meiryo UI" panose="020B0604030504040204" pitchFamily="50" charset="-128"/>
                        <a:ea typeface="Meiryo UI" panose="020B0604030504040204" pitchFamily="50" charset="-128"/>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200">
                          <a:solidFill>
                            <a:schemeClr val="tx1"/>
                          </a:solidFill>
                          <a:latin typeface="Meiryo UI" panose="020B0604030504040204" pitchFamily="50" charset="-128"/>
                          <a:ea typeface="Meiryo UI" panose="020B0604030504040204" pitchFamily="50" charset="-128"/>
                        </a:rPr>
                        <a:t>Completion Declaration of Setting Concept Reflection</a:t>
                      </a:r>
                      <a:endParaRPr lang="ja-JP" altLang="en-US" sz="1200">
                        <a:solidFill>
                          <a:schemeClr val="tx1"/>
                        </a:solidFill>
                        <a:latin typeface="Meiryo UI" panose="020B0604030504040204" pitchFamily="50" charset="-128"/>
                        <a:ea typeface="Meiryo UI" panose="020B0604030504040204" pitchFamily="50" charset="-128"/>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a:solidFill>
                            <a:schemeClr val="tx1"/>
                          </a:solidFill>
                          <a:latin typeface="Meiryo UI" panose="020B0604030504040204" pitchFamily="50" charset="-128"/>
                          <a:ea typeface="Meiryo UI" panose="020B0604030504040204" pitchFamily="50" charset="-128"/>
                        </a:rPr>
                        <a:t>Expert</a:t>
                      </a:r>
                      <a:r>
                        <a:rPr kumimoji="1" lang="ja-JP" altLang="en-US" sz="1200">
                          <a:solidFill>
                            <a:schemeClr val="tx1"/>
                          </a:solidFill>
                          <a:latin typeface="Meiryo UI" panose="020B0604030504040204" pitchFamily="50" charset="-128"/>
                          <a:ea typeface="Meiryo UI" panose="020B0604030504040204" pitchFamily="50" charset="-128"/>
                        </a:rPr>
                        <a:t> </a:t>
                      </a:r>
                      <a:r>
                        <a:rPr kumimoji="1" lang="en-US" altLang="ja-JP" sz="1200">
                          <a:solidFill>
                            <a:schemeClr val="tx1"/>
                          </a:solidFill>
                          <a:latin typeface="Meiryo UI" panose="020B0604030504040204" pitchFamily="50" charset="-128"/>
                          <a:ea typeface="Meiryo UI" panose="020B0604030504040204" pitchFamily="50" charset="-128"/>
                        </a:rPr>
                        <a:t>meeting</a:t>
                      </a:r>
                      <a:endParaRPr kumimoji="1" lang="ja-JP" altLang="en-US" sz="1200">
                        <a:solidFill>
                          <a:schemeClr val="tx1"/>
                        </a:solidFill>
                        <a:latin typeface="Meiryo UI" panose="020B0604030504040204" pitchFamily="50" charset="-128"/>
                        <a:ea typeface="Meiryo UI" panose="020B0604030504040204" pitchFamily="50" charset="-128"/>
                      </a:endParaRPr>
                    </a:p>
                  </a:txBody>
                  <a:tcPr/>
                </a:tc>
                <a:tc>
                  <a:txBody>
                    <a:bodyPr/>
                    <a:lstStyle/>
                    <a:p>
                      <a:r>
                        <a:rPr kumimoji="1" lang="ja-JP" altLang="en-US" sz="1200" baseline="0">
                          <a:solidFill>
                            <a:schemeClr val="tx1"/>
                          </a:solidFill>
                          <a:latin typeface="Meiryo UI" panose="020B0604030504040204" pitchFamily="50" charset="-128"/>
                          <a:ea typeface="Meiryo UI" panose="020B0604030504040204" pitchFamily="50" charset="-128"/>
                        </a:rPr>
                        <a:t>参照：“</a:t>
                      </a:r>
                      <a:r>
                        <a:rPr kumimoji="1" lang="en-US" altLang="ja-JP" sz="1200" baseline="0">
                          <a:solidFill>
                            <a:schemeClr val="tx1"/>
                          </a:solidFill>
                          <a:latin typeface="Meiryo UI" panose="020B0604030504040204" pitchFamily="50" charset="-128"/>
                          <a:ea typeface="Meiryo UI" panose="020B0604030504040204" pitchFamily="50" charset="-128"/>
                        </a:rPr>
                        <a:t>Completion Declaration of Setting Concept reflection_sample</a:t>
                      </a:r>
                      <a:r>
                        <a:rPr kumimoji="1" lang="ja-JP" altLang="en-US" sz="1200" baseline="0">
                          <a:solidFill>
                            <a:schemeClr val="tx1"/>
                          </a:solidFill>
                          <a:latin typeface="Meiryo UI" panose="020B0604030504040204" pitchFamily="50" charset="-128"/>
                          <a:ea typeface="Meiryo UI" panose="020B0604030504040204" pitchFamily="50" charset="-128"/>
                        </a:rPr>
                        <a:t>”</a:t>
                      </a:r>
                    </a:p>
                  </a:txBody>
                  <a:tcPr/>
                </a:tc>
                <a:extLst>
                  <a:ext uri="{0D108BD9-81ED-4DB2-BD59-A6C34878D82A}">
                    <a16:rowId xmlns:a16="http://schemas.microsoft.com/office/drawing/2014/main" val="1178814606"/>
                  </a:ext>
                </a:extLst>
              </a:tr>
              <a:tr h="772960">
                <a:tc>
                  <a:txBody>
                    <a:bodyPr/>
                    <a:lstStyle/>
                    <a:p>
                      <a:r>
                        <a:rPr kumimoji="1" lang="en-US" altLang="ja-JP" sz="1400" b="0" i="0" kern="1200" dirty="0">
                          <a:solidFill>
                            <a:schemeClr val="tx1"/>
                          </a:solidFill>
                          <a:effectLst/>
                          <a:latin typeface="Meiryo UI" panose="020B0604030504040204" pitchFamily="50" charset="-128"/>
                          <a:ea typeface="Meiryo UI" panose="020B0604030504040204" pitchFamily="50" charset="-128"/>
                          <a:cs typeface="+mn-cs"/>
                        </a:rPr>
                        <a:t>Analysis of the impact of changes in the calibration data setting of OBD items from the base model and confirmation of validity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sz="1200" dirty="0">
                        <a:solidFill>
                          <a:schemeClr val="tx1"/>
                        </a:solidFill>
                        <a:latin typeface="Meiryo UI" panose="020B0604030504040204" pitchFamily="50" charset="-128"/>
                        <a:ea typeface="Meiryo UI" panose="020B0604030504040204" pitchFamily="50" charset="-128"/>
                      </a:endParaRPr>
                    </a:p>
                  </a:txBody>
                  <a:tcPr/>
                </a:tc>
                <a:tc>
                  <a:txBody>
                    <a:bodyPr/>
                    <a:lstStyle/>
                    <a:p>
                      <a:r>
                        <a:rPr kumimoji="1" lang="en-US" altLang="ja-JP" sz="1200" b="0" i="0" kern="1200">
                          <a:solidFill>
                            <a:schemeClr val="tx1"/>
                          </a:solidFill>
                          <a:effectLst/>
                          <a:latin typeface="Meiryo UI" panose="020B0604030504040204" pitchFamily="50" charset="-128"/>
                          <a:ea typeface="Meiryo UI" panose="020B0604030504040204" pitchFamily="50" charset="-128"/>
                          <a:cs typeface="+mn-cs"/>
                        </a:rPr>
                        <a:t>OBD</a:t>
                      </a:r>
                      <a:r>
                        <a:rPr kumimoji="1" lang="ja-JP" altLang="en-US" sz="1200" b="0" i="0" kern="1200">
                          <a:solidFill>
                            <a:schemeClr val="tx1"/>
                          </a:solidFill>
                          <a:effectLst/>
                          <a:latin typeface="Meiryo UI" panose="020B0604030504040204" pitchFamily="50" charset="-128"/>
                          <a:ea typeface="Meiryo UI" panose="020B0604030504040204" pitchFamily="50" charset="-128"/>
                          <a:cs typeface="+mn-cs"/>
                        </a:rPr>
                        <a:t> </a:t>
                      </a:r>
                      <a:r>
                        <a:rPr kumimoji="1" lang="en-US" altLang="ja-JP" sz="1200" b="0" i="0" kern="1200">
                          <a:solidFill>
                            <a:schemeClr val="tx1"/>
                          </a:solidFill>
                          <a:effectLst/>
                          <a:latin typeface="Meiryo UI" panose="020B0604030504040204" pitchFamily="50" charset="-128"/>
                          <a:ea typeface="Meiryo UI" panose="020B0604030504040204" pitchFamily="50" charset="-128"/>
                          <a:cs typeface="+mn-cs"/>
                        </a:rPr>
                        <a:t>Joint</a:t>
                      </a:r>
                      <a:r>
                        <a:rPr kumimoji="1" lang="ja-JP" altLang="en-US" sz="1200" b="0" i="0" kern="1200">
                          <a:solidFill>
                            <a:schemeClr val="tx1"/>
                          </a:solidFill>
                          <a:effectLst/>
                          <a:latin typeface="Meiryo UI" panose="020B0604030504040204" pitchFamily="50" charset="-128"/>
                          <a:ea typeface="Meiryo UI" panose="020B0604030504040204" pitchFamily="50" charset="-128"/>
                          <a:cs typeface="+mn-cs"/>
                        </a:rPr>
                        <a:t> </a:t>
                      </a:r>
                      <a:r>
                        <a:rPr kumimoji="1" lang="en-US" altLang="ja-JP" sz="1200" b="0" i="0" kern="1200">
                          <a:solidFill>
                            <a:schemeClr val="tx1"/>
                          </a:solidFill>
                          <a:effectLst/>
                          <a:latin typeface="Meiryo UI" panose="020B0604030504040204" pitchFamily="50" charset="-128"/>
                          <a:ea typeface="Meiryo UI" panose="020B0604030504040204" pitchFamily="50" charset="-128"/>
                          <a:cs typeface="+mn-cs"/>
                        </a:rPr>
                        <a:t>Review</a:t>
                      </a:r>
                    </a:p>
                    <a:p>
                      <a:r>
                        <a:rPr kumimoji="1" lang="en-US" altLang="ja-JP" sz="1200" b="0" i="0" kern="1200">
                          <a:solidFill>
                            <a:schemeClr val="tx1"/>
                          </a:solidFill>
                          <a:effectLst/>
                          <a:latin typeface="Meiryo UI" panose="020B0604030504040204" pitchFamily="50" charset="-128"/>
                          <a:ea typeface="Meiryo UI" panose="020B0604030504040204" pitchFamily="50" charset="-128"/>
                          <a:cs typeface="+mn-cs"/>
                        </a:rPr>
                        <a:t>Conduct reviews that include the upstream calibration team and extraction of risks associated with changes and confirmation of negative side impact</a:t>
                      </a:r>
                      <a:endParaRPr kumimoji="1" lang="en-US" altLang="ja-JP" sz="1200">
                        <a:solidFill>
                          <a:schemeClr val="tx1"/>
                        </a:solidFill>
                        <a:latin typeface="Meiryo UI" panose="020B0604030504040204" pitchFamily="50" charset="-128"/>
                        <a:ea typeface="Meiryo UI" panose="020B0604030504040204" pitchFamily="50" charset="-128"/>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a:solidFill>
                            <a:schemeClr val="tx1"/>
                          </a:solidFill>
                          <a:latin typeface="Meiryo UI" panose="020B0604030504040204" pitchFamily="50" charset="-128"/>
                          <a:ea typeface="Meiryo UI" panose="020B0604030504040204" pitchFamily="50" charset="-128"/>
                        </a:rPr>
                        <a:t>Expert</a:t>
                      </a:r>
                      <a:r>
                        <a:rPr kumimoji="1" lang="ja-JP" altLang="en-US" sz="1200">
                          <a:solidFill>
                            <a:schemeClr val="tx1"/>
                          </a:solidFill>
                          <a:latin typeface="Meiryo UI" panose="020B0604030504040204" pitchFamily="50" charset="-128"/>
                          <a:ea typeface="Meiryo UI" panose="020B0604030504040204" pitchFamily="50" charset="-128"/>
                        </a:rPr>
                        <a:t> </a:t>
                      </a:r>
                      <a:r>
                        <a:rPr kumimoji="1" lang="en-US" altLang="ja-JP" sz="1200">
                          <a:solidFill>
                            <a:schemeClr val="tx1"/>
                          </a:solidFill>
                          <a:latin typeface="Meiryo UI" panose="020B0604030504040204" pitchFamily="50" charset="-128"/>
                          <a:ea typeface="Meiryo UI" panose="020B0604030504040204" pitchFamily="50" charset="-128"/>
                        </a:rPr>
                        <a:t>meeting</a:t>
                      </a:r>
                      <a:endParaRPr kumimoji="1" lang="ja-JP" altLang="en-US" sz="1200">
                        <a:solidFill>
                          <a:schemeClr val="tx1"/>
                        </a:solidFill>
                        <a:latin typeface="Meiryo UI" panose="020B0604030504040204" pitchFamily="50" charset="-128"/>
                        <a:ea typeface="Meiryo UI" panose="020B0604030504040204" pitchFamily="50" charset="-128"/>
                      </a:endParaRPr>
                    </a:p>
                  </a:txBody>
                  <a:tcPr/>
                </a:tc>
                <a:tc>
                  <a:txBody>
                    <a:bodyPr/>
                    <a:lstStyle/>
                    <a:p>
                      <a:r>
                        <a:rPr kumimoji="1" lang="en-US" altLang="ja-JP" sz="1200" dirty="0">
                          <a:solidFill>
                            <a:schemeClr val="tx1"/>
                          </a:solidFill>
                          <a:latin typeface="Meiryo UI" panose="020B0604030504040204" pitchFamily="50" charset="-128"/>
                          <a:ea typeface="Meiryo UI" panose="020B0604030504040204" pitchFamily="50" charset="-128"/>
                        </a:rPr>
                        <a:t>T.B.D.</a:t>
                      </a:r>
                    </a:p>
                    <a:p>
                      <a:r>
                        <a:rPr kumimoji="1" lang="en-US" altLang="ja-JP" sz="1200" dirty="0">
                          <a:solidFill>
                            <a:schemeClr val="tx1"/>
                          </a:solidFill>
                          <a:latin typeface="Meiryo UI" panose="020B0604030504040204" pitchFamily="50" charset="-128"/>
                          <a:ea typeface="Meiryo UI" panose="020B0604030504040204" pitchFamily="50" charset="-128"/>
                        </a:rPr>
                        <a:t>*No Sample cause of New item.</a:t>
                      </a:r>
                      <a:endParaRPr kumimoji="1" lang="ja-JP" altLang="en-US" sz="1200" dirty="0">
                        <a:solidFill>
                          <a:schemeClr val="tx1"/>
                        </a:solidFill>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3402285668"/>
                  </a:ext>
                </a:extLst>
              </a:tr>
            </a:tbl>
          </a:graphicData>
        </a:graphic>
      </p:graphicFrame>
      <p:sp>
        <p:nvSpPr>
          <p:cNvPr id="7" name="Text Box 2"/>
          <p:cNvSpPr txBox="1">
            <a:spLocks noChangeArrowheads="1"/>
          </p:cNvSpPr>
          <p:nvPr/>
        </p:nvSpPr>
        <p:spPr bwMode="auto">
          <a:xfrm>
            <a:off x="250829" y="96703"/>
            <a:ext cx="88931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1800" dirty="0">
                <a:solidFill>
                  <a:srgbClr val="FFFFFF"/>
                </a:solidFill>
                <a:latin typeface="Meiryo UI" panose="020B0604030504040204" pitchFamily="50" charset="-128"/>
                <a:ea typeface="Meiryo UI" panose="020B0604030504040204" pitchFamily="50" charset="-128"/>
                <a:cs typeface="Arial" pitchFamily="34" charset="0"/>
              </a:rPr>
              <a:t>17. EMS Report Maturity and Quality Verification (14/31)</a:t>
            </a:r>
            <a:endParaRPr lang="en-US" altLang="ja-JP" sz="1050" dirty="0">
              <a:solidFill>
                <a:srgbClr val="FFFFFF"/>
              </a:solidFill>
              <a:latin typeface="HGPｺﾞｼｯｸE" pitchFamily="50" charset="-128"/>
              <a:ea typeface="HGPｺﾞｼｯｸE" pitchFamily="50" charset="-128"/>
              <a:cs typeface="Arial" pitchFamily="34" charset="0"/>
            </a:endParaRPr>
          </a:p>
        </p:txBody>
      </p:sp>
    </p:spTree>
    <p:extLst>
      <p:ext uri="{BB962C8B-B14F-4D97-AF65-F5344CB8AC3E}">
        <p14:creationId xmlns:p14="http://schemas.microsoft.com/office/powerpoint/2010/main" val="3385313772"/>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13"/>
          <p:cNvSpPr>
            <a:spLocks noChangeArrowheads="1"/>
          </p:cNvSpPr>
          <p:nvPr/>
        </p:nvSpPr>
        <p:spPr bwMode="auto">
          <a:xfrm>
            <a:off x="35496" y="587739"/>
            <a:ext cx="9108504" cy="9848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ja-JP" altLang="en-US" sz="1600" b="1" u="sng" dirty="0">
                <a:solidFill>
                  <a:srgbClr val="000000"/>
                </a:solidFill>
                <a:latin typeface="Meiryo UI" panose="020B0604030504040204" pitchFamily="50" charset="-128"/>
                <a:ea typeface="Meiryo UI" panose="020B0604030504040204" pitchFamily="50" charset="-128"/>
                <a:cs typeface="Meiryo UI" pitchFamily="50" charset="-128"/>
              </a:rPr>
              <a:t>品質向上施策検証</a:t>
            </a:r>
            <a:endParaRPr lang="en-US" altLang="ja-JP" sz="1600" b="1" dirty="0">
              <a:solidFill>
                <a:srgbClr val="000000"/>
              </a:solidFill>
              <a:latin typeface="Meiryo UI" panose="020B0604030504040204" pitchFamily="50" charset="-128"/>
              <a:ea typeface="Meiryo UI" panose="020B0604030504040204" pitchFamily="50" charset="-128"/>
              <a:cs typeface="Meiryo UI" pitchFamily="50" charset="-128"/>
            </a:endParaRPr>
          </a:p>
          <a:p>
            <a:pPr marL="534988" lvl="1" indent="-285750" algn="l">
              <a:buFontTx/>
              <a:buChar char="-"/>
            </a:pPr>
            <a:r>
              <a:rPr lang="en-US" altLang="ja-JP" sz="1400" dirty="0">
                <a:latin typeface="Meiryo UI" panose="020B0604030504040204" pitchFamily="50" charset="-128"/>
                <a:ea typeface="Meiryo UI" panose="020B0604030504040204" pitchFamily="50" charset="-128"/>
                <a:cs typeface="Meiryo UI" pitchFamily="50" charset="-128"/>
              </a:rPr>
              <a:t>Honda </a:t>
            </a:r>
            <a:r>
              <a:rPr lang="ja-JP" altLang="en-US" sz="1400" dirty="0">
                <a:latin typeface="Meiryo UI" panose="020B0604030504040204" pitchFamily="50" charset="-128"/>
                <a:ea typeface="Meiryo UI" panose="020B0604030504040204" pitchFamily="50" charset="-128"/>
                <a:cs typeface="Meiryo UI" pitchFamily="50" charset="-128"/>
              </a:rPr>
              <a:t>品質向上施策に関して、検証を実施し、その結果を</a:t>
            </a:r>
            <a:r>
              <a:rPr lang="en-US" altLang="ja-JP" sz="1400" dirty="0">
                <a:latin typeface="Meiryo UI" panose="020B0604030504040204" pitchFamily="50" charset="-128"/>
                <a:ea typeface="Meiryo UI" panose="020B0604030504040204" pitchFamily="50" charset="-128"/>
                <a:cs typeface="Meiryo UI" pitchFamily="50" charset="-128"/>
              </a:rPr>
              <a:t>Honda</a:t>
            </a:r>
            <a:r>
              <a:rPr lang="ja-JP" altLang="en-US" sz="1400" dirty="0">
                <a:latin typeface="Meiryo UI" panose="020B0604030504040204" pitchFamily="50" charset="-128"/>
                <a:ea typeface="Meiryo UI" panose="020B0604030504040204" pitchFamily="50" charset="-128"/>
                <a:cs typeface="Meiryo UI" pitchFamily="50" charset="-128"/>
              </a:rPr>
              <a:t>に報告すること。</a:t>
            </a:r>
          </a:p>
          <a:p>
            <a:pPr marL="534988" lvl="1" indent="-285750" algn="l">
              <a:buFontTx/>
              <a:buChar char="-"/>
            </a:pPr>
            <a:r>
              <a:rPr lang="ja-JP" altLang="en-US" sz="1400" dirty="0">
                <a:latin typeface="Meiryo UI" panose="020B0604030504040204" pitchFamily="50" charset="-128"/>
                <a:ea typeface="Meiryo UI" panose="020B0604030504040204" pitchFamily="50" charset="-128"/>
                <a:cs typeface="Meiryo UI" pitchFamily="50" charset="-128"/>
              </a:rPr>
              <a:t>施策ごとに実施した内容とまとめについては、それぞれの報告タイミングにて報告されること。</a:t>
            </a:r>
            <a:endParaRPr lang="en-US" altLang="ja-JP" sz="1400" dirty="0">
              <a:latin typeface="Meiryo UI" panose="020B0604030504040204" pitchFamily="50" charset="-128"/>
              <a:ea typeface="Meiryo UI" panose="020B0604030504040204" pitchFamily="50" charset="-128"/>
              <a:cs typeface="Meiryo UI" pitchFamily="50" charset="-128"/>
            </a:endParaRPr>
          </a:p>
          <a:p>
            <a:pPr marL="534988" lvl="1" indent="-285750" algn="l">
              <a:buFontTx/>
              <a:buChar char="-"/>
            </a:pPr>
            <a:r>
              <a:rPr lang="ja-JP" altLang="en-US" sz="1400" dirty="0">
                <a:latin typeface="Meiryo UI" panose="020B0604030504040204" pitchFamily="50" charset="-128"/>
                <a:ea typeface="Meiryo UI" panose="020B0604030504040204" pitchFamily="50" charset="-128"/>
                <a:cs typeface="Meiryo UI" pitchFamily="50" charset="-128"/>
              </a:rPr>
              <a:t>全ての施策については、マスク</a:t>
            </a:r>
            <a:r>
              <a:rPr lang="en-US" altLang="ja-JP" sz="1400" dirty="0">
                <a:latin typeface="Meiryo UI" panose="020B0604030504040204" pitchFamily="50" charset="-128"/>
                <a:ea typeface="Meiryo UI" panose="020B0604030504040204" pitchFamily="50" charset="-128"/>
                <a:cs typeface="Meiryo UI" pitchFamily="50" charset="-128"/>
              </a:rPr>
              <a:t>HEX</a:t>
            </a:r>
            <a:r>
              <a:rPr lang="ja-JP" altLang="en-US" sz="1400" dirty="0">
                <a:latin typeface="Meiryo UI" panose="020B0604030504040204" pitchFamily="50" charset="-128"/>
                <a:ea typeface="Meiryo UI" panose="020B0604030504040204" pitchFamily="50" charset="-128"/>
                <a:cs typeface="Meiryo UI" pitchFamily="50" charset="-128"/>
              </a:rPr>
              <a:t>発行前に完了させること。</a:t>
            </a:r>
            <a:endParaRPr lang="en-US" altLang="ja-JP" sz="1400" dirty="0">
              <a:latin typeface="Meiryo UI" panose="020B0604030504040204" pitchFamily="50" charset="-128"/>
              <a:ea typeface="Meiryo UI" panose="020B0604030504040204" pitchFamily="50" charset="-128"/>
              <a:cs typeface="Meiryo UI" pitchFamily="50" charset="-128"/>
            </a:endParaRPr>
          </a:p>
        </p:txBody>
      </p:sp>
      <p:graphicFrame>
        <p:nvGraphicFramePr>
          <p:cNvPr id="2" name="表 1"/>
          <p:cNvGraphicFramePr>
            <a:graphicFrameLocks noGrp="1"/>
          </p:cNvGraphicFramePr>
          <p:nvPr>
            <p:extLst>
              <p:ext uri="{D42A27DB-BD31-4B8C-83A1-F6EECF244321}">
                <p14:modId xmlns:p14="http://schemas.microsoft.com/office/powerpoint/2010/main" val="4273499954"/>
              </p:ext>
            </p:extLst>
          </p:nvPr>
        </p:nvGraphicFramePr>
        <p:xfrm>
          <a:off x="191890" y="1552471"/>
          <a:ext cx="8851708" cy="2072640"/>
        </p:xfrm>
        <a:graphic>
          <a:graphicData uri="http://schemas.openxmlformats.org/drawingml/2006/table">
            <a:tbl>
              <a:tblPr firstRow="1" bandRow="1">
                <a:tableStyleId>{5940675A-B579-460E-94D1-54222C63F5DA}</a:tableStyleId>
              </a:tblPr>
              <a:tblGrid>
                <a:gridCol w="2138190">
                  <a:extLst>
                    <a:ext uri="{9D8B030D-6E8A-4147-A177-3AD203B41FA5}">
                      <a16:colId xmlns:a16="http://schemas.microsoft.com/office/drawing/2014/main" val="208362973"/>
                    </a:ext>
                  </a:extLst>
                </a:gridCol>
                <a:gridCol w="3021849">
                  <a:extLst>
                    <a:ext uri="{9D8B030D-6E8A-4147-A177-3AD203B41FA5}">
                      <a16:colId xmlns:a16="http://schemas.microsoft.com/office/drawing/2014/main" val="2304362547"/>
                    </a:ext>
                  </a:extLst>
                </a:gridCol>
                <a:gridCol w="1751975">
                  <a:extLst>
                    <a:ext uri="{9D8B030D-6E8A-4147-A177-3AD203B41FA5}">
                      <a16:colId xmlns:a16="http://schemas.microsoft.com/office/drawing/2014/main" val="669591786"/>
                    </a:ext>
                  </a:extLst>
                </a:gridCol>
                <a:gridCol w="1939694">
                  <a:extLst>
                    <a:ext uri="{9D8B030D-6E8A-4147-A177-3AD203B41FA5}">
                      <a16:colId xmlns:a16="http://schemas.microsoft.com/office/drawing/2014/main" val="3394803527"/>
                    </a:ext>
                  </a:extLst>
                </a:gridCol>
              </a:tblGrid>
              <a:tr h="296862">
                <a:tc>
                  <a:txBody>
                    <a:bodyPr/>
                    <a:lstStyle/>
                    <a:p>
                      <a:r>
                        <a:rPr kumimoji="1" lang="ja-JP" altLang="en-US" sz="1400">
                          <a:solidFill>
                            <a:schemeClr val="tx1"/>
                          </a:solidFill>
                          <a:latin typeface="Meiryo UI" panose="020B0604030504040204" pitchFamily="50" charset="-128"/>
                          <a:ea typeface="Meiryo UI" panose="020B0604030504040204" pitchFamily="50" charset="-128"/>
                        </a:rPr>
                        <a:t>施策の目的</a:t>
                      </a:r>
                    </a:p>
                  </a:txBody>
                  <a:tcPr/>
                </a:tc>
                <a:tc>
                  <a:txBody>
                    <a:bodyPr/>
                    <a:lstStyle/>
                    <a:p>
                      <a:r>
                        <a:rPr kumimoji="1" lang="ja-JP" altLang="en-US" sz="1400">
                          <a:solidFill>
                            <a:schemeClr val="tx1"/>
                          </a:solidFill>
                          <a:latin typeface="Meiryo UI" panose="020B0604030504040204" pitchFamily="50" charset="-128"/>
                          <a:ea typeface="Meiryo UI" panose="020B0604030504040204" pitchFamily="50" charset="-128"/>
                        </a:rPr>
                        <a:t>再発防止ツール</a:t>
                      </a:r>
                    </a:p>
                  </a:txBody>
                  <a:tcPr/>
                </a:tc>
                <a:tc>
                  <a:txBody>
                    <a:bodyPr/>
                    <a:lstStyle/>
                    <a:p>
                      <a:r>
                        <a:rPr kumimoji="1" lang="ja-JP" altLang="en-US" sz="1400">
                          <a:solidFill>
                            <a:schemeClr val="tx1"/>
                          </a:solidFill>
                          <a:latin typeface="Meiryo UI" panose="020B0604030504040204" pitchFamily="50" charset="-128"/>
                          <a:ea typeface="Meiryo UI" panose="020B0604030504040204" pitchFamily="50" charset="-128"/>
                        </a:rPr>
                        <a:t>報告タイミング</a:t>
                      </a:r>
                    </a:p>
                  </a:txBody>
                  <a:tcPr/>
                </a:tc>
                <a:tc>
                  <a:txBody>
                    <a:bodyPr/>
                    <a:lstStyle/>
                    <a:p>
                      <a:r>
                        <a:rPr kumimoji="1" lang="ja-JP" altLang="en-US" sz="1400">
                          <a:solidFill>
                            <a:schemeClr val="tx1"/>
                          </a:solidFill>
                          <a:latin typeface="Meiryo UI" panose="020B0604030504040204" pitchFamily="50" charset="-128"/>
                          <a:ea typeface="Meiryo UI" panose="020B0604030504040204" pitchFamily="50" charset="-128"/>
                        </a:rPr>
                        <a:t>報告資料（例）</a:t>
                      </a:r>
                    </a:p>
                  </a:txBody>
                  <a:tcPr/>
                </a:tc>
                <a:extLst>
                  <a:ext uri="{0D108BD9-81ED-4DB2-BD59-A6C34878D82A}">
                    <a16:rowId xmlns:a16="http://schemas.microsoft.com/office/drawing/2014/main" val="1843441020"/>
                  </a:ext>
                </a:extLst>
              </a:tr>
              <a:tr h="29686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400">
                          <a:solidFill>
                            <a:schemeClr val="tx1"/>
                          </a:solidFill>
                          <a:latin typeface="Meiryo UI" panose="020B0604030504040204" pitchFamily="50" charset="-128"/>
                          <a:ea typeface="Meiryo UI" panose="020B0604030504040204" pitchFamily="50" charset="-128"/>
                        </a:rPr>
                        <a:t>学習機能設定指針反映確認</a:t>
                      </a:r>
                      <a:endParaRPr lang="en-US" altLang="ja-JP" sz="1400">
                        <a:solidFill>
                          <a:schemeClr val="tx1"/>
                        </a:solidFill>
                        <a:latin typeface="Meiryo UI" panose="020B0604030504040204" pitchFamily="50" charset="-128"/>
                        <a:ea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sz="1400">
                        <a:solidFill>
                          <a:schemeClr val="tx1"/>
                        </a:solidFill>
                        <a:latin typeface="Meiryo UI" panose="020B0604030504040204" pitchFamily="50" charset="-128"/>
                        <a:ea typeface="Meiryo UI" panose="020B0604030504040204" pitchFamily="50" charset="-128"/>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400">
                          <a:solidFill>
                            <a:schemeClr val="tx1"/>
                          </a:solidFill>
                          <a:latin typeface="Meiryo UI" panose="020B0604030504040204" pitchFamily="50" charset="-128"/>
                          <a:ea typeface="Meiryo UI" panose="020B0604030504040204" pitchFamily="50" charset="-128"/>
                        </a:rPr>
                        <a:t>設定指針反映完了宣言書</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a:solidFill>
                            <a:schemeClr val="tx1"/>
                          </a:solidFill>
                          <a:latin typeface="Meiryo UI" panose="020B0604030504040204" pitchFamily="50" charset="-128"/>
                          <a:ea typeface="Meiryo UI" panose="020B0604030504040204" pitchFamily="50" charset="-128"/>
                        </a:rPr>
                        <a:t>Expert</a:t>
                      </a:r>
                      <a:r>
                        <a:rPr kumimoji="1" lang="ja-JP" altLang="en-US" sz="1400">
                          <a:solidFill>
                            <a:schemeClr val="tx1"/>
                          </a:solidFill>
                          <a:latin typeface="Meiryo UI" panose="020B0604030504040204" pitchFamily="50" charset="-128"/>
                          <a:ea typeface="Meiryo UI" panose="020B0604030504040204" pitchFamily="50" charset="-128"/>
                        </a:rPr>
                        <a:t> </a:t>
                      </a:r>
                      <a:r>
                        <a:rPr kumimoji="1" lang="en-US" altLang="ja-JP" sz="1400">
                          <a:solidFill>
                            <a:schemeClr val="tx1"/>
                          </a:solidFill>
                          <a:latin typeface="Meiryo UI" panose="020B0604030504040204" pitchFamily="50" charset="-128"/>
                          <a:ea typeface="Meiryo UI" panose="020B0604030504040204" pitchFamily="50" charset="-128"/>
                        </a:rPr>
                        <a:t>meeting</a:t>
                      </a:r>
                      <a:endParaRPr kumimoji="1" lang="ja-JP" altLang="en-US" sz="1400">
                        <a:solidFill>
                          <a:schemeClr val="tx1"/>
                        </a:solidFill>
                        <a:latin typeface="Meiryo UI" panose="020B0604030504040204" pitchFamily="50" charset="-128"/>
                        <a:ea typeface="Meiryo UI" panose="020B0604030504040204" pitchFamily="50" charset="-128"/>
                      </a:endParaRPr>
                    </a:p>
                  </a:txBody>
                  <a:tcPr/>
                </a:tc>
                <a:tc>
                  <a:txBody>
                    <a:bodyPr/>
                    <a:lstStyle/>
                    <a:p>
                      <a:r>
                        <a:rPr kumimoji="1" lang="ja-JP" altLang="en-US" sz="1200" baseline="0">
                          <a:solidFill>
                            <a:schemeClr val="tx1"/>
                          </a:solidFill>
                          <a:latin typeface="Meiryo UI" panose="020B0604030504040204" pitchFamily="50" charset="-128"/>
                          <a:ea typeface="Meiryo UI" panose="020B0604030504040204" pitchFamily="50" charset="-128"/>
                        </a:rPr>
                        <a:t>参照：“</a:t>
                      </a:r>
                      <a:r>
                        <a:rPr kumimoji="1" lang="en-US" altLang="ja-JP" sz="1200" baseline="0">
                          <a:solidFill>
                            <a:schemeClr val="tx1"/>
                          </a:solidFill>
                          <a:latin typeface="Meiryo UI" panose="020B0604030504040204" pitchFamily="50" charset="-128"/>
                          <a:ea typeface="Meiryo UI" panose="020B0604030504040204" pitchFamily="50" charset="-128"/>
                        </a:rPr>
                        <a:t>Completion Declaration of Setting Concept reflection_sample</a:t>
                      </a:r>
                      <a:r>
                        <a:rPr kumimoji="1" lang="ja-JP" altLang="en-US" sz="1200" baseline="0">
                          <a:solidFill>
                            <a:schemeClr val="tx1"/>
                          </a:solidFill>
                          <a:latin typeface="Meiryo UI" panose="020B0604030504040204" pitchFamily="50" charset="-128"/>
                          <a:ea typeface="Meiryo UI" panose="020B0604030504040204" pitchFamily="50" charset="-128"/>
                        </a:rPr>
                        <a:t>”</a:t>
                      </a:r>
                    </a:p>
                  </a:txBody>
                  <a:tcPr/>
                </a:tc>
                <a:extLst>
                  <a:ext uri="{0D108BD9-81ED-4DB2-BD59-A6C34878D82A}">
                    <a16:rowId xmlns:a16="http://schemas.microsoft.com/office/drawing/2014/main" val="2005168775"/>
                  </a:ext>
                </a:extLst>
              </a:tr>
              <a:tr h="296862">
                <a:tc>
                  <a:txBody>
                    <a:bodyPr/>
                    <a:lstStyle/>
                    <a:p>
                      <a:r>
                        <a:rPr kumimoji="1" lang="ja-JP" altLang="en-US" sz="1400" dirty="0">
                          <a:solidFill>
                            <a:schemeClr val="tx1"/>
                          </a:solidFill>
                          <a:latin typeface="Meiryo UI" panose="020B0604030504040204" pitchFamily="50" charset="-128"/>
                          <a:ea typeface="Meiryo UI" panose="020B0604030504040204" pitchFamily="50" charset="-128"/>
                        </a:rPr>
                        <a:t>ベース機種からの</a:t>
                      </a:r>
                      <a:r>
                        <a:rPr kumimoji="1" lang="en-US" altLang="ja-JP" sz="1400" dirty="0">
                          <a:solidFill>
                            <a:schemeClr val="tx1"/>
                          </a:solidFill>
                          <a:latin typeface="Meiryo UI" panose="020B0604030504040204" pitchFamily="50" charset="-128"/>
                          <a:ea typeface="Meiryo UI" panose="020B0604030504040204" pitchFamily="50" charset="-128"/>
                        </a:rPr>
                        <a:t>OBD</a:t>
                      </a:r>
                      <a:r>
                        <a:rPr kumimoji="1" lang="ja-JP" altLang="en-US" sz="1400" dirty="0">
                          <a:solidFill>
                            <a:schemeClr val="tx1"/>
                          </a:solidFill>
                          <a:latin typeface="Meiryo UI" panose="020B0604030504040204" pitchFamily="50" charset="-128"/>
                          <a:ea typeface="Meiryo UI" panose="020B0604030504040204" pitchFamily="50" charset="-128"/>
                        </a:rPr>
                        <a:t>項目の適合値変更に対する</a:t>
                      </a:r>
                      <a:endParaRPr kumimoji="1" lang="en-US" altLang="ja-JP" sz="1400" dirty="0">
                        <a:solidFill>
                          <a:schemeClr val="tx1"/>
                        </a:solidFill>
                        <a:latin typeface="Meiryo UI" panose="020B0604030504040204" pitchFamily="50" charset="-128"/>
                        <a:ea typeface="Meiryo UI" panose="020B0604030504040204" pitchFamily="50" charset="-128"/>
                      </a:endParaRPr>
                    </a:p>
                    <a:p>
                      <a:r>
                        <a:rPr kumimoji="1" lang="ja-JP" altLang="en-US" sz="1400" dirty="0">
                          <a:solidFill>
                            <a:schemeClr val="tx1"/>
                          </a:solidFill>
                          <a:latin typeface="Meiryo UI" panose="020B0604030504040204" pitchFamily="50" charset="-128"/>
                          <a:ea typeface="Meiryo UI" panose="020B0604030504040204" pitchFamily="50" charset="-128"/>
                        </a:rPr>
                        <a:t>影響分析と妥当性の確認</a:t>
                      </a:r>
                      <a:endParaRPr kumimoji="1" lang="en-US" altLang="ja-JP" sz="1400" dirty="0">
                        <a:solidFill>
                          <a:schemeClr val="tx1"/>
                        </a:solidFill>
                        <a:latin typeface="Meiryo UI" panose="020B0604030504040204" pitchFamily="50" charset="-128"/>
                        <a:ea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sz="1400" dirty="0">
                        <a:solidFill>
                          <a:schemeClr val="tx1"/>
                        </a:solidFill>
                        <a:latin typeface="Meiryo UI" panose="020B0604030504040204" pitchFamily="50" charset="-128"/>
                        <a:ea typeface="Meiryo UI" panose="020B0604030504040204" pitchFamily="50" charset="-128"/>
                      </a:endParaRPr>
                    </a:p>
                  </a:txBody>
                  <a:tcPr/>
                </a:tc>
                <a:tc>
                  <a:txBody>
                    <a:bodyPr/>
                    <a:lstStyle/>
                    <a:p>
                      <a:r>
                        <a:rPr kumimoji="1" lang="en-US" altLang="ja-JP" sz="1400">
                          <a:solidFill>
                            <a:schemeClr val="tx1"/>
                          </a:solidFill>
                          <a:latin typeface="Meiryo UI" panose="020B0604030504040204" pitchFamily="50" charset="-128"/>
                          <a:ea typeface="Meiryo UI" panose="020B0604030504040204" pitchFamily="50" charset="-128"/>
                        </a:rPr>
                        <a:t>OBD</a:t>
                      </a:r>
                      <a:r>
                        <a:rPr kumimoji="1" lang="ja-JP" altLang="en-US" sz="1400">
                          <a:solidFill>
                            <a:schemeClr val="tx1"/>
                          </a:solidFill>
                          <a:latin typeface="Meiryo UI" panose="020B0604030504040204" pitchFamily="50" charset="-128"/>
                          <a:ea typeface="Meiryo UI" panose="020B0604030504040204" pitchFamily="50" charset="-128"/>
                        </a:rPr>
                        <a:t> </a:t>
                      </a:r>
                      <a:r>
                        <a:rPr kumimoji="1" lang="en-US" altLang="ja-JP" sz="1400">
                          <a:solidFill>
                            <a:schemeClr val="tx1"/>
                          </a:solidFill>
                          <a:latin typeface="Meiryo UI" panose="020B0604030504040204" pitchFamily="50" charset="-128"/>
                          <a:ea typeface="Meiryo UI" panose="020B0604030504040204" pitchFamily="50" charset="-128"/>
                        </a:rPr>
                        <a:t>Joint</a:t>
                      </a:r>
                      <a:r>
                        <a:rPr kumimoji="1" lang="ja-JP" altLang="en-US" sz="1400">
                          <a:solidFill>
                            <a:schemeClr val="tx1"/>
                          </a:solidFill>
                          <a:latin typeface="Meiryo UI" panose="020B0604030504040204" pitchFamily="50" charset="-128"/>
                          <a:ea typeface="Meiryo UI" panose="020B0604030504040204" pitchFamily="50" charset="-128"/>
                        </a:rPr>
                        <a:t> レヴュー</a:t>
                      </a:r>
                      <a:endParaRPr kumimoji="1" lang="en-US" altLang="ja-JP" sz="1400">
                        <a:solidFill>
                          <a:schemeClr val="tx1"/>
                        </a:solidFill>
                        <a:latin typeface="Meiryo UI" panose="020B0604030504040204" pitchFamily="50" charset="-128"/>
                        <a:ea typeface="Meiryo UI" panose="020B0604030504040204" pitchFamily="50" charset="-128"/>
                      </a:endParaRPr>
                    </a:p>
                    <a:p>
                      <a:r>
                        <a:rPr kumimoji="1" lang="ja-JP" altLang="en-US" sz="1400">
                          <a:solidFill>
                            <a:schemeClr val="tx1"/>
                          </a:solidFill>
                          <a:latin typeface="Meiryo UI" panose="020B0604030504040204" pitchFamily="50" charset="-128"/>
                          <a:ea typeface="Meiryo UI" panose="020B0604030504040204" pitchFamily="50" charset="-128"/>
                        </a:rPr>
                        <a:t>上流適合チームも含めたレビューの実施</a:t>
                      </a:r>
                      <a:endParaRPr kumimoji="1" lang="en-US" altLang="ja-JP" sz="1400">
                        <a:solidFill>
                          <a:schemeClr val="tx1"/>
                        </a:solidFill>
                        <a:latin typeface="Meiryo UI" panose="020B0604030504040204" pitchFamily="50" charset="-128"/>
                        <a:ea typeface="Meiryo UI" panose="020B0604030504040204" pitchFamily="50" charset="-128"/>
                      </a:endParaRPr>
                    </a:p>
                    <a:p>
                      <a:r>
                        <a:rPr kumimoji="1" lang="ja-JP" altLang="en-US" sz="1400">
                          <a:solidFill>
                            <a:schemeClr val="tx1"/>
                          </a:solidFill>
                          <a:latin typeface="Meiryo UI" panose="020B0604030504040204" pitchFamily="50" charset="-128"/>
                          <a:ea typeface="Meiryo UI" panose="020B0604030504040204" pitchFamily="50" charset="-128"/>
                        </a:rPr>
                        <a:t>と変更に伴うリスクの抽出とネガ確認</a:t>
                      </a:r>
                      <a:endParaRPr kumimoji="1" lang="en-US" altLang="ja-JP" sz="1400">
                        <a:solidFill>
                          <a:schemeClr val="tx1"/>
                        </a:solidFill>
                        <a:latin typeface="Meiryo UI" panose="020B0604030504040204" pitchFamily="50" charset="-128"/>
                        <a:ea typeface="Meiryo UI" panose="020B0604030504040204" pitchFamily="50" charset="-128"/>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a:solidFill>
                            <a:schemeClr val="tx1"/>
                          </a:solidFill>
                          <a:latin typeface="Meiryo UI" panose="020B0604030504040204" pitchFamily="50" charset="-128"/>
                          <a:ea typeface="Meiryo UI" panose="020B0604030504040204" pitchFamily="50" charset="-128"/>
                        </a:rPr>
                        <a:t>Expert</a:t>
                      </a:r>
                      <a:r>
                        <a:rPr kumimoji="1" lang="ja-JP" altLang="en-US" sz="1400">
                          <a:solidFill>
                            <a:schemeClr val="tx1"/>
                          </a:solidFill>
                          <a:latin typeface="Meiryo UI" panose="020B0604030504040204" pitchFamily="50" charset="-128"/>
                          <a:ea typeface="Meiryo UI" panose="020B0604030504040204" pitchFamily="50" charset="-128"/>
                        </a:rPr>
                        <a:t> </a:t>
                      </a:r>
                      <a:r>
                        <a:rPr kumimoji="1" lang="en-US" altLang="ja-JP" sz="1400">
                          <a:solidFill>
                            <a:schemeClr val="tx1"/>
                          </a:solidFill>
                          <a:latin typeface="Meiryo UI" panose="020B0604030504040204" pitchFamily="50" charset="-128"/>
                          <a:ea typeface="Meiryo UI" panose="020B0604030504040204" pitchFamily="50" charset="-128"/>
                        </a:rPr>
                        <a:t>meeting</a:t>
                      </a:r>
                      <a:endParaRPr kumimoji="1" lang="ja-JP" altLang="en-US" sz="1400">
                        <a:solidFill>
                          <a:schemeClr val="tx1"/>
                        </a:solidFill>
                        <a:latin typeface="Meiryo UI" panose="020B0604030504040204" pitchFamily="50" charset="-128"/>
                        <a:ea typeface="Meiryo UI" panose="020B0604030504040204" pitchFamily="50" charset="-128"/>
                      </a:endParaRPr>
                    </a:p>
                  </a:txBody>
                  <a:tcPr/>
                </a:tc>
                <a:tc>
                  <a:txBody>
                    <a:bodyPr/>
                    <a:lstStyle/>
                    <a:p>
                      <a:r>
                        <a:rPr kumimoji="1" lang="en-US" altLang="ja-JP" sz="1400" dirty="0">
                          <a:solidFill>
                            <a:schemeClr val="tx1"/>
                          </a:solidFill>
                          <a:latin typeface="Meiryo UI" panose="020B0604030504040204" pitchFamily="50" charset="-128"/>
                          <a:ea typeface="Meiryo UI" panose="020B0604030504040204" pitchFamily="50" charset="-128"/>
                        </a:rPr>
                        <a:t>T.B.D.</a:t>
                      </a:r>
                    </a:p>
                    <a:p>
                      <a:r>
                        <a:rPr kumimoji="1" lang="ja-JP" altLang="en-US" sz="1400" dirty="0">
                          <a:solidFill>
                            <a:schemeClr val="tx1"/>
                          </a:solidFill>
                          <a:latin typeface="Meiryo UI" panose="020B0604030504040204" pitchFamily="50" charset="-128"/>
                          <a:ea typeface="Meiryo UI" panose="020B0604030504040204" pitchFamily="50" charset="-128"/>
                        </a:rPr>
                        <a:t>＊新アイテムの為、例題無し</a:t>
                      </a:r>
                    </a:p>
                  </a:txBody>
                  <a:tcPr/>
                </a:tc>
                <a:extLst>
                  <a:ext uri="{0D108BD9-81ED-4DB2-BD59-A6C34878D82A}">
                    <a16:rowId xmlns:a16="http://schemas.microsoft.com/office/drawing/2014/main" val="172324034"/>
                  </a:ext>
                </a:extLst>
              </a:tr>
            </a:tbl>
          </a:graphicData>
        </a:graphic>
      </p:graphicFrame>
      <p:sp>
        <p:nvSpPr>
          <p:cNvPr id="7" name="Text Box 2"/>
          <p:cNvSpPr txBox="1">
            <a:spLocks noChangeArrowheads="1"/>
          </p:cNvSpPr>
          <p:nvPr/>
        </p:nvSpPr>
        <p:spPr bwMode="auto">
          <a:xfrm>
            <a:off x="250829" y="96703"/>
            <a:ext cx="88931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1800" dirty="0">
                <a:solidFill>
                  <a:srgbClr val="FFFFFF"/>
                </a:solidFill>
                <a:latin typeface="Meiryo UI" panose="020B0604030504040204" pitchFamily="50" charset="-128"/>
                <a:ea typeface="Meiryo UI" panose="020B0604030504040204" pitchFamily="50" charset="-128"/>
                <a:cs typeface="Arial" pitchFamily="34" charset="0"/>
              </a:rPr>
              <a:t>17. EMS Report Maturity and Quality Verification (15/31)</a:t>
            </a:r>
            <a:endParaRPr lang="en-US" altLang="ja-JP" sz="1050" dirty="0">
              <a:solidFill>
                <a:srgbClr val="FFFFFF"/>
              </a:solidFill>
              <a:latin typeface="HGPｺﾞｼｯｸE" pitchFamily="50" charset="-128"/>
              <a:ea typeface="HGPｺﾞｼｯｸE" pitchFamily="50" charset="-128"/>
              <a:cs typeface="Arial" pitchFamily="34" charset="0"/>
            </a:endParaRPr>
          </a:p>
        </p:txBody>
      </p:sp>
    </p:spTree>
    <p:extLst>
      <p:ext uri="{BB962C8B-B14F-4D97-AF65-F5344CB8AC3E}">
        <p14:creationId xmlns:p14="http://schemas.microsoft.com/office/powerpoint/2010/main" val="3495890069"/>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テキスト ボックス 5"/>
          <p:cNvSpPr txBox="1"/>
          <p:nvPr/>
        </p:nvSpPr>
        <p:spPr>
          <a:xfrm>
            <a:off x="159389" y="666933"/>
            <a:ext cx="8803858" cy="3054682"/>
          </a:xfrm>
          <a:prstGeom prst="rect">
            <a:avLst/>
          </a:prstGeom>
          <a:noFill/>
        </p:spPr>
        <p:txBody>
          <a:bodyPr wrap="square" rtlCol="0">
            <a:spAutoFit/>
          </a:bodyPr>
          <a:lstStyle/>
          <a:p>
            <a:pPr marL="0" marR="0" lvl="0" indent="0" algn="l" defTabSz="914400" rtl="0" eaLnBrk="1" fontAlgn="base" latinLnBrk="0" hangingPunct="1">
              <a:lnSpc>
                <a:spcPct val="100000"/>
              </a:lnSpc>
              <a:spcBef>
                <a:spcPts val="300"/>
              </a:spcBef>
              <a:spcAft>
                <a:spcPct val="0"/>
              </a:spcAft>
              <a:buClrTx/>
              <a:buSzTx/>
              <a:buFontTx/>
              <a:buNone/>
              <a:tabLst/>
              <a:defRPr/>
            </a:pPr>
            <a:r>
              <a:rPr kumimoji="1" lang="en-US" altLang="ja-JP" sz="1600" b="1" i="0" u="sng"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Emission Equivalence Report</a:t>
            </a:r>
            <a:r>
              <a:rPr kumimoji="1" lang="en-US" altLang="ja-JP" sz="1600" b="0" i="0" u="sng"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 </a:t>
            </a:r>
          </a:p>
          <a:p>
            <a:pPr marL="0" marR="0" lvl="0" indent="0" algn="l" defTabSz="914400" rtl="0" eaLnBrk="1" fontAlgn="base" latinLnBrk="0" hangingPunct="1">
              <a:lnSpc>
                <a:spcPct val="100000"/>
              </a:lnSpc>
              <a:spcBef>
                <a:spcPts val="300"/>
              </a:spcBef>
              <a:spcAft>
                <a:spcPct val="0"/>
              </a:spcAft>
              <a:buClrTx/>
              <a:buSzTx/>
              <a:buFontTx/>
              <a:buNone/>
              <a:tabLst/>
              <a:defRPr/>
            </a:pPr>
            <a:r>
              <a:rPr kumimoji="1" lang="en-US" altLang="ja-JP"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Honda</a:t>
            </a:r>
            <a:r>
              <a:rPr kumimoji="1" lang="ja-JP" altLang="en-US"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 </a:t>
            </a:r>
            <a:r>
              <a:rPr kumimoji="1" lang="en-US" altLang="ja-JP"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request to issue the “emission equivalence report” if MP2 or later HEX is issued after MP1</a:t>
            </a:r>
            <a:r>
              <a:rPr kumimoji="1" lang="ja-JP" altLang="en-US"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 </a:t>
            </a:r>
            <a:r>
              <a:rPr kumimoji="1" lang="en-US" altLang="ja-JP"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HEX released, which in order to secure the emission equivalence of previous and current HEX.</a:t>
            </a:r>
          </a:p>
          <a:p>
            <a:pPr marL="0" marR="0" lvl="0" indent="0" algn="l" defTabSz="914400" rtl="0" eaLnBrk="1" fontAlgn="base" latinLnBrk="0" hangingPunct="1">
              <a:lnSpc>
                <a:spcPct val="100000"/>
              </a:lnSpc>
              <a:spcBef>
                <a:spcPts val="300"/>
              </a:spcBef>
              <a:spcAft>
                <a:spcPct val="0"/>
              </a:spcAft>
              <a:buClrTx/>
              <a:buSzTx/>
              <a:buFontTx/>
              <a:buNone/>
              <a:tabLst/>
              <a:defRPr/>
            </a:pPr>
            <a:r>
              <a:rPr kumimoji="1" lang="en-US" altLang="ja-JP"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If there are many market variant, most critical variant would be sufficient, can be discussed with Honda.</a:t>
            </a:r>
          </a:p>
          <a:p>
            <a:pPr marL="0" marR="0" lvl="0" indent="0" algn="l" defTabSz="914400" rtl="0" eaLnBrk="1" fontAlgn="base" latinLnBrk="0" hangingPunct="1">
              <a:lnSpc>
                <a:spcPct val="100000"/>
              </a:lnSpc>
              <a:spcBef>
                <a:spcPts val="300"/>
              </a:spcBef>
              <a:spcAft>
                <a:spcPct val="0"/>
              </a:spcAft>
              <a:buClrTx/>
              <a:buSzTx/>
              <a:buFontTx/>
              <a:buNone/>
              <a:tabLst/>
              <a:defRPr/>
            </a:pPr>
            <a:r>
              <a:rPr kumimoji="1" lang="en-US" altLang="ja-JP"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	These items must be included. (minimum items)</a:t>
            </a:r>
          </a:p>
          <a:p>
            <a:pPr marL="0" marR="0" lvl="0" indent="0" algn="l" defTabSz="914400" rtl="0" eaLnBrk="1" fontAlgn="base" latinLnBrk="0" hangingPunct="1">
              <a:lnSpc>
                <a:spcPct val="100000"/>
              </a:lnSpc>
              <a:spcBef>
                <a:spcPts val="300"/>
              </a:spcBef>
              <a:spcAft>
                <a:spcPct val="0"/>
              </a:spcAft>
              <a:buClrTx/>
              <a:buSzTx/>
              <a:buFontTx/>
              <a:buNone/>
              <a:tabLst/>
              <a:defRPr/>
            </a:pPr>
            <a:r>
              <a:rPr kumimoji="1" lang="en-US" altLang="ja-JP"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	1. Emission result of previous MP-HEX and current MP-HEX</a:t>
            </a:r>
          </a:p>
          <a:p>
            <a:pPr marL="0" marR="0" lvl="0" indent="0" algn="l" defTabSz="914400" rtl="0" eaLnBrk="1" fontAlgn="base" latinLnBrk="0" hangingPunct="1">
              <a:lnSpc>
                <a:spcPct val="100000"/>
              </a:lnSpc>
              <a:spcBef>
                <a:spcPts val="300"/>
              </a:spcBef>
              <a:spcAft>
                <a:spcPct val="0"/>
              </a:spcAft>
              <a:buClrTx/>
              <a:buSzTx/>
              <a:buFontTx/>
              <a:buNone/>
              <a:tabLst/>
              <a:defRPr/>
            </a:pPr>
            <a:r>
              <a:rPr kumimoji="1" lang="en-US" altLang="ja-JP"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	2. Comparison time</a:t>
            </a:r>
            <a:r>
              <a:rPr kumimoji="1" lang="ja-JP" altLang="en-US"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 </a:t>
            </a:r>
            <a:r>
              <a:rPr kumimoji="1" lang="en-US" altLang="ja-JP"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chart of current and previous model emission,</a:t>
            </a:r>
          </a:p>
          <a:p>
            <a:pPr marL="0" marR="0" lvl="0" indent="0" algn="l" defTabSz="914400" rtl="0" eaLnBrk="1" fontAlgn="base" latinLnBrk="0" hangingPunct="1">
              <a:lnSpc>
                <a:spcPct val="100000"/>
              </a:lnSpc>
              <a:spcBef>
                <a:spcPts val="300"/>
              </a:spcBef>
              <a:spcAft>
                <a:spcPct val="0"/>
              </a:spcAft>
              <a:buClrTx/>
              <a:buSzTx/>
              <a:buFontTx/>
              <a:buNone/>
              <a:tabLst/>
              <a:defRPr/>
            </a:pPr>
            <a:r>
              <a:rPr kumimoji="1" lang="en-US" altLang="ja-JP"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 	</a:t>
            </a:r>
            <a:r>
              <a:rPr kumimoji="1" lang="ja-JP" altLang="en-US"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       </a:t>
            </a:r>
            <a:r>
              <a:rPr kumimoji="1" lang="en-US" altLang="ja-JP"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CO, THC, NOx, PN, CO2 chart. If there is difference,</a:t>
            </a:r>
            <a:r>
              <a:rPr kumimoji="1" lang="ja-JP" altLang="en-US"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  </a:t>
            </a:r>
            <a:r>
              <a:rPr kumimoji="1" lang="en-US" altLang="ja-JP"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please add analysis</a:t>
            </a:r>
          </a:p>
          <a:p>
            <a:pPr marL="0" marR="0" lvl="0" indent="0" algn="l" defTabSz="914400" rtl="0" eaLnBrk="1" fontAlgn="base" latinLnBrk="0" hangingPunct="1">
              <a:lnSpc>
                <a:spcPct val="100000"/>
              </a:lnSpc>
              <a:spcBef>
                <a:spcPts val="300"/>
              </a:spcBef>
              <a:spcAft>
                <a:spcPct val="0"/>
              </a:spcAft>
              <a:buClrTx/>
              <a:buSzTx/>
              <a:buFontTx/>
              <a:buNone/>
              <a:tabLst/>
              <a:defRPr/>
            </a:pPr>
            <a:r>
              <a:rPr kumimoji="1" lang="en-US" altLang="ja-JP"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	3. Conclusion, </a:t>
            </a:r>
          </a:p>
          <a:p>
            <a:pPr marL="0" marR="0" lvl="0" indent="0" algn="l" defTabSz="914400" rtl="0" eaLnBrk="1" fontAlgn="base" latinLnBrk="0" hangingPunct="1">
              <a:lnSpc>
                <a:spcPct val="100000"/>
              </a:lnSpc>
              <a:spcBef>
                <a:spcPts val="300"/>
              </a:spcBef>
              <a:spcAft>
                <a:spcPct val="0"/>
              </a:spcAft>
              <a:buClrTx/>
              <a:buSzTx/>
              <a:buFontTx/>
              <a:buNone/>
              <a:tabLst/>
              <a:defRPr/>
            </a:pPr>
            <a:endParaRPr kumimoji="1" lang="en-US" altLang="ja-JP"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a:p>
            <a:pPr marL="0" marR="0" lvl="0" indent="0" algn="l" defTabSz="914400" rtl="0" eaLnBrk="1" fontAlgn="base" latinLnBrk="0" hangingPunct="1">
              <a:lnSpc>
                <a:spcPct val="100000"/>
              </a:lnSpc>
              <a:spcBef>
                <a:spcPts val="300"/>
              </a:spcBef>
              <a:spcAft>
                <a:spcPct val="0"/>
              </a:spcAft>
              <a:buClrTx/>
              <a:buSzTx/>
              <a:buFontTx/>
              <a:buNone/>
              <a:tabLst/>
              <a:defRPr/>
            </a:pPr>
            <a:r>
              <a:rPr kumimoji="1" lang="en-US" altLang="ja-JP"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 Emission, fuel consumption equivalence can be discussed by</a:t>
            </a:r>
            <a:r>
              <a:rPr kumimoji="1" lang="ja-JP" altLang="en-US"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 </a:t>
            </a:r>
            <a:r>
              <a:rPr kumimoji="1" lang="en-US" altLang="ja-JP" sz="1400" b="0" i="0" u="none" strike="noStrike" kern="1200" cap="none" spc="0" normalizeH="0" baseline="0" noProof="0" dirty="0">
                <a:ln>
                  <a:noFill/>
                </a:ln>
                <a:solidFill>
                  <a:srgbClr val="0000FF"/>
                </a:solidFill>
                <a:effectLst/>
                <a:uLnTx/>
                <a:uFillTx/>
                <a:latin typeface="Meiryo UI" panose="020B0604030504040204" pitchFamily="50" charset="-128"/>
                <a:ea typeface="Meiryo UI" panose="020B0604030504040204" pitchFamily="50" charset="-128"/>
                <a:cs typeface="Arial" pitchFamily="34" charset="0"/>
              </a:rPr>
              <a:t>Bosch</a:t>
            </a:r>
            <a:r>
              <a:rPr kumimoji="1" lang="ja-JP" altLang="en-US" sz="1400" b="0" i="0" u="none" strike="noStrike" kern="1200" cap="none" spc="0" normalizeH="0" baseline="0" noProof="0" dirty="0">
                <a:ln>
                  <a:noFill/>
                </a:ln>
                <a:solidFill>
                  <a:srgbClr val="0000FF"/>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and Honda</a:t>
            </a:r>
          </a:p>
        </p:txBody>
      </p:sp>
      <p:sp>
        <p:nvSpPr>
          <p:cNvPr id="9" name="テキスト ボックス 8"/>
          <p:cNvSpPr txBox="1"/>
          <p:nvPr/>
        </p:nvSpPr>
        <p:spPr>
          <a:xfrm>
            <a:off x="159388" y="3791547"/>
            <a:ext cx="8803858" cy="2877711"/>
          </a:xfrm>
          <a:prstGeom prst="rect">
            <a:avLst/>
          </a:prstGeom>
          <a:noFill/>
        </p:spPr>
        <p:txBody>
          <a:bodyPr wrap="square" rtlCol="0">
            <a:spAutoFit/>
          </a:bodyPr>
          <a:lstStyle/>
          <a:p>
            <a:pPr marL="0" marR="0" lvl="0" indent="0" algn="l" defTabSz="914400" rtl="0" eaLnBrk="1" fontAlgn="base" latinLnBrk="0" hangingPunct="1">
              <a:lnSpc>
                <a:spcPct val="100000"/>
              </a:lnSpc>
              <a:spcBef>
                <a:spcPts val="300"/>
              </a:spcBef>
              <a:spcAft>
                <a:spcPct val="0"/>
              </a:spcAft>
              <a:buClrTx/>
              <a:buSzTx/>
              <a:buFontTx/>
              <a:buNone/>
              <a:tabLst/>
              <a:defRPr/>
            </a:pPr>
            <a:r>
              <a:rPr kumimoji="1" lang="ja-JP" altLang="en-US" sz="1600" b="1" i="0" u="sng"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エミッション同等証明レポート</a:t>
            </a:r>
            <a:endParaRPr kumimoji="1" lang="en-US" altLang="ja-JP" sz="1600" b="0" i="0" u="sng"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a:p>
            <a:pPr marL="0" marR="0" lvl="0" indent="0" algn="l" defTabSz="914400" rtl="0" eaLnBrk="1" fontAlgn="base" latinLnBrk="0" hangingPunct="1">
              <a:lnSpc>
                <a:spcPct val="100000"/>
              </a:lnSpc>
              <a:spcBef>
                <a:spcPts val="300"/>
              </a:spcBef>
              <a:spcAft>
                <a:spcPct val="0"/>
              </a:spcAft>
              <a:buClrTx/>
              <a:buSzTx/>
              <a:buFontTx/>
              <a:buNone/>
              <a:tabLst/>
              <a:defRPr/>
            </a:pPr>
            <a:r>
              <a:rPr kumimoji="1" lang="en-US" altLang="ja-JP"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MP1</a:t>
            </a:r>
            <a:r>
              <a:rPr kumimoji="1" lang="ja-JP" altLang="en-US"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 </a:t>
            </a:r>
            <a:r>
              <a:rPr kumimoji="1" lang="en-US" altLang="ja-JP"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HEX</a:t>
            </a:r>
            <a:r>
              <a:rPr kumimoji="1" lang="ja-JP" altLang="en-US"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リリース後、</a:t>
            </a:r>
            <a:r>
              <a:rPr kumimoji="1" lang="en-US" altLang="ja-JP"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MP2</a:t>
            </a:r>
            <a:r>
              <a:rPr kumimoji="1" lang="ja-JP" altLang="en-US"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以降の</a:t>
            </a:r>
            <a:r>
              <a:rPr kumimoji="1" lang="en-US" altLang="ja-JP"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HEX</a:t>
            </a:r>
            <a:r>
              <a:rPr kumimoji="1" lang="ja-JP" altLang="en-US"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を発行する場合、旧</a:t>
            </a:r>
            <a:r>
              <a:rPr kumimoji="1" lang="en-US" altLang="ja-JP"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MP-HEX</a:t>
            </a:r>
            <a:r>
              <a:rPr kumimoji="1" lang="ja-JP" altLang="en-US"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と新</a:t>
            </a:r>
            <a:r>
              <a:rPr kumimoji="1" lang="en-US" altLang="ja-JP"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MP-HEX</a:t>
            </a:r>
            <a:r>
              <a:rPr kumimoji="1" lang="ja-JP" altLang="en-US"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のエミッション同等性を保証するために</a:t>
            </a:r>
            <a:endParaRPr kumimoji="1" lang="en-US" altLang="ja-JP"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a:p>
            <a:pPr marL="0" marR="0" lvl="0" indent="0" algn="l" defTabSz="914400" rtl="0" eaLnBrk="1" fontAlgn="base" latinLnBrk="0" hangingPunct="1">
              <a:lnSpc>
                <a:spcPct val="100000"/>
              </a:lnSpc>
              <a:spcBef>
                <a:spcPts val="300"/>
              </a:spcBef>
              <a:spcAft>
                <a:spcPct val="0"/>
              </a:spcAft>
              <a:buClrTx/>
              <a:buSzTx/>
              <a:buFontTx/>
              <a:buNone/>
              <a:tabLst/>
              <a:defRPr/>
            </a:pPr>
            <a:r>
              <a:rPr kumimoji="1" lang="en-US" altLang="ja-JP"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a:t>
            </a:r>
            <a:r>
              <a:rPr kumimoji="1" lang="ja-JP" altLang="en-US"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エミッション同等証明レポート</a:t>
            </a:r>
            <a:r>
              <a:rPr kumimoji="1" lang="en-US" altLang="ja-JP"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a:t>
            </a:r>
            <a:r>
              <a:rPr kumimoji="1" lang="ja-JP" altLang="en-US"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を要求する。</a:t>
            </a:r>
            <a:endParaRPr kumimoji="1" lang="en-US" altLang="ja-JP"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a:p>
            <a:pPr marL="0" marR="0" lvl="0" indent="0" algn="l" defTabSz="914400" rtl="0" eaLnBrk="1" fontAlgn="base" latinLnBrk="0" hangingPunct="1">
              <a:lnSpc>
                <a:spcPct val="100000"/>
              </a:lnSpc>
              <a:spcBef>
                <a:spcPts val="300"/>
              </a:spcBef>
              <a:spcAft>
                <a:spcPct val="0"/>
              </a:spcAft>
              <a:buClrTx/>
              <a:buSzTx/>
              <a:buFontTx/>
              <a:buNone/>
              <a:tabLst/>
              <a:defRPr/>
            </a:pPr>
            <a:r>
              <a:rPr kumimoji="1" lang="ja-JP" altLang="en-US"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仕向けがいくつかある場合、最も厳しい条件での検証結果について</a:t>
            </a:r>
            <a:r>
              <a:rPr kumimoji="1" lang="en-US" altLang="ja-JP"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Honda</a:t>
            </a:r>
            <a:r>
              <a:rPr kumimoji="1" lang="ja-JP" altLang="en-US"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と議論する</a:t>
            </a:r>
            <a:endParaRPr kumimoji="1" lang="en-US" altLang="ja-JP"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a:p>
            <a:pPr marL="0" marR="0" lvl="0" indent="0" algn="l" defTabSz="914400" rtl="0" eaLnBrk="1" fontAlgn="base" latinLnBrk="0" hangingPunct="1">
              <a:lnSpc>
                <a:spcPct val="100000"/>
              </a:lnSpc>
              <a:spcBef>
                <a:spcPts val="300"/>
              </a:spcBef>
              <a:spcAft>
                <a:spcPct val="0"/>
              </a:spcAft>
              <a:buClrTx/>
              <a:buSzTx/>
              <a:buFontTx/>
              <a:buNone/>
              <a:tabLst/>
              <a:defRPr/>
            </a:pPr>
            <a:r>
              <a:rPr kumimoji="1" lang="en-US" altLang="ja-JP"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	</a:t>
            </a:r>
            <a:r>
              <a:rPr kumimoji="1" lang="ja-JP" altLang="en-US"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最低限、下記の項目を入れること</a:t>
            </a:r>
            <a:endParaRPr kumimoji="1" lang="en-US" altLang="ja-JP"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a:p>
            <a:pPr marL="0" marR="0" lvl="0" indent="0" algn="l" defTabSz="914400" rtl="0" eaLnBrk="1" fontAlgn="base" latinLnBrk="0" hangingPunct="1">
              <a:lnSpc>
                <a:spcPct val="100000"/>
              </a:lnSpc>
              <a:spcBef>
                <a:spcPts val="300"/>
              </a:spcBef>
              <a:spcAft>
                <a:spcPct val="0"/>
              </a:spcAft>
              <a:buClrTx/>
              <a:buSzTx/>
              <a:buFontTx/>
              <a:buNone/>
              <a:tabLst/>
              <a:defRPr/>
            </a:pPr>
            <a:r>
              <a:rPr kumimoji="1" lang="en-US" altLang="ja-JP"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	1. </a:t>
            </a:r>
            <a:r>
              <a:rPr kumimoji="1" lang="ja-JP" altLang="en-US"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旧</a:t>
            </a:r>
            <a:r>
              <a:rPr kumimoji="1" lang="en-US" altLang="ja-JP"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MP-HEX</a:t>
            </a:r>
            <a:r>
              <a:rPr kumimoji="1" lang="ja-JP" altLang="en-US"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と新</a:t>
            </a:r>
            <a:r>
              <a:rPr kumimoji="1" lang="en-US" altLang="ja-JP"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MP-HEX</a:t>
            </a:r>
            <a:r>
              <a:rPr kumimoji="1" lang="ja-JP" altLang="en-US"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との</a:t>
            </a:r>
            <a:r>
              <a:rPr kumimoji="1" lang="en-US" altLang="ja-JP"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EM</a:t>
            </a:r>
            <a:r>
              <a:rPr kumimoji="1" lang="ja-JP" altLang="en-US"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結果</a:t>
            </a:r>
            <a:endParaRPr kumimoji="1" lang="en-US" altLang="ja-JP"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a:p>
            <a:pPr marL="0" marR="0" lvl="0" indent="0" algn="l" defTabSz="914400" rtl="0" eaLnBrk="1" fontAlgn="base" latinLnBrk="0" hangingPunct="1">
              <a:lnSpc>
                <a:spcPct val="100000"/>
              </a:lnSpc>
              <a:spcBef>
                <a:spcPts val="300"/>
              </a:spcBef>
              <a:spcAft>
                <a:spcPct val="0"/>
              </a:spcAft>
              <a:buClrTx/>
              <a:buSzTx/>
              <a:buFontTx/>
              <a:buNone/>
              <a:tabLst/>
              <a:defRPr/>
            </a:pPr>
            <a:r>
              <a:rPr kumimoji="1" lang="en-US" altLang="ja-JP"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	2. EM</a:t>
            </a:r>
            <a:r>
              <a:rPr kumimoji="1" lang="ja-JP" altLang="en-US"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排出の比較（チャートグラフでの比較）</a:t>
            </a:r>
            <a:endParaRPr kumimoji="1" lang="en-US" altLang="ja-JP"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a:p>
            <a:pPr marL="0" marR="0" lvl="0" indent="0" algn="l" defTabSz="914400" rtl="0" eaLnBrk="1" fontAlgn="base" latinLnBrk="0" hangingPunct="1">
              <a:lnSpc>
                <a:spcPct val="100000"/>
              </a:lnSpc>
              <a:spcBef>
                <a:spcPts val="300"/>
              </a:spcBef>
              <a:spcAft>
                <a:spcPct val="0"/>
              </a:spcAft>
              <a:buClrTx/>
              <a:buSzTx/>
              <a:buFontTx/>
              <a:buNone/>
              <a:tabLst/>
              <a:defRPr/>
            </a:pPr>
            <a:r>
              <a:rPr kumimoji="1" lang="ja-JP" altLang="en-US"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                     </a:t>
            </a:r>
            <a:r>
              <a:rPr kumimoji="1" lang="en-US" altLang="ja-JP"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 CO, THC, NOx, PN, CO2 </a:t>
            </a:r>
            <a:r>
              <a:rPr kumimoji="1" lang="ja-JP" altLang="en-US"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チャート、その他 違いのある項目 解析をつけること</a:t>
            </a:r>
            <a:endParaRPr kumimoji="1" lang="en-US" altLang="ja-JP"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a:p>
            <a:pPr marL="0" marR="0" lvl="0" indent="0" algn="l" defTabSz="914400" rtl="0" eaLnBrk="1" fontAlgn="base" latinLnBrk="0" hangingPunct="1">
              <a:lnSpc>
                <a:spcPct val="100000"/>
              </a:lnSpc>
              <a:spcBef>
                <a:spcPts val="300"/>
              </a:spcBef>
              <a:spcAft>
                <a:spcPct val="0"/>
              </a:spcAft>
              <a:buClrTx/>
              <a:buSzTx/>
              <a:buFontTx/>
              <a:buNone/>
              <a:tabLst/>
              <a:defRPr/>
            </a:pPr>
            <a:r>
              <a:rPr kumimoji="1" lang="en-US" altLang="ja-JP"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	3. </a:t>
            </a:r>
            <a:r>
              <a:rPr kumimoji="1" lang="ja-JP" altLang="en-US"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結論</a:t>
            </a:r>
            <a:r>
              <a:rPr kumimoji="1" lang="en-US" altLang="ja-JP"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 </a:t>
            </a:r>
          </a:p>
          <a:p>
            <a:pPr marL="0" marR="0" lvl="0" indent="0" algn="l" defTabSz="914400" rtl="0" eaLnBrk="1" fontAlgn="base" latinLnBrk="0" hangingPunct="1">
              <a:lnSpc>
                <a:spcPct val="100000"/>
              </a:lnSpc>
              <a:spcBef>
                <a:spcPts val="300"/>
              </a:spcBef>
              <a:spcAft>
                <a:spcPct val="0"/>
              </a:spcAft>
              <a:buClrTx/>
              <a:buSzTx/>
              <a:buFontTx/>
              <a:buNone/>
              <a:tabLst/>
              <a:defRPr/>
            </a:pPr>
            <a:endParaRPr kumimoji="1" lang="en-US" altLang="ja-JP"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a:p>
            <a:pPr marL="0" marR="0" lvl="0" indent="0" algn="l" defTabSz="914400" rtl="0" eaLnBrk="1" fontAlgn="base" latinLnBrk="0" hangingPunct="1">
              <a:lnSpc>
                <a:spcPct val="100000"/>
              </a:lnSpc>
              <a:spcBef>
                <a:spcPts val="300"/>
              </a:spcBef>
              <a:spcAft>
                <a:spcPct val="0"/>
              </a:spcAft>
              <a:buClrTx/>
              <a:buSzTx/>
              <a:buFontTx/>
              <a:buNone/>
              <a:tabLst/>
              <a:defRPr/>
            </a:pPr>
            <a:r>
              <a:rPr kumimoji="1" lang="en-US" altLang="ja-JP"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 EM</a:t>
            </a:r>
            <a:r>
              <a:rPr kumimoji="1" lang="ja-JP" altLang="en-US"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、燃費同等については </a:t>
            </a:r>
            <a:r>
              <a:rPr kumimoji="1" lang="en-US" altLang="ja-JP" sz="1400" b="0" i="0" u="none" strike="noStrike" kern="1200" cap="none" spc="0" normalizeH="0" baseline="0" noProof="0" dirty="0">
                <a:ln>
                  <a:noFill/>
                </a:ln>
                <a:solidFill>
                  <a:srgbClr val="0000FF"/>
                </a:solidFill>
                <a:effectLst/>
                <a:uLnTx/>
                <a:uFillTx/>
                <a:latin typeface="Meiryo UI" panose="020B0604030504040204" pitchFamily="50" charset="-128"/>
                <a:ea typeface="Meiryo UI" panose="020B0604030504040204" pitchFamily="50" charset="-128"/>
                <a:cs typeface="Arial" pitchFamily="34" charset="0"/>
              </a:rPr>
              <a:t>Bosch</a:t>
            </a:r>
            <a:r>
              <a:rPr kumimoji="1" lang="ja-JP" altLang="en-US" sz="1400" b="0" i="0" u="none" strike="noStrike" kern="1200" cap="none" spc="0" normalizeH="0" baseline="0" noProof="0" dirty="0">
                <a:ln>
                  <a:noFill/>
                </a:ln>
                <a:solidFill>
                  <a:srgbClr val="0000FF"/>
                </a:solidFill>
                <a:effectLst/>
                <a:uLnTx/>
                <a:uFillTx/>
                <a:latin typeface="Meiryo UI" panose="020B0604030504040204" pitchFamily="50" charset="-128"/>
                <a:ea typeface="Meiryo UI" panose="020B0604030504040204" pitchFamily="50" charset="-128"/>
                <a:cs typeface="Arial" pitchFamily="34" charset="0"/>
              </a:rPr>
              <a:t> </a:t>
            </a:r>
            <a:r>
              <a:rPr kumimoji="1" lang="ja-JP" altLang="en-US"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と</a:t>
            </a:r>
            <a:r>
              <a:rPr kumimoji="1" lang="en-US" altLang="ja-JP"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Honda</a:t>
            </a:r>
            <a:r>
              <a:rPr kumimoji="1" lang="ja-JP" altLang="en-US"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で議論する</a:t>
            </a:r>
            <a:endParaRPr kumimoji="1" lang="en-US" altLang="ja-JP"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p:txBody>
      </p:sp>
      <p:sp>
        <p:nvSpPr>
          <p:cNvPr id="8" name="Text Box 2"/>
          <p:cNvSpPr txBox="1">
            <a:spLocks noChangeArrowheads="1"/>
          </p:cNvSpPr>
          <p:nvPr/>
        </p:nvSpPr>
        <p:spPr bwMode="auto">
          <a:xfrm>
            <a:off x="250831" y="96703"/>
            <a:ext cx="88931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800" b="0" i="0" u="none" strike="noStrike" kern="1200" cap="none" spc="0" normalizeH="0" baseline="0" noProof="0" dirty="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17. </a:t>
            </a:r>
            <a:r>
              <a:rPr lang="en-US" altLang="ja-JP" sz="1800" dirty="0">
                <a:solidFill>
                  <a:srgbClr val="FFFFFF"/>
                </a:solidFill>
                <a:latin typeface="Meiryo UI" panose="020B0604030504040204" pitchFamily="50" charset="-128"/>
                <a:ea typeface="Meiryo UI" panose="020B0604030504040204" pitchFamily="50" charset="-128"/>
                <a:cs typeface="Arial" pitchFamily="34" charset="0"/>
              </a:rPr>
              <a:t>EMS Report Maturity and Quality Verification </a:t>
            </a:r>
            <a:r>
              <a:rPr kumimoji="1" lang="en-US" altLang="ja-JP" sz="1800" b="0" i="0" u="none" strike="noStrike" kern="1200" cap="none" spc="0" normalizeH="0" baseline="0" noProof="0" dirty="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(16/31)</a:t>
            </a:r>
            <a:endParaRPr kumimoji="1" lang="en-US" altLang="ja-JP" sz="1050" b="0" i="0" u="none" strike="noStrike" kern="1200" cap="none" spc="0" normalizeH="0" baseline="0" noProof="0" dirty="0">
              <a:ln>
                <a:noFill/>
              </a:ln>
              <a:solidFill>
                <a:srgbClr val="FFFFFF"/>
              </a:solidFill>
              <a:effectLst/>
              <a:uLnTx/>
              <a:uFillTx/>
              <a:latin typeface="HGPｺﾞｼｯｸE" pitchFamily="50" charset="-128"/>
              <a:ea typeface="HGPｺﾞｼｯｸE" pitchFamily="50" charset="-128"/>
              <a:cs typeface="Arial" pitchFamily="34" charset="0"/>
            </a:endParaRPr>
          </a:p>
        </p:txBody>
      </p:sp>
    </p:spTree>
    <p:extLst>
      <p:ext uri="{BB962C8B-B14F-4D97-AF65-F5344CB8AC3E}">
        <p14:creationId xmlns:p14="http://schemas.microsoft.com/office/powerpoint/2010/main" val="1061513574"/>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テキスト ボックス 5"/>
          <p:cNvSpPr txBox="1"/>
          <p:nvPr/>
        </p:nvSpPr>
        <p:spPr>
          <a:xfrm>
            <a:off x="146326" y="524870"/>
            <a:ext cx="8749480" cy="838691"/>
          </a:xfrm>
          <a:prstGeom prst="rect">
            <a:avLst/>
          </a:prstGeom>
          <a:noFill/>
        </p:spPr>
        <p:txBody>
          <a:bodyPr wrap="square" rtlCol="0">
            <a:spAutoFit/>
          </a:bodyPr>
          <a:lstStyle/>
          <a:p>
            <a:pPr lvl="0" algn="l">
              <a:spcBef>
                <a:spcPts val="300"/>
              </a:spcBef>
              <a:defRPr/>
            </a:pPr>
            <a:r>
              <a:rPr lang="en-US" altLang="ja-JP" sz="1600" b="1" u="sng" dirty="0">
                <a:solidFill>
                  <a:srgbClr val="000000"/>
                </a:solidFill>
                <a:latin typeface="Meiryo UI" panose="020B0604030504040204" pitchFamily="50" charset="-128"/>
                <a:ea typeface="Meiryo UI" panose="020B0604030504040204" pitchFamily="50" charset="-128"/>
              </a:rPr>
              <a:t>Calibration Data Review Report</a:t>
            </a:r>
            <a:endParaRPr lang="en-US" altLang="ja-JP" sz="1600" baseline="0" dirty="0">
              <a:solidFill>
                <a:srgbClr val="000000"/>
              </a:solidFill>
              <a:latin typeface="Meiryo UI" panose="020B0604030504040204" pitchFamily="50" charset="-128"/>
              <a:ea typeface="Meiryo UI" panose="020B0604030504040204" pitchFamily="50" charset="-128"/>
            </a:endParaRPr>
          </a:p>
          <a:p>
            <a:pPr lvl="0" algn="l">
              <a:spcBef>
                <a:spcPts val="300"/>
              </a:spcBef>
              <a:defRPr/>
            </a:pPr>
            <a:r>
              <a:rPr lang="en-US" altLang="ja-JP" sz="1400" dirty="0">
                <a:solidFill>
                  <a:srgbClr val="000000"/>
                </a:solidFill>
                <a:latin typeface="Meiryo UI" panose="020B0604030504040204" pitchFamily="50" charset="-128"/>
                <a:ea typeface="Meiryo UI" panose="020B0604030504040204" pitchFamily="50" charset="-128"/>
              </a:rPr>
              <a:t>Non requirement calibration report to be issued with </a:t>
            </a:r>
            <a:r>
              <a:rPr lang="en-US" altLang="ja-JP" sz="1400" dirty="0" err="1">
                <a:solidFill>
                  <a:srgbClr val="000000"/>
                </a:solidFill>
                <a:latin typeface="Meiryo UI" panose="020B0604030504040204" pitchFamily="50" charset="-128"/>
                <a:ea typeface="Meiryo UI" panose="020B0604030504040204" pitchFamily="50" charset="-128"/>
              </a:rPr>
              <a:t>cal</a:t>
            </a:r>
            <a:r>
              <a:rPr lang="en-US" altLang="ja-JP" sz="1400" dirty="0">
                <a:solidFill>
                  <a:srgbClr val="000000"/>
                </a:solidFill>
                <a:latin typeface="Meiryo UI" panose="020B0604030504040204" pitchFamily="50" charset="-128"/>
                <a:ea typeface="Meiryo UI" panose="020B0604030504040204" pitchFamily="50" charset="-128"/>
              </a:rPr>
              <a:t> leader signature at expert meeting to show all calibration was validated and approved by calibration expert of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dirty="0">
                <a:solidFill>
                  <a:srgbClr val="000000"/>
                </a:solidFill>
                <a:latin typeface="Meiryo UI" panose="020B0604030504040204" pitchFamily="50" charset="-128"/>
                <a:ea typeface="Meiryo UI" panose="020B0604030504040204" pitchFamily="50" charset="-128"/>
              </a:rPr>
              <a:t>. </a:t>
            </a:r>
            <a:endParaRPr lang="en-US" altLang="ja-JP" sz="1400" baseline="0" dirty="0">
              <a:solidFill>
                <a:srgbClr val="000000"/>
              </a:solidFill>
              <a:latin typeface="Meiryo UI" panose="020B0604030504040204" pitchFamily="50" charset="-128"/>
              <a:ea typeface="Meiryo UI" panose="020B0604030504040204" pitchFamily="50" charset="-128"/>
            </a:endParaRPr>
          </a:p>
        </p:txBody>
      </p:sp>
      <p:sp>
        <p:nvSpPr>
          <p:cNvPr id="8" name="テキスト ボックス 7"/>
          <p:cNvSpPr txBox="1"/>
          <p:nvPr/>
        </p:nvSpPr>
        <p:spPr>
          <a:xfrm>
            <a:off x="146326" y="1446873"/>
            <a:ext cx="8749480" cy="877163"/>
          </a:xfrm>
          <a:prstGeom prst="rect">
            <a:avLst/>
          </a:prstGeom>
          <a:noFill/>
        </p:spPr>
        <p:txBody>
          <a:bodyPr wrap="square" rtlCol="0">
            <a:spAutoFit/>
          </a:bodyPr>
          <a:lstStyle/>
          <a:p>
            <a:pPr lvl="0" algn="l">
              <a:spcBef>
                <a:spcPts val="300"/>
              </a:spcBef>
              <a:defRPr/>
            </a:pPr>
            <a:r>
              <a:rPr lang="ja-JP" altLang="en-US" sz="1600" b="1" u="sng" dirty="0">
                <a:solidFill>
                  <a:srgbClr val="000000"/>
                </a:solidFill>
                <a:latin typeface="Meiryo UI" panose="020B0604030504040204" pitchFamily="50" charset="-128"/>
                <a:ea typeface="Meiryo UI" panose="020B0604030504040204" pitchFamily="50" charset="-128"/>
              </a:rPr>
              <a:t>適合データ検証レポート</a:t>
            </a:r>
            <a:endParaRPr lang="en-US" altLang="ja-JP" sz="1600" baseline="0" dirty="0">
              <a:solidFill>
                <a:srgbClr val="000000"/>
              </a:solidFill>
              <a:latin typeface="Meiryo UI" panose="020B0604030504040204" pitchFamily="50" charset="-128"/>
              <a:ea typeface="Meiryo UI" panose="020B0604030504040204" pitchFamily="50" charset="-128"/>
            </a:endParaRPr>
          </a:p>
          <a:p>
            <a:pPr lvl="0" algn="l">
              <a:spcBef>
                <a:spcPts val="300"/>
              </a:spcBef>
              <a:defRPr/>
            </a:pP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solidFill>
                  <a:srgbClr val="000000"/>
                </a:solidFill>
                <a:latin typeface="Meiryo UI" panose="020B0604030504040204" pitchFamily="50" charset="-128"/>
                <a:ea typeface="Meiryo UI" panose="020B0604030504040204" pitchFamily="50" charset="-128"/>
              </a:rPr>
              <a:t>の適合エキスパートにより実証されて承認されてから、エキスパートミーティングで提示された</a:t>
            </a:r>
            <a:endParaRPr lang="en-US" altLang="ja-JP" sz="1400" dirty="0">
              <a:solidFill>
                <a:srgbClr val="000000"/>
              </a:solidFill>
              <a:latin typeface="Meiryo UI" panose="020B0604030504040204" pitchFamily="50" charset="-128"/>
              <a:ea typeface="Meiryo UI" panose="020B0604030504040204" pitchFamily="50" charset="-128"/>
            </a:endParaRPr>
          </a:p>
          <a:p>
            <a:pPr lvl="0" algn="l">
              <a:spcBef>
                <a:spcPts val="300"/>
              </a:spcBef>
              <a:defRPr/>
            </a:pPr>
            <a:r>
              <a:rPr lang="ja-JP" altLang="en-US" sz="1400" dirty="0">
                <a:solidFill>
                  <a:srgbClr val="000000"/>
                </a:solidFill>
                <a:latin typeface="Meiryo UI" panose="020B0604030504040204" pitchFamily="50" charset="-128"/>
                <a:ea typeface="Meiryo UI" panose="020B0604030504040204" pitchFamily="50" charset="-128"/>
              </a:rPr>
              <a:t>「</a:t>
            </a:r>
            <a:r>
              <a:rPr lang="en-US" altLang="ja-JP" sz="1400" dirty="0">
                <a:solidFill>
                  <a:srgbClr val="000000"/>
                </a:solidFill>
                <a:latin typeface="Meiryo UI" panose="020B0604030504040204" pitchFamily="50" charset="-128"/>
                <a:ea typeface="Meiryo UI" panose="020B0604030504040204" pitchFamily="50" charset="-128"/>
              </a:rPr>
              <a:t>Non</a:t>
            </a:r>
            <a:r>
              <a:rPr lang="ja-JP" altLang="en-US" sz="1400" dirty="0">
                <a:solidFill>
                  <a:srgbClr val="000000"/>
                </a:solidFill>
                <a:latin typeface="Meiryo UI" panose="020B0604030504040204" pitchFamily="50" charset="-128"/>
                <a:ea typeface="Meiryo UI" panose="020B0604030504040204" pitchFamily="50" charset="-128"/>
              </a:rPr>
              <a:t> </a:t>
            </a:r>
            <a:r>
              <a:rPr lang="en-US" altLang="ja-JP" sz="1400" dirty="0">
                <a:solidFill>
                  <a:srgbClr val="000000"/>
                </a:solidFill>
                <a:latin typeface="Meiryo UI" panose="020B0604030504040204" pitchFamily="50" charset="-128"/>
                <a:ea typeface="Meiryo UI" panose="020B0604030504040204" pitchFamily="50" charset="-128"/>
              </a:rPr>
              <a:t>requirement</a:t>
            </a:r>
            <a:r>
              <a:rPr lang="ja-JP" altLang="en-US" sz="1400" dirty="0">
                <a:solidFill>
                  <a:srgbClr val="000000"/>
                </a:solidFill>
                <a:latin typeface="Meiryo UI" panose="020B0604030504040204" pitchFamily="50" charset="-128"/>
                <a:ea typeface="Meiryo UI" panose="020B0604030504040204" pitchFamily="50" charset="-128"/>
              </a:rPr>
              <a:t> 適合レポート」は適合リーダーのサイン入りで発行されること。</a:t>
            </a:r>
            <a:endParaRPr lang="en-US" altLang="ja-JP" sz="1400" dirty="0">
              <a:solidFill>
                <a:srgbClr val="000000"/>
              </a:solidFill>
              <a:latin typeface="Meiryo UI" panose="020B0604030504040204" pitchFamily="50" charset="-128"/>
              <a:ea typeface="Meiryo UI" panose="020B0604030504040204" pitchFamily="50" charset="-128"/>
            </a:endParaRPr>
          </a:p>
        </p:txBody>
      </p:sp>
      <p:sp>
        <p:nvSpPr>
          <p:cNvPr id="13" name="Text Box 2"/>
          <p:cNvSpPr txBox="1">
            <a:spLocks noChangeArrowheads="1"/>
          </p:cNvSpPr>
          <p:nvPr/>
        </p:nvSpPr>
        <p:spPr bwMode="auto">
          <a:xfrm>
            <a:off x="250829" y="96703"/>
            <a:ext cx="88931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1800" dirty="0">
                <a:solidFill>
                  <a:srgbClr val="FFFFFF"/>
                </a:solidFill>
                <a:latin typeface="Meiryo UI" panose="020B0604030504040204" pitchFamily="50" charset="-128"/>
                <a:ea typeface="Meiryo UI" panose="020B0604030504040204" pitchFamily="50" charset="-128"/>
                <a:cs typeface="Arial" pitchFamily="34" charset="0"/>
              </a:rPr>
              <a:t>17. EMS Report Maturity and Quality Verification (17/31)</a:t>
            </a:r>
            <a:endParaRPr lang="en-US" altLang="ja-JP" sz="1050" dirty="0">
              <a:solidFill>
                <a:srgbClr val="FFFFFF"/>
              </a:solidFill>
              <a:latin typeface="HGPｺﾞｼｯｸE" pitchFamily="50" charset="-128"/>
              <a:ea typeface="HGPｺﾞｼｯｸE" pitchFamily="50" charset="-128"/>
              <a:cs typeface="Arial" pitchFamily="34" charset="0"/>
            </a:endParaRPr>
          </a:p>
        </p:txBody>
      </p:sp>
      <p:sp>
        <p:nvSpPr>
          <p:cNvPr id="11" name="Rectangle 13"/>
          <p:cNvSpPr>
            <a:spLocks noChangeArrowheads="1"/>
          </p:cNvSpPr>
          <p:nvPr/>
        </p:nvSpPr>
        <p:spPr bwMode="auto">
          <a:xfrm>
            <a:off x="34930" y="2963930"/>
            <a:ext cx="9109075"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ts val="300"/>
              </a:spcBef>
            </a:pPr>
            <a:r>
              <a:rPr lang="en-US" altLang="ja-JP" sz="1600" b="1" u="sng" dirty="0">
                <a:solidFill>
                  <a:srgbClr val="000000"/>
                </a:solidFill>
                <a:latin typeface="Meiryo UI" panose="020B0604030504040204" pitchFamily="50" charset="-128"/>
                <a:ea typeface="Meiryo UI" panose="020B0604030504040204" pitchFamily="50" charset="-128"/>
                <a:cs typeface="Arial" pitchFamily="34" charset="0"/>
              </a:rPr>
              <a:t>Calibration schedule and status report</a:t>
            </a:r>
          </a:p>
          <a:p>
            <a:pPr lvl="0" algn="l">
              <a:spcBef>
                <a:spcPts val="300"/>
              </a:spcBef>
              <a:defRPr/>
            </a:pPr>
            <a:r>
              <a:rPr lang="ja-JP" altLang="en-US" sz="1600" dirty="0">
                <a:solidFill>
                  <a:srgbClr val="0000FF"/>
                </a:solidFill>
                <a:latin typeface="Meiryo UI" panose="020B0604030504040204" pitchFamily="50" charset="-128"/>
                <a:ea typeface="Meiryo UI" panose="020B0604030504040204" pitchFamily="50" charset="-128"/>
                <a:cs typeface="Arial" pitchFamily="34" charset="0"/>
              </a:rPr>
              <a:t>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dirty="0">
                <a:solidFill>
                  <a:srgbClr val="000000"/>
                </a:solidFill>
                <a:latin typeface="Meiryo UI" panose="020B0604030504040204" pitchFamily="50" charset="-128"/>
                <a:ea typeface="Meiryo UI" panose="020B0604030504040204" pitchFamily="50" charset="-128"/>
              </a:rPr>
              <a:t> </a:t>
            </a:r>
            <a:r>
              <a:rPr lang="en-US" altLang="ja-JP" sz="1400" dirty="0" err="1">
                <a:solidFill>
                  <a:srgbClr val="000000"/>
                </a:solidFill>
                <a:latin typeface="Meiryo UI" panose="020B0604030504040204" pitchFamily="50" charset="-128"/>
                <a:ea typeface="Meiryo UI" panose="020B0604030504040204" pitchFamily="50" charset="-128"/>
              </a:rPr>
              <a:t>PjM</a:t>
            </a:r>
            <a:r>
              <a:rPr lang="en-US" altLang="ja-JP" sz="1400" dirty="0">
                <a:solidFill>
                  <a:srgbClr val="000000"/>
                </a:solidFill>
                <a:latin typeface="Meiryo UI" panose="020B0604030504040204" pitchFamily="50" charset="-128"/>
                <a:ea typeface="Meiryo UI" panose="020B0604030504040204" pitchFamily="50" charset="-128"/>
              </a:rPr>
              <a:t> is responsible for calibration schedule.</a:t>
            </a:r>
          </a:p>
          <a:p>
            <a:pPr lvl="0" algn="l">
              <a:spcBef>
                <a:spcPts val="300"/>
              </a:spcBef>
              <a:defRPr/>
            </a:pPr>
            <a:r>
              <a:rPr lang="en-US" altLang="ja-JP" sz="1400" dirty="0">
                <a:solidFill>
                  <a:srgbClr val="000000"/>
                </a:solidFill>
                <a:latin typeface="Meiryo UI" panose="020B0604030504040204" pitchFamily="50" charset="-128"/>
                <a:ea typeface="Meiryo UI" panose="020B0604030504040204" pitchFamily="50" charset="-128"/>
              </a:rPr>
              <a:t> First schedule must be released before </a:t>
            </a:r>
            <a:r>
              <a:rPr lang="en-US" altLang="ja-JP" sz="1400" dirty="0" err="1">
                <a:solidFill>
                  <a:srgbClr val="000000"/>
                </a:solidFill>
                <a:latin typeface="Meiryo UI" panose="020B0604030504040204" pitchFamily="50" charset="-128"/>
                <a:ea typeface="Meiryo UI" panose="020B0604030504040204" pitchFamily="50" charset="-128"/>
              </a:rPr>
              <a:t>cal</a:t>
            </a:r>
            <a:r>
              <a:rPr lang="en-US" altLang="ja-JP" sz="1400" dirty="0">
                <a:solidFill>
                  <a:srgbClr val="000000"/>
                </a:solidFill>
                <a:latin typeface="Meiryo UI" panose="020B0604030504040204" pitchFamily="50" charset="-128"/>
                <a:ea typeface="Meiryo UI" panose="020B0604030504040204" pitchFamily="50" charset="-128"/>
              </a:rPr>
              <a:t> activity starts.</a:t>
            </a:r>
          </a:p>
          <a:p>
            <a:pPr lvl="0" algn="l">
              <a:spcBef>
                <a:spcPts val="300"/>
              </a:spcBef>
              <a:defRPr/>
            </a:pPr>
            <a:r>
              <a:rPr lang="en-US" altLang="ja-JP" sz="1400" dirty="0">
                <a:solidFill>
                  <a:srgbClr val="000000"/>
                </a:solidFill>
                <a:latin typeface="Meiryo UI" panose="020B0604030504040204" pitchFamily="50" charset="-128"/>
                <a:ea typeface="Meiryo UI" panose="020B0604030504040204" pitchFamily="50" charset="-128"/>
              </a:rPr>
              <a:t> It shall be updated continuously, and if it is updated, </a:t>
            </a:r>
            <a:r>
              <a:rPr lang="en-US" altLang="ja-JP" sz="1400" dirty="0" err="1">
                <a:solidFill>
                  <a:srgbClr val="000000"/>
                </a:solidFill>
                <a:latin typeface="Meiryo UI" panose="020B0604030504040204" pitchFamily="50" charset="-128"/>
                <a:ea typeface="Meiryo UI" panose="020B0604030504040204" pitchFamily="50" charset="-128"/>
              </a:rPr>
              <a:t>PjM</a:t>
            </a:r>
            <a:r>
              <a:rPr lang="en-US" altLang="ja-JP" sz="1400" dirty="0">
                <a:solidFill>
                  <a:srgbClr val="000000"/>
                </a:solidFill>
                <a:latin typeface="Meiryo UI" panose="020B0604030504040204" pitchFamily="50" charset="-128"/>
                <a:ea typeface="Meiryo UI" panose="020B0604030504040204" pitchFamily="50" charset="-128"/>
              </a:rPr>
              <a:t> shall inform to Honda.</a:t>
            </a:r>
          </a:p>
          <a:p>
            <a:pPr algn="l">
              <a:spcBef>
                <a:spcPts val="300"/>
              </a:spcBef>
              <a:defRPr/>
            </a:pPr>
            <a:r>
              <a:rPr lang="en-US" altLang="ja-JP" sz="1400" dirty="0">
                <a:solidFill>
                  <a:srgbClr val="000000"/>
                </a:solidFill>
                <a:latin typeface="Meiryo UI" panose="020B0604030504040204" pitchFamily="50" charset="-128"/>
                <a:ea typeface="Meiryo UI" panose="020B0604030504040204" pitchFamily="50" charset="-128"/>
              </a:rPr>
              <a:t>Status report must be issued within 2weeks after calibration working package finished. Report content must be same as MP* expert meeting report.</a:t>
            </a:r>
          </a:p>
        </p:txBody>
      </p:sp>
      <p:sp>
        <p:nvSpPr>
          <p:cNvPr id="12" name="Rectangle 13"/>
          <p:cNvSpPr>
            <a:spLocks noChangeArrowheads="1"/>
          </p:cNvSpPr>
          <p:nvPr/>
        </p:nvSpPr>
        <p:spPr bwMode="auto">
          <a:xfrm>
            <a:off x="34925" y="4610414"/>
            <a:ext cx="9109075" cy="1669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ts val="300"/>
              </a:spcBef>
            </a:pPr>
            <a:r>
              <a:rPr lang="ja-JP" altLang="en-US" sz="1600" b="1" u="sng" dirty="0">
                <a:solidFill>
                  <a:srgbClr val="000000"/>
                </a:solidFill>
                <a:latin typeface="Meiryo UI" panose="020B0604030504040204" pitchFamily="50" charset="-128"/>
                <a:ea typeface="Meiryo UI" panose="020B0604030504040204" pitchFamily="50" charset="-128"/>
                <a:cs typeface="Arial" pitchFamily="34" charset="0"/>
              </a:rPr>
              <a:t>適合日程と状況報告</a:t>
            </a:r>
            <a:endParaRPr lang="en-US" altLang="ja-JP" sz="1600" b="1" u="sng" dirty="0">
              <a:solidFill>
                <a:srgbClr val="000000"/>
              </a:solidFill>
              <a:latin typeface="Meiryo UI" panose="020B0604030504040204" pitchFamily="50" charset="-128"/>
              <a:ea typeface="Meiryo UI" panose="020B0604030504040204" pitchFamily="50" charset="-128"/>
              <a:cs typeface="Arial" pitchFamily="34" charset="0"/>
            </a:endParaRPr>
          </a:p>
          <a:p>
            <a:pPr lvl="0" algn="l">
              <a:spcBef>
                <a:spcPts val="300"/>
              </a:spcBef>
              <a:defRPr/>
            </a:pPr>
            <a:r>
              <a:rPr lang="ja-JP" altLang="en-US" sz="1600" dirty="0">
                <a:solidFill>
                  <a:srgbClr val="0000FF"/>
                </a:solidFill>
                <a:latin typeface="Meiryo UI" panose="020B0604030504040204" pitchFamily="50" charset="-128"/>
                <a:ea typeface="Meiryo UI" panose="020B0604030504040204" pitchFamily="50" charset="-128"/>
                <a:cs typeface="Arial" pitchFamily="34" charset="0"/>
              </a:rPr>
              <a:t>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dirty="0">
                <a:solidFill>
                  <a:srgbClr val="000000"/>
                </a:solidFill>
                <a:latin typeface="Meiryo UI" panose="020B0604030504040204" pitchFamily="50" charset="-128"/>
                <a:ea typeface="Meiryo UI" panose="020B0604030504040204" pitchFamily="50" charset="-128"/>
              </a:rPr>
              <a:t> </a:t>
            </a:r>
            <a:r>
              <a:rPr lang="ja-JP" altLang="en-US" sz="1400" dirty="0">
                <a:solidFill>
                  <a:srgbClr val="000000"/>
                </a:solidFill>
                <a:latin typeface="Meiryo UI" panose="020B0604030504040204" pitchFamily="50" charset="-128"/>
                <a:ea typeface="Meiryo UI" panose="020B0604030504040204" pitchFamily="50" charset="-128"/>
              </a:rPr>
              <a:t>プロジェクトマネージャーは、適合日程について責任を持つ。</a:t>
            </a:r>
            <a:endParaRPr lang="en-US" altLang="ja-JP" sz="1400" dirty="0">
              <a:solidFill>
                <a:srgbClr val="000000"/>
              </a:solidFill>
              <a:latin typeface="Meiryo UI" panose="020B0604030504040204" pitchFamily="50" charset="-128"/>
              <a:ea typeface="Meiryo UI" panose="020B0604030504040204" pitchFamily="50" charset="-128"/>
            </a:endParaRPr>
          </a:p>
          <a:p>
            <a:pPr lvl="0" algn="l">
              <a:spcBef>
                <a:spcPts val="300"/>
              </a:spcBef>
              <a:defRPr/>
            </a:pPr>
            <a:r>
              <a:rPr lang="en-US" altLang="ja-JP" sz="1400" dirty="0">
                <a:solidFill>
                  <a:srgbClr val="000000"/>
                </a:solidFill>
                <a:latin typeface="Meiryo UI" panose="020B0604030504040204" pitchFamily="50" charset="-128"/>
                <a:ea typeface="Meiryo UI" panose="020B0604030504040204" pitchFamily="50" charset="-128"/>
              </a:rPr>
              <a:t> </a:t>
            </a:r>
            <a:r>
              <a:rPr lang="ja-JP" altLang="en-US" sz="1400" dirty="0">
                <a:solidFill>
                  <a:srgbClr val="000000"/>
                </a:solidFill>
                <a:latin typeface="Meiryo UI" panose="020B0604030504040204" pitchFamily="50" charset="-128"/>
                <a:ea typeface="Meiryo UI" panose="020B0604030504040204" pitchFamily="50" charset="-128"/>
              </a:rPr>
              <a:t>初期日程については、適合が始まる前までに発行される必要がある。</a:t>
            </a:r>
            <a:endParaRPr lang="en-US" altLang="ja-JP" sz="1400" dirty="0">
              <a:solidFill>
                <a:srgbClr val="000000"/>
              </a:solidFill>
              <a:latin typeface="Meiryo UI" panose="020B0604030504040204" pitchFamily="50" charset="-128"/>
              <a:ea typeface="Meiryo UI" panose="020B0604030504040204" pitchFamily="50" charset="-128"/>
            </a:endParaRPr>
          </a:p>
          <a:p>
            <a:pPr lvl="0" algn="l">
              <a:spcBef>
                <a:spcPts val="300"/>
              </a:spcBef>
              <a:defRPr/>
            </a:pPr>
            <a:r>
              <a:rPr lang="en-US" altLang="ja-JP" sz="1400" dirty="0">
                <a:solidFill>
                  <a:srgbClr val="000000"/>
                </a:solidFill>
                <a:latin typeface="Meiryo UI" panose="020B0604030504040204" pitchFamily="50" charset="-128"/>
                <a:ea typeface="Meiryo UI" panose="020B0604030504040204" pitchFamily="50" charset="-128"/>
              </a:rPr>
              <a:t> </a:t>
            </a:r>
            <a:r>
              <a:rPr lang="ja-JP" altLang="en-US" sz="1400" dirty="0">
                <a:solidFill>
                  <a:srgbClr val="000000"/>
                </a:solidFill>
                <a:latin typeface="Meiryo UI" panose="020B0604030504040204" pitchFamily="50" charset="-128"/>
                <a:ea typeface="Meiryo UI" panose="020B0604030504040204" pitchFamily="50" charset="-128"/>
              </a:rPr>
              <a:t>また継続的に日程は更新され、更新されるごとにプロジェクトマネージャーは</a:t>
            </a:r>
            <a:r>
              <a:rPr lang="en-US" altLang="ja-JP" sz="1400" dirty="0">
                <a:solidFill>
                  <a:srgbClr val="000000"/>
                </a:solidFill>
                <a:latin typeface="Meiryo UI" panose="020B0604030504040204" pitchFamily="50" charset="-128"/>
                <a:ea typeface="Meiryo UI" panose="020B0604030504040204" pitchFamily="50" charset="-128"/>
              </a:rPr>
              <a:t>HONDA</a:t>
            </a:r>
            <a:r>
              <a:rPr lang="ja-JP" altLang="en-US" sz="1400" dirty="0">
                <a:solidFill>
                  <a:srgbClr val="000000"/>
                </a:solidFill>
                <a:latin typeface="Meiryo UI" panose="020B0604030504040204" pitchFamily="50" charset="-128"/>
                <a:ea typeface="Meiryo UI" panose="020B0604030504040204" pitchFamily="50" charset="-128"/>
              </a:rPr>
              <a:t>に対して情報共有を行うこと。</a:t>
            </a:r>
            <a:endParaRPr lang="en-US" altLang="ja-JP" sz="1400" dirty="0">
              <a:solidFill>
                <a:srgbClr val="000000"/>
              </a:solidFill>
              <a:latin typeface="Meiryo UI" panose="020B0604030504040204" pitchFamily="50" charset="-128"/>
              <a:ea typeface="Meiryo UI" panose="020B0604030504040204" pitchFamily="50" charset="-128"/>
            </a:endParaRPr>
          </a:p>
          <a:p>
            <a:pPr lvl="0" algn="l">
              <a:spcBef>
                <a:spcPts val="300"/>
              </a:spcBef>
              <a:defRPr/>
            </a:pPr>
            <a:r>
              <a:rPr lang="ja-JP" altLang="en-US" sz="1400" dirty="0">
                <a:solidFill>
                  <a:srgbClr val="000000"/>
                </a:solidFill>
                <a:latin typeface="Meiryo UI" panose="020B0604030504040204" pitchFamily="50" charset="-128"/>
                <a:ea typeface="Meiryo UI" panose="020B0604030504040204" pitchFamily="50" charset="-128"/>
              </a:rPr>
              <a:t>状況報告 ステータスレポートは、適合ワークパッケージ完了の</a:t>
            </a:r>
            <a:r>
              <a:rPr lang="en-US" altLang="ja-JP" sz="1400" dirty="0">
                <a:solidFill>
                  <a:srgbClr val="000000"/>
                </a:solidFill>
                <a:latin typeface="Meiryo UI" panose="020B0604030504040204" pitchFamily="50" charset="-128"/>
                <a:ea typeface="Meiryo UI" panose="020B0604030504040204" pitchFamily="50" charset="-128"/>
              </a:rPr>
              <a:t>2</a:t>
            </a:r>
            <a:r>
              <a:rPr lang="ja-JP" altLang="en-US" sz="1400" dirty="0">
                <a:solidFill>
                  <a:srgbClr val="000000"/>
                </a:solidFill>
                <a:latin typeface="Meiryo UI" panose="020B0604030504040204" pitchFamily="50" charset="-128"/>
                <a:ea typeface="Meiryo UI" panose="020B0604030504040204" pitchFamily="50" charset="-128"/>
              </a:rPr>
              <a:t>週間以内に発行されること。</a:t>
            </a:r>
            <a:endParaRPr lang="en-US" altLang="ja-JP" sz="1400" dirty="0">
              <a:solidFill>
                <a:srgbClr val="000000"/>
              </a:solidFill>
              <a:latin typeface="Meiryo UI" panose="020B0604030504040204" pitchFamily="50" charset="-128"/>
              <a:ea typeface="Meiryo UI" panose="020B0604030504040204" pitchFamily="50" charset="-128"/>
            </a:endParaRPr>
          </a:p>
          <a:p>
            <a:pPr lvl="0" algn="l">
              <a:spcBef>
                <a:spcPts val="300"/>
              </a:spcBef>
              <a:defRPr/>
            </a:pPr>
            <a:r>
              <a:rPr lang="ja-JP" altLang="en-US" sz="1400" dirty="0">
                <a:solidFill>
                  <a:srgbClr val="000000"/>
                </a:solidFill>
                <a:latin typeface="Meiryo UI" panose="020B0604030504040204" pitchFamily="50" charset="-128"/>
                <a:ea typeface="Meiryo UI" panose="020B0604030504040204" pitchFamily="50" charset="-128"/>
              </a:rPr>
              <a:t>レポートの内容は、</a:t>
            </a:r>
            <a:r>
              <a:rPr lang="en-US" altLang="ja-JP" sz="1400" dirty="0" err="1">
                <a:solidFill>
                  <a:srgbClr val="000000"/>
                </a:solidFill>
                <a:latin typeface="Meiryo UI" panose="020B0604030504040204" pitchFamily="50" charset="-128"/>
                <a:ea typeface="Meiryo UI" panose="020B0604030504040204" pitchFamily="50" charset="-128"/>
              </a:rPr>
              <a:t>MPx</a:t>
            </a:r>
            <a:r>
              <a:rPr lang="ja-JP" altLang="en-US" sz="1400" dirty="0">
                <a:solidFill>
                  <a:srgbClr val="000000"/>
                </a:solidFill>
                <a:latin typeface="Meiryo UI" panose="020B0604030504040204" pitchFamily="50" charset="-128"/>
                <a:ea typeface="Meiryo UI" panose="020B0604030504040204" pitchFamily="50" charset="-128"/>
              </a:rPr>
              <a:t>でのエキスパートミーティングで報告された内容と同じであること。</a:t>
            </a:r>
            <a:endParaRPr lang="en-US" altLang="ja-JP" sz="1400" dirty="0">
              <a:solidFill>
                <a:srgbClr val="000000"/>
              </a:solidFill>
              <a:latin typeface="Meiryo UI" panose="020B0604030504040204" pitchFamily="50" charset="-128"/>
              <a:ea typeface="Meiryo UI" panose="020B0604030504040204" pitchFamily="50" charset="-128"/>
            </a:endParaRPr>
          </a:p>
        </p:txBody>
      </p:sp>
      <p:sp>
        <p:nvSpPr>
          <p:cNvPr id="16" name="コンテンツ プレースホルダー 2">
            <a:extLst>
              <a:ext uri="{FF2B5EF4-FFF2-40B4-BE49-F238E27FC236}">
                <a16:creationId xmlns:a16="http://schemas.microsoft.com/office/drawing/2014/main" id="{26DCBD1E-93AA-4E77-85FD-2143181D2C8D}"/>
              </a:ext>
            </a:extLst>
          </p:cNvPr>
          <p:cNvSpPr txBox="1">
            <a:spLocks/>
          </p:cNvSpPr>
          <p:nvPr>
            <p:custDataLst>
              <p:tags r:id="rId1"/>
            </p:custDataLst>
          </p:nvPr>
        </p:nvSpPr>
        <p:spPr bwMode="auto">
          <a:xfrm>
            <a:off x="4521066" y="6280102"/>
            <a:ext cx="4340932" cy="508473"/>
          </a:xfrm>
          <a:prstGeom prst="rect">
            <a:avLst/>
          </a:prstGeom>
          <a:noFill/>
          <a:ln w="0">
            <a:noFill/>
            <a:miter lim="800000"/>
            <a:headEnd/>
            <a:tailEnd/>
          </a:ln>
          <a:effectLst/>
          <a:extLs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vert="horz" wrap="none" lIns="0" tIns="0" rIns="0" bIns="0" numCol="1" anchor="t" anchorCtr="0" compatLnSpc="1">
            <a:prstTxWarp prst="textNoShape">
              <a:avLst/>
            </a:prstTxWarp>
            <a:spAutoFit/>
          </a:bodyPr>
          <a:lstStyle>
            <a:lvl1pPr marL="251460" indent="-251460" algn="l" rtl="0" eaLnBrk="1" fontAlgn="base" hangingPunct="1">
              <a:lnSpc>
                <a:spcPts val="2300"/>
              </a:lnSpc>
              <a:spcBef>
                <a:spcPts val="500"/>
              </a:spcBef>
              <a:spcAft>
                <a:spcPct val="0"/>
              </a:spcAft>
              <a:buClrTx/>
              <a:buSzPct val="100000"/>
              <a:buFontTx/>
              <a:buNone/>
              <a:defRPr kumimoji="1" sz="1800" b="0" i="0" u="none">
                <a:solidFill>
                  <a:schemeClr val="tx1"/>
                </a:solidFill>
                <a:latin typeface="Bosch Office Sans" panose="020B0604020202020204" pitchFamily="34" charset="0"/>
                <a:ea typeface="+mn-ea"/>
                <a:cs typeface="Arial" pitchFamily="34" charset="0"/>
              </a:defRPr>
            </a:lvl1pPr>
            <a:lvl2pPr marL="467360" indent="-467360" algn="l" rtl="0" eaLnBrk="1" fontAlgn="base" hangingPunct="1">
              <a:lnSpc>
                <a:spcPts val="2000"/>
              </a:lnSpc>
              <a:spcBef>
                <a:spcPts val="500"/>
              </a:spcBef>
              <a:spcAft>
                <a:spcPct val="0"/>
              </a:spcAft>
              <a:buClrTx/>
              <a:buSzPct val="100000"/>
              <a:buFontTx/>
              <a:buNone/>
              <a:defRPr kumimoji="1" sz="1600" b="0" i="0" u="none">
                <a:solidFill>
                  <a:schemeClr val="tx1"/>
                </a:solidFill>
                <a:latin typeface="Bosch Office Sans" panose="020B0604020202020204" pitchFamily="34" charset="0"/>
                <a:cs typeface="Arial" pitchFamily="34" charset="0"/>
              </a:defRPr>
            </a:lvl2pPr>
            <a:lvl3pPr marL="647700" indent="-647700" algn="l" rtl="0" eaLnBrk="1" fontAlgn="base" hangingPunct="1">
              <a:lnSpc>
                <a:spcPts val="1700"/>
              </a:lnSpc>
              <a:spcBef>
                <a:spcPts val="500"/>
              </a:spcBef>
              <a:spcAft>
                <a:spcPct val="0"/>
              </a:spcAft>
              <a:buClrTx/>
              <a:buSzPct val="100000"/>
              <a:buFontTx/>
              <a:buNone/>
              <a:defRPr kumimoji="1" sz="1400" b="0" i="0" u="none">
                <a:solidFill>
                  <a:schemeClr val="tx1"/>
                </a:solidFill>
                <a:latin typeface="Bosch Office Sans" panose="020B0604020202020204" pitchFamily="34" charset="0"/>
                <a:cs typeface="Arial" pitchFamily="34" charset="0"/>
              </a:defRPr>
            </a:lvl3pPr>
            <a:lvl4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4pPr>
            <a:lvl5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5pPr>
            <a:lvl6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6pPr>
            <a:lvl7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7pPr>
            <a:lvl8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8pPr>
            <a:lvl9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9pPr>
          </a:lstStyle>
          <a:p>
            <a:pPr marL="0" indent="0">
              <a:lnSpc>
                <a:spcPct val="105000"/>
              </a:lnSpc>
              <a:spcBef>
                <a:spcPts val="600"/>
              </a:spcBef>
              <a:spcAft>
                <a:spcPts val="0"/>
              </a:spcAft>
            </a:pPr>
            <a:r>
              <a:rPr lang="en-US" altLang="ja-JP" sz="1400" b="1" kern="0">
                <a:latin typeface="Meiryo UI" panose="020B0604030504040204" pitchFamily="50" charset="-128"/>
              </a:rPr>
              <a:t>※</a:t>
            </a:r>
            <a:r>
              <a:rPr lang="ja-JP" altLang="en-US" sz="1400" b="1" kern="0">
                <a:latin typeface="Meiryo UI" panose="020B0604030504040204" pitchFamily="50" charset="-128"/>
              </a:rPr>
              <a:t> </a:t>
            </a:r>
            <a:r>
              <a:rPr lang="en-US" altLang="ja-JP" sz="1400" b="1" kern="0">
                <a:latin typeface="Meiryo UI" panose="020B0604030504040204" pitchFamily="50" charset="-128"/>
              </a:rPr>
              <a:t>Refer to “Calibration schedule sample” file.</a:t>
            </a:r>
          </a:p>
          <a:p>
            <a:pPr marL="0" indent="0">
              <a:lnSpc>
                <a:spcPct val="105000"/>
              </a:lnSpc>
              <a:spcBef>
                <a:spcPts val="600"/>
              </a:spcBef>
              <a:spcAft>
                <a:spcPts val="0"/>
              </a:spcAft>
            </a:pPr>
            <a:r>
              <a:rPr lang="en-US" sz="1400" b="1" kern="0">
                <a:latin typeface="Meiryo UI" panose="020B0604030504040204" pitchFamily="50" charset="-128"/>
              </a:rPr>
              <a:t>In folder : “</a:t>
            </a:r>
            <a:r>
              <a:rPr lang="en-US" altLang="ja-JP" sz="1400" b="1" kern="0">
                <a:latin typeface="Meiryo UI" panose="020B0604030504040204" pitchFamily="50" charset="-128"/>
              </a:rPr>
              <a:t>17</a:t>
            </a:r>
            <a:r>
              <a:rPr lang="en-US" sz="1400" b="1" kern="0">
                <a:latin typeface="Meiryo UI" panose="020B0604030504040204" pitchFamily="50" charset="-128"/>
              </a:rPr>
              <a:t>. </a:t>
            </a:r>
            <a:r>
              <a:rPr lang="en-US" altLang="ja-JP" sz="1400" b="1" kern="0">
                <a:latin typeface="Meiryo UI" panose="020B0604030504040204" pitchFamily="50" charset="-128"/>
              </a:rPr>
              <a:t>EMS</a:t>
            </a:r>
            <a:r>
              <a:rPr lang="ja-JP" altLang="en-US" sz="1400" b="1" kern="0">
                <a:latin typeface="Meiryo UI" panose="020B0604030504040204" pitchFamily="50" charset="-128"/>
              </a:rPr>
              <a:t> </a:t>
            </a:r>
            <a:r>
              <a:rPr lang="en-US" altLang="ja-JP" sz="1400" b="1" kern="0">
                <a:latin typeface="Meiryo UI" panose="020B0604030504040204" pitchFamily="50" charset="-128"/>
              </a:rPr>
              <a:t>maturity &amp; quality</a:t>
            </a:r>
            <a:r>
              <a:rPr lang="en-US" sz="1400" b="1" kern="0">
                <a:latin typeface="Meiryo UI" panose="020B0604030504040204" pitchFamily="50" charset="-128"/>
              </a:rPr>
              <a:t>”</a:t>
            </a:r>
          </a:p>
        </p:txBody>
      </p:sp>
      <p:sp>
        <p:nvSpPr>
          <p:cNvPr id="17" name="コンテンツ プレースホルダー 2">
            <a:extLst>
              <a:ext uri="{FF2B5EF4-FFF2-40B4-BE49-F238E27FC236}">
                <a16:creationId xmlns:a16="http://schemas.microsoft.com/office/drawing/2014/main" id="{7EFDFCF8-01BD-4CFE-9C83-2B7697273845}"/>
              </a:ext>
            </a:extLst>
          </p:cNvPr>
          <p:cNvSpPr txBox="1">
            <a:spLocks/>
          </p:cNvSpPr>
          <p:nvPr>
            <p:custDataLst>
              <p:tags r:id="rId2"/>
            </p:custDataLst>
          </p:nvPr>
        </p:nvSpPr>
        <p:spPr bwMode="auto">
          <a:xfrm>
            <a:off x="5242179" y="2346537"/>
            <a:ext cx="3876061" cy="508473"/>
          </a:xfrm>
          <a:prstGeom prst="rect">
            <a:avLst/>
          </a:prstGeom>
          <a:noFill/>
          <a:ln w="0">
            <a:noFill/>
            <a:miter lim="800000"/>
            <a:headEnd/>
            <a:tailEnd/>
          </a:ln>
          <a:effectLst/>
          <a:extLs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vert="horz" wrap="none" lIns="0" tIns="0" rIns="0" bIns="0" numCol="1" anchor="t" anchorCtr="0" compatLnSpc="1">
            <a:prstTxWarp prst="textNoShape">
              <a:avLst/>
            </a:prstTxWarp>
            <a:spAutoFit/>
          </a:bodyPr>
          <a:lstStyle>
            <a:lvl1pPr marL="251460" indent="-251460" algn="l" rtl="0" eaLnBrk="1" fontAlgn="base" hangingPunct="1">
              <a:lnSpc>
                <a:spcPts val="2300"/>
              </a:lnSpc>
              <a:spcBef>
                <a:spcPts val="500"/>
              </a:spcBef>
              <a:spcAft>
                <a:spcPct val="0"/>
              </a:spcAft>
              <a:buClrTx/>
              <a:buSzPct val="100000"/>
              <a:buFontTx/>
              <a:buNone/>
              <a:defRPr kumimoji="1" sz="1800" b="0" i="0" u="none">
                <a:solidFill>
                  <a:schemeClr val="tx1"/>
                </a:solidFill>
                <a:latin typeface="Bosch Office Sans" panose="020B0604020202020204" pitchFamily="34" charset="0"/>
                <a:ea typeface="+mn-ea"/>
                <a:cs typeface="Arial" pitchFamily="34" charset="0"/>
              </a:defRPr>
            </a:lvl1pPr>
            <a:lvl2pPr marL="467360" indent="-467360" algn="l" rtl="0" eaLnBrk="1" fontAlgn="base" hangingPunct="1">
              <a:lnSpc>
                <a:spcPts val="2000"/>
              </a:lnSpc>
              <a:spcBef>
                <a:spcPts val="500"/>
              </a:spcBef>
              <a:spcAft>
                <a:spcPct val="0"/>
              </a:spcAft>
              <a:buClrTx/>
              <a:buSzPct val="100000"/>
              <a:buFontTx/>
              <a:buNone/>
              <a:defRPr kumimoji="1" sz="1600" b="0" i="0" u="none">
                <a:solidFill>
                  <a:schemeClr val="tx1"/>
                </a:solidFill>
                <a:latin typeface="Bosch Office Sans" panose="020B0604020202020204" pitchFamily="34" charset="0"/>
                <a:cs typeface="Arial" pitchFamily="34" charset="0"/>
              </a:defRPr>
            </a:lvl2pPr>
            <a:lvl3pPr marL="647700" indent="-647700" algn="l" rtl="0" eaLnBrk="1" fontAlgn="base" hangingPunct="1">
              <a:lnSpc>
                <a:spcPts val="1700"/>
              </a:lnSpc>
              <a:spcBef>
                <a:spcPts val="500"/>
              </a:spcBef>
              <a:spcAft>
                <a:spcPct val="0"/>
              </a:spcAft>
              <a:buClrTx/>
              <a:buSzPct val="100000"/>
              <a:buFontTx/>
              <a:buNone/>
              <a:defRPr kumimoji="1" sz="1400" b="0" i="0" u="none">
                <a:solidFill>
                  <a:schemeClr val="tx1"/>
                </a:solidFill>
                <a:latin typeface="Bosch Office Sans" panose="020B0604020202020204" pitchFamily="34" charset="0"/>
                <a:cs typeface="Arial" pitchFamily="34" charset="0"/>
              </a:defRPr>
            </a:lvl3pPr>
            <a:lvl4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4pPr>
            <a:lvl5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5pPr>
            <a:lvl6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6pPr>
            <a:lvl7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7pPr>
            <a:lvl8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8pPr>
            <a:lvl9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9pPr>
          </a:lstStyle>
          <a:p>
            <a:pPr marL="0" indent="0">
              <a:lnSpc>
                <a:spcPct val="105000"/>
              </a:lnSpc>
              <a:spcBef>
                <a:spcPts val="600"/>
              </a:spcBef>
              <a:spcAft>
                <a:spcPts val="0"/>
              </a:spcAft>
            </a:pPr>
            <a:r>
              <a:rPr lang="en-US" altLang="ja-JP" sz="1400" b="1" kern="0">
                <a:latin typeface="Meiryo UI" panose="020B0604030504040204" pitchFamily="50" charset="-128"/>
              </a:rPr>
              <a:t>※</a:t>
            </a:r>
            <a:r>
              <a:rPr lang="ja-JP" altLang="en-US" sz="1400" b="1" kern="0">
                <a:latin typeface="Meiryo UI" panose="020B0604030504040204" pitchFamily="50" charset="-128"/>
              </a:rPr>
              <a:t> </a:t>
            </a:r>
            <a:r>
              <a:rPr lang="en-US" altLang="ja-JP" sz="1400" b="1" kern="0">
                <a:latin typeface="Meiryo UI" panose="020B0604030504040204" pitchFamily="50" charset="-128"/>
              </a:rPr>
              <a:t>Refer to “Calibration data review” file.</a:t>
            </a:r>
          </a:p>
          <a:p>
            <a:pPr marL="0" indent="0">
              <a:lnSpc>
                <a:spcPct val="105000"/>
              </a:lnSpc>
              <a:spcBef>
                <a:spcPts val="600"/>
              </a:spcBef>
              <a:spcAft>
                <a:spcPts val="0"/>
              </a:spcAft>
            </a:pPr>
            <a:r>
              <a:rPr lang="en-US" sz="1400" b="1" kern="0">
                <a:latin typeface="Meiryo UI" panose="020B0604030504040204" pitchFamily="50" charset="-128"/>
              </a:rPr>
              <a:t>In folder : “</a:t>
            </a:r>
            <a:r>
              <a:rPr lang="en-US" altLang="ja-JP" sz="1400" b="1" kern="0">
                <a:latin typeface="Meiryo UI" panose="020B0604030504040204" pitchFamily="50" charset="-128"/>
              </a:rPr>
              <a:t>17</a:t>
            </a:r>
            <a:r>
              <a:rPr lang="en-US" sz="1400" b="1" kern="0">
                <a:latin typeface="Meiryo UI" panose="020B0604030504040204" pitchFamily="50" charset="-128"/>
              </a:rPr>
              <a:t>. </a:t>
            </a:r>
            <a:r>
              <a:rPr lang="en-US" altLang="ja-JP" sz="1400" b="1" kern="0">
                <a:latin typeface="Meiryo UI" panose="020B0604030504040204" pitchFamily="50" charset="-128"/>
              </a:rPr>
              <a:t>EMS</a:t>
            </a:r>
            <a:r>
              <a:rPr lang="ja-JP" altLang="en-US" sz="1400" b="1" kern="0">
                <a:latin typeface="Meiryo UI" panose="020B0604030504040204" pitchFamily="50" charset="-128"/>
              </a:rPr>
              <a:t> </a:t>
            </a:r>
            <a:r>
              <a:rPr lang="en-US" altLang="ja-JP" sz="1400" b="1" kern="0">
                <a:latin typeface="Meiryo UI" panose="020B0604030504040204" pitchFamily="50" charset="-128"/>
              </a:rPr>
              <a:t>maturity &amp; quality</a:t>
            </a:r>
            <a:r>
              <a:rPr lang="en-US" sz="1400" b="1" kern="0">
                <a:latin typeface="Meiryo UI" panose="020B0604030504040204" pitchFamily="50" charset="-128"/>
              </a:rPr>
              <a:t>”</a:t>
            </a:r>
          </a:p>
        </p:txBody>
      </p:sp>
    </p:spTree>
    <p:extLst>
      <p:ext uri="{BB962C8B-B14F-4D97-AF65-F5344CB8AC3E}">
        <p14:creationId xmlns:p14="http://schemas.microsoft.com/office/powerpoint/2010/main" val="4066535258"/>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 Box 2"/>
          <p:cNvSpPr txBox="1">
            <a:spLocks noChangeArrowheads="1"/>
          </p:cNvSpPr>
          <p:nvPr/>
        </p:nvSpPr>
        <p:spPr bwMode="auto">
          <a:xfrm>
            <a:off x="78130" y="496813"/>
            <a:ext cx="3808863" cy="408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l" eaLnBrk="1" hangingPunct="1">
              <a:lnSpc>
                <a:spcPct val="130000"/>
              </a:lnSpc>
            </a:pPr>
            <a:r>
              <a:rPr lang="en-US" altLang="ja-JP" sz="1800" b="1" u="sng">
                <a:solidFill>
                  <a:srgbClr val="000000"/>
                </a:solidFill>
                <a:latin typeface="Meiryo UI" panose="020B0604030504040204" pitchFamily="50" charset="-128"/>
                <a:ea typeface="Meiryo UI" panose="020B0604030504040204" pitchFamily="50" charset="-128"/>
                <a:cs typeface="Meiryo UI" pitchFamily="50" charset="-128"/>
              </a:rPr>
              <a:t>SW Verification and Approval </a:t>
            </a:r>
          </a:p>
        </p:txBody>
      </p:sp>
      <p:sp>
        <p:nvSpPr>
          <p:cNvPr id="13" name="Text Box 2"/>
          <p:cNvSpPr txBox="1">
            <a:spLocks noChangeArrowheads="1"/>
          </p:cNvSpPr>
          <p:nvPr/>
        </p:nvSpPr>
        <p:spPr bwMode="auto">
          <a:xfrm>
            <a:off x="78130" y="896923"/>
            <a:ext cx="9065870" cy="5478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360363" indent="-360363" algn="l"/>
            <a:r>
              <a:rPr lang="en-US" altLang="ja-JP" sz="1400" dirty="0">
                <a:solidFill>
                  <a:srgbClr val="000000"/>
                </a:solidFill>
                <a:latin typeface="Meiryo UI" panose="020B0604030504040204" pitchFamily="50" charset="-128"/>
                <a:ea typeface="Meiryo UI" panose="020B0604030504040204" pitchFamily="50" charset="-128"/>
              </a:rPr>
              <a:t>Verification</a:t>
            </a:r>
            <a:r>
              <a:rPr lang="ja-JP" altLang="en-US" sz="1400" dirty="0">
                <a:solidFill>
                  <a:srgbClr val="000000"/>
                </a:solidFill>
                <a:latin typeface="Meiryo UI" panose="020B0604030504040204" pitchFamily="50" charset="-128"/>
                <a:ea typeface="Meiryo UI" panose="020B0604030504040204" pitchFamily="50" charset="-128"/>
              </a:rPr>
              <a:t>①　</a:t>
            </a:r>
            <a:r>
              <a:rPr lang="en-US" altLang="ja-JP" sz="1400" dirty="0">
                <a:solidFill>
                  <a:srgbClr val="000000"/>
                </a:solidFill>
                <a:latin typeface="Meiryo UI" panose="020B0604030504040204" pitchFamily="50" charset="-128"/>
                <a:ea typeface="Meiryo UI" panose="020B0604030504040204" pitchFamily="50" charset="-128"/>
              </a:rPr>
              <a:t>SW quality check</a:t>
            </a:r>
          </a:p>
          <a:p>
            <a:pPr marL="360363" indent="-360363" algn="l"/>
            <a:endParaRPr lang="en-US" altLang="ja-JP" sz="1400" dirty="0">
              <a:solidFill>
                <a:srgbClr val="000000"/>
              </a:solidFill>
              <a:latin typeface="Meiryo UI" panose="020B0604030504040204" pitchFamily="50" charset="-128"/>
              <a:ea typeface="Meiryo UI" panose="020B0604030504040204" pitchFamily="50" charset="-128"/>
            </a:endParaRPr>
          </a:p>
          <a:p>
            <a:pPr marL="360363" indent="-360363" algn="l"/>
            <a:r>
              <a:rPr lang="en-US" altLang="ja-JP" sz="1400" dirty="0">
                <a:solidFill>
                  <a:srgbClr val="000000"/>
                </a:solidFill>
                <a:latin typeface="Meiryo UI" panose="020B0604030504040204" pitchFamily="50" charset="-128"/>
                <a:ea typeface="Meiryo UI" panose="020B0604030504040204" pitchFamily="50" charset="-128"/>
              </a:rPr>
              <a:t>Basic program structure, system feasibility, programming rule, and development condition</a:t>
            </a:r>
          </a:p>
          <a:p>
            <a:pPr marL="360363" indent="-360363" algn="l"/>
            <a:r>
              <a:rPr lang="en-US" altLang="ja-JP" sz="1400" dirty="0">
                <a:solidFill>
                  <a:srgbClr val="000000"/>
                </a:solidFill>
                <a:latin typeface="Meiryo UI" panose="020B0604030504040204" pitchFamily="50" charset="-128"/>
                <a:ea typeface="Meiryo UI" panose="020B0604030504040204" pitchFamily="50" charset="-128"/>
              </a:rPr>
              <a:t>shall be checked to secure</a:t>
            </a:r>
            <a:r>
              <a:rPr lang="ja-JP" altLang="en-US" sz="1400" dirty="0">
                <a:solidFill>
                  <a:srgbClr val="000000"/>
                </a:solidFill>
                <a:latin typeface="Meiryo UI" panose="020B0604030504040204" pitchFamily="50" charset="-128"/>
                <a:ea typeface="Meiryo UI" panose="020B0604030504040204" pitchFamily="50" charset="-128"/>
              </a:rPr>
              <a:t>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dirty="0">
                <a:solidFill>
                  <a:srgbClr val="000000"/>
                </a:solidFill>
                <a:latin typeface="Meiryo UI" panose="020B0604030504040204" pitchFamily="50" charset="-128"/>
                <a:ea typeface="Meiryo UI" pitchFamily="50" charset="-128"/>
                <a:cs typeface="Arial" pitchFamily="34" charset="0"/>
              </a:rPr>
              <a:t> </a:t>
            </a:r>
            <a:r>
              <a:rPr lang="en-US" altLang="ja-JP" sz="1400" dirty="0">
                <a:solidFill>
                  <a:srgbClr val="000000"/>
                </a:solidFill>
                <a:latin typeface="Meiryo UI" panose="020B0604030504040204" pitchFamily="50" charset="-128"/>
                <a:ea typeface="Meiryo UI" panose="020B0604030504040204" pitchFamily="50" charset="-128"/>
              </a:rPr>
              <a:t>’s software program quality.</a:t>
            </a:r>
          </a:p>
          <a:p>
            <a:pPr marL="360363" indent="-360363" algn="l"/>
            <a:r>
              <a:rPr lang="en-US" altLang="ja-JP" sz="1400" dirty="0">
                <a:solidFill>
                  <a:srgbClr val="000000"/>
                </a:solidFill>
                <a:latin typeface="Meiryo UI" panose="020B0604030504040204" pitchFamily="50" charset="-128"/>
                <a:ea typeface="Meiryo UI" panose="020B0604030504040204" pitchFamily="50" charset="-128"/>
              </a:rPr>
              <a:t>Verification of check items which are defined in EMS requirement, to be reported to Honda.</a:t>
            </a:r>
          </a:p>
          <a:p>
            <a:pPr marL="360363" indent="-360363" algn="l"/>
            <a:r>
              <a:rPr lang="en-US" altLang="ja-JP" sz="1400" dirty="0">
                <a:solidFill>
                  <a:srgbClr val="000000"/>
                </a:solidFill>
                <a:latin typeface="Meiryo UI" panose="020B0604030504040204" pitchFamily="50" charset="-128"/>
                <a:ea typeface="Meiryo UI" panose="020B0604030504040204" pitchFamily="50" charset="-128"/>
              </a:rPr>
              <a:t>If SW change happen, this quality check must be done the SW for Dan0 lot or later.</a:t>
            </a:r>
          </a:p>
          <a:p>
            <a:pPr marL="360363" indent="-360363" algn="l"/>
            <a:r>
              <a:rPr lang="en-US" altLang="ja-JP" sz="1400" dirty="0">
                <a:solidFill>
                  <a:srgbClr val="000000"/>
                </a:solidFill>
                <a:latin typeface="Meiryo UI" panose="020B0604030504040204" pitchFamily="50" charset="-128"/>
                <a:ea typeface="Meiryo UI" panose="020B0604030504040204" pitchFamily="50" charset="-128"/>
              </a:rPr>
              <a:t>	</a:t>
            </a:r>
          </a:p>
          <a:p>
            <a:pPr marL="360363" indent="-360363" algn="l"/>
            <a:r>
              <a:rPr lang="en-US" altLang="ja-JP" sz="1400" dirty="0">
                <a:solidFill>
                  <a:srgbClr val="000000"/>
                </a:solidFill>
                <a:latin typeface="Meiryo UI" panose="020B0604030504040204" pitchFamily="50" charset="-128"/>
                <a:ea typeface="Meiryo UI" panose="020B0604030504040204" pitchFamily="50" charset="-128"/>
              </a:rPr>
              <a:t>Verification</a:t>
            </a:r>
            <a:r>
              <a:rPr lang="ja-JP" altLang="en-US" sz="1400" dirty="0">
                <a:solidFill>
                  <a:srgbClr val="000000"/>
                </a:solidFill>
                <a:latin typeface="Meiryo UI" panose="020B0604030504040204" pitchFamily="50" charset="-128"/>
                <a:ea typeface="Meiryo UI" panose="020B0604030504040204" pitchFamily="50" charset="-128"/>
              </a:rPr>
              <a:t>②　</a:t>
            </a:r>
            <a:r>
              <a:rPr lang="en-US" altLang="ja-JP" sz="1400" dirty="0">
                <a:solidFill>
                  <a:srgbClr val="000000"/>
                </a:solidFill>
                <a:latin typeface="Meiryo UI" panose="020B0604030504040204" pitchFamily="50" charset="-128"/>
                <a:ea typeface="Meiryo UI" panose="020B0604030504040204" pitchFamily="50" charset="-128"/>
              </a:rPr>
              <a:t>Supplier standard software warranty</a:t>
            </a:r>
          </a:p>
          <a:p>
            <a:pPr marL="360363" indent="-360363" algn="l"/>
            <a:r>
              <a:rPr lang="en-US" altLang="ja-JP" sz="1400" dirty="0">
                <a:solidFill>
                  <a:srgbClr val="000000"/>
                </a:solidFill>
                <a:latin typeface="Meiryo UI" panose="020B0604030504040204" pitchFamily="50" charset="-128"/>
                <a:ea typeface="Meiryo UI" panose="020B0604030504040204" pitchFamily="50" charset="-128"/>
              </a:rPr>
              <a:t>For new functions and changes for Honda</a:t>
            </a:r>
            <a:r>
              <a:rPr lang="ja-JP" altLang="en-US" sz="1400" dirty="0">
                <a:solidFill>
                  <a:srgbClr val="000000"/>
                </a:solidFill>
                <a:latin typeface="Meiryo UI" panose="020B0604030504040204" pitchFamily="50" charset="-128"/>
                <a:ea typeface="Meiryo UI" panose="020B0604030504040204" pitchFamily="50" charset="-128"/>
              </a:rPr>
              <a:t> </a:t>
            </a:r>
            <a:r>
              <a:rPr lang="en-US" altLang="ja-JP" sz="1400" dirty="0">
                <a:solidFill>
                  <a:srgbClr val="000000"/>
                </a:solidFill>
                <a:latin typeface="Meiryo UI" panose="020B0604030504040204" pitchFamily="50" charset="-128"/>
                <a:ea typeface="Meiryo UI" panose="020B0604030504040204" pitchFamily="50" charset="-128"/>
              </a:rPr>
              <a:t>project, Soft simulation, HILS verification, debug verification, etc. that behaves like the actual vehicle or the actual vehicle are performed, and it is verified that the test contents and results are evaluated within the supplier.</a:t>
            </a:r>
          </a:p>
          <a:p>
            <a:pPr marL="360363" indent="-360363" algn="l"/>
            <a:endParaRPr lang="en-US" altLang="ja-JP" sz="1400" dirty="0">
              <a:solidFill>
                <a:srgbClr val="000000"/>
              </a:solidFill>
              <a:latin typeface="Meiryo UI" panose="020B0604030504040204" pitchFamily="50" charset="-128"/>
              <a:ea typeface="Meiryo UI" panose="020B0604030504040204" pitchFamily="50" charset="-128"/>
            </a:endParaRPr>
          </a:p>
          <a:p>
            <a:pPr marL="360363" indent="-360363" algn="l"/>
            <a:r>
              <a:rPr lang="en-US" altLang="ja-JP" sz="1400" dirty="0">
                <a:solidFill>
                  <a:srgbClr val="000000"/>
                </a:solidFill>
                <a:latin typeface="Meiryo UI" panose="020B0604030504040204" pitchFamily="50" charset="-128"/>
                <a:ea typeface="Meiryo UI" panose="020B0604030504040204" pitchFamily="50" charset="-128"/>
              </a:rPr>
              <a:t>Verification</a:t>
            </a:r>
            <a:r>
              <a:rPr lang="ja-JP" altLang="en-US" sz="1400" dirty="0">
                <a:solidFill>
                  <a:srgbClr val="000000"/>
                </a:solidFill>
                <a:latin typeface="Meiryo UI" panose="020B0604030504040204" pitchFamily="50" charset="-128"/>
                <a:ea typeface="Meiryo UI" panose="020B0604030504040204" pitchFamily="50" charset="-128"/>
              </a:rPr>
              <a:t>③　</a:t>
            </a:r>
            <a:r>
              <a:rPr lang="en-US" altLang="ja-JP" sz="1400" dirty="0">
                <a:solidFill>
                  <a:srgbClr val="000000"/>
                </a:solidFill>
                <a:latin typeface="Meiryo UI" panose="020B0604030504040204" pitchFamily="50" charset="-128"/>
                <a:ea typeface="Meiryo UI" panose="020B0604030504040204" pitchFamily="50" charset="-128"/>
              </a:rPr>
              <a:t>software CR</a:t>
            </a:r>
          </a:p>
          <a:p>
            <a:pPr marL="360363" indent="-360363" algn="l"/>
            <a:endParaRPr lang="en-US" altLang="ja-JP" sz="1400" dirty="0">
              <a:solidFill>
                <a:srgbClr val="000000"/>
              </a:solidFill>
              <a:latin typeface="Meiryo UI" panose="020B0604030504040204" pitchFamily="50" charset="-128"/>
              <a:ea typeface="Meiryo UI" panose="020B0604030504040204" pitchFamily="50" charset="-128"/>
            </a:endParaRPr>
          </a:p>
          <a:p>
            <a:pPr marL="360363" indent="-360363" algn="l"/>
            <a:r>
              <a:rPr lang="en-US" altLang="ja-JP" sz="1400" dirty="0">
                <a:solidFill>
                  <a:srgbClr val="000000"/>
                </a:solidFill>
                <a:latin typeface="Meiryo UI" panose="020B0604030504040204" pitchFamily="50" charset="-128"/>
                <a:ea typeface="Meiryo UI" panose="020B0604030504040204" pitchFamily="50" charset="-128"/>
              </a:rPr>
              <a:t>SW behavior shall be checked after CR items implementation to</a:t>
            </a:r>
            <a:r>
              <a:rPr lang="ja-JP" altLang="en-US" sz="1400" dirty="0">
                <a:solidFill>
                  <a:srgbClr val="000000"/>
                </a:solidFill>
                <a:latin typeface="Meiryo UI" panose="020B0604030504040204" pitchFamily="50" charset="-128"/>
                <a:ea typeface="Meiryo UI" panose="020B0604030504040204" pitchFamily="50" charset="-128"/>
              </a:rPr>
              <a:t>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dirty="0">
                <a:solidFill>
                  <a:srgbClr val="000000"/>
                </a:solidFill>
                <a:latin typeface="Meiryo UI" panose="020B0604030504040204" pitchFamily="50" charset="-128"/>
                <a:ea typeface="Meiryo UI" panose="020B0604030504040204" pitchFamily="50" charset="-128"/>
              </a:rPr>
              <a:t> platform SW.</a:t>
            </a:r>
          </a:p>
          <a:p>
            <a:pPr marL="360363" indent="-360363" algn="l"/>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dirty="0">
                <a:solidFill>
                  <a:srgbClr val="000000"/>
                </a:solidFill>
                <a:latin typeface="Meiryo UI" panose="020B0604030504040204" pitchFamily="50" charset="-128"/>
                <a:ea typeface="Meiryo UI" panose="020B0604030504040204" pitchFamily="50" charset="-128"/>
              </a:rPr>
              <a:t> is required to analyze and verify the software. Analysis report shall be submitted to</a:t>
            </a:r>
            <a:r>
              <a:rPr lang="ja-JP" altLang="en-US" sz="1400" dirty="0">
                <a:solidFill>
                  <a:srgbClr val="000000"/>
                </a:solidFill>
                <a:latin typeface="Meiryo UI" panose="020B0604030504040204" pitchFamily="50" charset="-128"/>
                <a:ea typeface="Meiryo UI" panose="020B0604030504040204" pitchFamily="50" charset="-128"/>
              </a:rPr>
              <a:t> </a:t>
            </a:r>
            <a:r>
              <a:rPr lang="en-US" altLang="ja-JP" sz="1400" dirty="0">
                <a:solidFill>
                  <a:srgbClr val="000000"/>
                </a:solidFill>
                <a:latin typeface="Meiryo UI" panose="020B0604030504040204" pitchFamily="50" charset="-128"/>
                <a:ea typeface="Meiryo UI" panose="020B0604030504040204" pitchFamily="50" charset="-128"/>
              </a:rPr>
              <a:t>Honda.</a:t>
            </a:r>
          </a:p>
          <a:p>
            <a:pPr marL="360363" indent="-360363" algn="l"/>
            <a:r>
              <a:rPr lang="en-US" altLang="ja-JP" sz="1400" dirty="0">
                <a:solidFill>
                  <a:srgbClr val="000000"/>
                </a:solidFill>
                <a:latin typeface="Meiryo UI" panose="020B0604030504040204" pitchFamily="50" charset="-128"/>
                <a:ea typeface="Meiryo UI" panose="020B0604030504040204" pitchFamily="50" charset="-128"/>
              </a:rPr>
              <a:t>HILS or vehicle can be used for debug and verification. The results to be reported to Honda.</a:t>
            </a:r>
          </a:p>
          <a:p>
            <a:pPr marL="360363" indent="-360363" algn="l"/>
            <a:r>
              <a:rPr lang="en-US" altLang="ja-JP" sz="1400" dirty="0">
                <a:solidFill>
                  <a:srgbClr val="000000"/>
                </a:solidFill>
                <a:latin typeface="Meiryo UI" panose="020B0604030504040204" pitchFamily="50" charset="-128"/>
                <a:ea typeface="Meiryo UI" panose="020B0604030504040204" pitchFamily="50" charset="-128"/>
              </a:rPr>
              <a:t>And</a:t>
            </a:r>
            <a:r>
              <a:rPr lang="ja-JP" altLang="en-US" sz="1400" dirty="0">
                <a:solidFill>
                  <a:srgbClr val="000000"/>
                </a:solidFill>
                <a:latin typeface="Meiryo UI" panose="020B0604030504040204" pitchFamily="50" charset="-128"/>
                <a:ea typeface="Meiryo UI" panose="020B0604030504040204" pitchFamily="50" charset="-128"/>
              </a:rPr>
              <a:t>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dirty="0">
                <a:solidFill>
                  <a:srgbClr val="000000"/>
                </a:solidFill>
                <a:latin typeface="Meiryo UI" panose="020B0604030504040204" pitchFamily="50" charset="-128"/>
                <a:ea typeface="Meiryo UI" panose="020B0604030504040204" pitchFamily="50" charset="-128"/>
              </a:rPr>
              <a:t> is required to get approve by Honda.</a:t>
            </a:r>
          </a:p>
          <a:p>
            <a:pPr marL="360363" indent="-360363" algn="l"/>
            <a:r>
              <a:rPr lang="en-US" altLang="ja-JP" sz="1400" dirty="0">
                <a:solidFill>
                  <a:srgbClr val="000000"/>
                </a:solidFill>
                <a:latin typeface="Meiryo UI" panose="020B0604030504040204" pitchFamily="50" charset="-128"/>
                <a:ea typeface="Meiryo UI" panose="020B0604030504040204" pitchFamily="50" charset="-128"/>
              </a:rPr>
              <a:t>If</a:t>
            </a:r>
            <a:r>
              <a:rPr lang="ja-JP" altLang="en-US" sz="1400" dirty="0">
                <a:solidFill>
                  <a:srgbClr val="000000"/>
                </a:solidFill>
                <a:latin typeface="Meiryo UI" panose="020B0604030504040204" pitchFamily="50" charset="-128"/>
                <a:ea typeface="Meiryo UI" panose="020B0604030504040204" pitchFamily="50" charset="-128"/>
              </a:rPr>
              <a:t>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dirty="0">
                <a:solidFill>
                  <a:srgbClr val="000000"/>
                </a:solidFill>
                <a:latin typeface="Meiryo UI" panose="020B0604030504040204" pitchFamily="50" charset="-128"/>
                <a:ea typeface="Meiryo UI" panose="020B0604030504040204" pitchFamily="50" charset="-128"/>
              </a:rPr>
              <a:t> changed SW which might affect to Honda requirement,</a:t>
            </a:r>
            <a:r>
              <a:rPr lang="ja-JP" altLang="en-US" sz="1400" dirty="0">
                <a:solidFill>
                  <a:srgbClr val="000000"/>
                </a:solidFill>
                <a:latin typeface="Meiryo UI" panose="020B0604030504040204" pitchFamily="50" charset="-128"/>
                <a:ea typeface="Meiryo UI" panose="020B0604030504040204" pitchFamily="50" charset="-128"/>
              </a:rPr>
              <a:t>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dirty="0">
                <a:solidFill>
                  <a:srgbClr val="000000"/>
                </a:solidFill>
                <a:latin typeface="Meiryo UI" panose="020B0604030504040204" pitchFamily="50" charset="-128"/>
                <a:ea typeface="Meiryo UI" panose="020B0604030504040204" pitchFamily="50" charset="-128"/>
              </a:rPr>
              <a:t> is required to perform </a:t>
            </a:r>
          </a:p>
          <a:p>
            <a:pPr marL="360363" indent="-360363" algn="l"/>
            <a:r>
              <a:rPr lang="en-US" altLang="ja-JP" sz="1400" dirty="0">
                <a:solidFill>
                  <a:srgbClr val="000000"/>
                </a:solidFill>
                <a:latin typeface="Meiryo UI" panose="020B0604030504040204" pitchFamily="50" charset="-128"/>
                <a:ea typeface="Meiryo UI" panose="020B0604030504040204" pitchFamily="50" charset="-128"/>
              </a:rPr>
              <a:t>debug again and report it to Honda.</a:t>
            </a:r>
          </a:p>
          <a:p>
            <a:pPr marL="360363" indent="-360363" algn="l"/>
            <a:endParaRPr lang="en-US" altLang="ja-JP" sz="1400" dirty="0">
              <a:solidFill>
                <a:srgbClr val="000000"/>
              </a:solidFill>
              <a:latin typeface="Meiryo UI" panose="020B0604030504040204" pitchFamily="50" charset="-128"/>
              <a:ea typeface="Meiryo UI" panose="020B0604030504040204" pitchFamily="50" charset="-128"/>
            </a:endParaRPr>
          </a:p>
          <a:p>
            <a:pPr marL="360363" indent="-360363" algn="l"/>
            <a:endParaRPr lang="en-US" altLang="ja-JP" sz="1400" dirty="0">
              <a:solidFill>
                <a:srgbClr val="000000"/>
              </a:solidFill>
              <a:latin typeface="Meiryo UI" panose="020B0604030504040204" pitchFamily="50" charset="-128"/>
              <a:ea typeface="Meiryo UI" panose="020B0604030504040204" pitchFamily="50" charset="-128"/>
            </a:endParaRPr>
          </a:p>
          <a:p>
            <a:pPr marL="360363" indent="-360363" algn="l"/>
            <a:r>
              <a:rPr lang="en-US" altLang="ja-JP" sz="1400" dirty="0">
                <a:solidFill>
                  <a:srgbClr val="000000"/>
                </a:solidFill>
                <a:latin typeface="Meiryo UI" panose="020B0604030504040204" pitchFamily="50" charset="-128"/>
                <a:ea typeface="Meiryo UI" panose="020B0604030504040204" pitchFamily="50" charset="-128"/>
              </a:rPr>
              <a:t>Report, timing, verification items is mentioned in below</a:t>
            </a:r>
          </a:p>
          <a:p>
            <a:pPr marL="360363" indent="-360363" algn="l"/>
            <a:r>
              <a:rPr lang="en-US" altLang="ja-JP" sz="1400" dirty="0">
                <a:solidFill>
                  <a:srgbClr val="000000"/>
                </a:solidFill>
                <a:latin typeface="Meiryo UI" panose="020B0604030504040204" pitchFamily="50" charset="-128"/>
                <a:ea typeface="Meiryo UI" panose="020B0604030504040204" pitchFamily="50" charset="-128"/>
              </a:rPr>
              <a:t>	- SW quality check</a:t>
            </a:r>
            <a:r>
              <a:rPr lang="ja-JP" altLang="en-US" sz="1400" dirty="0">
                <a:solidFill>
                  <a:srgbClr val="000000"/>
                </a:solidFill>
                <a:latin typeface="Meiryo UI" panose="020B0604030504040204" pitchFamily="50" charset="-128"/>
                <a:ea typeface="Meiryo UI" panose="020B0604030504040204" pitchFamily="50" charset="-128"/>
              </a:rPr>
              <a:t> </a:t>
            </a:r>
            <a:r>
              <a:rPr lang="en-US" altLang="ja-JP" sz="1400" dirty="0">
                <a:solidFill>
                  <a:srgbClr val="000000"/>
                </a:solidFill>
                <a:latin typeface="Meiryo UI" panose="020B0604030504040204" pitchFamily="50" charset="-128"/>
                <a:ea typeface="Meiryo UI" panose="020B0604030504040204" pitchFamily="50" charset="-128"/>
              </a:rPr>
              <a:t>/</a:t>
            </a:r>
            <a:r>
              <a:rPr lang="ja-JP" altLang="en-US" sz="1400" dirty="0">
                <a:solidFill>
                  <a:srgbClr val="000000"/>
                </a:solidFill>
                <a:latin typeface="Meiryo UI" panose="020B0604030504040204" pitchFamily="50" charset="-128"/>
                <a:ea typeface="Meiryo UI" panose="020B0604030504040204" pitchFamily="50" charset="-128"/>
              </a:rPr>
              <a:t> </a:t>
            </a:r>
            <a:r>
              <a:rPr lang="en-US" altLang="ja-JP" sz="1400" dirty="0">
                <a:solidFill>
                  <a:srgbClr val="000000"/>
                </a:solidFill>
                <a:latin typeface="Meiryo UI" panose="020B0604030504040204" pitchFamily="50" charset="-128"/>
                <a:ea typeface="Meiryo UI" panose="020B0604030504040204" pitchFamily="50" charset="-128"/>
              </a:rPr>
              <a:t>Supplier standard software warranty : EMS 6-1-10 ECU software verification</a:t>
            </a:r>
          </a:p>
          <a:p>
            <a:pPr marL="360363" indent="-360363" algn="l"/>
            <a:r>
              <a:rPr lang="en-US" altLang="ja-JP" sz="1400" dirty="0">
                <a:solidFill>
                  <a:srgbClr val="000000"/>
                </a:solidFill>
                <a:latin typeface="Meiryo UI" panose="020B0604030504040204" pitchFamily="50" charset="-128"/>
                <a:ea typeface="Meiryo UI" panose="020B0604030504040204" pitchFamily="50" charset="-128"/>
              </a:rPr>
              <a:t>(Ver.3.3)</a:t>
            </a:r>
          </a:p>
        </p:txBody>
      </p:sp>
      <p:sp>
        <p:nvSpPr>
          <p:cNvPr id="7" name="Text Box 2"/>
          <p:cNvSpPr txBox="1">
            <a:spLocks noChangeArrowheads="1"/>
          </p:cNvSpPr>
          <p:nvPr/>
        </p:nvSpPr>
        <p:spPr bwMode="auto">
          <a:xfrm>
            <a:off x="250829" y="96703"/>
            <a:ext cx="88931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1800" dirty="0">
                <a:solidFill>
                  <a:srgbClr val="FFFFFF"/>
                </a:solidFill>
                <a:latin typeface="Meiryo UI" panose="020B0604030504040204" pitchFamily="50" charset="-128"/>
                <a:ea typeface="Meiryo UI" panose="020B0604030504040204" pitchFamily="50" charset="-128"/>
                <a:cs typeface="Arial" pitchFamily="34" charset="0"/>
              </a:rPr>
              <a:t>17. EMS Report Maturity and Quality Verification (18/31)</a:t>
            </a:r>
            <a:endParaRPr lang="en-US" altLang="ja-JP" sz="1050" dirty="0">
              <a:solidFill>
                <a:srgbClr val="FFFFFF"/>
              </a:solidFill>
              <a:latin typeface="HGPｺﾞｼｯｸE" pitchFamily="50" charset="-128"/>
              <a:ea typeface="HGPｺﾞｼｯｸE" pitchFamily="50" charset="-128"/>
              <a:cs typeface="Arial" pitchFamily="34" charset="0"/>
            </a:endParaRPr>
          </a:p>
        </p:txBody>
      </p:sp>
    </p:spTree>
    <p:extLst>
      <p:ext uri="{BB962C8B-B14F-4D97-AF65-F5344CB8AC3E}">
        <p14:creationId xmlns:p14="http://schemas.microsoft.com/office/powerpoint/2010/main" val="491948337"/>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 Box 2"/>
          <p:cNvSpPr txBox="1">
            <a:spLocks noChangeArrowheads="1"/>
          </p:cNvSpPr>
          <p:nvPr/>
        </p:nvSpPr>
        <p:spPr bwMode="auto">
          <a:xfrm>
            <a:off x="130381" y="496813"/>
            <a:ext cx="2499402" cy="373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l" eaLnBrk="1" hangingPunct="1">
              <a:lnSpc>
                <a:spcPct val="130000"/>
              </a:lnSpc>
            </a:pPr>
            <a:r>
              <a:rPr lang="ja-JP" altLang="en-US" sz="1600" b="1" u="sng">
                <a:solidFill>
                  <a:srgbClr val="000000"/>
                </a:solidFill>
                <a:latin typeface="Meiryo UI" panose="020B0604030504040204" pitchFamily="50" charset="-128"/>
                <a:ea typeface="Meiryo UI" panose="020B0604030504040204" pitchFamily="50" charset="-128"/>
                <a:cs typeface="Meiryo UI" pitchFamily="50" charset="-128"/>
              </a:rPr>
              <a:t>ソフトウェア検証と承認手法</a:t>
            </a:r>
            <a:endParaRPr lang="en-US" altLang="ja-JP" sz="1600" b="1" u="sng">
              <a:solidFill>
                <a:srgbClr val="000000"/>
              </a:solidFill>
              <a:latin typeface="Meiryo UI" panose="020B0604030504040204" pitchFamily="50" charset="-128"/>
              <a:ea typeface="Meiryo UI" panose="020B0604030504040204" pitchFamily="50" charset="-128"/>
              <a:cs typeface="Meiryo UI" pitchFamily="50" charset="-128"/>
            </a:endParaRPr>
          </a:p>
        </p:txBody>
      </p:sp>
      <p:sp>
        <p:nvSpPr>
          <p:cNvPr id="13" name="Text Box 2"/>
          <p:cNvSpPr txBox="1">
            <a:spLocks noChangeArrowheads="1"/>
          </p:cNvSpPr>
          <p:nvPr/>
        </p:nvSpPr>
        <p:spPr bwMode="auto">
          <a:xfrm>
            <a:off x="176156" y="896923"/>
            <a:ext cx="8893175" cy="63863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360363" indent="-360363" algn="l">
              <a:spcBef>
                <a:spcPts val="300"/>
              </a:spcBef>
            </a:pPr>
            <a:r>
              <a:rPr lang="ja-JP" altLang="en-US" sz="1400" dirty="0">
                <a:latin typeface="Meiryo UI" panose="020B0604030504040204" pitchFamily="50" charset="-128"/>
                <a:ea typeface="Meiryo UI" panose="020B0604030504040204" pitchFamily="50" charset="-128"/>
              </a:rPr>
              <a:t>検証内容①　</a:t>
            </a:r>
            <a:r>
              <a:rPr lang="ja-JP" altLang="en-US" sz="1400" dirty="0">
                <a:latin typeface="Meiryo UI" panose="020B0604030504040204" pitchFamily="50" charset="-128"/>
                <a:ea typeface="Meiryo UI" panose="020B0604030504040204" pitchFamily="50" charset="-128"/>
                <a:cs typeface="Meiryo UI" pitchFamily="50" charset="-128"/>
              </a:rPr>
              <a:t>ソフトウエアの品質検証 ：</a:t>
            </a:r>
            <a:endParaRPr lang="en-US" altLang="ja-JP" sz="1400" dirty="0">
              <a:latin typeface="Meiryo UI" panose="020B0604030504040204" pitchFamily="50" charset="-128"/>
              <a:ea typeface="Meiryo UI" panose="020B0604030504040204" pitchFamily="50" charset="-128"/>
              <a:cs typeface="Meiryo UI" pitchFamily="50" charset="-128"/>
            </a:endParaRPr>
          </a:p>
          <a:p>
            <a:pPr marL="360363" indent="-360363" algn="l">
              <a:spcBef>
                <a:spcPts val="300"/>
              </a:spcBef>
            </a:pPr>
            <a:r>
              <a:rPr lang="en-US" altLang="ja-JP" sz="1400" dirty="0">
                <a:latin typeface="Meiryo UI" panose="020B0604030504040204" pitchFamily="50" charset="-128"/>
                <a:ea typeface="Meiryo UI" panose="020B0604030504040204" pitchFamily="50" charset="-128"/>
              </a:rPr>
              <a:t>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latin typeface="Meiryo UI" panose="020B0604030504040204" pitchFamily="50" charset="-128"/>
                <a:ea typeface="Meiryo UI" panose="020B0604030504040204" pitchFamily="50" charset="-128"/>
              </a:rPr>
              <a:t>ソフトウェア プログラムの量産品質を確保する為、プログラム基本構造、システム成立性、プログラミングルール、開発環境を検証する。</a:t>
            </a:r>
            <a:endParaRPr lang="en-US" altLang="ja-JP" sz="1400" dirty="0">
              <a:latin typeface="Meiryo UI" panose="020B0604030504040204" pitchFamily="50" charset="-128"/>
              <a:ea typeface="Meiryo UI" panose="020B0604030504040204" pitchFamily="50" charset="-128"/>
            </a:endParaRPr>
          </a:p>
          <a:p>
            <a:pPr marL="360363" indent="-360363" algn="l">
              <a:spcBef>
                <a:spcPts val="300"/>
              </a:spcBef>
            </a:pPr>
            <a:r>
              <a:rPr lang="ja-JP" altLang="en-US" sz="1400" dirty="0">
                <a:latin typeface="Meiryo UI" panose="020B0604030504040204" pitchFamily="50" charset="-128"/>
                <a:ea typeface="Meiryo UI" panose="020B0604030504040204" pitchFamily="50" charset="-128"/>
              </a:rPr>
              <a:t>　　　</a:t>
            </a:r>
            <a:r>
              <a:rPr lang="en-US" altLang="ja-JP" sz="1400" dirty="0">
                <a:latin typeface="Meiryo UI" panose="020B0604030504040204" pitchFamily="50" charset="-128"/>
                <a:ea typeface="Meiryo UI" panose="020B0604030504040204" pitchFamily="50" charset="-128"/>
              </a:rPr>
              <a:t>EMS</a:t>
            </a:r>
            <a:r>
              <a:rPr lang="ja-JP" altLang="en-US" sz="1400" dirty="0">
                <a:latin typeface="Meiryo UI" panose="020B0604030504040204" pitchFamily="50" charset="-128"/>
                <a:ea typeface="Meiryo UI" panose="020B0604030504040204" pitchFamily="50" charset="-128"/>
              </a:rPr>
              <a:t>で定義された検証項目の検証結果は文書（検収レポート）として</a:t>
            </a:r>
            <a:r>
              <a:rPr lang="en-US" altLang="ja-JP" sz="1400" dirty="0">
                <a:latin typeface="Meiryo UI" panose="020B0604030504040204" pitchFamily="50" charset="-128"/>
                <a:ea typeface="Meiryo UI" panose="020B0604030504040204" pitchFamily="50" charset="-128"/>
              </a:rPr>
              <a:t>Honda</a:t>
            </a:r>
            <a:r>
              <a:rPr lang="ja-JP" altLang="en-US" sz="1400" dirty="0">
                <a:latin typeface="Meiryo UI" panose="020B0604030504040204" pitchFamily="50" charset="-128"/>
                <a:ea typeface="Meiryo UI" panose="020B0604030504040204" pitchFamily="50" charset="-128"/>
              </a:rPr>
              <a:t>へ供給される。</a:t>
            </a:r>
            <a:endParaRPr lang="en-US" altLang="ja-JP" sz="1400" dirty="0">
              <a:latin typeface="Meiryo UI" panose="020B0604030504040204" pitchFamily="50" charset="-128"/>
              <a:ea typeface="Meiryo UI" panose="020B0604030504040204" pitchFamily="50" charset="-128"/>
            </a:endParaRPr>
          </a:p>
          <a:p>
            <a:pPr marL="360363" indent="-360363" algn="l">
              <a:spcBef>
                <a:spcPts val="300"/>
              </a:spcBef>
            </a:pPr>
            <a:r>
              <a:rPr lang="ja-JP" altLang="en-US" sz="1400" dirty="0">
                <a:latin typeface="Meiryo UI" panose="020B0604030504040204" pitchFamily="50" charset="-128"/>
                <a:ea typeface="Meiryo UI" panose="020B0604030504040204" pitchFamily="50" charset="-128"/>
                <a:cs typeface="Meiryo UI" pitchFamily="50" charset="-128"/>
              </a:rPr>
              <a:t>　　　完成車工場で生産する車両に適用するソフトウェアについては、ソフトウェア変更が発生するごとに本検証を行い、</a:t>
            </a:r>
            <a:br>
              <a:rPr lang="en-US" altLang="ja-JP" sz="1400" dirty="0">
                <a:latin typeface="Meiryo UI" panose="020B0604030504040204" pitchFamily="50" charset="-128"/>
                <a:ea typeface="Meiryo UI" panose="020B0604030504040204" pitchFamily="50" charset="-128"/>
                <a:cs typeface="Meiryo UI" pitchFamily="50" charset="-128"/>
              </a:rPr>
            </a:br>
            <a:r>
              <a:rPr lang="ja-JP" altLang="en-US" sz="1400" dirty="0">
                <a:latin typeface="Meiryo UI" panose="020B0604030504040204" pitchFamily="50" charset="-128"/>
                <a:ea typeface="Meiryo UI" panose="020B0604030504040204" pitchFamily="50" charset="-128"/>
                <a:cs typeface="Meiryo UI" pitchFamily="50" charset="-128"/>
              </a:rPr>
              <a:t>量産品質を保証する。</a:t>
            </a:r>
            <a:endParaRPr lang="en-US" altLang="ja-JP" sz="1400" dirty="0">
              <a:latin typeface="Meiryo UI" panose="020B0604030504040204" pitchFamily="50" charset="-128"/>
              <a:ea typeface="Meiryo UI" panose="020B0604030504040204" pitchFamily="50" charset="-128"/>
            </a:endParaRPr>
          </a:p>
          <a:p>
            <a:pPr marL="360363" indent="-360363" algn="l">
              <a:spcBef>
                <a:spcPts val="300"/>
              </a:spcBef>
            </a:pPr>
            <a:endParaRPr lang="en-US" altLang="ja-JP" sz="1400" dirty="0">
              <a:latin typeface="Meiryo UI" panose="020B0604030504040204" pitchFamily="50" charset="-128"/>
              <a:ea typeface="Meiryo UI" panose="020B0604030504040204" pitchFamily="50" charset="-128"/>
            </a:endParaRPr>
          </a:p>
          <a:p>
            <a:pPr marL="360363" indent="-360363" algn="l">
              <a:spcBef>
                <a:spcPts val="300"/>
              </a:spcBef>
            </a:pPr>
            <a:r>
              <a:rPr lang="ja-JP" altLang="en-US" sz="1400" dirty="0">
                <a:latin typeface="Meiryo UI" panose="020B0604030504040204" pitchFamily="50" charset="-128"/>
                <a:ea typeface="Meiryo UI" panose="020B0604030504040204" pitchFamily="50" charset="-128"/>
              </a:rPr>
              <a:t>検証内容②　取引先標準ソフトウエア保証 ：</a:t>
            </a:r>
          </a:p>
          <a:p>
            <a:pPr marL="360363" indent="-360363" algn="l">
              <a:spcBef>
                <a:spcPts val="300"/>
              </a:spcBef>
            </a:pPr>
            <a:r>
              <a:rPr lang="ja-JP" altLang="en-US" sz="1400" dirty="0">
                <a:latin typeface="Meiryo UI" panose="020B0604030504040204" pitchFamily="50" charset="-128"/>
                <a:ea typeface="Meiryo UI" panose="020B0604030504040204" pitchFamily="50" charset="-128"/>
              </a:rPr>
              <a:t>	</a:t>
            </a:r>
            <a:r>
              <a:rPr lang="en-US" altLang="ja-JP" sz="1400" dirty="0">
                <a:latin typeface="Meiryo UI" panose="020B0604030504040204" pitchFamily="50" charset="-128"/>
                <a:ea typeface="Meiryo UI" panose="020B0604030504040204" pitchFamily="50" charset="-128"/>
              </a:rPr>
              <a:t>Honda</a:t>
            </a:r>
            <a:r>
              <a:rPr lang="ja-JP" altLang="en-US" sz="1400" dirty="0">
                <a:latin typeface="Meiryo UI" panose="020B0604030504040204" pitchFamily="50" charset="-128"/>
                <a:ea typeface="Meiryo UI" panose="020B0604030504040204" pitchFamily="50" charset="-128"/>
              </a:rPr>
              <a:t>向けに新規に適用する機能、変化点に対し、実車・もしくは実車と等価の振る舞いをする</a:t>
            </a:r>
            <a:r>
              <a:rPr lang="en-US" altLang="ja-JP" sz="1400" dirty="0">
                <a:latin typeface="Meiryo UI" panose="020B0604030504040204" pitchFamily="50" charset="-128"/>
                <a:ea typeface="Meiryo UI" panose="020B0604030504040204" pitchFamily="50" charset="-128"/>
              </a:rPr>
              <a:t>Soft</a:t>
            </a:r>
            <a:r>
              <a:rPr lang="ja-JP" altLang="en-US" sz="1400" dirty="0">
                <a:latin typeface="Meiryo UI" panose="020B0604030504040204" pitchFamily="50" charset="-128"/>
                <a:ea typeface="Meiryo UI" panose="020B0604030504040204" pitchFamily="50" charset="-128"/>
              </a:rPr>
              <a:t>シュミレーションや</a:t>
            </a:r>
            <a:r>
              <a:rPr lang="en-US" altLang="ja-JP" sz="1400" dirty="0">
                <a:latin typeface="Meiryo UI" panose="020B0604030504040204" pitchFamily="50" charset="-128"/>
                <a:ea typeface="Meiryo UI" panose="020B0604030504040204" pitchFamily="50" charset="-128"/>
              </a:rPr>
              <a:t>HILS</a:t>
            </a:r>
            <a:r>
              <a:rPr lang="ja-JP" altLang="en-US" sz="1400" dirty="0">
                <a:latin typeface="Meiryo UI" panose="020B0604030504040204" pitchFamily="50" charset="-128"/>
                <a:ea typeface="Meiryo UI" panose="020B0604030504040204" pitchFamily="50" charset="-128"/>
              </a:rPr>
              <a:t>検証、デバック検証などが行われ、取引先内でテスト内容・結果について評価されていることを検証する。</a:t>
            </a:r>
          </a:p>
          <a:p>
            <a:pPr marL="360363" indent="-360363" algn="l">
              <a:spcBef>
                <a:spcPts val="300"/>
              </a:spcBef>
            </a:pPr>
            <a:endParaRPr lang="en-US" altLang="ja-JP" sz="1400" dirty="0">
              <a:latin typeface="Meiryo UI" panose="020B0604030504040204" pitchFamily="50" charset="-128"/>
              <a:ea typeface="Meiryo UI" panose="020B0604030504040204" pitchFamily="50" charset="-128"/>
            </a:endParaRPr>
          </a:p>
          <a:p>
            <a:pPr marL="360363" indent="-360363" algn="l">
              <a:spcBef>
                <a:spcPts val="300"/>
              </a:spcBef>
            </a:pPr>
            <a:r>
              <a:rPr lang="ja-JP" altLang="en-US" sz="1400" dirty="0">
                <a:latin typeface="Meiryo UI" panose="020B0604030504040204" pitchFamily="50" charset="-128"/>
                <a:ea typeface="Meiryo UI" panose="020B0604030504040204" pitchFamily="50" charset="-128"/>
              </a:rPr>
              <a:t>検証内容③　</a:t>
            </a:r>
            <a:r>
              <a:rPr lang="ja-JP" altLang="en-US" sz="1400" dirty="0">
                <a:latin typeface="Meiryo UI" panose="020B0604030504040204" pitchFamily="50" charset="-128"/>
                <a:ea typeface="Meiryo UI" panose="020B0604030504040204" pitchFamily="50" charset="-128"/>
                <a:cs typeface="Meiryo UI" pitchFamily="50" charset="-128"/>
              </a:rPr>
              <a:t>ソフトウェア</a:t>
            </a:r>
            <a:r>
              <a:rPr lang="en-US" altLang="ja-JP" sz="1400" dirty="0">
                <a:latin typeface="Meiryo UI" panose="020B0604030504040204" pitchFamily="50" charset="-128"/>
                <a:ea typeface="Meiryo UI" panose="020B0604030504040204" pitchFamily="50" charset="-128"/>
                <a:cs typeface="Meiryo UI" pitchFamily="50" charset="-128"/>
              </a:rPr>
              <a:t>CR</a:t>
            </a:r>
            <a:r>
              <a:rPr lang="ja-JP" altLang="en-US" sz="1400" dirty="0">
                <a:latin typeface="Meiryo UI" panose="020B0604030504040204" pitchFamily="50" charset="-128"/>
                <a:ea typeface="Meiryo UI" panose="020B0604030504040204" pitchFamily="50" charset="-128"/>
                <a:cs typeface="Meiryo UI" pitchFamily="50" charset="-128"/>
              </a:rPr>
              <a:t>項目　：</a:t>
            </a:r>
            <a:endParaRPr lang="en-US" altLang="ja-JP" sz="1400" dirty="0">
              <a:latin typeface="Meiryo UI" panose="020B0604030504040204" pitchFamily="50" charset="-128"/>
              <a:ea typeface="Meiryo UI" panose="020B0604030504040204" pitchFamily="50" charset="-128"/>
            </a:endParaRPr>
          </a:p>
          <a:p>
            <a:pPr marL="360363" indent="-360363" algn="l">
              <a:spcBef>
                <a:spcPts val="300"/>
              </a:spcBef>
            </a:pPr>
            <a:r>
              <a:rPr lang="en-US" altLang="ja-JP" sz="1400" dirty="0">
                <a:latin typeface="Meiryo UI" panose="020B0604030504040204" pitchFamily="50" charset="-128"/>
                <a:ea typeface="Meiryo UI" panose="020B0604030504040204" pitchFamily="50" charset="-128"/>
              </a:rPr>
              <a:t>	Honda</a:t>
            </a:r>
            <a:r>
              <a:rPr lang="ja-JP" altLang="en-US" sz="1400" dirty="0">
                <a:latin typeface="Meiryo UI" panose="020B0604030504040204" pitchFamily="50" charset="-128"/>
                <a:ea typeface="Meiryo UI" panose="020B0604030504040204" pitchFamily="50" charset="-128"/>
              </a:rPr>
              <a:t>が専用で要求した制御要求に於いて、</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latin typeface="Meiryo UI" panose="020B0604030504040204" pitchFamily="50" charset="-128"/>
                <a:ea typeface="Meiryo UI" panose="020B0604030504040204" pitchFamily="50" charset="-128"/>
              </a:rPr>
              <a:t>標準ソフトウェアへ組み込まれた後、動作振る舞いで異常な制御となっていない事を検証する。</a:t>
            </a:r>
            <a:endParaRPr lang="en-US" altLang="ja-JP" sz="1400" dirty="0">
              <a:latin typeface="Meiryo UI" panose="020B0604030504040204" pitchFamily="50" charset="-128"/>
              <a:ea typeface="Meiryo UI" panose="020B0604030504040204" pitchFamily="50" charset="-128"/>
            </a:endParaRPr>
          </a:p>
          <a:p>
            <a:pPr marL="360363" indent="-360363" algn="l">
              <a:spcBef>
                <a:spcPts val="300"/>
              </a:spcBef>
            </a:pPr>
            <a:r>
              <a:rPr lang="en-US" altLang="ja-JP" sz="1400" dirty="0">
                <a:latin typeface="Meiryo UI" panose="020B0604030504040204" pitchFamily="50" charset="-128"/>
                <a:ea typeface="Meiryo UI" panose="020B0604030504040204" pitchFamily="50" charset="-128"/>
              </a:rPr>
              <a:t>	</a:t>
            </a:r>
            <a:r>
              <a:rPr lang="ja-JP" altLang="en-US" sz="1400" dirty="0">
                <a:latin typeface="Meiryo UI" panose="020B0604030504040204" pitchFamily="50" charset="-128"/>
                <a:ea typeface="Meiryo UI" panose="020B0604030504040204" pitchFamily="50" charset="-128"/>
              </a:rPr>
              <a:t>ソフトウェアの変更については、要求を受理した</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latin typeface="Meiryo UI" panose="020B0604030504040204" pitchFamily="50" charset="-128"/>
                <a:ea typeface="Meiryo UI" panose="020B0604030504040204" pitchFamily="50" charset="-128"/>
              </a:rPr>
              <a:t>側で十分な分析と検証を実施する。</a:t>
            </a:r>
            <a:endParaRPr lang="en-US" altLang="ja-JP" sz="1400" dirty="0">
              <a:latin typeface="Meiryo UI" panose="020B0604030504040204" pitchFamily="50" charset="-128"/>
              <a:ea typeface="Meiryo UI" panose="020B0604030504040204" pitchFamily="50" charset="-128"/>
            </a:endParaRPr>
          </a:p>
          <a:p>
            <a:pPr marL="360363" indent="-360363" algn="l">
              <a:spcBef>
                <a:spcPts val="300"/>
              </a:spcBef>
            </a:pPr>
            <a:r>
              <a:rPr lang="en-US" altLang="ja-JP" sz="1400" dirty="0">
                <a:latin typeface="Meiryo UI" panose="020B0604030504040204" pitchFamily="50" charset="-128"/>
                <a:ea typeface="Meiryo UI" panose="020B0604030504040204" pitchFamily="50" charset="-128"/>
              </a:rPr>
              <a:t>	</a:t>
            </a:r>
            <a:r>
              <a:rPr lang="ja-JP" altLang="en-US" sz="1400" dirty="0">
                <a:latin typeface="Meiryo UI" panose="020B0604030504040204" pitchFamily="50" charset="-128"/>
                <a:ea typeface="Meiryo UI" panose="020B0604030504040204" pitchFamily="50" charset="-128"/>
              </a:rPr>
              <a:t>要求分析の結果は、文書（要求分析レポート）として</a:t>
            </a:r>
            <a:r>
              <a:rPr lang="en-US" altLang="ja-JP" sz="1400" dirty="0">
                <a:latin typeface="Meiryo UI" panose="020B0604030504040204" pitchFamily="50" charset="-128"/>
                <a:ea typeface="Meiryo UI" panose="020B0604030504040204" pitchFamily="50" charset="-128"/>
              </a:rPr>
              <a:t>Honda</a:t>
            </a:r>
            <a:r>
              <a:rPr lang="ja-JP" altLang="en-US" sz="1400" dirty="0">
                <a:latin typeface="Meiryo UI" panose="020B0604030504040204" pitchFamily="50" charset="-128"/>
                <a:ea typeface="Meiryo UI" panose="020B0604030504040204" pitchFamily="50" charset="-128"/>
              </a:rPr>
              <a:t>へ供給される。</a:t>
            </a:r>
            <a:endParaRPr lang="en-US" altLang="ja-JP" sz="1400" dirty="0">
              <a:latin typeface="Meiryo UI" panose="020B0604030504040204" pitchFamily="50" charset="-128"/>
              <a:ea typeface="Meiryo UI" panose="020B0604030504040204" pitchFamily="50" charset="-128"/>
            </a:endParaRPr>
          </a:p>
          <a:p>
            <a:pPr marL="360363" indent="-360363" algn="l">
              <a:spcBef>
                <a:spcPts val="300"/>
              </a:spcBef>
            </a:pPr>
            <a:r>
              <a:rPr lang="en-US" altLang="ja-JP" sz="1400" dirty="0">
                <a:latin typeface="Meiryo UI" panose="020B0604030504040204" pitchFamily="50" charset="-128"/>
                <a:ea typeface="Meiryo UI" panose="020B0604030504040204" pitchFamily="50" charset="-128"/>
              </a:rPr>
              <a:t>	</a:t>
            </a:r>
            <a:r>
              <a:rPr lang="ja-JP" altLang="en-US" sz="1400" dirty="0">
                <a:latin typeface="Meiryo UI" panose="020B0604030504040204" pitchFamily="50" charset="-128"/>
                <a:ea typeface="Meiryo UI" panose="020B0604030504040204" pitchFamily="50" charset="-128"/>
              </a:rPr>
              <a:t>また、検証については、実装後のソフトウェアを用いて</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latin typeface="Meiryo UI" panose="020B0604030504040204" pitchFamily="50" charset="-128"/>
                <a:ea typeface="Meiryo UI" panose="020B0604030504040204" pitchFamily="50" charset="-128"/>
              </a:rPr>
              <a:t>内部で</a:t>
            </a:r>
            <a:r>
              <a:rPr lang="en-US" altLang="ja-JP" sz="1400" dirty="0">
                <a:latin typeface="Meiryo UI" panose="020B0604030504040204" pitchFamily="50" charset="-128"/>
                <a:ea typeface="Meiryo UI" panose="020B0604030504040204" pitchFamily="50" charset="-128"/>
              </a:rPr>
              <a:t>HILS</a:t>
            </a:r>
            <a:r>
              <a:rPr lang="ja-JP" altLang="en-US" sz="1400" dirty="0">
                <a:latin typeface="Meiryo UI" panose="020B0604030504040204" pitchFamily="50" charset="-128"/>
                <a:ea typeface="Meiryo UI" panose="020B0604030504040204" pitchFamily="50" charset="-128"/>
              </a:rPr>
              <a:t>もしくは実機にてデバック検証を実施し</a:t>
            </a:r>
            <a:br>
              <a:rPr lang="en-US" altLang="ja-JP" sz="1400" dirty="0">
                <a:latin typeface="Meiryo UI" panose="020B0604030504040204" pitchFamily="50" charset="-128"/>
                <a:ea typeface="Meiryo UI" panose="020B0604030504040204" pitchFamily="50" charset="-128"/>
              </a:rPr>
            </a:br>
            <a:r>
              <a:rPr lang="ja-JP" altLang="en-US" sz="1400" dirty="0">
                <a:latin typeface="Meiryo UI" panose="020B0604030504040204" pitchFamily="50" charset="-128"/>
                <a:ea typeface="Meiryo UI" panose="020B0604030504040204" pitchFamily="50" charset="-128"/>
              </a:rPr>
              <a:t>、その結果として不具合なき事が文書（検収レポート）として</a:t>
            </a:r>
            <a:r>
              <a:rPr lang="en-US" altLang="ja-JP" sz="1400" dirty="0">
                <a:latin typeface="Meiryo UI" panose="020B0604030504040204" pitchFamily="50" charset="-128"/>
                <a:ea typeface="Meiryo UI" panose="020B0604030504040204" pitchFamily="50" charset="-128"/>
              </a:rPr>
              <a:t>Honda</a:t>
            </a:r>
            <a:r>
              <a:rPr lang="ja-JP" altLang="en-US" sz="1400" dirty="0">
                <a:latin typeface="Meiryo UI" panose="020B0604030504040204" pitchFamily="50" charset="-128"/>
                <a:ea typeface="Meiryo UI" panose="020B0604030504040204" pitchFamily="50" charset="-128"/>
              </a:rPr>
              <a:t>へ供給される。</a:t>
            </a:r>
            <a:endParaRPr lang="en-US" altLang="ja-JP" sz="1400" dirty="0">
              <a:latin typeface="Meiryo UI" panose="020B0604030504040204" pitchFamily="50" charset="-128"/>
              <a:ea typeface="Meiryo UI" panose="020B0604030504040204" pitchFamily="50" charset="-128"/>
            </a:endParaRPr>
          </a:p>
          <a:p>
            <a:pPr marL="360363" indent="-360363" algn="l">
              <a:spcBef>
                <a:spcPts val="300"/>
              </a:spcBef>
            </a:pPr>
            <a:r>
              <a:rPr lang="en-US" altLang="ja-JP" sz="1400" dirty="0">
                <a:latin typeface="Meiryo UI" panose="020B0604030504040204" pitchFamily="50" charset="-128"/>
                <a:ea typeface="Meiryo UI" panose="020B0604030504040204" pitchFamily="50" charset="-128"/>
              </a:rPr>
              <a:t>	Honda</a:t>
            </a:r>
            <a:r>
              <a:rPr lang="ja-JP" altLang="en-US" sz="1400" dirty="0">
                <a:latin typeface="Meiryo UI" panose="020B0604030504040204" pitchFamily="50" charset="-128"/>
                <a:ea typeface="Meiryo UI" panose="020B0604030504040204" pitchFamily="50" charset="-128"/>
              </a:rPr>
              <a:t>でこれらの文書の確認を実施した後、承認を行う。</a:t>
            </a:r>
            <a:endParaRPr lang="en-US" altLang="ja-JP" sz="1400" dirty="0">
              <a:latin typeface="Meiryo UI" panose="020B0604030504040204" pitchFamily="50" charset="-128"/>
              <a:ea typeface="Meiryo UI" panose="020B0604030504040204" pitchFamily="50" charset="-128"/>
            </a:endParaRPr>
          </a:p>
          <a:p>
            <a:pPr algn="l" eaLnBrk="1" hangingPunct="1">
              <a:spcBef>
                <a:spcPts val="300"/>
              </a:spcBef>
            </a:pPr>
            <a:r>
              <a:rPr lang="ja-JP" altLang="en-US" sz="1400" dirty="0">
                <a:latin typeface="Meiryo UI" panose="020B0604030504040204" pitchFamily="50" charset="-128"/>
                <a:ea typeface="Meiryo UI" panose="020B0604030504040204" pitchFamily="50" charset="-128"/>
                <a:cs typeface="Meiryo UI" pitchFamily="50" charset="-128"/>
              </a:rPr>
              <a:t>　　　他ソフトウェア変更により既存の制御要求に影響がある場合、検収済みのレポートにおいても</a:t>
            </a:r>
            <a:endParaRPr lang="en-US" altLang="ja-JP" sz="1400" dirty="0">
              <a:latin typeface="Meiryo UI" panose="020B0604030504040204" pitchFamily="50" charset="-128"/>
              <a:ea typeface="Meiryo UI" panose="020B0604030504040204" pitchFamily="50" charset="-128"/>
              <a:cs typeface="Meiryo UI" pitchFamily="50" charset="-128"/>
            </a:endParaRPr>
          </a:p>
          <a:p>
            <a:pPr algn="l" eaLnBrk="1" hangingPunct="1">
              <a:spcBef>
                <a:spcPts val="300"/>
              </a:spcBef>
            </a:pPr>
            <a:r>
              <a:rPr lang="ja-JP" altLang="en-US" sz="1400" dirty="0">
                <a:latin typeface="Meiryo UI" panose="020B0604030504040204" pitchFamily="50" charset="-128"/>
                <a:ea typeface="Meiryo UI" panose="020B0604030504040204" pitchFamily="50" charset="-128"/>
                <a:cs typeface="Meiryo UI" pitchFamily="50" charset="-128"/>
              </a:rPr>
              <a:t>　　　再度デバッグ検証を実施し、</a:t>
            </a:r>
            <a:r>
              <a:rPr lang="ja-JP" altLang="en-US" sz="1400" dirty="0">
                <a:latin typeface="Meiryo UI" panose="020B0604030504040204" pitchFamily="50" charset="-128"/>
                <a:ea typeface="Meiryo UI" panose="020B0604030504040204" pitchFamily="50" charset="-128"/>
              </a:rPr>
              <a:t>文書の結果を改訂して</a:t>
            </a:r>
            <a:r>
              <a:rPr lang="en-US" altLang="ja-JP" sz="1400" dirty="0">
                <a:latin typeface="Meiryo UI" panose="020B0604030504040204" pitchFamily="50" charset="-128"/>
                <a:ea typeface="Meiryo UI" panose="020B0604030504040204" pitchFamily="50" charset="-128"/>
              </a:rPr>
              <a:t>Honda</a:t>
            </a:r>
            <a:r>
              <a:rPr lang="ja-JP" altLang="en-US" sz="1400" dirty="0">
                <a:latin typeface="Meiryo UI" panose="020B0604030504040204" pitchFamily="50" charset="-128"/>
                <a:ea typeface="Meiryo UI" panose="020B0604030504040204" pitchFamily="50" charset="-128"/>
              </a:rPr>
              <a:t>へ供給される。</a:t>
            </a:r>
            <a:endParaRPr lang="en-US" altLang="ja-JP" sz="1400" dirty="0">
              <a:latin typeface="Meiryo UI" panose="020B0604030504040204" pitchFamily="50" charset="-128"/>
              <a:ea typeface="Meiryo UI" panose="020B0604030504040204" pitchFamily="50" charset="-128"/>
              <a:cs typeface="Meiryo UI" pitchFamily="50" charset="-128"/>
            </a:endParaRPr>
          </a:p>
          <a:p>
            <a:pPr algn="l" eaLnBrk="1" hangingPunct="1">
              <a:spcBef>
                <a:spcPts val="300"/>
              </a:spcBef>
            </a:pPr>
            <a:endParaRPr lang="en-US" altLang="ja-JP" sz="1400" dirty="0">
              <a:latin typeface="Meiryo UI" panose="020B0604030504040204" pitchFamily="50" charset="-128"/>
              <a:ea typeface="Meiryo UI" panose="020B0604030504040204" pitchFamily="50" charset="-128"/>
              <a:cs typeface="Meiryo UI" pitchFamily="50" charset="-128"/>
            </a:endParaRPr>
          </a:p>
          <a:p>
            <a:pPr algn="l" eaLnBrk="1" hangingPunct="1">
              <a:spcBef>
                <a:spcPts val="300"/>
              </a:spcBef>
            </a:pPr>
            <a:r>
              <a:rPr lang="ja-JP" altLang="en-US" sz="1400" dirty="0">
                <a:latin typeface="Meiryo UI" panose="020B0604030504040204" pitchFamily="50" charset="-128"/>
                <a:ea typeface="Meiryo UI" panose="020B0604030504040204" pitchFamily="50" charset="-128"/>
                <a:cs typeface="Meiryo UI" pitchFamily="50" charset="-128"/>
              </a:rPr>
              <a:t>手法・タイミング・検証項目　：下記の</a:t>
            </a:r>
            <a:r>
              <a:rPr lang="en-US" altLang="ja-JP" sz="1400" dirty="0">
                <a:latin typeface="Meiryo UI" panose="020B0604030504040204" pitchFamily="50" charset="-128"/>
                <a:ea typeface="Meiryo UI" panose="020B0604030504040204" pitchFamily="50" charset="-128"/>
                <a:cs typeface="Meiryo UI" pitchFamily="50" charset="-128"/>
              </a:rPr>
              <a:t>EMS</a:t>
            </a:r>
            <a:r>
              <a:rPr lang="ja-JP" altLang="en-US" sz="1400" dirty="0">
                <a:latin typeface="Meiryo UI" panose="020B0604030504040204" pitchFamily="50" charset="-128"/>
                <a:ea typeface="Meiryo UI" panose="020B0604030504040204" pitchFamily="50" charset="-128"/>
                <a:cs typeface="Meiryo UI" pitchFamily="50" charset="-128"/>
              </a:rPr>
              <a:t>に準じる</a:t>
            </a:r>
            <a:endParaRPr lang="en-US" altLang="ja-JP" sz="1400" dirty="0">
              <a:latin typeface="Meiryo UI" panose="020B0604030504040204" pitchFamily="50" charset="-128"/>
              <a:ea typeface="Meiryo UI" panose="020B0604030504040204" pitchFamily="50" charset="-128"/>
              <a:cs typeface="Meiryo UI" pitchFamily="50" charset="-128"/>
            </a:endParaRPr>
          </a:p>
          <a:p>
            <a:pPr algn="l" eaLnBrk="1" hangingPunct="1">
              <a:spcBef>
                <a:spcPts val="300"/>
              </a:spcBef>
            </a:pPr>
            <a:r>
              <a:rPr lang="en-US" altLang="ja-JP" sz="1400" dirty="0">
                <a:latin typeface="Meiryo UI" panose="020B0604030504040204" pitchFamily="50" charset="-128"/>
                <a:ea typeface="Meiryo UI" panose="020B0604030504040204" pitchFamily="50" charset="-128"/>
                <a:cs typeface="Meiryo UI" pitchFamily="50" charset="-128"/>
              </a:rPr>
              <a:t>       </a:t>
            </a:r>
            <a:r>
              <a:rPr lang="ja-JP" altLang="en-US" sz="1400" dirty="0">
                <a:latin typeface="Meiryo UI" panose="020B0604030504040204" pitchFamily="50" charset="-128"/>
                <a:ea typeface="Meiryo UI" panose="020B0604030504040204" pitchFamily="50" charset="-128"/>
                <a:cs typeface="Meiryo UI" pitchFamily="50" charset="-128"/>
              </a:rPr>
              <a:t>ソフトウエアの品質検証・取引先標準ソフトウエア保証 　：　</a:t>
            </a:r>
            <a:r>
              <a:rPr lang="en-US" altLang="ja-JP" sz="1400" dirty="0">
                <a:latin typeface="Meiryo UI" panose="020B0604030504040204" pitchFamily="50" charset="-128"/>
                <a:ea typeface="Meiryo UI" panose="020B0604030504040204" pitchFamily="50" charset="-128"/>
                <a:cs typeface="Meiryo UI" pitchFamily="50" charset="-128"/>
              </a:rPr>
              <a:t>EMS 6-1-10 ECU </a:t>
            </a:r>
            <a:r>
              <a:rPr lang="en-US" altLang="ja-JP" sz="1400">
                <a:latin typeface="Meiryo UI" panose="020B0604030504040204" pitchFamily="50" charset="-128"/>
                <a:ea typeface="Meiryo UI" panose="020B0604030504040204" pitchFamily="50" charset="-128"/>
                <a:cs typeface="Meiryo UI" pitchFamily="50" charset="-128"/>
              </a:rPr>
              <a:t>software verification</a:t>
            </a:r>
            <a:r>
              <a:rPr lang="en-US" altLang="ja-JP" sz="1400">
                <a:solidFill>
                  <a:srgbClr val="000000"/>
                </a:solidFill>
                <a:latin typeface="Meiryo UI" panose="020B0604030504040204" pitchFamily="50" charset="-128"/>
                <a:ea typeface="Meiryo UI" panose="020B0604030504040204" pitchFamily="50" charset="-128"/>
              </a:rPr>
              <a:t>(Ver.3.3)</a:t>
            </a:r>
          </a:p>
          <a:p>
            <a:pPr algn="l" eaLnBrk="1" hangingPunct="1">
              <a:spcBef>
                <a:spcPts val="300"/>
              </a:spcBef>
            </a:pPr>
            <a:endParaRPr lang="en-US" altLang="ja-JP" sz="1400" dirty="0">
              <a:latin typeface="Meiryo UI" panose="020B0604030504040204" pitchFamily="50" charset="-128"/>
              <a:ea typeface="Meiryo UI" panose="020B0604030504040204" pitchFamily="50" charset="-128"/>
              <a:cs typeface="Meiryo UI" pitchFamily="50" charset="-128"/>
            </a:endParaRPr>
          </a:p>
        </p:txBody>
      </p:sp>
      <p:sp>
        <p:nvSpPr>
          <p:cNvPr id="7" name="Text Box 2"/>
          <p:cNvSpPr txBox="1">
            <a:spLocks noChangeArrowheads="1"/>
          </p:cNvSpPr>
          <p:nvPr/>
        </p:nvSpPr>
        <p:spPr bwMode="auto">
          <a:xfrm>
            <a:off x="250829" y="96703"/>
            <a:ext cx="88931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1800" dirty="0">
                <a:solidFill>
                  <a:srgbClr val="FFFFFF"/>
                </a:solidFill>
                <a:latin typeface="Meiryo UI" panose="020B0604030504040204" pitchFamily="50" charset="-128"/>
                <a:ea typeface="Meiryo UI" panose="020B0604030504040204" pitchFamily="50" charset="-128"/>
                <a:cs typeface="Arial" pitchFamily="34" charset="0"/>
              </a:rPr>
              <a:t>17. EMS Report Maturity and Quality Verification (19/31)</a:t>
            </a:r>
            <a:endParaRPr lang="en-US" altLang="ja-JP" sz="1050" dirty="0">
              <a:solidFill>
                <a:srgbClr val="FFFFFF"/>
              </a:solidFill>
              <a:latin typeface="HGPｺﾞｼｯｸE" pitchFamily="50" charset="-128"/>
              <a:ea typeface="HGPｺﾞｼｯｸE" pitchFamily="50" charset="-128"/>
              <a:cs typeface="Arial" pitchFamily="34" charset="0"/>
            </a:endParaRPr>
          </a:p>
        </p:txBody>
      </p:sp>
    </p:spTree>
    <p:extLst>
      <p:ext uri="{BB962C8B-B14F-4D97-AF65-F5344CB8AC3E}">
        <p14:creationId xmlns:p14="http://schemas.microsoft.com/office/powerpoint/2010/main" val="2477740468"/>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2"/>
          <p:cNvSpPr txBox="1">
            <a:spLocks noChangeArrowheads="1"/>
          </p:cNvSpPr>
          <p:nvPr/>
        </p:nvSpPr>
        <p:spPr bwMode="auto">
          <a:xfrm>
            <a:off x="170953" y="509113"/>
            <a:ext cx="1984133" cy="373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l" eaLnBrk="1" hangingPunct="1">
              <a:lnSpc>
                <a:spcPct val="130000"/>
              </a:lnSpc>
            </a:pPr>
            <a:r>
              <a:rPr lang="en-US" altLang="ja-JP" sz="1600" b="1" u="sng">
                <a:solidFill>
                  <a:srgbClr val="000000"/>
                </a:solidFill>
                <a:latin typeface="Meiryo UI" panose="020B0604030504040204" pitchFamily="50" charset="-128"/>
                <a:ea typeface="Meiryo UI" panose="020B0604030504040204" pitchFamily="50" charset="-128"/>
                <a:cs typeface="Arial" pitchFamily="34" charset="0"/>
              </a:rPr>
              <a:t>HEX File Release</a:t>
            </a:r>
            <a:endParaRPr lang="ja-JP" altLang="en-US" sz="1600" b="1" u="sng">
              <a:solidFill>
                <a:srgbClr val="000000"/>
              </a:solidFill>
              <a:latin typeface="Meiryo UI" panose="020B0604030504040204" pitchFamily="50" charset="-128"/>
              <a:ea typeface="Meiryo UI" panose="020B0604030504040204" pitchFamily="50" charset="-128"/>
              <a:cs typeface="Arial" pitchFamily="34" charset="0"/>
            </a:endParaRPr>
          </a:p>
        </p:txBody>
      </p:sp>
      <p:sp>
        <p:nvSpPr>
          <p:cNvPr id="8" name="Text Box 2"/>
          <p:cNvSpPr txBox="1">
            <a:spLocks noChangeArrowheads="1"/>
          </p:cNvSpPr>
          <p:nvPr/>
        </p:nvSpPr>
        <p:spPr bwMode="auto">
          <a:xfrm>
            <a:off x="350553" y="1265801"/>
            <a:ext cx="8474542" cy="17927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l" eaLnBrk="1" hangingPunct="1">
              <a:spcBef>
                <a:spcPts val="300"/>
              </a:spcBef>
            </a:pPr>
            <a:r>
              <a:rPr lang="en-US" altLang="ja-JP" sz="1400" dirty="0">
                <a:solidFill>
                  <a:srgbClr val="000000"/>
                </a:solidFill>
                <a:latin typeface="Meiryo UI" panose="020B0604030504040204" pitchFamily="50" charset="-128"/>
                <a:ea typeface="Meiryo UI" panose="020B0604030504040204" pitchFamily="50" charset="-128"/>
                <a:cs typeface="Arial" pitchFamily="34" charset="0"/>
              </a:rPr>
              <a:t>Honda </a:t>
            </a:r>
            <a:r>
              <a:rPr lang="en-US" altLang="ja-JP" sz="1400" dirty="0" err="1">
                <a:solidFill>
                  <a:srgbClr val="000000"/>
                </a:solidFill>
                <a:latin typeface="Meiryo UI" panose="020B0604030504040204" pitchFamily="50" charset="-128"/>
                <a:ea typeface="Meiryo UI" panose="020B0604030504040204" pitchFamily="50" charset="-128"/>
                <a:cs typeface="Arial" pitchFamily="34" charset="0"/>
              </a:rPr>
              <a:t>PjM</a:t>
            </a:r>
            <a:r>
              <a:rPr lang="en-US" altLang="ja-JP" sz="1400" dirty="0">
                <a:solidFill>
                  <a:srgbClr val="000000"/>
                </a:solidFill>
                <a:latin typeface="Meiryo UI" panose="020B0604030504040204" pitchFamily="50" charset="-128"/>
                <a:ea typeface="Meiryo UI" panose="020B0604030504040204" pitchFamily="50" charset="-128"/>
                <a:cs typeface="Arial" pitchFamily="34" charset="0"/>
              </a:rPr>
              <a:t> shall inform and align the schedule with</a:t>
            </a:r>
            <a:r>
              <a:rPr lang="ja-JP" altLang="en-US" sz="1400" dirty="0">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dirty="0">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400" dirty="0" err="1">
                <a:solidFill>
                  <a:srgbClr val="000000"/>
                </a:solidFill>
                <a:latin typeface="Meiryo UI" panose="020B0604030504040204" pitchFamily="50" charset="-128"/>
                <a:ea typeface="Meiryo UI" panose="020B0604030504040204" pitchFamily="50" charset="-128"/>
                <a:cs typeface="Arial" pitchFamily="34" charset="0"/>
              </a:rPr>
              <a:t>PjM</a:t>
            </a:r>
            <a:r>
              <a:rPr lang="en-US" altLang="ja-JP" sz="1400" dirty="0">
                <a:solidFill>
                  <a:srgbClr val="000000"/>
                </a:solidFill>
                <a:latin typeface="Meiryo UI" panose="020B0604030504040204" pitchFamily="50" charset="-128"/>
                <a:ea typeface="Meiryo UI" panose="020B0604030504040204" pitchFamily="50" charset="-128"/>
                <a:cs typeface="Arial" pitchFamily="34" charset="0"/>
              </a:rPr>
              <a:t>.</a:t>
            </a:r>
          </a:p>
          <a:p>
            <a:pPr algn="l" eaLnBrk="1" hangingPunct="1">
              <a:spcBef>
                <a:spcPts val="300"/>
              </a:spcBef>
            </a:pP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dirty="0">
                <a:solidFill>
                  <a:srgbClr val="000000"/>
                </a:solidFill>
                <a:latin typeface="Meiryo UI" panose="020B0604030504040204" pitchFamily="50" charset="-128"/>
                <a:ea typeface="Meiryo UI" panose="020B0604030504040204" pitchFamily="50" charset="-128"/>
                <a:cs typeface="Arial" pitchFamily="34" charset="0"/>
              </a:rPr>
              <a:t> PM shall release hex file schedule based on the discussion. In case it is updated, it shall be shared with Honda.</a:t>
            </a:r>
          </a:p>
          <a:p>
            <a:pPr algn="l" eaLnBrk="1" hangingPunct="1">
              <a:spcBef>
                <a:spcPts val="300"/>
              </a:spcBef>
            </a:pPr>
            <a:endParaRPr lang="en-US" altLang="ja-JP" sz="1400" dirty="0">
              <a:solidFill>
                <a:srgbClr val="000000"/>
              </a:solidFill>
              <a:latin typeface="Meiryo UI" panose="020B0604030504040204" pitchFamily="50" charset="-128"/>
              <a:ea typeface="Meiryo UI" panose="020B0604030504040204" pitchFamily="50" charset="-128"/>
              <a:cs typeface="Arial" pitchFamily="34" charset="0"/>
            </a:endParaRPr>
          </a:p>
          <a:p>
            <a:pPr algn="l">
              <a:spcBef>
                <a:spcPts val="300"/>
              </a:spcBef>
            </a:pPr>
            <a:r>
              <a:rPr lang="en-US" altLang="ja-JP" sz="1400" dirty="0">
                <a:latin typeface="Meiryo UI" panose="020B0604030504040204" pitchFamily="50" charset="-128"/>
                <a:ea typeface="Meiryo UI" panose="020B0604030504040204" pitchFamily="50" charset="-128"/>
              </a:rPr>
              <a:t>Honda PM</a:t>
            </a:r>
            <a:r>
              <a:rPr lang="ja-JP" altLang="en-US" sz="1400" dirty="0">
                <a:latin typeface="Meiryo UI" panose="020B0604030504040204" pitchFamily="50" charset="-128"/>
                <a:ea typeface="Meiryo UI" panose="020B0604030504040204" pitchFamily="50" charset="-128"/>
              </a:rPr>
              <a:t>はいつ</a:t>
            </a:r>
            <a:r>
              <a:rPr lang="en-US" altLang="ja-JP" sz="1400" dirty="0">
                <a:latin typeface="Meiryo UI" panose="020B0604030504040204" pitchFamily="50" charset="-128"/>
                <a:ea typeface="Meiryo UI" panose="020B0604030504040204" pitchFamily="50" charset="-128"/>
              </a:rPr>
              <a:t>HEX</a:t>
            </a:r>
            <a:r>
              <a:rPr lang="ja-JP" altLang="en-US" sz="1400" dirty="0">
                <a:latin typeface="Meiryo UI" panose="020B0604030504040204" pitchFamily="50" charset="-128"/>
                <a:ea typeface="Meiryo UI" panose="020B0604030504040204" pitchFamily="50" charset="-128"/>
              </a:rPr>
              <a:t>をリリースして欲しいか連絡し、</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latin typeface="Meiryo UI" panose="020B0604030504040204" pitchFamily="50" charset="-128"/>
                <a:ea typeface="Meiryo UI" panose="020B0604030504040204" pitchFamily="50" charset="-128"/>
              </a:rPr>
              <a:t>と整合すること。</a:t>
            </a:r>
            <a:endParaRPr lang="en-US" altLang="ja-JP" sz="1400" dirty="0">
              <a:latin typeface="Meiryo UI" panose="020B0604030504040204" pitchFamily="50" charset="-128"/>
              <a:ea typeface="Meiryo UI" panose="020B0604030504040204" pitchFamily="50" charset="-128"/>
            </a:endParaRPr>
          </a:p>
          <a:p>
            <a:pPr algn="l">
              <a:spcBef>
                <a:spcPts val="300"/>
              </a:spcBef>
            </a:pP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latin typeface="Meiryo UI" panose="020B0604030504040204" pitchFamily="50" charset="-128"/>
                <a:ea typeface="Meiryo UI" panose="020B0604030504040204" pitchFamily="50" charset="-128"/>
              </a:rPr>
              <a:t>は</a:t>
            </a:r>
            <a:r>
              <a:rPr lang="en-US" altLang="ja-JP" sz="1400" dirty="0">
                <a:latin typeface="Meiryo UI" panose="020B0604030504040204" pitchFamily="50" charset="-128"/>
                <a:ea typeface="Meiryo UI" panose="020B0604030504040204" pitchFamily="50" charset="-128"/>
              </a:rPr>
              <a:t>Honda</a:t>
            </a:r>
            <a:r>
              <a:rPr lang="ja-JP" altLang="en-US" sz="1400" dirty="0">
                <a:latin typeface="Meiryo UI" panose="020B0604030504040204" pitchFamily="50" charset="-128"/>
                <a:ea typeface="Meiryo UI" panose="020B0604030504040204" pitchFamily="50" charset="-128"/>
              </a:rPr>
              <a:t>リクエストに応じて、いつ</a:t>
            </a:r>
            <a:r>
              <a:rPr lang="en-US" altLang="ja-JP" sz="1400" dirty="0">
                <a:latin typeface="Meiryo UI" panose="020B0604030504040204" pitchFamily="50" charset="-128"/>
                <a:ea typeface="Meiryo UI" panose="020B0604030504040204" pitchFamily="50" charset="-128"/>
              </a:rPr>
              <a:t>HEX</a:t>
            </a:r>
            <a:r>
              <a:rPr lang="ja-JP" altLang="en-US" sz="1400" dirty="0">
                <a:latin typeface="Meiryo UI" panose="020B0604030504040204" pitchFamily="50" charset="-128"/>
                <a:ea typeface="Meiryo UI" panose="020B0604030504040204" pitchFamily="50" charset="-128"/>
              </a:rPr>
              <a:t>を出すかを所定のフォーマットで</a:t>
            </a:r>
            <a:r>
              <a:rPr lang="en-US" altLang="ja-JP" sz="1400" dirty="0">
                <a:latin typeface="Meiryo UI" panose="020B0604030504040204" pitchFamily="50" charset="-128"/>
                <a:ea typeface="Meiryo UI" panose="020B0604030504040204" pitchFamily="50" charset="-128"/>
              </a:rPr>
              <a:t>Honda</a:t>
            </a:r>
            <a:r>
              <a:rPr lang="ja-JP" altLang="en-US" sz="1400" dirty="0">
                <a:latin typeface="Meiryo UI" panose="020B0604030504040204" pitchFamily="50" charset="-128"/>
                <a:ea typeface="Meiryo UI" panose="020B0604030504040204" pitchFamily="50" charset="-128"/>
              </a:rPr>
              <a:t>に連絡すること。</a:t>
            </a:r>
            <a:endParaRPr lang="en-US" altLang="ja-JP" sz="1400" dirty="0">
              <a:latin typeface="Meiryo UI" panose="020B0604030504040204" pitchFamily="50" charset="-128"/>
              <a:ea typeface="Meiryo UI" panose="020B0604030504040204" pitchFamily="50" charset="-128"/>
            </a:endParaRPr>
          </a:p>
          <a:p>
            <a:pPr algn="l">
              <a:spcBef>
                <a:spcPts val="300"/>
              </a:spcBef>
            </a:pPr>
            <a:r>
              <a:rPr lang="en-US" altLang="ja-JP" sz="1400" dirty="0">
                <a:latin typeface="Meiryo UI" panose="020B0604030504040204" pitchFamily="50" charset="-128"/>
                <a:ea typeface="Meiryo UI" panose="020B0604030504040204" pitchFamily="50" charset="-128"/>
              </a:rPr>
              <a:t>Update</a:t>
            </a:r>
            <a:r>
              <a:rPr lang="ja-JP" altLang="en-US" sz="1400" dirty="0">
                <a:latin typeface="Meiryo UI" panose="020B0604030504040204" pitchFamily="50" charset="-128"/>
                <a:ea typeface="Meiryo UI" panose="020B0604030504040204" pitchFamily="50" charset="-128"/>
              </a:rPr>
              <a:t>がある場合は連絡すること。</a:t>
            </a:r>
          </a:p>
        </p:txBody>
      </p:sp>
      <p:sp>
        <p:nvSpPr>
          <p:cNvPr id="12" name="Text Box 2"/>
          <p:cNvSpPr txBox="1">
            <a:spLocks noChangeArrowheads="1"/>
          </p:cNvSpPr>
          <p:nvPr/>
        </p:nvSpPr>
        <p:spPr bwMode="auto">
          <a:xfrm>
            <a:off x="350553" y="927760"/>
            <a:ext cx="1657826" cy="373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l" eaLnBrk="1" hangingPunct="1">
              <a:lnSpc>
                <a:spcPct val="130000"/>
              </a:lnSpc>
            </a:pPr>
            <a:r>
              <a:rPr lang="en-US" altLang="ja-JP" sz="1600" b="1" u="sng">
                <a:solidFill>
                  <a:srgbClr val="000000"/>
                </a:solidFill>
                <a:latin typeface="Meiryo UI" panose="020B0604030504040204" pitchFamily="50" charset="-128"/>
                <a:ea typeface="Meiryo UI" panose="020B0604030504040204" pitchFamily="50" charset="-128"/>
                <a:cs typeface="Arial" pitchFamily="34" charset="0"/>
              </a:rPr>
              <a:t>HEX schedule</a:t>
            </a:r>
            <a:endParaRPr lang="ja-JP" altLang="en-US" sz="1600" b="1" u="sng">
              <a:solidFill>
                <a:srgbClr val="000000"/>
              </a:solidFill>
              <a:latin typeface="Meiryo UI" panose="020B0604030504040204" pitchFamily="50" charset="-128"/>
              <a:ea typeface="Meiryo UI" panose="020B0604030504040204" pitchFamily="50" charset="-128"/>
              <a:cs typeface="Arial" pitchFamily="34" charset="0"/>
            </a:endParaRPr>
          </a:p>
        </p:txBody>
      </p:sp>
      <p:sp>
        <p:nvSpPr>
          <p:cNvPr id="13" name="Text Box 2"/>
          <p:cNvSpPr txBox="1">
            <a:spLocks noChangeArrowheads="1"/>
          </p:cNvSpPr>
          <p:nvPr/>
        </p:nvSpPr>
        <p:spPr bwMode="auto">
          <a:xfrm>
            <a:off x="350553" y="3554849"/>
            <a:ext cx="2170787" cy="373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l" eaLnBrk="1" hangingPunct="1">
              <a:lnSpc>
                <a:spcPct val="130000"/>
              </a:lnSpc>
            </a:pPr>
            <a:r>
              <a:rPr lang="en-US" altLang="ja-JP" sz="1600" b="1" u="sng">
                <a:solidFill>
                  <a:srgbClr val="000000"/>
                </a:solidFill>
                <a:latin typeface="Meiryo UI" panose="020B0604030504040204" pitchFamily="50" charset="-128"/>
                <a:ea typeface="Meiryo UI" panose="020B0604030504040204" pitchFamily="50" charset="-128"/>
                <a:cs typeface="Arial" pitchFamily="34" charset="0"/>
              </a:rPr>
              <a:t>HEX release check</a:t>
            </a:r>
            <a:endParaRPr lang="ja-JP" altLang="en-US" sz="1600" b="1" u="sng">
              <a:solidFill>
                <a:srgbClr val="000000"/>
              </a:solidFill>
              <a:latin typeface="Meiryo UI" panose="020B0604030504040204" pitchFamily="50" charset="-128"/>
              <a:ea typeface="Meiryo UI" panose="020B0604030504040204" pitchFamily="50" charset="-128"/>
              <a:cs typeface="Arial" pitchFamily="34" charset="0"/>
            </a:endParaRPr>
          </a:p>
        </p:txBody>
      </p:sp>
      <p:sp>
        <p:nvSpPr>
          <p:cNvPr id="14" name="Text Box 2"/>
          <p:cNvSpPr txBox="1">
            <a:spLocks noChangeArrowheads="1"/>
          </p:cNvSpPr>
          <p:nvPr/>
        </p:nvSpPr>
        <p:spPr bwMode="auto">
          <a:xfrm>
            <a:off x="319219" y="4001443"/>
            <a:ext cx="8474542" cy="17927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l">
              <a:spcBef>
                <a:spcPts val="300"/>
              </a:spcBef>
            </a:pP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dirty="0">
                <a:latin typeface="Meiryo UI" panose="020B0604030504040204" pitchFamily="50" charset="-128"/>
                <a:ea typeface="Meiryo UI" panose="020B0604030504040204" pitchFamily="50" charset="-128"/>
              </a:rPr>
              <a:t> shall release hex file based on agreed schedule. Before releasing check items in the attached excel file must be checked and reported with hex file.</a:t>
            </a:r>
          </a:p>
          <a:p>
            <a:pPr algn="l">
              <a:spcBef>
                <a:spcPts val="300"/>
              </a:spcBef>
            </a:pPr>
            <a:endParaRPr lang="en-US" altLang="ja-JP" sz="1400" dirty="0">
              <a:latin typeface="Meiryo UI" panose="020B0604030504040204" pitchFamily="50" charset="-128"/>
              <a:ea typeface="Meiryo UI" panose="020B0604030504040204" pitchFamily="50" charset="-128"/>
            </a:endParaRPr>
          </a:p>
          <a:p>
            <a:pPr algn="l">
              <a:spcBef>
                <a:spcPts val="300"/>
              </a:spcBef>
            </a:pPr>
            <a:endParaRPr lang="en-US" altLang="ja-JP" sz="1400" dirty="0">
              <a:latin typeface="Meiryo UI" panose="020B0604030504040204" pitchFamily="50" charset="-128"/>
              <a:ea typeface="Meiryo UI" panose="020B0604030504040204" pitchFamily="50" charset="-128"/>
            </a:endParaRPr>
          </a:p>
          <a:p>
            <a:pPr algn="l">
              <a:spcBef>
                <a:spcPts val="300"/>
              </a:spcBef>
            </a:pP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dirty="0">
                <a:latin typeface="Meiryo UI" panose="020B0604030504040204" pitchFamily="50" charset="-128"/>
                <a:ea typeface="Meiryo UI" panose="020B0604030504040204" pitchFamily="50" charset="-128"/>
              </a:rPr>
              <a:t> </a:t>
            </a:r>
            <a:r>
              <a:rPr lang="en-US" altLang="ja-JP" sz="1400" dirty="0" err="1">
                <a:latin typeface="Meiryo UI" panose="020B0604030504040204" pitchFamily="50" charset="-128"/>
                <a:ea typeface="Meiryo UI" panose="020B0604030504040204" pitchFamily="50" charset="-128"/>
              </a:rPr>
              <a:t>PjM</a:t>
            </a:r>
            <a:r>
              <a:rPr lang="ja-JP" altLang="en-US" sz="1400" dirty="0">
                <a:latin typeface="Meiryo UI" panose="020B0604030504040204" pitchFamily="50" charset="-128"/>
                <a:ea typeface="Meiryo UI" panose="020B0604030504040204" pitchFamily="50" charset="-128"/>
              </a:rPr>
              <a:t>は整合したスケジュールに沿って</a:t>
            </a:r>
            <a:r>
              <a:rPr lang="en-US" altLang="ja-JP" sz="1400" dirty="0">
                <a:latin typeface="Meiryo UI" panose="020B0604030504040204" pitchFamily="50" charset="-128"/>
                <a:ea typeface="Meiryo UI" panose="020B0604030504040204" pitchFamily="50" charset="-128"/>
              </a:rPr>
              <a:t>HEX</a:t>
            </a:r>
            <a:r>
              <a:rPr lang="ja-JP" altLang="en-US" sz="1400" dirty="0">
                <a:latin typeface="Meiryo UI" panose="020B0604030504040204" pitchFamily="50" charset="-128"/>
                <a:ea typeface="Meiryo UI" panose="020B0604030504040204" pitchFamily="50" charset="-128"/>
              </a:rPr>
              <a:t>を払い出すこと。</a:t>
            </a:r>
            <a:endParaRPr lang="en-US" altLang="ja-JP" sz="1400" dirty="0">
              <a:latin typeface="Meiryo UI" panose="020B0604030504040204" pitchFamily="50" charset="-128"/>
              <a:ea typeface="Meiryo UI" panose="020B0604030504040204" pitchFamily="50" charset="-128"/>
            </a:endParaRPr>
          </a:p>
          <a:p>
            <a:pPr algn="l">
              <a:spcBef>
                <a:spcPts val="300"/>
              </a:spcBef>
            </a:pPr>
            <a:r>
              <a:rPr lang="en-US" altLang="ja-JP" sz="1400" dirty="0">
                <a:latin typeface="Meiryo UI" panose="020B0604030504040204" pitchFamily="50" charset="-128"/>
                <a:ea typeface="Meiryo UI" panose="020B0604030504040204" pitchFamily="50" charset="-128"/>
              </a:rPr>
              <a:t>HEX</a:t>
            </a:r>
            <a:r>
              <a:rPr lang="ja-JP" altLang="en-US" sz="1400" dirty="0">
                <a:latin typeface="Meiryo UI" panose="020B0604030504040204" pitchFamily="50" charset="-128"/>
                <a:ea typeface="Meiryo UI" panose="020B0604030504040204" pitchFamily="50" charset="-128"/>
              </a:rPr>
              <a:t>をリリースする際は、事前に</a:t>
            </a:r>
            <a:r>
              <a:rPr lang="en-US" altLang="ja-JP" sz="1400" dirty="0">
                <a:latin typeface="Meiryo UI" panose="020B0604030504040204" pitchFamily="50" charset="-128"/>
                <a:ea typeface="Meiryo UI" panose="020B0604030504040204" pitchFamily="50" charset="-128"/>
              </a:rPr>
              <a:t>HEX release check list</a:t>
            </a:r>
            <a:r>
              <a:rPr lang="ja-JP" altLang="en-US" sz="1400" dirty="0">
                <a:latin typeface="Meiryo UI" panose="020B0604030504040204" pitchFamily="50" charset="-128"/>
                <a:ea typeface="Meiryo UI" panose="020B0604030504040204" pitchFamily="50" charset="-128"/>
              </a:rPr>
              <a:t>に載っている項目の確認を行い、</a:t>
            </a:r>
            <a:endParaRPr lang="en-US" altLang="ja-JP" sz="1400" dirty="0">
              <a:latin typeface="Meiryo UI" panose="020B0604030504040204" pitchFamily="50" charset="-128"/>
              <a:ea typeface="Meiryo UI" panose="020B0604030504040204" pitchFamily="50" charset="-128"/>
            </a:endParaRPr>
          </a:p>
          <a:p>
            <a:pPr algn="l">
              <a:spcBef>
                <a:spcPts val="300"/>
              </a:spcBef>
            </a:pPr>
            <a:r>
              <a:rPr lang="en-US" altLang="ja-JP" sz="1400" dirty="0">
                <a:latin typeface="Meiryo UI" panose="020B0604030504040204" pitchFamily="50" charset="-128"/>
                <a:ea typeface="Meiryo UI" panose="020B0604030504040204" pitchFamily="50" charset="-128"/>
              </a:rPr>
              <a:t>HEX release check list report</a:t>
            </a:r>
            <a:r>
              <a:rPr lang="ja-JP" altLang="en-US" sz="1400" dirty="0">
                <a:latin typeface="Meiryo UI" panose="020B0604030504040204" pitchFamily="50" charset="-128"/>
                <a:ea typeface="Meiryo UI" panose="020B0604030504040204" pitchFamily="50" charset="-128"/>
              </a:rPr>
              <a:t>を</a:t>
            </a:r>
            <a:r>
              <a:rPr lang="en-US" altLang="ja-JP" sz="1400" dirty="0">
                <a:latin typeface="Meiryo UI" panose="020B0604030504040204" pitchFamily="50" charset="-128"/>
                <a:ea typeface="Meiryo UI" panose="020B0604030504040204" pitchFamily="50" charset="-128"/>
              </a:rPr>
              <a:t>Cal leader</a:t>
            </a:r>
            <a:r>
              <a:rPr lang="ja-JP" altLang="en-US" sz="1400" dirty="0">
                <a:latin typeface="Meiryo UI" panose="020B0604030504040204" pitchFamily="50" charset="-128"/>
                <a:ea typeface="Meiryo UI" panose="020B0604030504040204" pitchFamily="50" charset="-128"/>
              </a:rPr>
              <a:t>のサイン入りで発行すること</a:t>
            </a:r>
            <a:endParaRPr lang="en-US" altLang="ja-JP" sz="1400" dirty="0">
              <a:latin typeface="Meiryo UI" panose="020B0604030504040204" pitchFamily="50" charset="-128"/>
              <a:ea typeface="Meiryo UI" panose="020B0604030504040204" pitchFamily="50" charset="-128"/>
            </a:endParaRPr>
          </a:p>
        </p:txBody>
      </p:sp>
      <p:sp>
        <p:nvSpPr>
          <p:cNvPr id="17" name="Text Box 2"/>
          <p:cNvSpPr txBox="1">
            <a:spLocks noChangeArrowheads="1"/>
          </p:cNvSpPr>
          <p:nvPr/>
        </p:nvSpPr>
        <p:spPr bwMode="auto">
          <a:xfrm>
            <a:off x="250829" y="96703"/>
            <a:ext cx="88931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1800" dirty="0">
                <a:solidFill>
                  <a:srgbClr val="FFFFFF"/>
                </a:solidFill>
                <a:latin typeface="Meiryo UI" panose="020B0604030504040204" pitchFamily="50" charset="-128"/>
                <a:ea typeface="Meiryo UI" panose="020B0604030504040204" pitchFamily="50" charset="-128"/>
                <a:cs typeface="Arial" pitchFamily="34" charset="0"/>
              </a:rPr>
              <a:t>17. EMS Report Maturity and Quality Verification (20/31)</a:t>
            </a:r>
            <a:endParaRPr lang="en-US" altLang="ja-JP" sz="1050" dirty="0">
              <a:solidFill>
                <a:srgbClr val="FFFFFF"/>
              </a:solidFill>
              <a:latin typeface="HGPｺﾞｼｯｸE" pitchFamily="50" charset="-128"/>
              <a:ea typeface="HGPｺﾞｼｯｸE" pitchFamily="50" charset="-128"/>
              <a:cs typeface="Arial" pitchFamily="34" charset="0"/>
            </a:endParaRPr>
          </a:p>
        </p:txBody>
      </p:sp>
      <p:sp>
        <p:nvSpPr>
          <p:cNvPr id="16" name="コンテンツ プレースホルダー 2">
            <a:extLst>
              <a:ext uri="{FF2B5EF4-FFF2-40B4-BE49-F238E27FC236}">
                <a16:creationId xmlns:a16="http://schemas.microsoft.com/office/drawing/2014/main" id="{B530B1F3-45E8-47F5-94A8-5FA5DB3A7E54}"/>
              </a:ext>
            </a:extLst>
          </p:cNvPr>
          <p:cNvSpPr txBox="1">
            <a:spLocks/>
          </p:cNvSpPr>
          <p:nvPr>
            <p:custDataLst>
              <p:tags r:id="rId1"/>
            </p:custDataLst>
          </p:nvPr>
        </p:nvSpPr>
        <p:spPr bwMode="auto">
          <a:xfrm>
            <a:off x="4873327" y="5867720"/>
            <a:ext cx="4145366" cy="508473"/>
          </a:xfrm>
          <a:prstGeom prst="rect">
            <a:avLst/>
          </a:prstGeom>
          <a:noFill/>
          <a:ln w="0">
            <a:noFill/>
            <a:miter lim="800000"/>
            <a:headEnd/>
            <a:tailEnd/>
          </a:ln>
          <a:effectLst/>
          <a:extLs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vert="horz" wrap="none" lIns="0" tIns="0" rIns="0" bIns="0" numCol="1" anchor="t" anchorCtr="0" compatLnSpc="1">
            <a:prstTxWarp prst="textNoShape">
              <a:avLst/>
            </a:prstTxWarp>
            <a:spAutoFit/>
          </a:bodyPr>
          <a:lstStyle>
            <a:lvl1pPr marL="251460" indent="-251460" algn="l" rtl="0" eaLnBrk="1" fontAlgn="base" hangingPunct="1">
              <a:lnSpc>
                <a:spcPts val="2300"/>
              </a:lnSpc>
              <a:spcBef>
                <a:spcPts val="500"/>
              </a:spcBef>
              <a:spcAft>
                <a:spcPct val="0"/>
              </a:spcAft>
              <a:buClrTx/>
              <a:buSzPct val="100000"/>
              <a:buFontTx/>
              <a:buNone/>
              <a:defRPr kumimoji="1" sz="1800" b="0" i="0" u="none">
                <a:solidFill>
                  <a:schemeClr val="tx1"/>
                </a:solidFill>
                <a:latin typeface="Bosch Office Sans" panose="020B0604020202020204" pitchFamily="34" charset="0"/>
                <a:ea typeface="+mn-ea"/>
                <a:cs typeface="Arial" pitchFamily="34" charset="0"/>
              </a:defRPr>
            </a:lvl1pPr>
            <a:lvl2pPr marL="467360" indent="-467360" algn="l" rtl="0" eaLnBrk="1" fontAlgn="base" hangingPunct="1">
              <a:lnSpc>
                <a:spcPts val="2000"/>
              </a:lnSpc>
              <a:spcBef>
                <a:spcPts val="500"/>
              </a:spcBef>
              <a:spcAft>
                <a:spcPct val="0"/>
              </a:spcAft>
              <a:buClrTx/>
              <a:buSzPct val="100000"/>
              <a:buFontTx/>
              <a:buNone/>
              <a:defRPr kumimoji="1" sz="1600" b="0" i="0" u="none">
                <a:solidFill>
                  <a:schemeClr val="tx1"/>
                </a:solidFill>
                <a:latin typeface="Bosch Office Sans" panose="020B0604020202020204" pitchFamily="34" charset="0"/>
                <a:cs typeface="Arial" pitchFamily="34" charset="0"/>
              </a:defRPr>
            </a:lvl2pPr>
            <a:lvl3pPr marL="647700" indent="-647700" algn="l" rtl="0" eaLnBrk="1" fontAlgn="base" hangingPunct="1">
              <a:lnSpc>
                <a:spcPts val="1700"/>
              </a:lnSpc>
              <a:spcBef>
                <a:spcPts val="500"/>
              </a:spcBef>
              <a:spcAft>
                <a:spcPct val="0"/>
              </a:spcAft>
              <a:buClrTx/>
              <a:buSzPct val="100000"/>
              <a:buFontTx/>
              <a:buNone/>
              <a:defRPr kumimoji="1" sz="1400" b="0" i="0" u="none">
                <a:solidFill>
                  <a:schemeClr val="tx1"/>
                </a:solidFill>
                <a:latin typeface="Bosch Office Sans" panose="020B0604020202020204" pitchFamily="34" charset="0"/>
                <a:cs typeface="Arial" pitchFamily="34" charset="0"/>
              </a:defRPr>
            </a:lvl3pPr>
            <a:lvl4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4pPr>
            <a:lvl5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5pPr>
            <a:lvl6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6pPr>
            <a:lvl7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7pPr>
            <a:lvl8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8pPr>
            <a:lvl9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9pPr>
          </a:lstStyle>
          <a:p>
            <a:pPr marL="0" indent="0">
              <a:lnSpc>
                <a:spcPct val="105000"/>
              </a:lnSpc>
              <a:spcBef>
                <a:spcPts val="600"/>
              </a:spcBef>
              <a:spcAft>
                <a:spcPts val="0"/>
              </a:spcAft>
            </a:pPr>
            <a:r>
              <a:rPr lang="en-US" altLang="ja-JP" sz="1400" b="1" kern="0">
                <a:latin typeface="Meiryo UI" panose="020B0604030504040204" pitchFamily="50" charset="-128"/>
              </a:rPr>
              <a:t>※</a:t>
            </a:r>
            <a:r>
              <a:rPr lang="ja-JP" altLang="en-US" sz="1400" b="1" kern="0">
                <a:latin typeface="Meiryo UI" panose="020B0604030504040204" pitchFamily="50" charset="-128"/>
              </a:rPr>
              <a:t> </a:t>
            </a:r>
            <a:r>
              <a:rPr lang="en-US" altLang="ja-JP" sz="1400" b="1" kern="0">
                <a:latin typeface="Meiryo UI" panose="020B0604030504040204" pitchFamily="50" charset="-128"/>
              </a:rPr>
              <a:t>Refer to “HEX release check sample” file.</a:t>
            </a:r>
          </a:p>
          <a:p>
            <a:pPr marL="0" indent="0">
              <a:lnSpc>
                <a:spcPct val="105000"/>
              </a:lnSpc>
              <a:spcBef>
                <a:spcPts val="600"/>
              </a:spcBef>
              <a:spcAft>
                <a:spcPts val="0"/>
              </a:spcAft>
            </a:pPr>
            <a:r>
              <a:rPr lang="en-US" sz="1400" b="1" kern="0">
                <a:latin typeface="Meiryo UI" panose="020B0604030504040204" pitchFamily="50" charset="-128"/>
              </a:rPr>
              <a:t>In folder : “</a:t>
            </a:r>
            <a:r>
              <a:rPr lang="en-US" altLang="ja-JP" sz="1400" b="1" kern="0">
                <a:latin typeface="Meiryo UI" panose="020B0604030504040204" pitchFamily="50" charset="-128"/>
              </a:rPr>
              <a:t>17</a:t>
            </a:r>
            <a:r>
              <a:rPr lang="en-US" sz="1400" b="1" kern="0">
                <a:latin typeface="Meiryo UI" panose="020B0604030504040204" pitchFamily="50" charset="-128"/>
              </a:rPr>
              <a:t>. </a:t>
            </a:r>
            <a:r>
              <a:rPr lang="en-US" altLang="ja-JP" sz="1400" b="1" kern="0">
                <a:latin typeface="Meiryo UI" panose="020B0604030504040204" pitchFamily="50" charset="-128"/>
              </a:rPr>
              <a:t>EMS</a:t>
            </a:r>
            <a:r>
              <a:rPr lang="ja-JP" altLang="en-US" sz="1400" b="1" kern="0">
                <a:latin typeface="Meiryo UI" panose="020B0604030504040204" pitchFamily="50" charset="-128"/>
              </a:rPr>
              <a:t> </a:t>
            </a:r>
            <a:r>
              <a:rPr lang="en-US" altLang="ja-JP" sz="1400" b="1" kern="0">
                <a:latin typeface="Meiryo UI" panose="020B0604030504040204" pitchFamily="50" charset="-128"/>
              </a:rPr>
              <a:t>maturity &amp; quality</a:t>
            </a:r>
            <a:r>
              <a:rPr lang="en-US" sz="1400" b="1" kern="0">
                <a:latin typeface="Meiryo UI" panose="020B0604030504040204" pitchFamily="50" charset="-128"/>
              </a:rPr>
              <a:t>”</a:t>
            </a:r>
          </a:p>
        </p:txBody>
      </p:sp>
      <p:sp>
        <p:nvSpPr>
          <p:cNvPr id="18" name="コンテンツ プレースホルダー 2">
            <a:extLst>
              <a:ext uri="{FF2B5EF4-FFF2-40B4-BE49-F238E27FC236}">
                <a16:creationId xmlns:a16="http://schemas.microsoft.com/office/drawing/2014/main" id="{8A07BB79-53AC-4F2B-B957-D4A0F1188F37}"/>
              </a:ext>
            </a:extLst>
          </p:cNvPr>
          <p:cNvSpPr txBox="1">
            <a:spLocks/>
          </p:cNvSpPr>
          <p:nvPr>
            <p:custDataLst>
              <p:tags r:id="rId2"/>
            </p:custDataLst>
          </p:nvPr>
        </p:nvSpPr>
        <p:spPr bwMode="auto">
          <a:xfrm>
            <a:off x="5244387" y="2928030"/>
            <a:ext cx="3781484" cy="508473"/>
          </a:xfrm>
          <a:prstGeom prst="rect">
            <a:avLst/>
          </a:prstGeom>
          <a:noFill/>
          <a:ln w="0">
            <a:noFill/>
            <a:miter lim="800000"/>
            <a:headEnd/>
            <a:tailEnd/>
          </a:ln>
          <a:effectLst/>
          <a:extLs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vert="horz" wrap="none" lIns="0" tIns="0" rIns="0" bIns="0" numCol="1" anchor="t" anchorCtr="0" compatLnSpc="1">
            <a:prstTxWarp prst="textNoShape">
              <a:avLst/>
            </a:prstTxWarp>
            <a:spAutoFit/>
          </a:bodyPr>
          <a:lstStyle>
            <a:lvl1pPr marL="251460" indent="-251460" algn="l" rtl="0" eaLnBrk="1" fontAlgn="base" hangingPunct="1">
              <a:lnSpc>
                <a:spcPts val="2300"/>
              </a:lnSpc>
              <a:spcBef>
                <a:spcPts val="500"/>
              </a:spcBef>
              <a:spcAft>
                <a:spcPct val="0"/>
              </a:spcAft>
              <a:buClrTx/>
              <a:buSzPct val="100000"/>
              <a:buFontTx/>
              <a:buNone/>
              <a:defRPr kumimoji="1" sz="1800" b="0" i="0" u="none">
                <a:solidFill>
                  <a:schemeClr val="tx1"/>
                </a:solidFill>
                <a:latin typeface="Bosch Office Sans" panose="020B0604020202020204" pitchFamily="34" charset="0"/>
                <a:ea typeface="+mn-ea"/>
                <a:cs typeface="Arial" pitchFamily="34" charset="0"/>
              </a:defRPr>
            </a:lvl1pPr>
            <a:lvl2pPr marL="467360" indent="-467360" algn="l" rtl="0" eaLnBrk="1" fontAlgn="base" hangingPunct="1">
              <a:lnSpc>
                <a:spcPts val="2000"/>
              </a:lnSpc>
              <a:spcBef>
                <a:spcPts val="500"/>
              </a:spcBef>
              <a:spcAft>
                <a:spcPct val="0"/>
              </a:spcAft>
              <a:buClrTx/>
              <a:buSzPct val="100000"/>
              <a:buFontTx/>
              <a:buNone/>
              <a:defRPr kumimoji="1" sz="1600" b="0" i="0" u="none">
                <a:solidFill>
                  <a:schemeClr val="tx1"/>
                </a:solidFill>
                <a:latin typeface="Bosch Office Sans" panose="020B0604020202020204" pitchFamily="34" charset="0"/>
                <a:cs typeface="Arial" pitchFamily="34" charset="0"/>
              </a:defRPr>
            </a:lvl2pPr>
            <a:lvl3pPr marL="647700" indent="-647700" algn="l" rtl="0" eaLnBrk="1" fontAlgn="base" hangingPunct="1">
              <a:lnSpc>
                <a:spcPts val="1700"/>
              </a:lnSpc>
              <a:spcBef>
                <a:spcPts val="500"/>
              </a:spcBef>
              <a:spcAft>
                <a:spcPct val="0"/>
              </a:spcAft>
              <a:buClrTx/>
              <a:buSzPct val="100000"/>
              <a:buFontTx/>
              <a:buNone/>
              <a:defRPr kumimoji="1" sz="1400" b="0" i="0" u="none">
                <a:solidFill>
                  <a:schemeClr val="tx1"/>
                </a:solidFill>
                <a:latin typeface="Bosch Office Sans" panose="020B0604020202020204" pitchFamily="34" charset="0"/>
                <a:cs typeface="Arial" pitchFamily="34" charset="0"/>
              </a:defRPr>
            </a:lvl3pPr>
            <a:lvl4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4pPr>
            <a:lvl5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5pPr>
            <a:lvl6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6pPr>
            <a:lvl7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7pPr>
            <a:lvl8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8pPr>
            <a:lvl9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9pPr>
          </a:lstStyle>
          <a:p>
            <a:pPr marL="0" indent="0">
              <a:lnSpc>
                <a:spcPct val="105000"/>
              </a:lnSpc>
              <a:spcBef>
                <a:spcPts val="600"/>
              </a:spcBef>
              <a:spcAft>
                <a:spcPts val="0"/>
              </a:spcAft>
            </a:pPr>
            <a:r>
              <a:rPr lang="en-US" altLang="ja-JP" sz="1400" b="1" kern="0">
                <a:latin typeface="Meiryo UI" panose="020B0604030504040204" pitchFamily="50" charset="-128"/>
              </a:rPr>
              <a:t>※</a:t>
            </a:r>
            <a:r>
              <a:rPr lang="ja-JP" altLang="en-US" sz="1400" b="1" kern="0">
                <a:latin typeface="Meiryo UI" panose="020B0604030504040204" pitchFamily="50" charset="-128"/>
              </a:rPr>
              <a:t> </a:t>
            </a:r>
            <a:r>
              <a:rPr lang="en-US" altLang="ja-JP" sz="1400" b="1" kern="0">
                <a:latin typeface="Meiryo UI" panose="020B0604030504040204" pitchFamily="50" charset="-128"/>
              </a:rPr>
              <a:t>Refer to “HEX Schedule sample” file.</a:t>
            </a:r>
          </a:p>
          <a:p>
            <a:pPr marL="0" indent="0">
              <a:lnSpc>
                <a:spcPct val="105000"/>
              </a:lnSpc>
              <a:spcBef>
                <a:spcPts val="600"/>
              </a:spcBef>
              <a:spcAft>
                <a:spcPts val="0"/>
              </a:spcAft>
            </a:pPr>
            <a:r>
              <a:rPr lang="en-US" sz="1400" b="1" kern="0">
                <a:latin typeface="Meiryo UI" panose="020B0604030504040204" pitchFamily="50" charset="-128"/>
              </a:rPr>
              <a:t>In folder : “</a:t>
            </a:r>
            <a:r>
              <a:rPr lang="en-US" altLang="ja-JP" sz="1400" b="1" kern="0">
                <a:latin typeface="Meiryo UI" panose="020B0604030504040204" pitchFamily="50" charset="-128"/>
              </a:rPr>
              <a:t>17</a:t>
            </a:r>
            <a:r>
              <a:rPr lang="en-US" sz="1400" b="1" kern="0">
                <a:latin typeface="Meiryo UI" panose="020B0604030504040204" pitchFamily="50" charset="-128"/>
              </a:rPr>
              <a:t>. </a:t>
            </a:r>
            <a:r>
              <a:rPr lang="en-US" altLang="ja-JP" sz="1400" b="1" kern="0">
                <a:latin typeface="Meiryo UI" panose="020B0604030504040204" pitchFamily="50" charset="-128"/>
              </a:rPr>
              <a:t>EMS</a:t>
            </a:r>
            <a:r>
              <a:rPr lang="ja-JP" altLang="en-US" sz="1400" b="1" kern="0">
                <a:latin typeface="Meiryo UI" panose="020B0604030504040204" pitchFamily="50" charset="-128"/>
              </a:rPr>
              <a:t> </a:t>
            </a:r>
            <a:r>
              <a:rPr lang="en-US" altLang="ja-JP" sz="1400" b="1" kern="0">
                <a:latin typeface="Meiryo UI" panose="020B0604030504040204" pitchFamily="50" charset="-128"/>
              </a:rPr>
              <a:t>maturity &amp; quality</a:t>
            </a:r>
            <a:r>
              <a:rPr lang="en-US" sz="1400" b="1" kern="0">
                <a:latin typeface="Meiryo UI" panose="020B0604030504040204" pitchFamily="50" charset="-128"/>
              </a:rPr>
              <a:t>”</a:t>
            </a:r>
          </a:p>
        </p:txBody>
      </p:sp>
    </p:spTree>
    <p:extLst>
      <p:ext uri="{BB962C8B-B14F-4D97-AF65-F5344CB8AC3E}">
        <p14:creationId xmlns:p14="http://schemas.microsoft.com/office/powerpoint/2010/main" val="994050884"/>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Line 9"/>
          <p:cNvSpPr>
            <a:spLocks noChangeShapeType="1"/>
          </p:cNvSpPr>
          <p:nvPr/>
        </p:nvSpPr>
        <p:spPr bwMode="auto">
          <a:xfrm>
            <a:off x="179392" y="4781386"/>
            <a:ext cx="878522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74" name="Line 14"/>
          <p:cNvSpPr>
            <a:spLocks noChangeShapeType="1"/>
          </p:cNvSpPr>
          <p:nvPr/>
        </p:nvSpPr>
        <p:spPr bwMode="auto">
          <a:xfrm>
            <a:off x="1763718" y="4317799"/>
            <a:ext cx="6483897" cy="8"/>
          </a:xfrm>
          <a:prstGeom prst="line">
            <a:avLst/>
          </a:prstGeom>
          <a:noFill/>
          <a:ln w="57150">
            <a:solidFill>
              <a:srgbClr val="C0C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79" name="Oval 16"/>
          <p:cNvSpPr>
            <a:spLocks noChangeArrowheads="1"/>
          </p:cNvSpPr>
          <p:nvPr/>
        </p:nvSpPr>
        <p:spPr bwMode="auto">
          <a:xfrm>
            <a:off x="4210835" y="4165482"/>
            <a:ext cx="310342" cy="290346"/>
          </a:xfrm>
          <a:prstGeom prst="ellipse">
            <a:avLst/>
          </a:prstGeom>
          <a:solidFill>
            <a:srgbClr val="FFFF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 tIns="10800" rIns="18000" bIns="10800" anchor="ctr">
            <a:spAutoFit/>
          </a:bodyPr>
          <a:lstStyle/>
          <a:p>
            <a:r>
              <a:rPr lang="en-US" altLang="ja-JP" sz="1200">
                <a:solidFill>
                  <a:srgbClr val="000000"/>
                </a:solidFill>
                <a:latin typeface="Meiryo UI" panose="020B0604030504040204" pitchFamily="50" charset="-128"/>
                <a:ea typeface="Meiryo UI" panose="020B0604030504040204" pitchFamily="50" charset="-128"/>
              </a:rPr>
              <a:t>F2</a:t>
            </a:r>
          </a:p>
        </p:txBody>
      </p:sp>
      <p:sp>
        <p:nvSpPr>
          <p:cNvPr id="80" name="Oval 18"/>
          <p:cNvSpPr>
            <a:spLocks noChangeArrowheads="1"/>
          </p:cNvSpPr>
          <p:nvPr/>
        </p:nvSpPr>
        <p:spPr bwMode="auto">
          <a:xfrm>
            <a:off x="7821889" y="4129700"/>
            <a:ext cx="268242" cy="361910"/>
          </a:xfrm>
          <a:prstGeom prst="ellipse">
            <a:avLst/>
          </a:prstGeom>
          <a:solidFill>
            <a:srgbClr val="FFFF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36000" rIns="0" bIns="36000" anchor="ctr">
            <a:spAutoFit/>
          </a:bodyPr>
          <a:lstStyle/>
          <a:p>
            <a:r>
              <a:rPr lang="en-US" altLang="ja-JP" sz="1200">
                <a:solidFill>
                  <a:srgbClr val="000000"/>
                </a:solidFill>
                <a:latin typeface="Meiryo UI" panose="020B0604030504040204" pitchFamily="50" charset="-128"/>
                <a:ea typeface="Meiryo UI" panose="020B0604030504040204" pitchFamily="50" charset="-128"/>
              </a:rPr>
              <a:t>E2</a:t>
            </a:r>
          </a:p>
        </p:txBody>
      </p:sp>
      <p:sp>
        <p:nvSpPr>
          <p:cNvPr id="82" name="Freeform 19"/>
          <p:cNvSpPr>
            <a:spLocks/>
          </p:cNvSpPr>
          <p:nvPr/>
        </p:nvSpPr>
        <p:spPr bwMode="auto">
          <a:xfrm>
            <a:off x="8190261" y="4089199"/>
            <a:ext cx="736667" cy="381000"/>
          </a:xfrm>
          <a:custGeom>
            <a:avLst/>
            <a:gdLst>
              <a:gd name="T0" fmla="*/ 2147483647 w 624"/>
              <a:gd name="T1" fmla="*/ 0 h 288"/>
              <a:gd name="T2" fmla="*/ 2147483647 w 624"/>
              <a:gd name="T3" fmla="*/ 0 h 288"/>
              <a:gd name="T4" fmla="*/ 2147483647 w 624"/>
              <a:gd name="T5" fmla="*/ 2147483647 h 288"/>
              <a:gd name="T6" fmla="*/ 0 w 624"/>
              <a:gd name="T7" fmla="*/ 2147483647 h 288"/>
              <a:gd name="T8" fmla="*/ 2147483647 w 62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288">
                <a:moveTo>
                  <a:pt x="144" y="0"/>
                </a:moveTo>
                <a:lnTo>
                  <a:pt x="624" y="0"/>
                </a:lnTo>
                <a:lnTo>
                  <a:pt x="624" y="288"/>
                </a:lnTo>
                <a:lnTo>
                  <a:pt x="0" y="288"/>
                </a:lnTo>
                <a:lnTo>
                  <a:pt x="144" y="0"/>
                </a:lnTo>
                <a:close/>
              </a:path>
            </a:pathLst>
          </a:custGeom>
          <a:solidFill>
            <a:srgbClr val="FFFF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85" name="Text Box 20"/>
          <p:cNvSpPr txBox="1">
            <a:spLocks noChangeArrowheads="1"/>
          </p:cNvSpPr>
          <p:nvPr/>
        </p:nvSpPr>
        <p:spPr bwMode="auto">
          <a:xfrm>
            <a:off x="8365853" y="4165405"/>
            <a:ext cx="49084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l" eaLnBrk="1" hangingPunct="1"/>
            <a:r>
              <a:rPr lang="en-US" altLang="ja-JP" sz="1200">
                <a:solidFill>
                  <a:srgbClr val="000000"/>
                </a:solidFill>
                <a:latin typeface="Meiryo UI" panose="020B0604030504040204" pitchFamily="50" charset="-128"/>
                <a:ea typeface="Meiryo UI" panose="020B0604030504040204" pitchFamily="50" charset="-128"/>
              </a:rPr>
              <a:t>SOP</a:t>
            </a:r>
            <a:endParaRPr lang="ja-JP" altLang="en-US" sz="1200">
              <a:solidFill>
                <a:srgbClr val="000000"/>
              </a:solidFill>
              <a:latin typeface="Meiryo UI" panose="020B0604030504040204" pitchFamily="50" charset="-128"/>
              <a:ea typeface="Meiryo UI" panose="020B0604030504040204" pitchFamily="50" charset="-128"/>
            </a:endParaRPr>
          </a:p>
        </p:txBody>
      </p:sp>
      <p:sp>
        <p:nvSpPr>
          <p:cNvPr id="86" name="Line 22"/>
          <p:cNvSpPr>
            <a:spLocks noChangeShapeType="1"/>
          </p:cNvSpPr>
          <p:nvPr/>
        </p:nvSpPr>
        <p:spPr bwMode="auto">
          <a:xfrm flipV="1">
            <a:off x="7705981" y="4380872"/>
            <a:ext cx="0" cy="553119"/>
          </a:xfrm>
          <a:prstGeom prst="line">
            <a:avLst/>
          </a:prstGeom>
          <a:noFill/>
          <a:ln w="5715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91" name="Line 24"/>
          <p:cNvSpPr>
            <a:spLocks noChangeShapeType="1"/>
          </p:cNvSpPr>
          <p:nvPr/>
        </p:nvSpPr>
        <p:spPr bwMode="auto">
          <a:xfrm flipH="1" flipV="1">
            <a:off x="8495061" y="4509122"/>
            <a:ext cx="1518" cy="450349"/>
          </a:xfrm>
          <a:prstGeom prst="line">
            <a:avLst/>
          </a:prstGeom>
          <a:noFill/>
          <a:ln w="5715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92" name="AutoShape 26"/>
          <p:cNvSpPr>
            <a:spLocks noChangeArrowheads="1"/>
          </p:cNvSpPr>
          <p:nvPr/>
        </p:nvSpPr>
        <p:spPr bwMode="auto">
          <a:xfrm>
            <a:off x="7457103" y="4857219"/>
            <a:ext cx="492996" cy="283389"/>
          </a:xfrm>
          <a:prstGeom prst="roundRect">
            <a:avLst>
              <a:gd name="adj" fmla="val 16667"/>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 rIns="18000" anchor="ctr">
            <a:noAutofit/>
          </a:bodyPr>
          <a:lstStyle/>
          <a:p>
            <a:r>
              <a:rPr lang="en-US" altLang="ja-JP" sz="1200">
                <a:solidFill>
                  <a:srgbClr val="000000"/>
                </a:solidFill>
                <a:latin typeface="Meiryo UI" panose="020B0604030504040204" pitchFamily="50" charset="-128"/>
                <a:ea typeface="Meiryo UI" panose="020B0604030504040204" pitchFamily="50" charset="-128"/>
              </a:rPr>
              <a:t>T</a:t>
            </a:r>
            <a:r>
              <a:rPr lang="ja-JP" altLang="en-US" sz="1200">
                <a:solidFill>
                  <a:srgbClr val="000000"/>
                </a:solidFill>
                <a:latin typeface="Meiryo UI" panose="020B0604030504040204" pitchFamily="50" charset="-128"/>
                <a:ea typeface="Meiryo UI" panose="020B0604030504040204" pitchFamily="50" charset="-128"/>
              </a:rPr>
              <a:t> </a:t>
            </a:r>
            <a:r>
              <a:rPr lang="en-US" altLang="ja-JP" sz="1200">
                <a:solidFill>
                  <a:srgbClr val="000000"/>
                </a:solidFill>
                <a:latin typeface="Meiryo UI" panose="020B0604030504040204" pitchFamily="50" charset="-128"/>
                <a:ea typeface="Meiryo UI" panose="020B0604030504040204" pitchFamily="50" charset="-128"/>
              </a:rPr>
              <a:t>step</a:t>
            </a:r>
            <a:endParaRPr lang="ja-JP" altLang="en-US" sz="1200">
              <a:solidFill>
                <a:srgbClr val="000000"/>
              </a:solidFill>
              <a:latin typeface="Meiryo UI" panose="020B0604030504040204" pitchFamily="50" charset="-128"/>
              <a:ea typeface="Meiryo UI" panose="020B0604030504040204" pitchFamily="50" charset="-128"/>
            </a:endParaRPr>
          </a:p>
        </p:txBody>
      </p:sp>
      <p:sp>
        <p:nvSpPr>
          <p:cNvPr id="96" name="AutoShape 28"/>
          <p:cNvSpPr>
            <a:spLocks noChangeArrowheads="1"/>
          </p:cNvSpPr>
          <p:nvPr/>
        </p:nvSpPr>
        <p:spPr bwMode="auto">
          <a:xfrm>
            <a:off x="8028384" y="4857219"/>
            <a:ext cx="936391" cy="283389"/>
          </a:xfrm>
          <a:prstGeom prst="roundRect">
            <a:avLst>
              <a:gd name="adj" fmla="val 16667"/>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 rIns="18000" anchor="ctr">
            <a:noAutofit/>
          </a:bodyPr>
          <a:lstStyle/>
          <a:p>
            <a:r>
              <a:rPr lang="en-US" altLang="ja-JP" sz="1200">
                <a:solidFill>
                  <a:srgbClr val="000000"/>
                </a:solidFill>
                <a:latin typeface="Meiryo UI" panose="020B0604030504040204" pitchFamily="50" charset="-128"/>
                <a:ea typeface="Meiryo UI" panose="020B0604030504040204" pitchFamily="50" charset="-128"/>
              </a:rPr>
              <a:t>Authorization</a:t>
            </a:r>
            <a:endParaRPr lang="ja-JP" altLang="en-US" sz="1200">
              <a:solidFill>
                <a:srgbClr val="000000"/>
              </a:solidFill>
              <a:latin typeface="Meiryo UI" panose="020B0604030504040204" pitchFamily="50" charset="-128"/>
              <a:ea typeface="Meiryo UI" panose="020B0604030504040204" pitchFamily="50" charset="-128"/>
            </a:endParaRPr>
          </a:p>
        </p:txBody>
      </p:sp>
      <p:sp>
        <p:nvSpPr>
          <p:cNvPr id="99" name="Text Box 29"/>
          <p:cNvSpPr txBox="1">
            <a:spLocks noChangeArrowheads="1"/>
          </p:cNvSpPr>
          <p:nvPr/>
        </p:nvSpPr>
        <p:spPr bwMode="auto">
          <a:xfrm>
            <a:off x="250825" y="4965829"/>
            <a:ext cx="1491878" cy="2372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 tIns="10800" rIns="18000" bIns="10800">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l" eaLnBrk="1" hangingPunct="1"/>
            <a:r>
              <a:rPr lang="en-US" altLang="ja-JP" sz="1400">
                <a:solidFill>
                  <a:srgbClr val="000000"/>
                </a:solidFill>
                <a:latin typeface="Meiryo UI" panose="020B0604030504040204" pitchFamily="50" charset="-128"/>
                <a:ea typeface="Meiryo UI" panose="020B0604030504040204" pitchFamily="50" charset="-128"/>
              </a:rPr>
              <a:t>Evaluation Event</a:t>
            </a:r>
            <a:endParaRPr lang="ja-JP" altLang="en-US" sz="1400">
              <a:solidFill>
                <a:srgbClr val="000000"/>
              </a:solidFill>
              <a:latin typeface="Meiryo UI" panose="020B0604030504040204" pitchFamily="50" charset="-128"/>
              <a:ea typeface="Meiryo UI" panose="020B0604030504040204" pitchFamily="50" charset="-128"/>
            </a:endParaRPr>
          </a:p>
        </p:txBody>
      </p:sp>
      <p:grpSp>
        <p:nvGrpSpPr>
          <p:cNvPr id="100" name="Group 30"/>
          <p:cNvGrpSpPr>
            <a:grpSpLocks/>
          </p:cNvGrpSpPr>
          <p:nvPr/>
        </p:nvGrpSpPr>
        <p:grpSpPr bwMode="auto">
          <a:xfrm>
            <a:off x="5364088" y="4467887"/>
            <a:ext cx="203200" cy="227012"/>
            <a:chOff x="432" y="2592"/>
            <a:chExt cx="128" cy="176"/>
          </a:xfrm>
        </p:grpSpPr>
        <p:sp>
          <p:nvSpPr>
            <p:cNvPr id="107" name="Rectangle 31"/>
            <p:cNvSpPr>
              <a:spLocks noChangeArrowheads="1"/>
            </p:cNvSpPr>
            <p:nvPr/>
          </p:nvSpPr>
          <p:spPr bwMode="auto">
            <a:xfrm>
              <a:off x="464" y="2624"/>
              <a:ext cx="96" cy="144"/>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108" name="Rectangle 32"/>
            <p:cNvSpPr>
              <a:spLocks noChangeArrowheads="1"/>
            </p:cNvSpPr>
            <p:nvPr/>
          </p:nvSpPr>
          <p:spPr bwMode="auto">
            <a:xfrm>
              <a:off x="432" y="2592"/>
              <a:ext cx="96" cy="144"/>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solidFill>
                  <a:srgbClr val="000000"/>
                </a:solidFill>
                <a:latin typeface="Meiryo UI" panose="020B0604030504040204" pitchFamily="50" charset="-128"/>
                <a:ea typeface="Meiryo UI" panose="020B0604030504040204" pitchFamily="50" charset="-128"/>
              </a:endParaRPr>
            </a:p>
          </p:txBody>
        </p:sp>
      </p:grpSp>
      <p:sp>
        <p:nvSpPr>
          <p:cNvPr id="109" name="Line 42"/>
          <p:cNvSpPr>
            <a:spLocks noChangeShapeType="1"/>
          </p:cNvSpPr>
          <p:nvPr/>
        </p:nvSpPr>
        <p:spPr bwMode="auto">
          <a:xfrm flipV="1">
            <a:off x="5459661" y="4699017"/>
            <a:ext cx="96457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110" name="Freeform 43"/>
          <p:cNvSpPr>
            <a:spLocks/>
          </p:cNvSpPr>
          <p:nvPr/>
        </p:nvSpPr>
        <p:spPr bwMode="auto">
          <a:xfrm>
            <a:off x="5967035" y="4470199"/>
            <a:ext cx="457200" cy="228600"/>
          </a:xfrm>
          <a:custGeom>
            <a:avLst/>
            <a:gdLst>
              <a:gd name="T0" fmla="*/ 2147483647 w 624"/>
              <a:gd name="T1" fmla="*/ 0 h 288"/>
              <a:gd name="T2" fmla="*/ 2147483647 w 624"/>
              <a:gd name="T3" fmla="*/ 0 h 288"/>
              <a:gd name="T4" fmla="*/ 2147483647 w 624"/>
              <a:gd name="T5" fmla="*/ 2147483647 h 288"/>
              <a:gd name="T6" fmla="*/ 0 w 624"/>
              <a:gd name="T7" fmla="*/ 2147483647 h 288"/>
              <a:gd name="T8" fmla="*/ 2147483647 w 62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288">
                <a:moveTo>
                  <a:pt x="144" y="0"/>
                </a:moveTo>
                <a:lnTo>
                  <a:pt x="624" y="0"/>
                </a:lnTo>
                <a:lnTo>
                  <a:pt x="624" y="288"/>
                </a:lnTo>
                <a:lnTo>
                  <a:pt x="0" y="288"/>
                </a:lnTo>
                <a:lnTo>
                  <a:pt x="144" y="0"/>
                </a:lnTo>
                <a:close/>
              </a:path>
            </a:pathLst>
          </a:custGeom>
          <a:solidFill>
            <a:srgbClr val="FFFF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111" name="Text Box 44"/>
          <p:cNvSpPr txBox="1">
            <a:spLocks noChangeArrowheads="1"/>
          </p:cNvSpPr>
          <p:nvPr/>
        </p:nvSpPr>
        <p:spPr bwMode="auto">
          <a:xfrm>
            <a:off x="6064940" y="4523923"/>
            <a:ext cx="460062" cy="153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l" eaLnBrk="1" hangingPunct="1"/>
            <a:r>
              <a:rPr lang="en-US" altLang="ja-JP" sz="1000">
                <a:solidFill>
                  <a:srgbClr val="000000"/>
                </a:solidFill>
                <a:latin typeface="Meiryo UI" panose="020B0604030504040204" pitchFamily="50" charset="-128"/>
                <a:ea typeface="Meiryo UI" panose="020B0604030504040204" pitchFamily="50" charset="-128"/>
              </a:rPr>
              <a:t>Shoken</a:t>
            </a:r>
            <a:endParaRPr lang="ja-JP" altLang="en-US" sz="1000">
              <a:solidFill>
                <a:srgbClr val="000000"/>
              </a:solidFill>
              <a:latin typeface="Meiryo UI" panose="020B0604030504040204" pitchFamily="50" charset="-128"/>
              <a:ea typeface="Meiryo UI" panose="020B0604030504040204" pitchFamily="50" charset="-128"/>
            </a:endParaRPr>
          </a:p>
        </p:txBody>
      </p:sp>
      <p:sp>
        <p:nvSpPr>
          <p:cNvPr id="113" name="Line 8"/>
          <p:cNvSpPr>
            <a:spLocks noChangeShapeType="1"/>
          </p:cNvSpPr>
          <p:nvPr/>
        </p:nvSpPr>
        <p:spPr bwMode="auto">
          <a:xfrm>
            <a:off x="179392" y="5374632"/>
            <a:ext cx="8785225" cy="0"/>
          </a:xfrm>
          <a:prstGeom prst="line">
            <a:avLst/>
          </a:prstGeom>
          <a:noFill/>
          <a:ln w="9525">
            <a:solidFill>
              <a:schemeClr val="tx1">
                <a:lumMod val="75000"/>
                <a:lumOff val="25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ja-JP" altLang="en-US">
              <a:solidFill>
                <a:srgbClr val="000000"/>
              </a:solidFill>
              <a:latin typeface="Meiryo UI" panose="020B0604030504040204" pitchFamily="50" charset="-128"/>
              <a:ea typeface="Meiryo UI" panose="020B0604030504040204" pitchFamily="50" charset="-128"/>
            </a:endParaRPr>
          </a:p>
        </p:txBody>
      </p:sp>
      <p:sp>
        <p:nvSpPr>
          <p:cNvPr id="114" name="Line 8"/>
          <p:cNvSpPr>
            <a:spLocks noChangeShapeType="1"/>
          </p:cNvSpPr>
          <p:nvPr/>
        </p:nvSpPr>
        <p:spPr bwMode="auto">
          <a:xfrm>
            <a:off x="179392" y="6268844"/>
            <a:ext cx="8785225" cy="0"/>
          </a:xfrm>
          <a:prstGeom prst="line">
            <a:avLst/>
          </a:prstGeom>
          <a:noFill/>
          <a:ln w="9525">
            <a:solidFill>
              <a:schemeClr val="tx1">
                <a:lumMod val="75000"/>
                <a:lumOff val="25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ja-JP" altLang="en-US">
              <a:solidFill>
                <a:srgbClr val="000000"/>
              </a:solidFill>
              <a:latin typeface="Meiryo UI" panose="020B0604030504040204" pitchFamily="50" charset="-128"/>
              <a:ea typeface="Meiryo UI" panose="020B0604030504040204" pitchFamily="50" charset="-128"/>
            </a:endParaRPr>
          </a:p>
        </p:txBody>
      </p:sp>
      <p:sp>
        <p:nvSpPr>
          <p:cNvPr id="115" name="Text Box 48"/>
          <p:cNvSpPr txBox="1">
            <a:spLocks noChangeArrowheads="1"/>
          </p:cNvSpPr>
          <p:nvPr/>
        </p:nvSpPr>
        <p:spPr bwMode="auto">
          <a:xfrm>
            <a:off x="206214" y="5420524"/>
            <a:ext cx="1413458" cy="5758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8000" tIns="10800" rIns="18000" bIns="10800">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l" eaLnBrk="1" hangingPunct="1"/>
            <a:r>
              <a:rPr lang="en-US" altLang="ja-JP" sz="1200">
                <a:solidFill>
                  <a:srgbClr val="000000"/>
                </a:solidFill>
                <a:latin typeface="Meiryo UI" panose="020B0604030504040204" pitchFamily="50" charset="-128"/>
                <a:ea typeface="Meiryo UI" panose="020B0604030504040204" pitchFamily="50" charset="-128"/>
              </a:rPr>
              <a:t>Activities of</a:t>
            </a:r>
          </a:p>
          <a:p>
            <a:pPr algn="l" eaLnBrk="1" hangingPunct="1"/>
            <a:r>
              <a:rPr lang="en-US" altLang="ja-JP" sz="1200">
                <a:solidFill>
                  <a:srgbClr val="000000"/>
                </a:solidFill>
                <a:latin typeface="Meiryo UI" panose="020B0604030504040204" pitchFamily="50" charset="-128"/>
                <a:ea typeface="Meiryo UI" panose="020B0604030504040204" pitchFamily="50" charset="-128"/>
              </a:rPr>
              <a:t>ECU</a:t>
            </a:r>
            <a:r>
              <a:rPr lang="ja-JP" altLang="en-US" sz="1200">
                <a:solidFill>
                  <a:srgbClr val="000000"/>
                </a:solidFill>
                <a:latin typeface="Meiryo UI" panose="020B0604030504040204" pitchFamily="50" charset="-128"/>
                <a:ea typeface="Meiryo UI" panose="020B0604030504040204" pitchFamily="50" charset="-128"/>
              </a:rPr>
              <a:t> </a:t>
            </a:r>
            <a:r>
              <a:rPr lang="en-US" altLang="ja-JP" sz="1200">
                <a:solidFill>
                  <a:srgbClr val="000000"/>
                </a:solidFill>
                <a:latin typeface="Meiryo UI" panose="020B0604030504040204" pitchFamily="50" charset="-128"/>
                <a:ea typeface="Meiryo UI" panose="020B0604030504040204" pitchFamily="50" charset="-128"/>
              </a:rPr>
              <a:t>Quality Guideline</a:t>
            </a:r>
            <a:endParaRPr lang="ja-JP" altLang="en-US" sz="1200">
              <a:solidFill>
                <a:srgbClr val="000000"/>
              </a:solidFill>
              <a:latin typeface="Meiryo UI" panose="020B0604030504040204" pitchFamily="50" charset="-128"/>
              <a:ea typeface="Meiryo UI" panose="020B0604030504040204" pitchFamily="50" charset="-128"/>
            </a:endParaRPr>
          </a:p>
        </p:txBody>
      </p:sp>
      <p:sp>
        <p:nvSpPr>
          <p:cNvPr id="116" name="Text Box 48"/>
          <p:cNvSpPr txBox="1">
            <a:spLocks noChangeArrowheads="1"/>
          </p:cNvSpPr>
          <p:nvPr/>
        </p:nvSpPr>
        <p:spPr bwMode="auto">
          <a:xfrm>
            <a:off x="192577" y="6309759"/>
            <a:ext cx="897165" cy="3911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 tIns="10800" rIns="18000" bIns="10800">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l" eaLnBrk="1" hangingPunct="1"/>
            <a:r>
              <a:rPr lang="en-US" altLang="ja-JP" sz="1200">
                <a:solidFill>
                  <a:srgbClr val="000000"/>
                </a:solidFill>
                <a:latin typeface="Meiryo UI" panose="020B0604030504040204" pitchFamily="50" charset="-128"/>
                <a:ea typeface="Meiryo UI" panose="020B0604030504040204" pitchFamily="50" charset="-128"/>
              </a:rPr>
              <a:t>Activities of</a:t>
            </a:r>
          </a:p>
          <a:p>
            <a:pPr algn="l" eaLnBrk="1" hangingPunct="1"/>
            <a:r>
              <a:rPr lang="en-US" altLang="ja-JP" sz="1200">
                <a:solidFill>
                  <a:srgbClr val="000000"/>
                </a:solidFill>
                <a:latin typeface="Meiryo UI" panose="020B0604030504040204" pitchFamily="50" charset="-128"/>
                <a:ea typeface="Meiryo UI" panose="020B0604030504040204" pitchFamily="50" charset="-128"/>
              </a:rPr>
              <a:t>ISO26262</a:t>
            </a:r>
            <a:endParaRPr lang="ja-JP" altLang="en-US" sz="1200">
              <a:solidFill>
                <a:srgbClr val="000000"/>
              </a:solidFill>
              <a:latin typeface="Meiryo UI" panose="020B0604030504040204" pitchFamily="50" charset="-128"/>
              <a:ea typeface="Meiryo UI" panose="020B0604030504040204" pitchFamily="50" charset="-128"/>
            </a:endParaRPr>
          </a:p>
        </p:txBody>
      </p:sp>
      <p:sp>
        <p:nvSpPr>
          <p:cNvPr id="117" name="Text Box 70"/>
          <p:cNvSpPr txBox="1">
            <a:spLocks noChangeArrowheads="1"/>
          </p:cNvSpPr>
          <p:nvPr/>
        </p:nvSpPr>
        <p:spPr bwMode="auto">
          <a:xfrm>
            <a:off x="2709951" y="5342518"/>
            <a:ext cx="1574018" cy="553998"/>
          </a:xfrm>
          <a:prstGeom prst="rect">
            <a:avLst/>
          </a:prstGeom>
          <a:solidFill>
            <a:schemeClr val="accent1">
              <a:lumMod val="20000"/>
              <a:lumOff val="80000"/>
            </a:schemeClr>
          </a:solidFill>
          <a:ln>
            <a:solidFill>
              <a:schemeClr val="tx1"/>
            </a:solidFill>
          </a:ln>
          <a:effectLst/>
        </p:spPr>
        <p:txBody>
          <a:bodyPr wrap="square" lIns="0" tIns="0" rIns="0" bIns="0">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1200">
                <a:solidFill>
                  <a:srgbClr val="000000"/>
                </a:solidFill>
                <a:latin typeface="Meiryo UI" panose="020B0604030504040204" pitchFamily="50" charset="-128"/>
                <a:ea typeface="Meiryo UI" panose="020B0604030504040204" pitchFamily="50" charset="-128"/>
              </a:rPr>
              <a:t>Consensus verification</a:t>
            </a:r>
          </a:p>
          <a:p>
            <a:pPr eaLnBrk="1" hangingPunct="1"/>
            <a:r>
              <a:rPr lang="en-US" altLang="ja-JP" sz="1200">
                <a:solidFill>
                  <a:srgbClr val="000000"/>
                </a:solidFill>
                <a:latin typeface="Meiryo UI" panose="020B0604030504040204" pitchFamily="50" charset="-128"/>
                <a:ea typeface="Meiryo UI" panose="020B0604030504040204" pitchFamily="50" charset="-128"/>
              </a:rPr>
              <a:t>meeting</a:t>
            </a:r>
          </a:p>
        </p:txBody>
      </p:sp>
      <p:sp>
        <p:nvSpPr>
          <p:cNvPr id="118" name="Text Box 70"/>
          <p:cNvSpPr txBox="1">
            <a:spLocks noChangeArrowheads="1"/>
          </p:cNvSpPr>
          <p:nvPr/>
        </p:nvSpPr>
        <p:spPr bwMode="auto">
          <a:xfrm>
            <a:off x="2709951" y="5908920"/>
            <a:ext cx="1572866" cy="369332"/>
          </a:xfrm>
          <a:prstGeom prst="rect">
            <a:avLst/>
          </a:prstGeom>
          <a:solidFill>
            <a:schemeClr val="accent1">
              <a:lumMod val="20000"/>
              <a:lumOff val="80000"/>
            </a:schemeClr>
          </a:solidFill>
          <a:ln>
            <a:solidFill>
              <a:schemeClr val="tx1"/>
            </a:solidFill>
          </a:ln>
          <a:effectLst/>
        </p:spPr>
        <p:txBody>
          <a:bodyPr wrap="square" lIns="0" tIns="0" rIns="0" bIns="0">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1200">
                <a:solidFill>
                  <a:srgbClr val="000000"/>
                </a:solidFill>
                <a:latin typeface="Meiryo UI" panose="020B0604030504040204" pitchFamily="50" charset="-128"/>
                <a:ea typeface="Meiryo UI" panose="020B0604030504040204" pitchFamily="50" charset="-128"/>
              </a:rPr>
              <a:t>Transient states</a:t>
            </a:r>
          </a:p>
          <a:p>
            <a:pPr eaLnBrk="1" hangingPunct="1"/>
            <a:r>
              <a:rPr lang="en-US" altLang="ja-JP" sz="1200">
                <a:solidFill>
                  <a:srgbClr val="000000"/>
                </a:solidFill>
                <a:latin typeface="Meiryo UI" panose="020B0604030504040204" pitchFamily="50" charset="-128"/>
                <a:ea typeface="Meiryo UI" panose="020B0604030504040204" pitchFamily="50" charset="-128"/>
              </a:rPr>
              <a:t>Verification meeting</a:t>
            </a:r>
          </a:p>
        </p:txBody>
      </p:sp>
      <p:sp>
        <p:nvSpPr>
          <p:cNvPr id="119" name="Text Box 70"/>
          <p:cNvSpPr txBox="1">
            <a:spLocks noChangeArrowheads="1"/>
          </p:cNvSpPr>
          <p:nvPr/>
        </p:nvSpPr>
        <p:spPr bwMode="auto">
          <a:xfrm>
            <a:off x="4355977" y="5473938"/>
            <a:ext cx="1228522" cy="738664"/>
          </a:xfrm>
          <a:prstGeom prst="rect">
            <a:avLst/>
          </a:prstGeom>
          <a:solidFill>
            <a:schemeClr val="accent1">
              <a:lumMod val="20000"/>
              <a:lumOff val="80000"/>
            </a:schemeClr>
          </a:solidFill>
          <a:ln>
            <a:solidFill>
              <a:schemeClr val="tx1"/>
            </a:solidFill>
          </a:ln>
          <a:effectLst/>
        </p:spPr>
        <p:txBody>
          <a:bodyPr wrap="square" lIns="0" tIns="0" rIns="0" bIns="0">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1200">
                <a:solidFill>
                  <a:srgbClr val="000000"/>
                </a:solidFill>
                <a:latin typeface="Meiryo UI" panose="020B0604030504040204" pitchFamily="50" charset="-128"/>
                <a:ea typeface="Meiryo UI" panose="020B0604030504040204" pitchFamily="50" charset="-128"/>
              </a:rPr>
              <a:t>Confirmation meeting</a:t>
            </a:r>
          </a:p>
          <a:p>
            <a:pPr eaLnBrk="1" hangingPunct="1"/>
            <a:r>
              <a:rPr lang="en-US" altLang="ja-JP" sz="1200">
                <a:solidFill>
                  <a:srgbClr val="000000"/>
                </a:solidFill>
                <a:latin typeface="Meiryo UI" panose="020B0604030504040204" pitchFamily="50" charset="-128"/>
                <a:ea typeface="Meiryo UI" panose="020B0604030504040204" pitchFamily="50" charset="-128"/>
              </a:rPr>
              <a:t>Verification results</a:t>
            </a:r>
          </a:p>
        </p:txBody>
      </p:sp>
      <p:sp>
        <p:nvSpPr>
          <p:cNvPr id="120" name="Text Box 70"/>
          <p:cNvSpPr txBox="1">
            <a:spLocks noChangeArrowheads="1"/>
          </p:cNvSpPr>
          <p:nvPr/>
        </p:nvSpPr>
        <p:spPr bwMode="auto">
          <a:xfrm>
            <a:off x="3707905" y="6444218"/>
            <a:ext cx="4104456" cy="184666"/>
          </a:xfrm>
          <a:prstGeom prst="rect">
            <a:avLst/>
          </a:prstGeom>
          <a:solidFill>
            <a:schemeClr val="accent1">
              <a:lumMod val="20000"/>
              <a:lumOff val="80000"/>
            </a:schemeClr>
          </a:solidFill>
          <a:ln>
            <a:solidFill>
              <a:schemeClr val="tx1"/>
            </a:solidFill>
          </a:ln>
          <a:effectLst/>
        </p:spPr>
        <p:txBody>
          <a:bodyPr wrap="square" lIns="0" tIns="0" rIns="0" bIns="0">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1200">
                <a:solidFill>
                  <a:srgbClr val="000000"/>
                </a:solidFill>
                <a:latin typeface="Meiryo UI" panose="020B0604030504040204" pitchFamily="50" charset="-128"/>
                <a:ea typeface="Meiryo UI" panose="020B0604030504040204" pitchFamily="50" charset="-128"/>
              </a:rPr>
              <a:t>Confirmation of WP</a:t>
            </a:r>
          </a:p>
        </p:txBody>
      </p:sp>
      <p:sp>
        <p:nvSpPr>
          <p:cNvPr id="121" name="Text Box 70"/>
          <p:cNvSpPr txBox="1">
            <a:spLocks noChangeArrowheads="1"/>
          </p:cNvSpPr>
          <p:nvPr/>
        </p:nvSpPr>
        <p:spPr bwMode="auto">
          <a:xfrm>
            <a:off x="2169480" y="6340852"/>
            <a:ext cx="1466416" cy="338554"/>
          </a:xfrm>
          <a:prstGeom prst="rect">
            <a:avLst/>
          </a:prstGeom>
          <a:solidFill>
            <a:schemeClr val="accent1">
              <a:lumMod val="20000"/>
              <a:lumOff val="80000"/>
            </a:schemeClr>
          </a:solidFill>
          <a:ln>
            <a:solidFill>
              <a:schemeClr val="tx1"/>
            </a:solidFill>
          </a:ln>
          <a:effectLst/>
        </p:spPr>
        <p:txBody>
          <a:bodyPr wrap="square" lIns="0" tIns="0" rIns="0" bIns="0">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1100">
                <a:solidFill>
                  <a:srgbClr val="000000"/>
                </a:solidFill>
                <a:latin typeface="Meiryo UI" panose="020B0604030504040204" pitchFamily="50" charset="-128"/>
                <a:ea typeface="Meiryo UI" panose="020B0604030504040204" pitchFamily="50" charset="-128"/>
              </a:rPr>
              <a:t>Requirement</a:t>
            </a:r>
          </a:p>
          <a:p>
            <a:pPr eaLnBrk="1" hangingPunct="1"/>
            <a:r>
              <a:rPr lang="en-US" altLang="ja-JP" sz="1100">
                <a:solidFill>
                  <a:srgbClr val="000000"/>
                </a:solidFill>
                <a:latin typeface="Meiryo UI" panose="020B0604030504040204" pitchFamily="50" charset="-128"/>
                <a:ea typeface="Meiryo UI" panose="020B0604030504040204" pitchFamily="50" charset="-128"/>
              </a:rPr>
              <a:t>release</a:t>
            </a:r>
          </a:p>
        </p:txBody>
      </p:sp>
      <p:grpSp>
        <p:nvGrpSpPr>
          <p:cNvPr id="122" name="グループ化 1"/>
          <p:cNvGrpSpPr>
            <a:grpSpLocks/>
          </p:cNvGrpSpPr>
          <p:nvPr/>
        </p:nvGrpSpPr>
        <p:grpSpPr bwMode="auto">
          <a:xfrm>
            <a:off x="179392" y="4077273"/>
            <a:ext cx="8785225" cy="2664097"/>
            <a:chOff x="179388" y="1125538"/>
            <a:chExt cx="8785225" cy="5618162"/>
          </a:xfrm>
        </p:grpSpPr>
        <p:sp>
          <p:nvSpPr>
            <p:cNvPr id="123" name="Rectangle 15"/>
            <p:cNvSpPr>
              <a:spLocks noChangeArrowheads="1"/>
            </p:cNvSpPr>
            <p:nvPr/>
          </p:nvSpPr>
          <p:spPr bwMode="auto">
            <a:xfrm>
              <a:off x="179388" y="1125538"/>
              <a:ext cx="8785225" cy="5618162"/>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solidFill>
                  <a:srgbClr val="000000"/>
                </a:solidFill>
                <a:latin typeface="Meiryo UI" panose="020B0604030504040204" pitchFamily="50" charset="-128"/>
                <a:ea typeface="Meiryo UI" panose="020B0604030504040204" pitchFamily="50" charset="-128"/>
              </a:endParaRPr>
            </a:p>
          </p:txBody>
        </p:sp>
        <p:cxnSp>
          <p:nvCxnSpPr>
            <p:cNvPr id="124" name="直線コネクタ 4"/>
            <p:cNvCxnSpPr>
              <a:cxnSpLocks noChangeShapeType="1"/>
            </p:cNvCxnSpPr>
            <p:nvPr/>
          </p:nvCxnSpPr>
          <p:spPr bwMode="auto">
            <a:xfrm>
              <a:off x="1744663" y="1125538"/>
              <a:ext cx="6350" cy="5618162"/>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25" name="テキスト ボックス 5"/>
          <p:cNvSpPr txBox="1">
            <a:spLocks noChangeArrowheads="1"/>
          </p:cNvSpPr>
          <p:nvPr/>
        </p:nvSpPr>
        <p:spPr bwMode="auto">
          <a:xfrm>
            <a:off x="35497" y="529405"/>
            <a:ext cx="548099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l" eaLnBrk="1" hangingPunct="1"/>
            <a:r>
              <a:rPr lang="en-US" altLang="ja-JP" sz="1600" b="1" u="sng">
                <a:solidFill>
                  <a:srgbClr val="000000"/>
                </a:solidFill>
                <a:latin typeface="Meiryo UI" panose="020B0604030504040204" pitchFamily="50" charset="-128"/>
                <a:ea typeface="Meiryo UI" panose="020B0604030504040204" pitchFamily="50" charset="-128"/>
                <a:cs typeface="Arial" pitchFamily="34" charset="0"/>
              </a:rPr>
              <a:t>ECU Quality Assurance, Functional Safety</a:t>
            </a:r>
            <a:endParaRPr lang="ja-JP" altLang="en-US" sz="1600" b="1" u="sng">
              <a:solidFill>
                <a:srgbClr val="000000"/>
              </a:solidFill>
              <a:latin typeface="Meiryo UI" panose="020B0604030504040204" pitchFamily="50" charset="-128"/>
              <a:ea typeface="Meiryo UI" panose="020B0604030504040204" pitchFamily="50" charset="-128"/>
              <a:cs typeface="Arial" pitchFamily="34" charset="0"/>
            </a:endParaRPr>
          </a:p>
        </p:txBody>
      </p:sp>
      <p:sp>
        <p:nvSpPr>
          <p:cNvPr id="126" name="テキスト ボックス 6"/>
          <p:cNvSpPr txBox="1">
            <a:spLocks noChangeArrowheads="1"/>
          </p:cNvSpPr>
          <p:nvPr/>
        </p:nvSpPr>
        <p:spPr bwMode="auto">
          <a:xfrm>
            <a:off x="250825" y="902350"/>
            <a:ext cx="4249168"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l" eaLnBrk="1" hangingPunct="1"/>
            <a:r>
              <a:rPr lang="ja-JP" altLang="en-US" sz="1400">
                <a:latin typeface="Meiryo UI" panose="020B0604030504040204" pitchFamily="50" charset="-128"/>
                <a:ea typeface="Meiryo UI" panose="020B0604030504040204" pitchFamily="50" charset="-128"/>
                <a:cs typeface="Arial" pitchFamily="34" charset="0"/>
              </a:rPr>
              <a:t>◆</a:t>
            </a:r>
            <a:r>
              <a:rPr lang="en-US" altLang="ja-JP" sz="1400">
                <a:latin typeface="Meiryo UI" panose="020B0604030504040204" pitchFamily="50" charset="-128"/>
                <a:ea typeface="Meiryo UI" panose="020B0604030504040204" pitchFamily="50" charset="-128"/>
                <a:cs typeface="Arial" pitchFamily="34" charset="0"/>
              </a:rPr>
              <a:t>ECU</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Quality Guideline</a:t>
            </a:r>
          </a:p>
          <a:p>
            <a:pPr algn="l" eaLnBrk="1" hangingPunct="1"/>
            <a:r>
              <a:rPr lang="en-US" altLang="ja-JP" sz="1200">
                <a:latin typeface="Meiryo UI" panose="020B0604030504040204" pitchFamily="50" charset="-128"/>
                <a:ea typeface="Meiryo UI" panose="020B0604030504040204" pitchFamily="50" charset="-128"/>
                <a:cs typeface="Arial" pitchFamily="34" charset="0"/>
              </a:rPr>
              <a:t>     Purpose</a:t>
            </a:r>
            <a:r>
              <a:rPr lang="ja-JP" altLang="en-US" sz="1200">
                <a:latin typeface="Meiryo UI" panose="020B0604030504040204" pitchFamily="50" charset="-128"/>
                <a:ea typeface="Meiryo UI" panose="020B0604030504040204" pitchFamily="50" charset="-128"/>
                <a:cs typeface="Arial" pitchFamily="34" charset="0"/>
              </a:rPr>
              <a:t>： </a:t>
            </a:r>
            <a:r>
              <a:rPr lang="en-US" altLang="ja-JP" sz="1200">
                <a:latin typeface="Meiryo UI" panose="020B0604030504040204" pitchFamily="50" charset="-128"/>
                <a:ea typeface="Meiryo UI" panose="020B0604030504040204" pitchFamily="50" charset="-128"/>
                <a:cs typeface="Arial" pitchFamily="34" charset="0"/>
              </a:rPr>
              <a:t>To</a:t>
            </a:r>
            <a:r>
              <a:rPr lang="ja-JP" altLang="en-US" sz="1200">
                <a:latin typeface="Meiryo UI" panose="020B0604030504040204" pitchFamily="50" charset="-128"/>
                <a:ea typeface="Meiryo UI" panose="020B0604030504040204" pitchFamily="50" charset="-128"/>
                <a:cs typeface="Arial" pitchFamily="34" charset="0"/>
              </a:rPr>
              <a:t>　</a:t>
            </a:r>
            <a:r>
              <a:rPr lang="en-US" altLang="ja-JP" sz="1200">
                <a:latin typeface="Meiryo UI" panose="020B0604030504040204" pitchFamily="50" charset="-128"/>
                <a:ea typeface="Meiryo UI" panose="020B0604030504040204" pitchFamily="50" charset="-128"/>
                <a:cs typeface="Arial" pitchFamily="34" charset="0"/>
              </a:rPr>
              <a:t>achieve incomparable ECU quality</a:t>
            </a:r>
          </a:p>
        </p:txBody>
      </p:sp>
      <p:sp>
        <p:nvSpPr>
          <p:cNvPr id="129" name="正方形/長方形 2"/>
          <p:cNvSpPr>
            <a:spLocks noChangeArrowheads="1"/>
          </p:cNvSpPr>
          <p:nvPr/>
        </p:nvSpPr>
        <p:spPr bwMode="auto">
          <a:xfrm>
            <a:off x="250830" y="1771774"/>
            <a:ext cx="4231254" cy="1873250"/>
          </a:xfrm>
          <a:prstGeom prst="rect">
            <a:avLst/>
          </a:prstGeom>
          <a:noFill/>
          <a:ln w="3810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grpSp>
        <p:nvGrpSpPr>
          <p:cNvPr id="130" name="Group 30"/>
          <p:cNvGrpSpPr>
            <a:grpSpLocks/>
          </p:cNvGrpSpPr>
          <p:nvPr/>
        </p:nvGrpSpPr>
        <p:grpSpPr bwMode="auto">
          <a:xfrm>
            <a:off x="2123728" y="4486365"/>
            <a:ext cx="203200" cy="227012"/>
            <a:chOff x="432" y="2592"/>
            <a:chExt cx="128" cy="176"/>
          </a:xfrm>
        </p:grpSpPr>
        <p:sp>
          <p:nvSpPr>
            <p:cNvPr id="131" name="Rectangle 31"/>
            <p:cNvSpPr>
              <a:spLocks noChangeArrowheads="1"/>
            </p:cNvSpPr>
            <p:nvPr/>
          </p:nvSpPr>
          <p:spPr bwMode="auto">
            <a:xfrm>
              <a:off x="464" y="2624"/>
              <a:ext cx="96" cy="144"/>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132" name="Rectangle 32"/>
            <p:cNvSpPr>
              <a:spLocks noChangeArrowheads="1"/>
            </p:cNvSpPr>
            <p:nvPr/>
          </p:nvSpPr>
          <p:spPr bwMode="auto">
            <a:xfrm>
              <a:off x="432" y="2592"/>
              <a:ext cx="96" cy="144"/>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solidFill>
                  <a:srgbClr val="000000"/>
                </a:solidFill>
                <a:latin typeface="Meiryo UI" panose="020B0604030504040204" pitchFamily="50" charset="-128"/>
                <a:ea typeface="Meiryo UI" panose="020B0604030504040204" pitchFamily="50" charset="-128"/>
              </a:endParaRPr>
            </a:p>
          </p:txBody>
        </p:sp>
      </p:grpSp>
      <p:sp>
        <p:nvSpPr>
          <p:cNvPr id="133" name="Line 21"/>
          <p:cNvSpPr>
            <a:spLocks noChangeShapeType="1"/>
          </p:cNvSpPr>
          <p:nvPr/>
        </p:nvSpPr>
        <p:spPr bwMode="auto">
          <a:xfrm flipV="1">
            <a:off x="4258928" y="4380870"/>
            <a:ext cx="1" cy="553118"/>
          </a:xfrm>
          <a:prstGeom prst="line">
            <a:avLst/>
          </a:prstGeom>
          <a:noFill/>
          <a:ln w="5715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134" name="Freeform 43"/>
          <p:cNvSpPr>
            <a:spLocks/>
          </p:cNvSpPr>
          <p:nvPr/>
        </p:nvSpPr>
        <p:spPr bwMode="auto">
          <a:xfrm>
            <a:off x="3694192" y="4477739"/>
            <a:ext cx="457200" cy="228600"/>
          </a:xfrm>
          <a:custGeom>
            <a:avLst/>
            <a:gdLst>
              <a:gd name="T0" fmla="*/ 2147483647 w 624"/>
              <a:gd name="T1" fmla="*/ 0 h 288"/>
              <a:gd name="T2" fmla="*/ 2147483647 w 624"/>
              <a:gd name="T3" fmla="*/ 0 h 288"/>
              <a:gd name="T4" fmla="*/ 2147483647 w 624"/>
              <a:gd name="T5" fmla="*/ 2147483647 h 288"/>
              <a:gd name="T6" fmla="*/ 0 w 624"/>
              <a:gd name="T7" fmla="*/ 2147483647 h 288"/>
              <a:gd name="T8" fmla="*/ 2147483647 w 62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288">
                <a:moveTo>
                  <a:pt x="144" y="0"/>
                </a:moveTo>
                <a:lnTo>
                  <a:pt x="624" y="0"/>
                </a:lnTo>
                <a:lnTo>
                  <a:pt x="624" y="288"/>
                </a:lnTo>
                <a:lnTo>
                  <a:pt x="0" y="288"/>
                </a:lnTo>
                <a:lnTo>
                  <a:pt x="144" y="0"/>
                </a:lnTo>
                <a:close/>
              </a:path>
            </a:pathLst>
          </a:custGeom>
          <a:solidFill>
            <a:srgbClr val="FFFF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135" name="Text Box 44"/>
          <p:cNvSpPr txBox="1">
            <a:spLocks noChangeArrowheads="1"/>
          </p:cNvSpPr>
          <p:nvPr/>
        </p:nvSpPr>
        <p:spPr bwMode="auto">
          <a:xfrm>
            <a:off x="3885828" y="4531463"/>
            <a:ext cx="150682" cy="153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l" eaLnBrk="1" hangingPunct="1"/>
            <a:r>
              <a:rPr lang="en-US" altLang="ja-JP" sz="1000">
                <a:solidFill>
                  <a:srgbClr val="000000"/>
                </a:solidFill>
                <a:latin typeface="Meiryo UI" panose="020B0604030504040204" pitchFamily="50" charset="-128"/>
                <a:ea typeface="Meiryo UI" panose="020B0604030504040204" pitchFamily="50" charset="-128"/>
              </a:rPr>
              <a:t>0x</a:t>
            </a:r>
            <a:endParaRPr lang="ja-JP" altLang="en-US" sz="1000">
              <a:solidFill>
                <a:srgbClr val="000000"/>
              </a:solidFill>
              <a:latin typeface="Meiryo UI" panose="020B0604030504040204" pitchFamily="50" charset="-128"/>
              <a:ea typeface="Meiryo UI" panose="020B0604030504040204" pitchFamily="50" charset="-128"/>
            </a:endParaRPr>
          </a:p>
        </p:txBody>
      </p:sp>
      <p:sp>
        <p:nvSpPr>
          <p:cNvPr id="136" name="Line 42"/>
          <p:cNvSpPr>
            <a:spLocks noChangeShapeType="1"/>
          </p:cNvSpPr>
          <p:nvPr/>
        </p:nvSpPr>
        <p:spPr bwMode="auto">
          <a:xfrm>
            <a:off x="2356519" y="4706339"/>
            <a:ext cx="135138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137" name="Freeform 43"/>
          <p:cNvSpPr>
            <a:spLocks/>
          </p:cNvSpPr>
          <p:nvPr/>
        </p:nvSpPr>
        <p:spPr bwMode="auto">
          <a:xfrm>
            <a:off x="7091298" y="4474925"/>
            <a:ext cx="457200" cy="228600"/>
          </a:xfrm>
          <a:custGeom>
            <a:avLst/>
            <a:gdLst>
              <a:gd name="T0" fmla="*/ 2147483647 w 624"/>
              <a:gd name="T1" fmla="*/ 0 h 288"/>
              <a:gd name="T2" fmla="*/ 2147483647 w 624"/>
              <a:gd name="T3" fmla="*/ 0 h 288"/>
              <a:gd name="T4" fmla="*/ 2147483647 w 624"/>
              <a:gd name="T5" fmla="*/ 2147483647 h 288"/>
              <a:gd name="T6" fmla="*/ 0 w 624"/>
              <a:gd name="T7" fmla="*/ 2147483647 h 288"/>
              <a:gd name="T8" fmla="*/ 2147483647 w 62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288">
                <a:moveTo>
                  <a:pt x="144" y="0"/>
                </a:moveTo>
                <a:lnTo>
                  <a:pt x="624" y="0"/>
                </a:lnTo>
                <a:lnTo>
                  <a:pt x="624" y="288"/>
                </a:lnTo>
                <a:lnTo>
                  <a:pt x="0" y="288"/>
                </a:lnTo>
                <a:lnTo>
                  <a:pt x="144" y="0"/>
                </a:lnTo>
                <a:close/>
              </a:path>
            </a:pathLst>
          </a:custGeom>
          <a:solidFill>
            <a:srgbClr val="FFFF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138" name="Text Box 44"/>
          <p:cNvSpPr txBox="1">
            <a:spLocks noChangeArrowheads="1"/>
          </p:cNvSpPr>
          <p:nvPr/>
        </p:nvSpPr>
        <p:spPr bwMode="auto">
          <a:xfrm>
            <a:off x="7240848" y="4528649"/>
            <a:ext cx="277320" cy="153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l" eaLnBrk="1" hangingPunct="1"/>
            <a:r>
              <a:rPr lang="en-US" altLang="ja-JP" sz="1000">
                <a:solidFill>
                  <a:srgbClr val="000000"/>
                </a:solidFill>
                <a:latin typeface="Meiryo UI" panose="020B0604030504040204" pitchFamily="50" charset="-128"/>
                <a:ea typeface="Meiryo UI" panose="020B0604030504040204" pitchFamily="50" charset="-128"/>
              </a:rPr>
              <a:t>DAN</a:t>
            </a:r>
            <a:endParaRPr lang="ja-JP" altLang="en-US" sz="1000">
              <a:solidFill>
                <a:srgbClr val="000000"/>
              </a:solidFill>
              <a:latin typeface="Meiryo UI" panose="020B0604030504040204" pitchFamily="50" charset="-128"/>
              <a:ea typeface="Meiryo UI" panose="020B0604030504040204" pitchFamily="50" charset="-128"/>
            </a:endParaRPr>
          </a:p>
        </p:txBody>
      </p:sp>
      <p:sp>
        <p:nvSpPr>
          <p:cNvPr id="139" name="Oval 17"/>
          <p:cNvSpPr>
            <a:spLocks noChangeArrowheads="1"/>
          </p:cNvSpPr>
          <p:nvPr/>
        </p:nvSpPr>
        <p:spPr bwMode="auto">
          <a:xfrm>
            <a:off x="6923730" y="4158024"/>
            <a:ext cx="335138" cy="290346"/>
          </a:xfrm>
          <a:prstGeom prst="ellipse">
            <a:avLst/>
          </a:prstGeom>
          <a:solidFill>
            <a:srgbClr val="FFFF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 tIns="10800" rIns="18000" bIns="10800" anchor="ctr">
            <a:spAutoFit/>
          </a:bodyPr>
          <a:lstStyle/>
          <a:p>
            <a:r>
              <a:rPr lang="en-US" altLang="ja-JP" sz="1200">
                <a:solidFill>
                  <a:srgbClr val="000000"/>
                </a:solidFill>
                <a:latin typeface="Meiryo UI" panose="020B0604030504040204" pitchFamily="50" charset="-128"/>
                <a:ea typeface="Meiryo UI" panose="020B0604030504040204" pitchFamily="50" charset="-128"/>
              </a:rPr>
              <a:t>V3</a:t>
            </a:r>
          </a:p>
        </p:txBody>
      </p:sp>
      <p:sp>
        <p:nvSpPr>
          <p:cNvPr id="140" name="テキスト ボックス 5"/>
          <p:cNvSpPr txBox="1">
            <a:spLocks noChangeArrowheads="1"/>
          </p:cNvSpPr>
          <p:nvPr/>
        </p:nvSpPr>
        <p:spPr bwMode="auto">
          <a:xfrm>
            <a:off x="35497" y="3724663"/>
            <a:ext cx="889317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l" eaLnBrk="1" hangingPunct="1"/>
            <a:r>
              <a:rPr lang="en-US" altLang="ja-JP" sz="1600" b="1" u="sng">
                <a:solidFill>
                  <a:srgbClr val="000000"/>
                </a:solidFill>
                <a:latin typeface="Meiryo UI" panose="020B0604030504040204" pitchFamily="50" charset="-128"/>
                <a:ea typeface="Meiryo UI" panose="020B0604030504040204" pitchFamily="50" charset="-128"/>
                <a:cs typeface="Arial" pitchFamily="34" charset="0"/>
              </a:rPr>
              <a:t>Schedule Image</a:t>
            </a:r>
            <a:endParaRPr lang="ja-JP" altLang="en-US" sz="1600" b="1" u="sng">
              <a:solidFill>
                <a:srgbClr val="000000"/>
              </a:solidFill>
              <a:latin typeface="Meiryo UI" panose="020B0604030504040204" pitchFamily="50" charset="-128"/>
              <a:ea typeface="Meiryo UI" panose="020B0604030504040204" pitchFamily="50" charset="-128"/>
              <a:cs typeface="Arial" pitchFamily="34" charset="0"/>
            </a:endParaRPr>
          </a:p>
        </p:txBody>
      </p:sp>
      <p:sp>
        <p:nvSpPr>
          <p:cNvPr id="141" name="Rectangle 65"/>
          <p:cNvSpPr>
            <a:spLocks noChangeArrowheads="1"/>
          </p:cNvSpPr>
          <p:nvPr/>
        </p:nvSpPr>
        <p:spPr bwMode="auto">
          <a:xfrm>
            <a:off x="2143216" y="3725689"/>
            <a:ext cx="1691489"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ja-JP" altLang="ja-JP" sz="1600" b="1" u="sng">
                <a:latin typeface="Meiryo UI" panose="020B0604030504040204" pitchFamily="50" charset="-128"/>
                <a:ea typeface="Meiryo UI" panose="020B0604030504040204" pitchFamily="50" charset="-128"/>
              </a:rPr>
              <a:t>展開計画イメージ</a:t>
            </a:r>
            <a:endParaRPr lang="ja-JP" altLang="en-US" sz="1600" b="1" u="sng">
              <a:latin typeface="Meiryo UI" panose="020B0604030504040204" pitchFamily="50" charset="-128"/>
              <a:ea typeface="Meiryo UI" panose="020B0604030504040204" pitchFamily="50" charset="-128"/>
            </a:endParaRPr>
          </a:p>
        </p:txBody>
      </p:sp>
      <p:sp>
        <p:nvSpPr>
          <p:cNvPr id="142" name="テキスト ボックス 5"/>
          <p:cNvSpPr txBox="1">
            <a:spLocks noChangeArrowheads="1"/>
          </p:cNvSpPr>
          <p:nvPr/>
        </p:nvSpPr>
        <p:spPr bwMode="auto">
          <a:xfrm>
            <a:off x="4847107" y="517740"/>
            <a:ext cx="315425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l" eaLnBrk="1" hangingPunct="1"/>
            <a:r>
              <a:rPr lang="en-US" altLang="ja-JP" sz="1600" b="1" u="sng">
                <a:latin typeface="Meiryo UI" panose="020B0604030504040204" pitchFamily="50" charset="-128"/>
                <a:ea typeface="Meiryo UI" panose="020B0604030504040204" pitchFamily="50" charset="-128"/>
              </a:rPr>
              <a:t>ECU</a:t>
            </a:r>
            <a:r>
              <a:rPr lang="ja-JP" altLang="en-US" sz="1600" b="1" u="sng">
                <a:latin typeface="Meiryo UI" panose="020B0604030504040204" pitchFamily="50" charset="-128"/>
                <a:ea typeface="Meiryo UI" panose="020B0604030504040204" pitchFamily="50" charset="-128"/>
              </a:rPr>
              <a:t>品質保証・機能安全</a:t>
            </a:r>
          </a:p>
        </p:txBody>
      </p:sp>
      <p:sp>
        <p:nvSpPr>
          <p:cNvPr id="143" name="テキスト ボックス 6"/>
          <p:cNvSpPr txBox="1">
            <a:spLocks noChangeArrowheads="1"/>
          </p:cNvSpPr>
          <p:nvPr/>
        </p:nvSpPr>
        <p:spPr bwMode="auto">
          <a:xfrm>
            <a:off x="262906" y="1369987"/>
            <a:ext cx="234551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l" eaLnBrk="1" hangingPunct="1"/>
            <a:r>
              <a:rPr lang="ja-JP" altLang="en-US" sz="1400">
                <a:solidFill>
                  <a:srgbClr val="FFFFFF">
                    <a:lumMod val="50000"/>
                  </a:srgbClr>
                </a:solidFill>
                <a:latin typeface="Meiryo UI" panose="020B0604030504040204" pitchFamily="50" charset="-128"/>
                <a:ea typeface="Meiryo UI" panose="020B0604030504040204" pitchFamily="50" charset="-128"/>
              </a:rPr>
              <a:t>   </a:t>
            </a:r>
            <a:r>
              <a:rPr lang="ja-JP" altLang="en-US" sz="1400">
                <a:latin typeface="Meiryo UI" panose="020B0604030504040204" pitchFamily="50" charset="-128"/>
                <a:ea typeface="Meiryo UI" panose="020B0604030504040204" pitchFamily="50" charset="-128"/>
              </a:rPr>
              <a:t>目的：</a:t>
            </a:r>
            <a:r>
              <a:rPr lang="en-US" altLang="ja-JP" sz="1400">
                <a:latin typeface="Meiryo UI" panose="020B0604030504040204" pitchFamily="50" charset="-128"/>
                <a:ea typeface="Meiryo UI" panose="020B0604030504040204" pitchFamily="50" charset="-128"/>
              </a:rPr>
              <a:t>ECU</a:t>
            </a:r>
            <a:r>
              <a:rPr lang="ja-JP" altLang="en-US" sz="1400">
                <a:latin typeface="Meiryo UI" panose="020B0604030504040204" pitchFamily="50" charset="-128"/>
                <a:ea typeface="Meiryo UI" panose="020B0604030504040204" pitchFamily="50" charset="-128"/>
              </a:rPr>
              <a:t>品質向上項目</a:t>
            </a:r>
            <a:endParaRPr lang="en-US" altLang="ja-JP" sz="1400">
              <a:latin typeface="Meiryo UI" panose="020B0604030504040204" pitchFamily="50" charset="-128"/>
              <a:ea typeface="Meiryo UI" panose="020B0604030504040204" pitchFamily="50" charset="-128"/>
            </a:endParaRPr>
          </a:p>
        </p:txBody>
      </p:sp>
      <p:sp>
        <p:nvSpPr>
          <p:cNvPr id="145" name="AutoShape 25"/>
          <p:cNvSpPr>
            <a:spLocks noChangeArrowheads="1"/>
          </p:cNvSpPr>
          <p:nvPr/>
        </p:nvSpPr>
        <p:spPr bwMode="auto">
          <a:xfrm>
            <a:off x="3340085" y="4854368"/>
            <a:ext cx="242402" cy="298430"/>
          </a:xfrm>
          <a:prstGeom prst="roundRect">
            <a:avLst>
              <a:gd name="adj" fmla="val 16667"/>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 rIns="18000" anchor="ctr">
            <a:noAutofit/>
          </a:bodyPr>
          <a:lstStyle/>
          <a:p>
            <a:r>
              <a:rPr lang="en-US" altLang="ja-JP" sz="1200">
                <a:solidFill>
                  <a:srgbClr val="000000"/>
                </a:solidFill>
                <a:latin typeface="Meiryo UI" panose="020B0604030504040204" pitchFamily="50" charset="-128"/>
                <a:ea typeface="Meiryo UI" panose="020B0604030504040204" pitchFamily="50" charset="-128"/>
              </a:rPr>
              <a:t>F1</a:t>
            </a:r>
            <a:endParaRPr lang="ja-JP" altLang="en-US" sz="1200">
              <a:solidFill>
                <a:srgbClr val="000000"/>
              </a:solidFill>
              <a:latin typeface="Meiryo UI" panose="020B0604030504040204" pitchFamily="50" charset="-128"/>
              <a:ea typeface="Meiryo UI" panose="020B0604030504040204" pitchFamily="50" charset="-128"/>
            </a:endParaRPr>
          </a:p>
        </p:txBody>
      </p:sp>
      <p:sp>
        <p:nvSpPr>
          <p:cNvPr id="146" name="Line 21"/>
          <p:cNvSpPr>
            <a:spLocks noChangeShapeType="1"/>
          </p:cNvSpPr>
          <p:nvPr/>
        </p:nvSpPr>
        <p:spPr bwMode="auto">
          <a:xfrm flipH="1" flipV="1">
            <a:off x="7040027" y="4371927"/>
            <a:ext cx="0" cy="553399"/>
          </a:xfrm>
          <a:prstGeom prst="line">
            <a:avLst/>
          </a:prstGeom>
          <a:noFill/>
          <a:ln w="5715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147" name="AutoShape 25"/>
          <p:cNvSpPr>
            <a:spLocks noChangeArrowheads="1"/>
          </p:cNvSpPr>
          <p:nvPr/>
        </p:nvSpPr>
        <p:spPr bwMode="auto">
          <a:xfrm>
            <a:off x="6853899" y="4852999"/>
            <a:ext cx="361884" cy="290857"/>
          </a:xfrm>
          <a:prstGeom prst="roundRect">
            <a:avLst>
              <a:gd name="adj" fmla="val 16667"/>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 rIns="18000" anchor="ctr">
            <a:noAutofit/>
          </a:bodyPr>
          <a:lstStyle/>
          <a:p>
            <a:r>
              <a:rPr lang="en-US" altLang="ja-JP" sz="1200">
                <a:solidFill>
                  <a:srgbClr val="000000"/>
                </a:solidFill>
                <a:latin typeface="Meiryo UI" panose="020B0604030504040204" pitchFamily="50" charset="-128"/>
                <a:ea typeface="Meiryo UI" panose="020B0604030504040204" pitchFamily="50" charset="-128"/>
              </a:rPr>
              <a:t>V3</a:t>
            </a:r>
            <a:endParaRPr lang="ja-JP" altLang="en-US" sz="1200">
              <a:solidFill>
                <a:srgbClr val="000000"/>
              </a:solidFill>
              <a:latin typeface="Meiryo UI" panose="020B0604030504040204" pitchFamily="50" charset="-128"/>
              <a:ea typeface="Meiryo UI" panose="020B0604030504040204" pitchFamily="50" charset="-128"/>
            </a:endParaRPr>
          </a:p>
        </p:txBody>
      </p:sp>
      <p:sp>
        <p:nvSpPr>
          <p:cNvPr id="148" name="Text Box 70"/>
          <p:cNvSpPr txBox="1">
            <a:spLocks noChangeArrowheads="1"/>
          </p:cNvSpPr>
          <p:nvPr/>
        </p:nvSpPr>
        <p:spPr bwMode="auto">
          <a:xfrm>
            <a:off x="1331641" y="6340852"/>
            <a:ext cx="801836" cy="338554"/>
          </a:xfrm>
          <a:prstGeom prst="rect">
            <a:avLst/>
          </a:prstGeom>
          <a:solidFill>
            <a:schemeClr val="accent1">
              <a:lumMod val="20000"/>
              <a:lumOff val="80000"/>
            </a:schemeClr>
          </a:solidFill>
          <a:ln>
            <a:solidFill>
              <a:schemeClr val="tx1"/>
            </a:solidFill>
          </a:ln>
          <a:effectLst/>
        </p:spPr>
        <p:txBody>
          <a:bodyPr wrap="square" lIns="0" tIns="0" rIns="0" bIns="0">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1100">
                <a:solidFill>
                  <a:srgbClr val="000000"/>
                </a:solidFill>
                <a:latin typeface="Meiryo UI" panose="020B0604030504040204" pitchFamily="50" charset="-128"/>
                <a:ea typeface="Meiryo UI" panose="020B0604030504040204" pitchFamily="50" charset="-128"/>
              </a:rPr>
              <a:t>Exchange </a:t>
            </a:r>
          </a:p>
          <a:p>
            <a:pPr eaLnBrk="1" hangingPunct="1"/>
            <a:r>
              <a:rPr lang="en-US" altLang="ja-JP" sz="1100">
                <a:solidFill>
                  <a:srgbClr val="000000"/>
                </a:solidFill>
                <a:latin typeface="Meiryo UI" panose="020B0604030504040204" pitchFamily="50" charset="-128"/>
                <a:ea typeface="Meiryo UI" panose="020B0604030504040204" pitchFamily="50" charset="-128"/>
              </a:rPr>
              <a:t>of DIA</a:t>
            </a:r>
          </a:p>
        </p:txBody>
      </p:sp>
      <p:sp>
        <p:nvSpPr>
          <p:cNvPr id="149" name="AutoShape 25"/>
          <p:cNvSpPr>
            <a:spLocks noChangeArrowheads="1"/>
          </p:cNvSpPr>
          <p:nvPr/>
        </p:nvSpPr>
        <p:spPr bwMode="auto">
          <a:xfrm>
            <a:off x="4064713" y="4861943"/>
            <a:ext cx="361884" cy="290857"/>
          </a:xfrm>
          <a:prstGeom prst="roundRect">
            <a:avLst>
              <a:gd name="adj" fmla="val 16667"/>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 rIns="18000" anchor="ctr">
            <a:noAutofit/>
          </a:bodyPr>
          <a:lstStyle/>
          <a:p>
            <a:r>
              <a:rPr lang="en-US" altLang="ja-JP" sz="1200">
                <a:solidFill>
                  <a:srgbClr val="000000"/>
                </a:solidFill>
                <a:latin typeface="Meiryo UI" panose="020B0604030504040204" pitchFamily="50" charset="-128"/>
                <a:ea typeface="Meiryo UI" panose="020B0604030504040204" pitchFamily="50" charset="-128"/>
              </a:rPr>
              <a:t>F2</a:t>
            </a:r>
            <a:endParaRPr lang="ja-JP" altLang="en-US" sz="1200">
              <a:solidFill>
                <a:srgbClr val="000000"/>
              </a:solidFill>
              <a:latin typeface="Meiryo UI" panose="020B0604030504040204" pitchFamily="50" charset="-128"/>
              <a:ea typeface="Meiryo UI" panose="020B0604030504040204" pitchFamily="50" charset="-128"/>
            </a:endParaRPr>
          </a:p>
        </p:txBody>
      </p:sp>
      <p:grpSp>
        <p:nvGrpSpPr>
          <p:cNvPr id="150" name="Group 30"/>
          <p:cNvGrpSpPr>
            <a:grpSpLocks/>
          </p:cNvGrpSpPr>
          <p:nvPr/>
        </p:nvGrpSpPr>
        <p:grpSpPr bwMode="auto">
          <a:xfrm>
            <a:off x="6565796" y="4467887"/>
            <a:ext cx="203200" cy="227012"/>
            <a:chOff x="432" y="2592"/>
            <a:chExt cx="128" cy="176"/>
          </a:xfrm>
        </p:grpSpPr>
        <p:sp>
          <p:nvSpPr>
            <p:cNvPr id="151" name="Rectangle 31"/>
            <p:cNvSpPr>
              <a:spLocks noChangeArrowheads="1"/>
            </p:cNvSpPr>
            <p:nvPr/>
          </p:nvSpPr>
          <p:spPr bwMode="auto">
            <a:xfrm>
              <a:off x="464" y="2624"/>
              <a:ext cx="96" cy="144"/>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152" name="Rectangle 32"/>
            <p:cNvSpPr>
              <a:spLocks noChangeArrowheads="1"/>
            </p:cNvSpPr>
            <p:nvPr/>
          </p:nvSpPr>
          <p:spPr bwMode="auto">
            <a:xfrm>
              <a:off x="432" y="2592"/>
              <a:ext cx="96" cy="144"/>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solidFill>
                  <a:srgbClr val="000000"/>
                </a:solidFill>
                <a:latin typeface="Meiryo UI" panose="020B0604030504040204" pitchFamily="50" charset="-128"/>
                <a:ea typeface="Meiryo UI" panose="020B0604030504040204" pitchFamily="50" charset="-128"/>
              </a:endParaRPr>
            </a:p>
          </p:txBody>
        </p:sp>
      </p:grpSp>
      <p:sp>
        <p:nvSpPr>
          <p:cNvPr id="153" name="Line 42"/>
          <p:cNvSpPr>
            <a:spLocks noChangeShapeType="1"/>
          </p:cNvSpPr>
          <p:nvPr/>
        </p:nvSpPr>
        <p:spPr bwMode="auto">
          <a:xfrm flipV="1">
            <a:off x="6583924" y="4699017"/>
            <a:ext cx="96457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160" name="Oval 16"/>
          <p:cNvSpPr>
            <a:spLocks noChangeArrowheads="1"/>
          </p:cNvSpPr>
          <p:nvPr/>
        </p:nvSpPr>
        <p:spPr bwMode="auto">
          <a:xfrm>
            <a:off x="5606613" y="4159386"/>
            <a:ext cx="335138" cy="290346"/>
          </a:xfrm>
          <a:prstGeom prst="ellipse">
            <a:avLst/>
          </a:prstGeom>
          <a:solidFill>
            <a:srgbClr val="FFFF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 tIns="10800" rIns="18000" bIns="10800" anchor="ctr">
            <a:spAutoFit/>
          </a:bodyPr>
          <a:lstStyle/>
          <a:p>
            <a:r>
              <a:rPr lang="en-US" altLang="ja-JP" sz="1200">
                <a:solidFill>
                  <a:srgbClr val="000000"/>
                </a:solidFill>
                <a:latin typeface="Meiryo UI" panose="020B0604030504040204" pitchFamily="50" charset="-128"/>
                <a:ea typeface="Meiryo UI" panose="020B0604030504040204" pitchFamily="50" charset="-128"/>
              </a:rPr>
              <a:t>V2</a:t>
            </a:r>
          </a:p>
        </p:txBody>
      </p:sp>
      <p:sp>
        <p:nvSpPr>
          <p:cNvPr id="161" name="Oval 16"/>
          <p:cNvSpPr>
            <a:spLocks noChangeArrowheads="1"/>
          </p:cNvSpPr>
          <p:nvPr/>
        </p:nvSpPr>
        <p:spPr bwMode="auto">
          <a:xfrm>
            <a:off x="5112838" y="4153290"/>
            <a:ext cx="335138" cy="290346"/>
          </a:xfrm>
          <a:prstGeom prst="ellipse">
            <a:avLst/>
          </a:prstGeom>
          <a:solidFill>
            <a:srgbClr val="FFFF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 tIns="10800" rIns="18000" bIns="10800" anchor="ctr">
            <a:spAutoFit/>
          </a:bodyPr>
          <a:lstStyle/>
          <a:p>
            <a:r>
              <a:rPr lang="en-US" altLang="ja-JP" sz="1200">
                <a:solidFill>
                  <a:srgbClr val="000000"/>
                </a:solidFill>
                <a:latin typeface="Meiryo UI" panose="020B0604030504040204" pitchFamily="50" charset="-128"/>
                <a:ea typeface="Meiryo UI" panose="020B0604030504040204" pitchFamily="50" charset="-128"/>
              </a:rPr>
              <a:t>V1</a:t>
            </a:r>
          </a:p>
        </p:txBody>
      </p:sp>
      <p:sp>
        <p:nvSpPr>
          <p:cNvPr id="162" name="Oval 16"/>
          <p:cNvSpPr>
            <a:spLocks noChangeArrowheads="1"/>
          </p:cNvSpPr>
          <p:nvPr/>
        </p:nvSpPr>
        <p:spPr bwMode="auto">
          <a:xfrm>
            <a:off x="3261959" y="4159386"/>
            <a:ext cx="391491" cy="290346"/>
          </a:xfrm>
          <a:prstGeom prst="ellipse">
            <a:avLst/>
          </a:prstGeom>
          <a:solidFill>
            <a:srgbClr val="FFFF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 tIns="10800" rIns="18000" bIns="10800" anchor="ctr">
            <a:spAutoFit/>
          </a:bodyPr>
          <a:lstStyle/>
          <a:p>
            <a:r>
              <a:rPr lang="en-US" altLang="ja-JP" sz="1200">
                <a:solidFill>
                  <a:srgbClr val="000000"/>
                </a:solidFill>
                <a:latin typeface="Meiryo UI" panose="020B0604030504040204" pitchFamily="50" charset="-128"/>
                <a:ea typeface="Meiryo UI" panose="020B0604030504040204" pitchFamily="50" charset="-128"/>
              </a:rPr>
              <a:t>F</a:t>
            </a:r>
            <a:r>
              <a:rPr lang="ja-JP" altLang="en-US" sz="1200">
                <a:solidFill>
                  <a:srgbClr val="000000"/>
                </a:solidFill>
                <a:latin typeface="Meiryo UI" panose="020B0604030504040204" pitchFamily="50" charset="-128"/>
                <a:ea typeface="Meiryo UI" panose="020B0604030504040204" pitchFamily="50" charset="-128"/>
              </a:rPr>
              <a:t>１</a:t>
            </a:r>
            <a:endParaRPr lang="en-US" altLang="ja-JP" sz="1200">
              <a:solidFill>
                <a:srgbClr val="000000"/>
              </a:solidFill>
              <a:latin typeface="Meiryo UI" panose="020B0604030504040204" pitchFamily="50" charset="-128"/>
              <a:ea typeface="Meiryo UI" panose="020B0604030504040204" pitchFamily="50" charset="-128"/>
            </a:endParaRPr>
          </a:p>
        </p:txBody>
      </p:sp>
      <p:sp>
        <p:nvSpPr>
          <p:cNvPr id="163" name="AutoShape 25"/>
          <p:cNvSpPr>
            <a:spLocks noChangeArrowheads="1"/>
          </p:cNvSpPr>
          <p:nvPr/>
        </p:nvSpPr>
        <p:spPr bwMode="auto">
          <a:xfrm>
            <a:off x="5617343" y="4859715"/>
            <a:ext cx="361884" cy="290857"/>
          </a:xfrm>
          <a:prstGeom prst="roundRect">
            <a:avLst>
              <a:gd name="adj" fmla="val 16667"/>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 rIns="18000" anchor="ctr">
            <a:noAutofit/>
          </a:bodyPr>
          <a:lstStyle/>
          <a:p>
            <a:r>
              <a:rPr lang="en-US" altLang="ja-JP" sz="1200">
                <a:solidFill>
                  <a:srgbClr val="000000"/>
                </a:solidFill>
                <a:latin typeface="Meiryo UI" panose="020B0604030504040204" pitchFamily="50" charset="-128"/>
                <a:ea typeface="Meiryo UI" panose="020B0604030504040204" pitchFamily="50" charset="-128"/>
              </a:rPr>
              <a:t>V2</a:t>
            </a:r>
            <a:endParaRPr lang="ja-JP" altLang="en-US" sz="1200">
              <a:solidFill>
                <a:srgbClr val="000000"/>
              </a:solidFill>
              <a:latin typeface="Meiryo UI" panose="020B0604030504040204" pitchFamily="50" charset="-128"/>
              <a:ea typeface="Meiryo UI" panose="020B0604030504040204" pitchFamily="50" charset="-128"/>
            </a:endParaRPr>
          </a:p>
        </p:txBody>
      </p:sp>
      <p:sp>
        <p:nvSpPr>
          <p:cNvPr id="94" name="テキスト ボックス 6"/>
          <p:cNvSpPr txBox="1">
            <a:spLocks noChangeArrowheads="1"/>
          </p:cNvSpPr>
          <p:nvPr/>
        </p:nvSpPr>
        <p:spPr bwMode="auto">
          <a:xfrm>
            <a:off x="4757697" y="924007"/>
            <a:ext cx="442753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l" eaLnBrk="1" hangingPunct="1"/>
            <a:r>
              <a:rPr lang="ja-JP" altLang="en-US" sz="1400">
                <a:latin typeface="Meiryo UI" panose="020B0604030504040204" pitchFamily="50" charset="-128"/>
                <a:ea typeface="Meiryo UI" panose="020B0604030504040204" pitchFamily="50" charset="-128"/>
                <a:cs typeface="Arial" pitchFamily="34" charset="0"/>
              </a:rPr>
              <a:t>◆</a:t>
            </a:r>
            <a:r>
              <a:rPr lang="en-US" altLang="ja-JP" sz="1400">
                <a:latin typeface="Meiryo UI" panose="020B0604030504040204" pitchFamily="50" charset="-128"/>
                <a:ea typeface="Meiryo UI" panose="020B0604030504040204" pitchFamily="50" charset="-128"/>
                <a:cs typeface="Arial" pitchFamily="34" charset="0"/>
              </a:rPr>
              <a:t>Functional Safety</a:t>
            </a:r>
            <a:r>
              <a:rPr lang="ja-JP" altLang="en-US" sz="1400">
                <a:latin typeface="Meiryo UI" panose="020B0604030504040204" pitchFamily="50" charset="-128"/>
                <a:ea typeface="Meiryo UI" panose="020B0604030504040204" pitchFamily="50" charset="-128"/>
                <a:cs typeface="Arial" pitchFamily="34" charset="0"/>
              </a:rPr>
              <a:t>（</a:t>
            </a:r>
            <a:r>
              <a:rPr lang="en-US" altLang="ja-JP" sz="1400">
                <a:latin typeface="Meiryo UI" panose="020B0604030504040204" pitchFamily="50" charset="-128"/>
                <a:ea typeface="Meiryo UI" panose="020B0604030504040204" pitchFamily="50" charset="-128"/>
                <a:cs typeface="Arial" pitchFamily="34" charset="0"/>
              </a:rPr>
              <a:t>ISO26262</a:t>
            </a:r>
            <a:r>
              <a:rPr lang="ja-JP" altLang="en-US" sz="1400">
                <a:latin typeface="Meiryo UI" panose="020B0604030504040204" pitchFamily="50" charset="-128"/>
                <a:ea typeface="Meiryo UI" panose="020B0604030504040204" pitchFamily="50" charset="-128"/>
                <a:cs typeface="Arial" pitchFamily="34" charset="0"/>
              </a:rPr>
              <a:t>）</a:t>
            </a:r>
            <a:endParaRPr lang="en-US" altLang="ja-JP" sz="1400">
              <a:latin typeface="Meiryo UI" panose="020B0604030504040204" pitchFamily="50" charset="-128"/>
              <a:ea typeface="Meiryo UI" panose="020B0604030504040204" pitchFamily="50" charset="-128"/>
              <a:cs typeface="Arial" pitchFamily="34" charset="0"/>
            </a:endParaRPr>
          </a:p>
          <a:p>
            <a:pPr algn="l" eaLnBrk="1" hangingPunct="1"/>
            <a:r>
              <a:rPr lang="en-US" altLang="ja-JP" sz="1400">
                <a:latin typeface="Meiryo UI" panose="020B0604030504040204" pitchFamily="50" charset="-128"/>
                <a:ea typeface="Meiryo UI" panose="020B0604030504040204" pitchFamily="50" charset="-128"/>
                <a:cs typeface="Arial" pitchFamily="34" charset="0"/>
              </a:rPr>
              <a:t>     Purpose : To apply standard ISO26262:2018</a:t>
            </a:r>
            <a:endParaRPr lang="ja-JP" altLang="en-US" sz="1400">
              <a:latin typeface="Meiryo UI" panose="020B0604030504040204" pitchFamily="50" charset="-128"/>
              <a:ea typeface="Meiryo UI" panose="020B0604030504040204" pitchFamily="50" charset="-128"/>
              <a:cs typeface="Arial" pitchFamily="34" charset="0"/>
            </a:endParaRPr>
          </a:p>
        </p:txBody>
      </p:sp>
      <p:sp>
        <p:nvSpPr>
          <p:cNvPr id="95" name="正方形/長方形 137"/>
          <p:cNvSpPr>
            <a:spLocks noChangeArrowheads="1"/>
          </p:cNvSpPr>
          <p:nvPr/>
        </p:nvSpPr>
        <p:spPr bwMode="auto">
          <a:xfrm>
            <a:off x="4716466" y="1771774"/>
            <a:ext cx="4176712" cy="1873250"/>
          </a:xfrm>
          <a:prstGeom prst="rect">
            <a:avLst/>
          </a:prstGeom>
          <a:noFill/>
          <a:ln w="3810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97" name="テキスト ボックス 6"/>
          <p:cNvSpPr txBox="1">
            <a:spLocks noChangeArrowheads="1"/>
          </p:cNvSpPr>
          <p:nvPr/>
        </p:nvSpPr>
        <p:spPr bwMode="auto">
          <a:xfrm>
            <a:off x="4757580" y="1367217"/>
            <a:ext cx="2993127"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l" eaLnBrk="1" hangingPunct="1"/>
            <a:r>
              <a:rPr lang="ja-JP" altLang="en-US" sz="1400">
                <a:solidFill>
                  <a:srgbClr val="FFFFFF">
                    <a:lumMod val="50000"/>
                  </a:srgbClr>
                </a:solidFill>
                <a:latin typeface="Meiryo UI" panose="020B0604030504040204" pitchFamily="50" charset="-128"/>
                <a:ea typeface="Meiryo UI" panose="020B0604030504040204" pitchFamily="50" charset="-128"/>
              </a:rPr>
              <a:t>   </a:t>
            </a:r>
            <a:r>
              <a:rPr lang="ja-JP" altLang="en-US" sz="1400">
                <a:latin typeface="Meiryo UI" panose="020B0604030504040204" pitchFamily="50" charset="-128"/>
                <a:ea typeface="Meiryo UI" panose="020B0604030504040204" pitchFamily="50" charset="-128"/>
              </a:rPr>
              <a:t>目的：</a:t>
            </a:r>
            <a:r>
              <a:rPr lang="en-US" altLang="ja-JP" sz="1400">
                <a:latin typeface="Meiryo UI" panose="020B0604030504040204" pitchFamily="50" charset="-128"/>
                <a:ea typeface="Meiryo UI" panose="020B0604030504040204" pitchFamily="50" charset="-128"/>
              </a:rPr>
              <a:t>ISO26262</a:t>
            </a:r>
            <a:r>
              <a:rPr lang="ja-JP" altLang="en-US" sz="1400">
                <a:latin typeface="Meiryo UI" panose="020B0604030504040204" pitchFamily="50" charset="-128"/>
                <a:ea typeface="Meiryo UI" panose="020B0604030504040204" pitchFamily="50" charset="-128"/>
              </a:rPr>
              <a:t>規約に準ずること</a:t>
            </a:r>
          </a:p>
        </p:txBody>
      </p:sp>
      <p:sp>
        <p:nvSpPr>
          <p:cNvPr id="75" name="Text Box 2"/>
          <p:cNvSpPr txBox="1">
            <a:spLocks noChangeArrowheads="1"/>
          </p:cNvSpPr>
          <p:nvPr/>
        </p:nvSpPr>
        <p:spPr bwMode="auto">
          <a:xfrm>
            <a:off x="250829" y="96703"/>
            <a:ext cx="88931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1800" dirty="0">
                <a:solidFill>
                  <a:srgbClr val="FFFFFF"/>
                </a:solidFill>
                <a:latin typeface="Meiryo UI" panose="020B0604030504040204" pitchFamily="50" charset="-128"/>
                <a:ea typeface="Meiryo UI" panose="020B0604030504040204" pitchFamily="50" charset="-128"/>
                <a:cs typeface="Arial" pitchFamily="34" charset="0"/>
              </a:rPr>
              <a:t>17. EMS Report Maturity and Quality Verification (21/31)</a:t>
            </a:r>
            <a:endParaRPr lang="en-US" altLang="ja-JP" sz="1050" dirty="0">
              <a:solidFill>
                <a:srgbClr val="FFFFFF"/>
              </a:solidFill>
              <a:latin typeface="HGPｺﾞｼｯｸE" pitchFamily="50" charset="-128"/>
              <a:ea typeface="HGPｺﾞｼｯｸE" pitchFamily="50" charset="-128"/>
              <a:cs typeface="Arial" pitchFamily="34" charset="0"/>
            </a:endParaRPr>
          </a:p>
        </p:txBody>
      </p:sp>
      <p:sp>
        <p:nvSpPr>
          <p:cNvPr id="76" name="コンテンツ プレースホルダー 2">
            <a:extLst>
              <a:ext uri="{FF2B5EF4-FFF2-40B4-BE49-F238E27FC236}">
                <a16:creationId xmlns:a16="http://schemas.microsoft.com/office/drawing/2014/main" id="{BFF557CC-4ED1-419C-9564-332D0E684784}"/>
              </a:ext>
            </a:extLst>
          </p:cNvPr>
          <p:cNvSpPr txBox="1">
            <a:spLocks/>
          </p:cNvSpPr>
          <p:nvPr>
            <p:custDataLst>
              <p:tags r:id="rId1"/>
            </p:custDataLst>
          </p:nvPr>
        </p:nvSpPr>
        <p:spPr bwMode="auto">
          <a:xfrm>
            <a:off x="501333" y="2237199"/>
            <a:ext cx="3781484" cy="811632"/>
          </a:xfrm>
          <a:prstGeom prst="rect">
            <a:avLst/>
          </a:prstGeom>
          <a:noFill/>
          <a:ln w="0">
            <a:noFill/>
            <a:miter lim="800000"/>
            <a:headEnd/>
            <a:tailEnd/>
          </a:ln>
          <a:effectLst/>
          <a:extLs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vert="horz" wrap="none" lIns="0" tIns="0" rIns="0" bIns="0" numCol="1" anchor="t" anchorCtr="0" compatLnSpc="1">
            <a:prstTxWarp prst="textNoShape">
              <a:avLst/>
            </a:prstTxWarp>
            <a:spAutoFit/>
          </a:bodyPr>
          <a:lstStyle>
            <a:lvl1pPr marL="251460" indent="-251460" algn="l" rtl="0" eaLnBrk="1" fontAlgn="base" hangingPunct="1">
              <a:lnSpc>
                <a:spcPts val="2300"/>
              </a:lnSpc>
              <a:spcBef>
                <a:spcPts val="500"/>
              </a:spcBef>
              <a:spcAft>
                <a:spcPct val="0"/>
              </a:spcAft>
              <a:buClrTx/>
              <a:buSzPct val="100000"/>
              <a:buFontTx/>
              <a:buNone/>
              <a:defRPr kumimoji="1" sz="1800" b="0" i="0" u="none">
                <a:solidFill>
                  <a:schemeClr val="tx1"/>
                </a:solidFill>
                <a:latin typeface="Bosch Office Sans" panose="020B0604020202020204" pitchFamily="34" charset="0"/>
                <a:ea typeface="+mn-ea"/>
                <a:cs typeface="Arial" pitchFamily="34" charset="0"/>
              </a:defRPr>
            </a:lvl1pPr>
            <a:lvl2pPr marL="467360" indent="-467360" algn="l" rtl="0" eaLnBrk="1" fontAlgn="base" hangingPunct="1">
              <a:lnSpc>
                <a:spcPts val="2000"/>
              </a:lnSpc>
              <a:spcBef>
                <a:spcPts val="500"/>
              </a:spcBef>
              <a:spcAft>
                <a:spcPct val="0"/>
              </a:spcAft>
              <a:buClrTx/>
              <a:buSzPct val="100000"/>
              <a:buFontTx/>
              <a:buNone/>
              <a:defRPr kumimoji="1" sz="1600" b="0" i="0" u="none">
                <a:solidFill>
                  <a:schemeClr val="tx1"/>
                </a:solidFill>
                <a:latin typeface="Bosch Office Sans" panose="020B0604020202020204" pitchFamily="34" charset="0"/>
                <a:cs typeface="Arial" pitchFamily="34" charset="0"/>
              </a:defRPr>
            </a:lvl2pPr>
            <a:lvl3pPr marL="647700" indent="-647700" algn="l" rtl="0" eaLnBrk="1" fontAlgn="base" hangingPunct="1">
              <a:lnSpc>
                <a:spcPts val="1700"/>
              </a:lnSpc>
              <a:spcBef>
                <a:spcPts val="500"/>
              </a:spcBef>
              <a:spcAft>
                <a:spcPct val="0"/>
              </a:spcAft>
              <a:buClrTx/>
              <a:buSzPct val="100000"/>
              <a:buFontTx/>
              <a:buNone/>
              <a:defRPr kumimoji="1" sz="1400" b="0" i="0" u="none">
                <a:solidFill>
                  <a:schemeClr val="tx1"/>
                </a:solidFill>
                <a:latin typeface="Bosch Office Sans" panose="020B0604020202020204" pitchFamily="34" charset="0"/>
                <a:cs typeface="Arial" pitchFamily="34" charset="0"/>
              </a:defRPr>
            </a:lvl3pPr>
            <a:lvl4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4pPr>
            <a:lvl5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5pPr>
            <a:lvl6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6pPr>
            <a:lvl7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7pPr>
            <a:lvl8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8pPr>
            <a:lvl9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9pPr>
          </a:lstStyle>
          <a:p>
            <a:pPr marL="0" indent="0">
              <a:lnSpc>
                <a:spcPct val="105000"/>
              </a:lnSpc>
              <a:spcBef>
                <a:spcPts val="600"/>
              </a:spcBef>
              <a:spcAft>
                <a:spcPts val="0"/>
              </a:spcAft>
            </a:pPr>
            <a:r>
              <a:rPr lang="en-US" altLang="ja-JP" sz="1400" b="1" kern="0">
                <a:latin typeface="Meiryo UI" panose="020B0604030504040204" pitchFamily="50" charset="-128"/>
              </a:rPr>
              <a:t>※</a:t>
            </a:r>
            <a:r>
              <a:rPr lang="ja-JP" altLang="en-US" sz="1400" b="1" kern="0">
                <a:latin typeface="Meiryo UI" panose="020B0604030504040204" pitchFamily="50" charset="-128"/>
              </a:rPr>
              <a:t> </a:t>
            </a:r>
            <a:r>
              <a:rPr lang="en-US" altLang="ja-JP" sz="1400" b="1" kern="0">
                <a:latin typeface="Meiryo UI" panose="020B0604030504040204" pitchFamily="50" charset="-128"/>
              </a:rPr>
              <a:t>Refer to </a:t>
            </a:r>
          </a:p>
          <a:p>
            <a:pPr marL="0" indent="0">
              <a:lnSpc>
                <a:spcPct val="105000"/>
              </a:lnSpc>
              <a:spcBef>
                <a:spcPts val="600"/>
              </a:spcBef>
              <a:spcAft>
                <a:spcPts val="0"/>
              </a:spcAft>
            </a:pPr>
            <a:r>
              <a:rPr lang="en-US" altLang="ja-JP" sz="1400" b="1" kern="0">
                <a:latin typeface="Meiryo UI" panose="020B0604030504040204" pitchFamily="50" charset="-128"/>
              </a:rPr>
              <a:t>“ECU Quality Guideline.”</a:t>
            </a:r>
          </a:p>
          <a:p>
            <a:pPr marL="0" indent="0">
              <a:lnSpc>
                <a:spcPct val="105000"/>
              </a:lnSpc>
              <a:spcBef>
                <a:spcPts val="600"/>
              </a:spcBef>
              <a:spcAft>
                <a:spcPts val="0"/>
              </a:spcAft>
            </a:pPr>
            <a:r>
              <a:rPr lang="en-US" sz="1400" b="1" kern="0">
                <a:latin typeface="Meiryo UI" panose="020B0604030504040204" pitchFamily="50" charset="-128"/>
              </a:rPr>
              <a:t>In folder : “</a:t>
            </a:r>
            <a:r>
              <a:rPr lang="en-US" altLang="ja-JP" sz="1400" b="1" kern="0">
                <a:latin typeface="Meiryo UI" panose="020B0604030504040204" pitchFamily="50" charset="-128"/>
              </a:rPr>
              <a:t>17</a:t>
            </a:r>
            <a:r>
              <a:rPr lang="en-US" sz="1400" b="1" kern="0">
                <a:latin typeface="Meiryo UI" panose="020B0604030504040204" pitchFamily="50" charset="-128"/>
              </a:rPr>
              <a:t>. </a:t>
            </a:r>
            <a:r>
              <a:rPr lang="en-US" altLang="ja-JP" sz="1400" b="1" kern="0">
                <a:latin typeface="Meiryo UI" panose="020B0604030504040204" pitchFamily="50" charset="-128"/>
              </a:rPr>
              <a:t>EMS</a:t>
            </a:r>
            <a:r>
              <a:rPr lang="ja-JP" altLang="en-US" sz="1400" b="1" kern="0">
                <a:latin typeface="Meiryo UI" panose="020B0604030504040204" pitchFamily="50" charset="-128"/>
              </a:rPr>
              <a:t> </a:t>
            </a:r>
            <a:r>
              <a:rPr lang="en-US" altLang="ja-JP" sz="1400" b="1" kern="0">
                <a:latin typeface="Meiryo UI" panose="020B0604030504040204" pitchFamily="50" charset="-128"/>
              </a:rPr>
              <a:t>maturity &amp; quality</a:t>
            </a:r>
            <a:r>
              <a:rPr lang="en-US" sz="1400" b="1" kern="0">
                <a:latin typeface="Meiryo UI" panose="020B0604030504040204" pitchFamily="50" charset="-128"/>
              </a:rPr>
              <a:t>”</a:t>
            </a:r>
          </a:p>
        </p:txBody>
      </p:sp>
      <p:sp>
        <p:nvSpPr>
          <p:cNvPr id="77" name="コンテンツ プレースホルダー 2">
            <a:extLst>
              <a:ext uri="{FF2B5EF4-FFF2-40B4-BE49-F238E27FC236}">
                <a16:creationId xmlns:a16="http://schemas.microsoft.com/office/drawing/2014/main" id="{B766F6A2-A4AF-49A7-B3EB-2D776529F9A3}"/>
              </a:ext>
            </a:extLst>
          </p:cNvPr>
          <p:cNvSpPr txBox="1">
            <a:spLocks/>
          </p:cNvSpPr>
          <p:nvPr>
            <p:custDataLst>
              <p:tags r:id="rId2"/>
            </p:custDataLst>
          </p:nvPr>
        </p:nvSpPr>
        <p:spPr bwMode="auto">
          <a:xfrm>
            <a:off x="4897870" y="2830452"/>
            <a:ext cx="3781484" cy="657744"/>
          </a:xfrm>
          <a:prstGeom prst="rect">
            <a:avLst/>
          </a:prstGeom>
          <a:noFill/>
          <a:ln w="0">
            <a:noFill/>
            <a:miter lim="800000"/>
            <a:headEnd/>
            <a:tailEnd/>
          </a:ln>
          <a:effectLst/>
          <a:extLs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vert="horz" wrap="none" lIns="0" tIns="0" rIns="0" bIns="0" numCol="1" anchor="t" anchorCtr="0" compatLnSpc="1">
            <a:prstTxWarp prst="textNoShape">
              <a:avLst/>
            </a:prstTxWarp>
            <a:spAutoFit/>
          </a:bodyPr>
          <a:lstStyle>
            <a:lvl1pPr marL="251460" indent="-251460" algn="l" rtl="0" eaLnBrk="1" fontAlgn="base" hangingPunct="1">
              <a:lnSpc>
                <a:spcPts val="2300"/>
              </a:lnSpc>
              <a:spcBef>
                <a:spcPts val="500"/>
              </a:spcBef>
              <a:spcAft>
                <a:spcPct val="0"/>
              </a:spcAft>
              <a:buClrTx/>
              <a:buSzPct val="100000"/>
              <a:buFontTx/>
              <a:buNone/>
              <a:defRPr kumimoji="1" sz="1800" b="0" i="0" u="none">
                <a:solidFill>
                  <a:schemeClr val="tx1"/>
                </a:solidFill>
                <a:latin typeface="Bosch Office Sans" panose="020B0604020202020204" pitchFamily="34" charset="0"/>
                <a:ea typeface="+mn-ea"/>
                <a:cs typeface="Arial" pitchFamily="34" charset="0"/>
              </a:defRPr>
            </a:lvl1pPr>
            <a:lvl2pPr marL="467360" indent="-467360" algn="l" rtl="0" eaLnBrk="1" fontAlgn="base" hangingPunct="1">
              <a:lnSpc>
                <a:spcPts val="2000"/>
              </a:lnSpc>
              <a:spcBef>
                <a:spcPts val="500"/>
              </a:spcBef>
              <a:spcAft>
                <a:spcPct val="0"/>
              </a:spcAft>
              <a:buClrTx/>
              <a:buSzPct val="100000"/>
              <a:buFontTx/>
              <a:buNone/>
              <a:defRPr kumimoji="1" sz="1600" b="0" i="0" u="none">
                <a:solidFill>
                  <a:schemeClr val="tx1"/>
                </a:solidFill>
                <a:latin typeface="Bosch Office Sans" panose="020B0604020202020204" pitchFamily="34" charset="0"/>
                <a:cs typeface="Arial" pitchFamily="34" charset="0"/>
              </a:defRPr>
            </a:lvl2pPr>
            <a:lvl3pPr marL="647700" indent="-647700" algn="l" rtl="0" eaLnBrk="1" fontAlgn="base" hangingPunct="1">
              <a:lnSpc>
                <a:spcPts val="1700"/>
              </a:lnSpc>
              <a:spcBef>
                <a:spcPts val="500"/>
              </a:spcBef>
              <a:spcAft>
                <a:spcPct val="0"/>
              </a:spcAft>
              <a:buClrTx/>
              <a:buSzPct val="100000"/>
              <a:buFontTx/>
              <a:buNone/>
              <a:defRPr kumimoji="1" sz="1400" b="0" i="0" u="none">
                <a:solidFill>
                  <a:schemeClr val="tx1"/>
                </a:solidFill>
                <a:latin typeface="Bosch Office Sans" panose="020B0604020202020204" pitchFamily="34" charset="0"/>
                <a:cs typeface="Arial" pitchFamily="34" charset="0"/>
              </a:defRPr>
            </a:lvl3pPr>
            <a:lvl4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4pPr>
            <a:lvl5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5pPr>
            <a:lvl6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6pPr>
            <a:lvl7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7pPr>
            <a:lvl8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8pPr>
            <a:lvl9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9pPr>
          </a:lstStyle>
          <a:p>
            <a:pPr marL="0" indent="0">
              <a:lnSpc>
                <a:spcPct val="105000"/>
              </a:lnSpc>
              <a:spcBef>
                <a:spcPts val="0"/>
              </a:spcBef>
              <a:spcAft>
                <a:spcPts val="0"/>
              </a:spcAft>
            </a:pPr>
            <a:r>
              <a:rPr lang="en-US" altLang="ja-JP" sz="1400" b="1" kern="0">
                <a:latin typeface="Meiryo UI" panose="020B0604030504040204" pitchFamily="50" charset="-128"/>
              </a:rPr>
              <a:t>※</a:t>
            </a:r>
            <a:r>
              <a:rPr lang="ja-JP" altLang="en-US" sz="1400" b="1" kern="0">
                <a:latin typeface="Meiryo UI" panose="020B0604030504040204" pitchFamily="50" charset="-128"/>
              </a:rPr>
              <a:t> </a:t>
            </a:r>
            <a:r>
              <a:rPr lang="en-US" altLang="ja-JP" sz="1400" b="1" kern="0">
                <a:latin typeface="Meiryo UI" panose="020B0604030504040204" pitchFamily="50" charset="-128"/>
              </a:rPr>
              <a:t>Refer to </a:t>
            </a:r>
          </a:p>
          <a:p>
            <a:pPr marL="0" indent="0">
              <a:lnSpc>
                <a:spcPct val="105000"/>
              </a:lnSpc>
              <a:spcBef>
                <a:spcPts val="0"/>
              </a:spcBef>
              <a:spcAft>
                <a:spcPts val="0"/>
              </a:spcAft>
            </a:pPr>
            <a:r>
              <a:rPr lang="en-US" altLang="ja-JP" sz="1400" b="1" kern="0">
                <a:latin typeface="Meiryo UI" panose="020B0604030504040204" pitchFamily="50" charset="-128"/>
              </a:rPr>
              <a:t>“DTM-RSS-04F.”</a:t>
            </a:r>
          </a:p>
          <a:p>
            <a:pPr marL="0" indent="0">
              <a:lnSpc>
                <a:spcPct val="105000"/>
              </a:lnSpc>
              <a:spcBef>
                <a:spcPts val="0"/>
              </a:spcBef>
              <a:spcAft>
                <a:spcPts val="0"/>
              </a:spcAft>
            </a:pPr>
            <a:r>
              <a:rPr lang="en-US" sz="1400" b="1" kern="0">
                <a:latin typeface="Meiryo UI" panose="020B0604030504040204" pitchFamily="50" charset="-128"/>
              </a:rPr>
              <a:t>In folder : “</a:t>
            </a:r>
            <a:r>
              <a:rPr lang="en-US" altLang="ja-JP" sz="1400" b="1" kern="0">
                <a:latin typeface="Meiryo UI" panose="020B0604030504040204" pitchFamily="50" charset="-128"/>
              </a:rPr>
              <a:t>17</a:t>
            </a:r>
            <a:r>
              <a:rPr lang="en-US" sz="1400" b="1" kern="0">
                <a:latin typeface="Meiryo UI" panose="020B0604030504040204" pitchFamily="50" charset="-128"/>
              </a:rPr>
              <a:t>. </a:t>
            </a:r>
            <a:r>
              <a:rPr lang="en-US" altLang="ja-JP" sz="1400" b="1" kern="0">
                <a:latin typeface="Meiryo UI" panose="020B0604030504040204" pitchFamily="50" charset="-128"/>
              </a:rPr>
              <a:t>EMS</a:t>
            </a:r>
            <a:r>
              <a:rPr lang="ja-JP" altLang="en-US" sz="1400" b="1" kern="0">
                <a:latin typeface="Meiryo UI" panose="020B0604030504040204" pitchFamily="50" charset="-128"/>
              </a:rPr>
              <a:t> </a:t>
            </a:r>
            <a:r>
              <a:rPr lang="en-US" altLang="ja-JP" sz="1400" b="1" kern="0">
                <a:latin typeface="Meiryo UI" panose="020B0604030504040204" pitchFamily="50" charset="-128"/>
              </a:rPr>
              <a:t>maturity &amp; quality</a:t>
            </a:r>
            <a:r>
              <a:rPr lang="en-US" sz="1400" b="1" kern="0">
                <a:latin typeface="Meiryo UI" panose="020B0604030504040204" pitchFamily="50" charset="-128"/>
              </a:rPr>
              <a:t>”</a:t>
            </a:r>
          </a:p>
        </p:txBody>
      </p:sp>
      <p:sp>
        <p:nvSpPr>
          <p:cNvPr id="78" name="コンテンツ プレースホルダー 2">
            <a:extLst>
              <a:ext uri="{FF2B5EF4-FFF2-40B4-BE49-F238E27FC236}">
                <a16:creationId xmlns:a16="http://schemas.microsoft.com/office/drawing/2014/main" id="{7E362D3F-D51A-46AA-84DA-17C7E631DDB7}"/>
              </a:ext>
            </a:extLst>
          </p:cNvPr>
          <p:cNvSpPr txBox="1">
            <a:spLocks/>
          </p:cNvSpPr>
          <p:nvPr>
            <p:custDataLst>
              <p:tags r:id="rId3"/>
            </p:custDataLst>
          </p:nvPr>
        </p:nvSpPr>
        <p:spPr bwMode="auto">
          <a:xfrm>
            <a:off x="4914080" y="1928804"/>
            <a:ext cx="3781484" cy="657744"/>
          </a:xfrm>
          <a:prstGeom prst="rect">
            <a:avLst/>
          </a:prstGeom>
          <a:noFill/>
          <a:ln w="0">
            <a:noFill/>
            <a:miter lim="800000"/>
            <a:headEnd/>
            <a:tailEnd/>
          </a:ln>
          <a:effectLst/>
          <a:extLs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vert="horz" wrap="none" lIns="0" tIns="0" rIns="0" bIns="0" numCol="1" anchor="t" anchorCtr="0" compatLnSpc="1">
            <a:prstTxWarp prst="textNoShape">
              <a:avLst/>
            </a:prstTxWarp>
            <a:spAutoFit/>
          </a:bodyPr>
          <a:lstStyle>
            <a:lvl1pPr marL="251460" indent="-251460" algn="l" rtl="0" eaLnBrk="1" fontAlgn="base" hangingPunct="1">
              <a:lnSpc>
                <a:spcPts val="2300"/>
              </a:lnSpc>
              <a:spcBef>
                <a:spcPts val="500"/>
              </a:spcBef>
              <a:spcAft>
                <a:spcPct val="0"/>
              </a:spcAft>
              <a:buClrTx/>
              <a:buSzPct val="100000"/>
              <a:buFontTx/>
              <a:buNone/>
              <a:defRPr kumimoji="1" sz="1800" b="0" i="0" u="none">
                <a:solidFill>
                  <a:schemeClr val="tx1"/>
                </a:solidFill>
                <a:latin typeface="Bosch Office Sans" panose="020B0604020202020204" pitchFamily="34" charset="0"/>
                <a:ea typeface="+mn-ea"/>
                <a:cs typeface="Arial" pitchFamily="34" charset="0"/>
              </a:defRPr>
            </a:lvl1pPr>
            <a:lvl2pPr marL="467360" indent="-467360" algn="l" rtl="0" eaLnBrk="1" fontAlgn="base" hangingPunct="1">
              <a:lnSpc>
                <a:spcPts val="2000"/>
              </a:lnSpc>
              <a:spcBef>
                <a:spcPts val="500"/>
              </a:spcBef>
              <a:spcAft>
                <a:spcPct val="0"/>
              </a:spcAft>
              <a:buClrTx/>
              <a:buSzPct val="100000"/>
              <a:buFontTx/>
              <a:buNone/>
              <a:defRPr kumimoji="1" sz="1600" b="0" i="0" u="none">
                <a:solidFill>
                  <a:schemeClr val="tx1"/>
                </a:solidFill>
                <a:latin typeface="Bosch Office Sans" panose="020B0604020202020204" pitchFamily="34" charset="0"/>
                <a:cs typeface="Arial" pitchFamily="34" charset="0"/>
              </a:defRPr>
            </a:lvl2pPr>
            <a:lvl3pPr marL="647700" indent="-647700" algn="l" rtl="0" eaLnBrk="1" fontAlgn="base" hangingPunct="1">
              <a:lnSpc>
                <a:spcPts val="1700"/>
              </a:lnSpc>
              <a:spcBef>
                <a:spcPts val="500"/>
              </a:spcBef>
              <a:spcAft>
                <a:spcPct val="0"/>
              </a:spcAft>
              <a:buClrTx/>
              <a:buSzPct val="100000"/>
              <a:buFontTx/>
              <a:buNone/>
              <a:defRPr kumimoji="1" sz="1400" b="0" i="0" u="none">
                <a:solidFill>
                  <a:schemeClr val="tx1"/>
                </a:solidFill>
                <a:latin typeface="Bosch Office Sans" panose="020B0604020202020204" pitchFamily="34" charset="0"/>
                <a:cs typeface="Arial" pitchFamily="34" charset="0"/>
              </a:defRPr>
            </a:lvl3pPr>
            <a:lvl4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4pPr>
            <a:lvl5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5pPr>
            <a:lvl6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6pPr>
            <a:lvl7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7pPr>
            <a:lvl8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8pPr>
            <a:lvl9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9pPr>
          </a:lstStyle>
          <a:p>
            <a:pPr marL="0" indent="0">
              <a:lnSpc>
                <a:spcPct val="105000"/>
              </a:lnSpc>
              <a:spcBef>
                <a:spcPts val="0"/>
              </a:spcBef>
              <a:spcAft>
                <a:spcPts val="0"/>
              </a:spcAft>
            </a:pPr>
            <a:r>
              <a:rPr lang="en-US" altLang="ja-JP" sz="1400" b="1" kern="0">
                <a:latin typeface="Meiryo UI" panose="020B0604030504040204" pitchFamily="50" charset="-128"/>
              </a:rPr>
              <a:t>※</a:t>
            </a:r>
            <a:r>
              <a:rPr lang="ja-JP" altLang="en-US" sz="1400" b="1" kern="0">
                <a:latin typeface="Meiryo UI" panose="020B0604030504040204" pitchFamily="50" charset="-128"/>
              </a:rPr>
              <a:t> </a:t>
            </a:r>
            <a:r>
              <a:rPr lang="en-US" altLang="ja-JP" sz="1400" b="1" kern="0">
                <a:latin typeface="Meiryo UI" panose="020B0604030504040204" pitchFamily="50" charset="-128"/>
              </a:rPr>
              <a:t>Refer to </a:t>
            </a:r>
          </a:p>
          <a:p>
            <a:pPr marL="0" indent="0">
              <a:lnSpc>
                <a:spcPct val="105000"/>
              </a:lnSpc>
              <a:spcBef>
                <a:spcPts val="0"/>
              </a:spcBef>
              <a:spcAft>
                <a:spcPts val="0"/>
              </a:spcAft>
            </a:pPr>
            <a:r>
              <a:rPr lang="en-US" altLang="ja-JP" sz="1400" b="1" kern="0">
                <a:latin typeface="Meiryo UI" panose="020B0604030504040204" pitchFamily="50" charset="-128"/>
              </a:rPr>
              <a:t>“DTM-RSS-04E.”</a:t>
            </a:r>
          </a:p>
          <a:p>
            <a:pPr marL="0" indent="0">
              <a:lnSpc>
                <a:spcPct val="105000"/>
              </a:lnSpc>
              <a:spcBef>
                <a:spcPts val="0"/>
              </a:spcBef>
              <a:spcAft>
                <a:spcPts val="0"/>
              </a:spcAft>
            </a:pPr>
            <a:r>
              <a:rPr lang="en-US" sz="1400" b="1" kern="0">
                <a:latin typeface="Meiryo UI" panose="020B0604030504040204" pitchFamily="50" charset="-128"/>
              </a:rPr>
              <a:t>In folder : “</a:t>
            </a:r>
            <a:r>
              <a:rPr lang="en-US" altLang="ja-JP" sz="1400" b="1" kern="0">
                <a:latin typeface="Meiryo UI" panose="020B0604030504040204" pitchFamily="50" charset="-128"/>
              </a:rPr>
              <a:t>17</a:t>
            </a:r>
            <a:r>
              <a:rPr lang="en-US" sz="1400" b="1" kern="0">
                <a:latin typeface="Meiryo UI" panose="020B0604030504040204" pitchFamily="50" charset="-128"/>
              </a:rPr>
              <a:t>. </a:t>
            </a:r>
            <a:r>
              <a:rPr lang="en-US" altLang="ja-JP" sz="1400" b="1" kern="0">
                <a:latin typeface="Meiryo UI" panose="020B0604030504040204" pitchFamily="50" charset="-128"/>
              </a:rPr>
              <a:t>EMS</a:t>
            </a:r>
            <a:r>
              <a:rPr lang="ja-JP" altLang="en-US" sz="1400" b="1" kern="0">
                <a:latin typeface="Meiryo UI" panose="020B0604030504040204" pitchFamily="50" charset="-128"/>
              </a:rPr>
              <a:t> </a:t>
            </a:r>
            <a:r>
              <a:rPr lang="en-US" altLang="ja-JP" sz="1400" b="1" kern="0">
                <a:latin typeface="Meiryo UI" panose="020B0604030504040204" pitchFamily="50" charset="-128"/>
              </a:rPr>
              <a:t>maturity &amp; quality</a:t>
            </a:r>
            <a:r>
              <a:rPr lang="en-US" sz="1400" b="1" kern="0">
                <a:latin typeface="Meiryo UI" panose="020B0604030504040204" pitchFamily="50" charset="-128"/>
              </a:rPr>
              <a:t>”</a:t>
            </a:r>
          </a:p>
        </p:txBody>
      </p:sp>
    </p:spTree>
    <p:extLst>
      <p:ext uri="{BB962C8B-B14F-4D97-AF65-F5344CB8AC3E}">
        <p14:creationId xmlns:p14="http://schemas.microsoft.com/office/powerpoint/2010/main" val="3806577964"/>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2"/>
          <p:cNvSpPr txBox="1"/>
          <p:nvPr/>
        </p:nvSpPr>
        <p:spPr>
          <a:xfrm>
            <a:off x="119372" y="565005"/>
            <a:ext cx="7602582"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sng"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anose="020B0604020202020204" pitchFamily="34" charset="0"/>
              </a:rPr>
              <a:t>HEX Features (Honda proposal for </a:t>
            </a:r>
            <a:r>
              <a:rPr lang="en-US" altLang="ja-JP" sz="1800" b="1" u="sng" dirty="0">
                <a:solidFill>
                  <a:srgbClr val="0000FF"/>
                </a:solidFill>
                <a:latin typeface="Meiryo UI" panose="020B0604030504040204" pitchFamily="50" charset="-128"/>
                <a:ea typeface="Meiryo UI" panose="020B0604030504040204" pitchFamily="50" charset="-128"/>
                <a:cs typeface="Arial" panose="020B0604020202020204" pitchFamily="34" charset="0"/>
              </a:rPr>
              <a:t>Bosch</a:t>
            </a:r>
            <a:r>
              <a:rPr kumimoji="1" lang="en-US" altLang="ja-JP" sz="1800" b="1" i="0" u="sng"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anose="020B0604020202020204" pitchFamily="34" charset="0"/>
              </a:rPr>
              <a:t>)</a:t>
            </a:r>
            <a:endParaRPr kumimoji="1" lang="ja-JP" altLang="en-US" sz="1800" b="1" i="0" u="sng"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Arial" panose="020B0604020202020204" pitchFamily="34" charset="0"/>
            </a:endParaRPr>
          </a:p>
        </p:txBody>
      </p:sp>
      <p:graphicFrame>
        <p:nvGraphicFramePr>
          <p:cNvPr id="10" name="表 9"/>
          <p:cNvGraphicFramePr>
            <a:graphicFrameLocks noGrp="1"/>
          </p:cNvGraphicFramePr>
          <p:nvPr/>
        </p:nvGraphicFramePr>
        <p:xfrm>
          <a:off x="98875" y="1082922"/>
          <a:ext cx="8920124" cy="2819993"/>
        </p:xfrm>
        <a:graphic>
          <a:graphicData uri="http://schemas.openxmlformats.org/drawingml/2006/table">
            <a:tbl>
              <a:tblPr/>
              <a:tblGrid>
                <a:gridCol w="886468">
                  <a:extLst>
                    <a:ext uri="{9D8B030D-6E8A-4147-A177-3AD203B41FA5}">
                      <a16:colId xmlns:a16="http://schemas.microsoft.com/office/drawing/2014/main" val="20000"/>
                    </a:ext>
                  </a:extLst>
                </a:gridCol>
                <a:gridCol w="836023">
                  <a:extLst>
                    <a:ext uri="{9D8B030D-6E8A-4147-A177-3AD203B41FA5}">
                      <a16:colId xmlns:a16="http://schemas.microsoft.com/office/drawing/2014/main" val="20001"/>
                    </a:ext>
                  </a:extLst>
                </a:gridCol>
                <a:gridCol w="1196809">
                  <a:extLst>
                    <a:ext uri="{9D8B030D-6E8A-4147-A177-3AD203B41FA5}">
                      <a16:colId xmlns:a16="http://schemas.microsoft.com/office/drawing/2014/main" val="20002"/>
                    </a:ext>
                  </a:extLst>
                </a:gridCol>
                <a:gridCol w="789358">
                  <a:extLst>
                    <a:ext uri="{9D8B030D-6E8A-4147-A177-3AD203B41FA5}">
                      <a16:colId xmlns:a16="http://schemas.microsoft.com/office/drawing/2014/main" val="20003"/>
                    </a:ext>
                  </a:extLst>
                </a:gridCol>
                <a:gridCol w="934074">
                  <a:extLst>
                    <a:ext uri="{9D8B030D-6E8A-4147-A177-3AD203B41FA5}">
                      <a16:colId xmlns:a16="http://schemas.microsoft.com/office/drawing/2014/main" val="20004"/>
                    </a:ext>
                  </a:extLst>
                </a:gridCol>
                <a:gridCol w="710422">
                  <a:extLst>
                    <a:ext uri="{9D8B030D-6E8A-4147-A177-3AD203B41FA5}">
                      <a16:colId xmlns:a16="http://schemas.microsoft.com/office/drawing/2014/main" val="20005"/>
                    </a:ext>
                  </a:extLst>
                </a:gridCol>
                <a:gridCol w="1096767">
                  <a:extLst>
                    <a:ext uri="{9D8B030D-6E8A-4147-A177-3AD203B41FA5}">
                      <a16:colId xmlns:a16="http://schemas.microsoft.com/office/drawing/2014/main" val="20006"/>
                    </a:ext>
                  </a:extLst>
                </a:gridCol>
                <a:gridCol w="823401">
                  <a:extLst>
                    <a:ext uri="{9D8B030D-6E8A-4147-A177-3AD203B41FA5}">
                      <a16:colId xmlns:a16="http://schemas.microsoft.com/office/drawing/2014/main" val="20007"/>
                    </a:ext>
                  </a:extLst>
                </a:gridCol>
                <a:gridCol w="823401">
                  <a:extLst>
                    <a:ext uri="{9D8B030D-6E8A-4147-A177-3AD203B41FA5}">
                      <a16:colId xmlns:a16="http://schemas.microsoft.com/office/drawing/2014/main" val="20008"/>
                    </a:ext>
                  </a:extLst>
                </a:gridCol>
                <a:gridCol w="823401">
                  <a:extLst>
                    <a:ext uri="{9D8B030D-6E8A-4147-A177-3AD203B41FA5}">
                      <a16:colId xmlns:a16="http://schemas.microsoft.com/office/drawing/2014/main" val="20009"/>
                    </a:ext>
                  </a:extLst>
                </a:gridCol>
              </a:tblGrid>
              <a:tr h="411594">
                <a:tc rowSpan="2">
                  <a:txBody>
                    <a:bodyPr/>
                    <a:lstStyle/>
                    <a:p>
                      <a:pPr algn="ctr" fontAlgn="ctr"/>
                      <a:r>
                        <a:rPr lang="ja-JP" altLang="en-US" sz="16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　</a:t>
                      </a:r>
                      <a:r>
                        <a:rPr lang="en-US" altLang="ja-JP" sz="16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Event</a:t>
                      </a:r>
                      <a:endParaRPr lang="ja-JP" altLang="en-US" sz="16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ctr" fontAlgn="ctr"/>
                      <a:r>
                        <a:rPr lang="en-US" altLang="ja-JP" sz="16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Mask</a:t>
                      </a:r>
                      <a:r>
                        <a:rPr lang="ja-JP" altLang="en-US" sz="16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　</a:t>
                      </a: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gridSpan="8">
                  <a:txBody>
                    <a:bodyPr/>
                    <a:lstStyle/>
                    <a:p>
                      <a:pPr algn="ctr" fontAlgn="ctr"/>
                      <a:r>
                        <a:rPr lang="en-US" sz="16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Features</a:t>
                      </a: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pPr algn="ctr" fontAlgn="ctr"/>
                      <a:endParaRPr lang="en-US" sz="1600" b="0" i="0" u="none" strike="noStrike">
                        <a:solidFill>
                          <a:srgbClr val="000000"/>
                        </a:solidFill>
                        <a:effectLst/>
                        <a:latin typeface="Arial" panose="020B0604020202020204" pitchFamily="34" charset="0"/>
                        <a:ea typeface="Meiryo UI" panose="020B0604030504040204" pitchFamily="50" charset="-128"/>
                        <a:cs typeface="Arial" panose="020B0604020202020204" pitchFamily="34" charset="0"/>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pPr algn="ctr" fontAlgn="ctr"/>
                      <a:endParaRPr lang="en-US" sz="1600" b="0" i="0" u="none" strike="noStrike">
                        <a:solidFill>
                          <a:srgbClr val="000000"/>
                        </a:solidFill>
                        <a:effectLst/>
                        <a:latin typeface="Arial" panose="020B0604020202020204" pitchFamily="34" charset="0"/>
                        <a:ea typeface="Meiryo UI" panose="020B0604030504040204" pitchFamily="50" charset="-128"/>
                        <a:cs typeface="Arial" panose="020B0604020202020204" pitchFamily="34" charset="0"/>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0"/>
                  </a:ext>
                </a:extLst>
              </a:tr>
              <a:tr h="729359">
                <a:tc vMerge="1">
                  <a:txBody>
                    <a:bodyPr/>
                    <a:lstStyle/>
                    <a:p>
                      <a:endParaRPr kumimoji="1" lang="ja-JP" altLang="en-US"/>
                    </a:p>
                  </a:txBody>
                  <a:tcPr/>
                </a:tc>
                <a:tc vMerge="1">
                  <a:txBody>
                    <a:bodyPr/>
                    <a:lstStyle/>
                    <a:p>
                      <a:endParaRPr kumimoji="1" lang="ja-JP" altLang="en-US"/>
                    </a:p>
                  </a:txBody>
                  <a:tcPr/>
                </a:tc>
                <a:tc>
                  <a:txBody>
                    <a:bodyPr/>
                    <a:lstStyle/>
                    <a:p>
                      <a:pPr algn="ctr" fontAlgn="ctr"/>
                      <a:r>
                        <a:rPr lang="en-US" altLang="ja-JP" sz="12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Measurement</a:t>
                      </a: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ja-JP" sz="12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Lv2</a:t>
                      </a:r>
                      <a:endParaRPr lang="en-US" sz="12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endParaRPr>
                    </a:p>
                    <a:p>
                      <a:pPr algn="ctr" fontAlgn="ctr"/>
                      <a:r>
                        <a:rPr lang="en-US" sz="105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Monitoring</a:t>
                      </a:r>
                      <a:endParaRPr lang="en-US" altLang="ja-JP" sz="105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ja-JP" sz="12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CCP</a:t>
                      </a:r>
                      <a:r>
                        <a:rPr lang="ja-JP" altLang="en-US" sz="12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 </a:t>
                      </a:r>
                      <a:r>
                        <a:rPr lang="en-US" altLang="ja-JP" sz="12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CAN1</a:t>
                      </a:r>
                    </a:p>
                    <a:p>
                      <a:pPr algn="ctr" fontAlgn="ctr"/>
                      <a:r>
                        <a:rPr lang="en-US" altLang="ja-JP" sz="12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or</a:t>
                      </a:r>
                    </a:p>
                    <a:p>
                      <a:pPr algn="ctr" fontAlgn="ctr"/>
                      <a:r>
                        <a:rPr lang="en-US" altLang="ja-JP" sz="12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CCP</a:t>
                      </a:r>
                      <a:r>
                        <a:rPr lang="ja-JP" altLang="en-US" sz="12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 </a:t>
                      </a:r>
                      <a:r>
                        <a:rPr lang="en-US" altLang="ja-JP" sz="12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CAN2</a:t>
                      </a:r>
                      <a:endParaRPr lang="en-US" sz="12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VIN </a:t>
                      </a:r>
                      <a:r>
                        <a:rPr lang="en-US" sz="11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diagnose</a:t>
                      </a: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Immobilizer</a:t>
                      </a: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ROM check</a:t>
                      </a: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Tuning protection</a:t>
                      </a: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FI-AT</a:t>
                      </a:r>
                    </a:p>
                    <a:p>
                      <a:pPr algn="ctr" fontAlgn="ctr"/>
                      <a:r>
                        <a:rPr lang="en-US" sz="12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version</a:t>
                      </a:r>
                    </a:p>
                    <a:p>
                      <a:pPr algn="ctr" fontAlgn="ctr"/>
                      <a:r>
                        <a:rPr lang="en-US" sz="12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check</a:t>
                      </a: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1"/>
                  </a:ext>
                </a:extLst>
              </a:tr>
              <a:tr h="411594">
                <a:tc>
                  <a:txBody>
                    <a:bodyPr/>
                    <a:lstStyle/>
                    <a:p>
                      <a:pPr algn="ctr" fontAlgn="ctr"/>
                      <a:r>
                        <a:rPr lang="en-US" altLang="ja-JP" sz="14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0X lot</a:t>
                      </a:r>
                      <a:endParaRPr lang="en-US" sz="14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4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a:t>
                      </a: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ja-JP" sz="1400" b="1" i="0" u="none" strike="noStrike">
                          <a:solidFill>
                            <a:srgbClr val="FF0000"/>
                          </a:solidFill>
                          <a:effectLst/>
                          <a:latin typeface="Meiryo UI" panose="020B0604030504040204" pitchFamily="50" charset="-128"/>
                          <a:ea typeface="Meiryo UI" panose="020B0604030504040204" pitchFamily="50" charset="-128"/>
                          <a:cs typeface="Arial" panose="020B0604020202020204" pitchFamily="34" charset="0"/>
                        </a:rPr>
                        <a:t>CCP ON</a:t>
                      </a:r>
                      <a:endParaRPr lang="ja-JP" altLang="en-US" sz="1400" b="1" i="0" u="none" strike="noStrike">
                        <a:solidFill>
                          <a:srgbClr val="FF0000"/>
                        </a:solidFill>
                        <a:effectLst/>
                        <a:latin typeface="Meiryo UI" panose="020B0604030504040204" pitchFamily="50" charset="-128"/>
                        <a:ea typeface="Meiryo UI" panose="020B0604030504040204" pitchFamily="50" charset="-128"/>
                        <a:cs typeface="Arial" panose="020B0604020202020204" pitchFamily="34" charset="0"/>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ja-JP" sz="1400" b="1"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*1</a:t>
                      </a:r>
                      <a:endParaRPr lang="ja-JP" altLang="en-US" sz="1400" b="1"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ja-JP" sz="1400" b="1" i="0" u="none" strike="noStrike">
                          <a:solidFill>
                            <a:schemeClr val="tx1"/>
                          </a:solidFill>
                          <a:effectLst/>
                          <a:latin typeface="Meiryo UI" panose="020B0604030504040204" pitchFamily="50" charset="-128"/>
                          <a:ea typeface="Meiryo UI" panose="020B0604030504040204" pitchFamily="50" charset="-128"/>
                          <a:cs typeface="Arial" panose="020B0604020202020204" pitchFamily="34" charset="0"/>
                        </a:rPr>
                        <a:t>CAN1</a:t>
                      </a:r>
                      <a:endParaRPr lang="ja-JP" altLang="en-US" sz="1400" b="1" i="0" u="none" strike="noStrike">
                        <a:solidFill>
                          <a:schemeClr val="tx1"/>
                        </a:solidFill>
                        <a:effectLst/>
                        <a:latin typeface="Meiryo UI" panose="020B0604030504040204" pitchFamily="50" charset="-128"/>
                        <a:ea typeface="Meiryo UI" panose="020B0604030504040204" pitchFamily="50" charset="-128"/>
                        <a:cs typeface="Arial" panose="020B0604020202020204" pitchFamily="34" charset="0"/>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ja-JP" sz="1200" b="1" i="0" u="none" strike="noStrike">
                          <a:solidFill>
                            <a:srgbClr val="FF0000"/>
                          </a:solidFill>
                          <a:effectLst/>
                          <a:latin typeface="Meiryo UI" panose="020B0604030504040204" pitchFamily="50" charset="-128"/>
                          <a:ea typeface="Meiryo UI" panose="020B0604030504040204" pitchFamily="50" charset="-128"/>
                          <a:cs typeface="Arial" panose="020B0604020202020204" pitchFamily="34" charset="0"/>
                        </a:rPr>
                        <a:t>Inactive</a:t>
                      </a: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ja-JP" sz="1200" b="1" i="0" u="none" strike="noStrike">
                          <a:solidFill>
                            <a:srgbClr val="FF0000"/>
                          </a:solidFill>
                          <a:effectLst/>
                          <a:latin typeface="Meiryo UI" panose="020B0604030504040204" pitchFamily="50" charset="-128"/>
                          <a:ea typeface="Meiryo UI" panose="020B0604030504040204" pitchFamily="50" charset="-128"/>
                          <a:cs typeface="Arial" panose="020B0604020202020204" pitchFamily="34" charset="0"/>
                        </a:rPr>
                        <a:t>Inactive</a:t>
                      </a: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ja-JP" sz="1200" b="1" i="0" u="none" strike="noStrike">
                          <a:solidFill>
                            <a:srgbClr val="FF0000"/>
                          </a:solidFill>
                          <a:effectLst/>
                          <a:latin typeface="Meiryo UI" panose="020B0604030504040204" pitchFamily="50" charset="-128"/>
                          <a:ea typeface="Meiryo UI" panose="020B0604030504040204" pitchFamily="50" charset="-128"/>
                          <a:cs typeface="Arial" panose="020B0604020202020204" pitchFamily="34" charset="0"/>
                        </a:rPr>
                        <a:t>Inactive</a:t>
                      </a: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ja-JP" sz="1200" b="1" i="0" u="none" strike="noStrike">
                          <a:solidFill>
                            <a:srgbClr val="FF0000"/>
                          </a:solidFill>
                          <a:effectLst/>
                          <a:latin typeface="Meiryo UI" panose="020B0604030504040204" pitchFamily="50" charset="-128"/>
                          <a:ea typeface="Meiryo UI" panose="020B0604030504040204" pitchFamily="50" charset="-128"/>
                          <a:cs typeface="Arial" panose="020B0604020202020204" pitchFamily="34" charset="0"/>
                        </a:rPr>
                        <a:t>Inactive</a:t>
                      </a: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1400">
                          <a:latin typeface="Meiryo UI" panose="020B0604030504040204" pitchFamily="50" charset="-128"/>
                          <a:cs typeface="Arial" panose="020B0604020202020204" pitchFamily="34" charset="0"/>
                        </a:rPr>
                        <a:t>N/A</a:t>
                      </a:r>
                      <a:endParaRPr lang="ja-JP" altLang="en-US" sz="1400">
                        <a:latin typeface="Meiryo UI" panose="020B0604030504040204" pitchFamily="50" charset="-128"/>
                        <a:cs typeface="Arial" panose="020B0604020202020204" pitchFamily="34" charset="0"/>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05753018"/>
                  </a:ext>
                </a:extLst>
              </a:tr>
              <a:tr h="411594">
                <a:tc>
                  <a:txBody>
                    <a:bodyPr/>
                    <a:lstStyle/>
                    <a:p>
                      <a:pPr algn="ctr" fontAlgn="ctr"/>
                      <a:r>
                        <a:rPr lang="en-US" sz="14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DAN0</a:t>
                      </a: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4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MP0</a:t>
                      </a: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ja-JP" sz="1400" b="1" i="0" u="none" strike="noStrike">
                          <a:solidFill>
                            <a:srgbClr val="FF0000"/>
                          </a:solidFill>
                          <a:effectLst/>
                          <a:latin typeface="Meiryo UI" panose="020B0604030504040204" pitchFamily="50" charset="-128"/>
                          <a:ea typeface="Meiryo UI" panose="020B0604030504040204" pitchFamily="50" charset="-128"/>
                          <a:cs typeface="Arial" panose="020B0604020202020204" pitchFamily="34" charset="0"/>
                        </a:rPr>
                        <a:t>CCP</a:t>
                      </a:r>
                    </a:p>
                    <a:p>
                      <a:pPr algn="ctr" fontAlgn="ctr"/>
                      <a:r>
                        <a:rPr lang="en-US" altLang="ja-JP" sz="1400" b="1" i="0" u="none" strike="noStrike">
                          <a:solidFill>
                            <a:srgbClr val="FF0000"/>
                          </a:solidFill>
                          <a:effectLst/>
                          <a:latin typeface="Meiryo UI" panose="020B0604030504040204" pitchFamily="50" charset="-128"/>
                          <a:ea typeface="Meiryo UI" panose="020B0604030504040204" pitchFamily="50" charset="-128"/>
                          <a:cs typeface="Arial" panose="020B0604020202020204" pitchFamily="34" charset="0"/>
                        </a:rPr>
                        <a:t>ON</a:t>
                      </a:r>
                      <a:endParaRPr lang="ja-JP" altLang="en-US" sz="1400" b="1" i="0" u="none" strike="noStrike">
                        <a:solidFill>
                          <a:srgbClr val="FF0000"/>
                        </a:solidFill>
                        <a:effectLst/>
                        <a:latin typeface="Meiryo UI" panose="020B0604030504040204" pitchFamily="50" charset="-128"/>
                        <a:ea typeface="Meiryo UI" panose="020B0604030504040204" pitchFamily="50" charset="-128"/>
                        <a:cs typeface="Arial" panose="020B0604020202020204" pitchFamily="34" charset="0"/>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ja-JP" sz="1400" b="1"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*1</a:t>
                      </a:r>
                      <a:endParaRPr lang="ja-JP" altLang="en-US" sz="1400" b="1"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ja-JP" sz="1400" b="1" i="0" u="none" strike="noStrike">
                          <a:solidFill>
                            <a:schemeClr val="tx1"/>
                          </a:solidFill>
                          <a:effectLst/>
                          <a:latin typeface="Meiryo UI" panose="020B0604030504040204" pitchFamily="50" charset="-128"/>
                          <a:ea typeface="Meiryo UI" panose="020B0604030504040204" pitchFamily="50" charset="-128"/>
                          <a:cs typeface="Arial" panose="020B0604020202020204" pitchFamily="34" charset="0"/>
                        </a:rPr>
                        <a:t>CAN1</a:t>
                      </a:r>
                      <a:endParaRPr lang="ja-JP" altLang="en-US" sz="1400" b="1" i="0" u="none" strike="noStrike">
                        <a:solidFill>
                          <a:schemeClr val="tx1"/>
                        </a:solidFill>
                        <a:effectLst/>
                        <a:latin typeface="Meiryo UI" panose="020B0604030504040204" pitchFamily="50" charset="-128"/>
                        <a:ea typeface="Meiryo UI" panose="020B0604030504040204" pitchFamily="50" charset="-128"/>
                        <a:cs typeface="Arial" panose="020B0604020202020204" pitchFamily="34" charset="0"/>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ja-JP" sz="1400" b="1" i="0" u="none" strike="noStrike">
                          <a:solidFill>
                            <a:srgbClr val="00B050"/>
                          </a:solidFill>
                          <a:effectLst/>
                          <a:latin typeface="Meiryo UI" panose="020B0604030504040204" pitchFamily="50" charset="-128"/>
                          <a:ea typeface="Meiryo UI" panose="020B0604030504040204" pitchFamily="50" charset="-128"/>
                          <a:cs typeface="Arial" panose="020B0604020202020204" pitchFamily="34" charset="0"/>
                        </a:rPr>
                        <a:t>active</a:t>
                      </a:r>
                      <a:endParaRPr lang="en-US" sz="1400" b="1" i="0" u="none" strike="noStrike">
                        <a:solidFill>
                          <a:srgbClr val="00B050"/>
                        </a:solidFill>
                        <a:effectLst/>
                        <a:latin typeface="Meiryo UI" panose="020B0604030504040204" pitchFamily="50" charset="-128"/>
                        <a:ea typeface="Meiryo UI" panose="020B0604030504040204" pitchFamily="50" charset="-128"/>
                        <a:cs typeface="Arial" panose="020B0604020202020204" pitchFamily="34" charset="0"/>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ja-JP" sz="1200" b="1" i="0" u="none" strike="noStrike">
                          <a:solidFill>
                            <a:srgbClr val="00B050"/>
                          </a:solidFill>
                          <a:effectLst/>
                          <a:latin typeface="Meiryo UI" panose="020B0604030504040204" pitchFamily="50" charset="-128"/>
                          <a:ea typeface="Meiryo UI" panose="020B0604030504040204" pitchFamily="50" charset="-128"/>
                          <a:cs typeface="Arial" panose="020B0604020202020204" pitchFamily="34" charset="0"/>
                        </a:rPr>
                        <a:t>Active</a:t>
                      </a:r>
                    </a:p>
                    <a:p>
                      <a:pPr algn="ctr" fontAlgn="ctr"/>
                      <a:r>
                        <a:rPr lang="en-US" altLang="ja-JP" sz="1200" b="1" i="0" u="none" strike="noStrike">
                          <a:solidFill>
                            <a:srgbClr val="00B050"/>
                          </a:solidFill>
                          <a:effectLst/>
                          <a:latin typeface="Meiryo UI" panose="020B0604030504040204" pitchFamily="50" charset="-128"/>
                          <a:ea typeface="Meiryo UI" panose="020B0604030504040204" pitchFamily="50" charset="-128"/>
                          <a:cs typeface="Arial" panose="020B0604020202020204" pitchFamily="34" charset="0"/>
                        </a:rPr>
                        <a:t>(Mass production)</a:t>
                      </a: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ja-JP" sz="1200" b="1" i="0" u="none" strike="noStrike">
                          <a:solidFill>
                            <a:srgbClr val="FF0000"/>
                          </a:solidFill>
                          <a:effectLst/>
                          <a:latin typeface="Meiryo UI" panose="020B0604030504040204" pitchFamily="50" charset="-128"/>
                          <a:ea typeface="Meiryo UI" panose="020B0604030504040204" pitchFamily="50" charset="-128"/>
                          <a:cs typeface="Arial" panose="020B0604020202020204" pitchFamily="34" charset="0"/>
                        </a:rPr>
                        <a:t>Inactive</a:t>
                      </a: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ja-JP" sz="1200" b="1" i="0" u="none" strike="noStrike">
                          <a:solidFill>
                            <a:srgbClr val="FF0000"/>
                          </a:solidFill>
                          <a:effectLst/>
                          <a:latin typeface="Meiryo UI" panose="020B0604030504040204" pitchFamily="50" charset="-128"/>
                          <a:ea typeface="Meiryo UI" panose="020B0604030504040204" pitchFamily="50" charset="-128"/>
                          <a:cs typeface="Arial" panose="020B0604020202020204" pitchFamily="34" charset="0"/>
                        </a:rPr>
                        <a:t>Inactive</a:t>
                      </a: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a:r>
                        <a:rPr lang="en-US" altLang="ja-JP" sz="1400">
                          <a:latin typeface="Meiryo UI" panose="020B0604030504040204" pitchFamily="50" charset="-128"/>
                          <a:cs typeface="Arial" panose="020B0604020202020204" pitchFamily="34" charset="0"/>
                        </a:rPr>
                        <a:t>N/A</a:t>
                      </a:r>
                      <a:endParaRPr lang="ja-JP" altLang="en-US" sz="1400">
                        <a:latin typeface="Meiryo UI" panose="020B0604030504040204" pitchFamily="50" charset="-128"/>
                        <a:cs typeface="Arial" panose="020B0604020202020204" pitchFamily="34" charset="0"/>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2"/>
                  </a:ext>
                </a:extLst>
              </a:tr>
              <a:tr h="411594">
                <a:tc>
                  <a:txBody>
                    <a:bodyPr/>
                    <a:lstStyle/>
                    <a:p>
                      <a:pPr algn="ctr" fontAlgn="ctr"/>
                      <a:r>
                        <a:rPr lang="en-US" altLang="ja-JP" sz="14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DAN</a:t>
                      </a:r>
                      <a:endParaRPr lang="en-US" sz="14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4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MP1</a:t>
                      </a: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ja-JP" sz="1400" b="1"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*2</a:t>
                      </a:r>
                      <a:endParaRPr lang="ja-JP" altLang="en-US" sz="1400" b="1"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ja-JP" sz="1400" b="1" i="0" u="none" strike="noStrike">
                          <a:solidFill>
                            <a:srgbClr val="00B050"/>
                          </a:solidFill>
                          <a:effectLst/>
                          <a:latin typeface="Meiryo UI" panose="020B0604030504040204" pitchFamily="50" charset="-128"/>
                          <a:ea typeface="Meiryo UI" panose="020B0604030504040204" pitchFamily="50" charset="-128"/>
                          <a:cs typeface="Arial" panose="020B0604020202020204" pitchFamily="34" charset="0"/>
                        </a:rPr>
                        <a:t>active</a:t>
                      </a: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ja-JP" sz="1400" b="1" i="0" u="none" strike="noStrike">
                          <a:solidFill>
                            <a:schemeClr val="tx1"/>
                          </a:solidFill>
                          <a:effectLst/>
                          <a:latin typeface="Meiryo UI" panose="020B0604030504040204" pitchFamily="50" charset="-128"/>
                          <a:ea typeface="Meiryo UI" panose="020B0604030504040204" pitchFamily="50" charset="-128"/>
                          <a:cs typeface="Arial" panose="020B0604020202020204" pitchFamily="34" charset="0"/>
                        </a:rPr>
                        <a:t>CAN1</a:t>
                      </a:r>
                      <a:endParaRPr lang="ja-JP" altLang="en-US" sz="1400" b="1" i="0" u="none" strike="noStrike">
                        <a:solidFill>
                          <a:schemeClr val="tx1"/>
                        </a:solidFill>
                        <a:effectLst/>
                        <a:latin typeface="Meiryo UI" panose="020B0604030504040204" pitchFamily="50" charset="-128"/>
                        <a:ea typeface="Meiryo UI" panose="020B0604030504040204" pitchFamily="50" charset="-128"/>
                        <a:cs typeface="Arial" panose="020B0604020202020204" pitchFamily="34" charset="0"/>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400" b="1" i="0" u="none" strike="noStrike">
                          <a:solidFill>
                            <a:srgbClr val="00B050"/>
                          </a:solidFill>
                          <a:effectLst/>
                          <a:latin typeface="Meiryo UI" panose="020B0604030504040204" pitchFamily="50" charset="-128"/>
                          <a:ea typeface="Meiryo UI" panose="020B0604030504040204" pitchFamily="50" charset="-128"/>
                          <a:cs typeface="Arial" panose="020B0604020202020204" pitchFamily="34" charset="0"/>
                        </a:rPr>
                        <a:t>active</a:t>
                      </a: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en-US" altLang="ja-JP" sz="1200" b="1" i="0" u="none" strike="noStrike" kern="1200" cap="none" spc="0" normalizeH="0" baseline="0" noProof="0">
                          <a:ln>
                            <a:noFill/>
                          </a:ln>
                          <a:solidFill>
                            <a:srgbClr val="00B050"/>
                          </a:solidFill>
                          <a:effectLst/>
                          <a:uLnTx/>
                          <a:uFillTx/>
                          <a:latin typeface="Meiryo UI" panose="020B0604030504040204" pitchFamily="50" charset="-128"/>
                          <a:ea typeface="Meiryo UI" panose="020B0604030504040204" pitchFamily="50" charset="-128"/>
                          <a:cs typeface="Arial" panose="020B0604020202020204" pitchFamily="34" charset="0"/>
                        </a:rPr>
                        <a:t>Active</a:t>
                      </a:r>
                    </a:p>
                    <a:p>
                      <a:pPr marL="0" marR="0" lvl="0" indent="0" algn="ctr" defTabSz="914400" rtl="0" eaLnBrk="1" fontAlgn="ctr" latinLnBrk="0" hangingPunct="1">
                        <a:lnSpc>
                          <a:spcPct val="100000"/>
                        </a:lnSpc>
                        <a:spcBef>
                          <a:spcPts val="0"/>
                        </a:spcBef>
                        <a:spcAft>
                          <a:spcPts val="0"/>
                        </a:spcAft>
                        <a:buClrTx/>
                        <a:buSzTx/>
                        <a:buFontTx/>
                        <a:buNone/>
                        <a:tabLst/>
                        <a:defRPr/>
                      </a:pPr>
                      <a:r>
                        <a:rPr kumimoji="1" lang="en-US" altLang="ja-JP" sz="1200" b="1" i="0" u="none" strike="noStrike" kern="1200" cap="none" spc="0" normalizeH="0" baseline="0" noProof="0">
                          <a:ln>
                            <a:noFill/>
                          </a:ln>
                          <a:solidFill>
                            <a:srgbClr val="00B050"/>
                          </a:solidFill>
                          <a:effectLst/>
                          <a:uLnTx/>
                          <a:uFillTx/>
                          <a:latin typeface="Meiryo UI" panose="020B0604030504040204" pitchFamily="50" charset="-128"/>
                          <a:ea typeface="Meiryo UI" panose="020B0604030504040204" pitchFamily="50" charset="-128"/>
                          <a:cs typeface="Arial" panose="020B0604020202020204" pitchFamily="34" charset="0"/>
                        </a:rPr>
                        <a:t>(Mass production)</a:t>
                      </a: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ja-JP" sz="1400" b="1" i="0" u="none" strike="noStrike">
                          <a:solidFill>
                            <a:srgbClr val="00B050"/>
                          </a:solidFill>
                          <a:effectLst/>
                          <a:latin typeface="Meiryo UI" panose="020B0604030504040204" pitchFamily="50" charset="-128"/>
                          <a:ea typeface="Meiryo UI" panose="020B0604030504040204" pitchFamily="50" charset="-128"/>
                          <a:cs typeface="Arial" panose="020B0604020202020204" pitchFamily="34" charset="0"/>
                        </a:rPr>
                        <a:t>active</a:t>
                      </a:r>
                      <a:endParaRPr lang="en-US" sz="1400" b="1" i="0" u="none" strike="noStrike">
                        <a:solidFill>
                          <a:srgbClr val="FF0000"/>
                        </a:solidFill>
                        <a:effectLst/>
                        <a:latin typeface="Meiryo UI" panose="020B0604030504040204" pitchFamily="50" charset="-128"/>
                        <a:ea typeface="Meiryo UI" panose="020B0604030504040204" pitchFamily="50" charset="-128"/>
                        <a:cs typeface="Arial" panose="020B0604020202020204" pitchFamily="34" charset="0"/>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ja-JP" sz="1400" b="1" i="0" u="none" strike="noStrike">
                          <a:solidFill>
                            <a:srgbClr val="00B050"/>
                          </a:solidFill>
                          <a:effectLst/>
                          <a:latin typeface="Meiryo UI" panose="020B0604030504040204" pitchFamily="50" charset="-128"/>
                          <a:ea typeface="Meiryo UI" panose="020B0604030504040204" pitchFamily="50" charset="-128"/>
                          <a:cs typeface="Arial" panose="020B0604020202020204" pitchFamily="34" charset="0"/>
                        </a:rPr>
                        <a:t>active</a:t>
                      </a:r>
                      <a:endParaRPr lang="en-US" sz="1400" b="1" i="0" u="none" strike="noStrike">
                        <a:solidFill>
                          <a:srgbClr val="FF0000"/>
                        </a:solidFill>
                        <a:effectLst/>
                        <a:latin typeface="Meiryo UI" panose="020B0604030504040204" pitchFamily="50" charset="-128"/>
                        <a:ea typeface="Meiryo UI" panose="020B0604030504040204" pitchFamily="50" charset="-128"/>
                        <a:cs typeface="Arial" panose="020B0604020202020204" pitchFamily="34" charset="0"/>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ＭＳ Ｐゴシック"/>
                          <a:cs typeface="Arial" panose="020B0604020202020204" pitchFamily="34" charset="0"/>
                        </a:rPr>
                        <a:t>N/A</a:t>
                      </a:r>
                      <a:endPar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ＭＳ Ｐゴシック"/>
                        <a:cs typeface="Arial" panose="020B0604020202020204" pitchFamily="34" charset="0"/>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4"/>
                  </a:ext>
                </a:extLst>
              </a:tr>
            </a:tbl>
          </a:graphicData>
        </a:graphic>
      </p:graphicFrame>
      <p:sp>
        <p:nvSpPr>
          <p:cNvPr id="11" name="テキスト ボックス 10"/>
          <p:cNvSpPr txBox="1"/>
          <p:nvPr/>
        </p:nvSpPr>
        <p:spPr>
          <a:xfrm>
            <a:off x="78378" y="3970416"/>
            <a:ext cx="8886920" cy="523220"/>
          </a:xfrm>
          <a:prstGeom prst="rect">
            <a:avLst/>
          </a:prstGeom>
          <a:noFill/>
        </p:spPr>
        <p:txBody>
          <a:bodyPr wrap="none" rtlCol="0">
            <a:spAutoFit/>
          </a:bodyPr>
          <a:lstStyle/>
          <a:p>
            <a:pPr lvl="0" algn="l" fontAlgn="auto">
              <a:spcBef>
                <a:spcPts val="0"/>
              </a:spcBef>
              <a:spcAft>
                <a:spcPts val="0"/>
              </a:spcAft>
              <a:defRPr/>
            </a:pPr>
            <a:r>
              <a:rPr kumimoji="1" lang="en-US" altLang="ja-JP"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rPr>
              <a:t>*1 Honda doesn’t care this setting. Please set to it by</a:t>
            </a:r>
            <a:r>
              <a:rPr kumimoji="1" lang="ja-JP" altLang="en-US"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rPr>
              <a:t>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dirty="0">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rPr>
              <a:t>.</a:t>
            </a:r>
          </a:p>
          <a:p>
            <a:pPr lvl="0" algn="l" fontAlgn="auto">
              <a:spcBef>
                <a:spcPts val="0"/>
              </a:spcBef>
              <a:spcAft>
                <a:spcPts val="0"/>
              </a:spcAft>
              <a:defRPr/>
            </a:pPr>
            <a:r>
              <a:rPr kumimoji="1" lang="en-US" altLang="ja-JP"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rPr>
              <a:t>*2 Honda would like to decide this setting from</a:t>
            </a:r>
            <a:r>
              <a:rPr kumimoji="1" lang="ja-JP" altLang="en-US"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rPr>
              <a:t>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kumimoji="1" lang="en-US" altLang="ja-JP"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rPr>
              <a:t> estimate software changing and influence.</a:t>
            </a:r>
            <a:endParaRPr kumimoji="1" lang="ja-JP" altLang="en-US"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endParaRPr>
          </a:p>
        </p:txBody>
      </p:sp>
      <p:sp>
        <p:nvSpPr>
          <p:cNvPr id="12" name="テキスト ボックス 8"/>
          <p:cNvSpPr txBox="1"/>
          <p:nvPr/>
        </p:nvSpPr>
        <p:spPr>
          <a:xfrm>
            <a:off x="0" y="5224437"/>
            <a:ext cx="9117874" cy="1306992"/>
          </a:xfrm>
          <a:prstGeom prst="rect">
            <a:avLst/>
          </a:prstGeom>
          <a:solidFill>
            <a:srgbClr val="FFFF00">
              <a:alpha val="70000"/>
            </a:srgbClr>
          </a:solidFill>
        </p:spPr>
        <p:txBody>
          <a:bodyPr wrap="square" rtlCol="0" anchor="ctr">
            <a:noAutofit/>
          </a:bodyPr>
          <a:lstStyle/>
          <a:p>
            <a:pPr algn="l"/>
            <a:r>
              <a:rPr lang="en-US" altLang="ja-JP" sz="1400" b="1" dirty="0">
                <a:latin typeface="Meiryo UI" panose="020B0604030504040204" pitchFamily="34" charset="-128"/>
                <a:ea typeface="Meiryo UI" panose="020B0604030504040204" pitchFamily="34" charset="-128"/>
                <a:cs typeface="Arial" panose="020B0604020202020204" pitchFamily="34" charset="0"/>
              </a:rPr>
              <a:t>Hex Feature List for each Event will be discussed again between HONDA &amp; </a:t>
            </a:r>
            <a:r>
              <a:rPr lang="en-US" altLang="ja-JP" sz="1400" b="1" dirty="0">
                <a:solidFill>
                  <a:schemeClr val="accent2"/>
                </a:solidFill>
                <a:latin typeface="Meiryo UI" panose="020B0604030504040204" pitchFamily="34" charset="-128"/>
                <a:ea typeface="Meiryo UI" panose="020B0604030504040204" pitchFamily="34" charset="-128"/>
                <a:cs typeface="Arial" panose="020B0604020202020204" pitchFamily="34" charset="0"/>
              </a:rPr>
              <a:t>Bosch</a:t>
            </a:r>
            <a:r>
              <a:rPr lang="en-US" altLang="ja-JP" sz="1400" b="1" dirty="0">
                <a:latin typeface="Meiryo UI" panose="020B0604030504040204" pitchFamily="34" charset="-128"/>
                <a:ea typeface="Meiryo UI" panose="020B0604030504040204" pitchFamily="34" charset="-128"/>
                <a:cs typeface="Arial" panose="020B0604020202020204" pitchFamily="34" charset="0"/>
              </a:rPr>
              <a:t> before Data fix for SW release.</a:t>
            </a:r>
            <a:r>
              <a:rPr lang="ja-JP" altLang="en-US" sz="1400" b="1" dirty="0">
                <a:latin typeface="Meiryo UI" panose="020B0604030504040204" pitchFamily="34" charset="-128"/>
                <a:ea typeface="Meiryo UI" panose="020B0604030504040204" pitchFamily="34" charset="-128"/>
                <a:cs typeface="Arial" panose="020B0604020202020204" pitchFamily="34" charset="0"/>
              </a:rPr>
              <a:t>　</a:t>
            </a:r>
            <a:r>
              <a:rPr lang="en-US" altLang="ja-JP" sz="1400" b="1" dirty="0">
                <a:latin typeface="Meiryo UI" panose="020B0604030504040204" pitchFamily="34" charset="-128"/>
                <a:ea typeface="Meiryo UI" panose="020B0604030504040204" pitchFamily="34" charset="-128"/>
                <a:cs typeface="Arial" panose="020B0604020202020204" pitchFamily="34" charset="0"/>
              </a:rPr>
              <a:t> Discussed result is indicated in “</a:t>
            </a:r>
            <a:r>
              <a:rPr lang="en-US" altLang="ja-JP" sz="1400" b="1" dirty="0" err="1">
                <a:latin typeface="Meiryo UI" panose="020B0604030504040204" pitchFamily="34" charset="-128"/>
                <a:ea typeface="Meiryo UI" panose="020B0604030504040204" pitchFamily="34" charset="-128"/>
                <a:cs typeface="Arial" panose="020B0604020202020204" pitchFamily="34" charset="0"/>
              </a:rPr>
              <a:t>Infosheet</a:t>
            </a:r>
            <a:r>
              <a:rPr lang="en-US" altLang="ja-JP" sz="1400" b="1" dirty="0">
                <a:latin typeface="Meiryo UI" panose="020B0604030504040204" pitchFamily="34" charset="-128"/>
                <a:ea typeface="Meiryo UI" panose="020B0604030504040204" pitchFamily="34" charset="-128"/>
                <a:cs typeface="Arial" panose="020B0604020202020204" pitchFamily="34" charset="0"/>
              </a:rPr>
              <a:t>”</a:t>
            </a:r>
          </a:p>
          <a:p>
            <a:pPr algn="l"/>
            <a:endParaRPr lang="en-US" altLang="ja-JP" sz="1400" b="1" dirty="0">
              <a:latin typeface="Meiryo UI" panose="020B0604030504040204" pitchFamily="34" charset="-128"/>
              <a:ea typeface="Meiryo UI" panose="020B0604030504040204" pitchFamily="34" charset="-128"/>
              <a:cs typeface="Arial" panose="020B0604020202020204" pitchFamily="34" charset="0"/>
            </a:endParaRPr>
          </a:p>
          <a:p>
            <a:pPr algn="l"/>
            <a:r>
              <a:rPr lang="ja-JP" altLang="en-US" sz="1400" b="1" dirty="0">
                <a:latin typeface="Meiryo UI" panose="020B0604030504040204" pitchFamily="34" charset="-128"/>
                <a:ea typeface="Meiryo UI" panose="020B0604030504040204" pitchFamily="34" charset="-128"/>
                <a:cs typeface="Arial" panose="020B0604020202020204" pitchFamily="34" charset="0"/>
              </a:rPr>
              <a:t>各イベントの</a:t>
            </a:r>
            <a:r>
              <a:rPr lang="en-US" altLang="ja-JP" sz="1400" b="1" dirty="0">
                <a:latin typeface="Meiryo UI" panose="020B0604030504040204" pitchFamily="34" charset="-128"/>
                <a:ea typeface="Meiryo UI" panose="020B0604030504040204" pitchFamily="34" charset="-128"/>
                <a:cs typeface="Arial" panose="020B0604020202020204" pitchFamily="34" charset="0"/>
              </a:rPr>
              <a:t>HEX</a:t>
            </a:r>
            <a:r>
              <a:rPr lang="ja-JP" altLang="en-US" sz="1400" b="1" dirty="0">
                <a:latin typeface="Meiryo UI" panose="020B0604030504040204" pitchFamily="34" charset="-128"/>
                <a:ea typeface="Meiryo UI" panose="020B0604030504040204" pitchFamily="34" charset="-128"/>
                <a:cs typeface="Arial" panose="020B0604020202020204" pitchFamily="34" charset="0"/>
              </a:rPr>
              <a:t>装備仕様は、</a:t>
            </a:r>
            <a:r>
              <a:rPr lang="en-US" altLang="ja-JP" sz="1400" b="1" dirty="0">
                <a:latin typeface="Meiryo UI" panose="020B0604030504040204" pitchFamily="34" charset="-128"/>
                <a:ea typeface="Meiryo UI" panose="020B0604030504040204" pitchFamily="34" charset="-128"/>
                <a:cs typeface="Arial" panose="020B0604020202020204" pitchFamily="34" charset="0"/>
              </a:rPr>
              <a:t>SW</a:t>
            </a:r>
            <a:r>
              <a:rPr lang="ja-JP" altLang="en-US" sz="1400" b="1" dirty="0">
                <a:latin typeface="Meiryo UI" panose="020B0604030504040204" pitchFamily="34" charset="-128"/>
                <a:ea typeface="Meiryo UI" panose="020B0604030504040204" pitchFamily="34" charset="-128"/>
                <a:cs typeface="Arial" panose="020B0604020202020204" pitchFamily="34" charset="0"/>
              </a:rPr>
              <a:t>リリースのためのデータ調整の前に</a:t>
            </a:r>
            <a:r>
              <a:rPr lang="en-US" altLang="ja-JP" sz="1400" b="1" dirty="0">
                <a:latin typeface="Meiryo UI" panose="020B0604030504040204" pitchFamily="34" charset="-128"/>
                <a:ea typeface="Meiryo UI" panose="020B0604030504040204" pitchFamily="34" charset="-128"/>
                <a:cs typeface="Arial" panose="020B0604020202020204" pitchFamily="34" charset="0"/>
              </a:rPr>
              <a:t>HONDA</a:t>
            </a:r>
            <a:r>
              <a:rPr lang="ja-JP" altLang="en-US" sz="1400" b="1" dirty="0">
                <a:latin typeface="Meiryo UI" panose="020B0604030504040204" pitchFamily="34" charset="-128"/>
                <a:ea typeface="Meiryo UI" panose="020B0604030504040204" pitchFamily="34" charset="-128"/>
                <a:cs typeface="Arial" panose="020B0604020202020204" pitchFamily="34" charset="0"/>
              </a:rPr>
              <a:t>と</a:t>
            </a:r>
            <a:r>
              <a:rPr lang="en-US" altLang="ja-JP" sz="1400" b="1" dirty="0">
                <a:solidFill>
                  <a:schemeClr val="accent2"/>
                </a:solidFill>
                <a:latin typeface="Meiryo UI" panose="020B0604030504040204" pitchFamily="34" charset="-128"/>
                <a:ea typeface="Meiryo UI" panose="020B0604030504040204" pitchFamily="34" charset="-128"/>
                <a:cs typeface="Arial" panose="020B0604020202020204" pitchFamily="34" charset="0"/>
              </a:rPr>
              <a:t>Bosch</a:t>
            </a:r>
            <a:r>
              <a:rPr lang="ja-JP" altLang="en-US" sz="1400" b="1" dirty="0">
                <a:latin typeface="Meiryo UI" panose="020B0604030504040204" pitchFamily="34" charset="-128"/>
                <a:ea typeface="Meiryo UI" panose="020B0604030504040204" pitchFamily="34" charset="-128"/>
                <a:cs typeface="Arial" panose="020B0604020202020204" pitchFamily="34" charset="0"/>
              </a:rPr>
              <a:t>の間で再度議論される。</a:t>
            </a:r>
            <a:endParaRPr lang="en-US" altLang="ja-JP" sz="1400" b="1" dirty="0">
              <a:latin typeface="Meiryo UI" panose="020B0604030504040204" pitchFamily="34" charset="-128"/>
              <a:ea typeface="Meiryo UI" panose="020B0604030504040204" pitchFamily="34" charset="-128"/>
              <a:cs typeface="Arial" panose="020B0604020202020204" pitchFamily="34" charset="0"/>
            </a:endParaRPr>
          </a:p>
          <a:p>
            <a:pPr algn="l"/>
            <a:r>
              <a:rPr lang="ja-JP" altLang="en-US" sz="1400" b="1" dirty="0">
                <a:latin typeface="Meiryo UI" panose="020B0604030504040204" pitchFamily="34" charset="-128"/>
                <a:ea typeface="Meiryo UI" panose="020B0604030504040204" pitchFamily="34" charset="-128"/>
                <a:cs typeface="Arial" panose="020B0604020202020204" pitchFamily="34" charset="0"/>
              </a:rPr>
              <a:t>決定事項については「</a:t>
            </a:r>
            <a:r>
              <a:rPr lang="en-US" altLang="ja-JP" sz="1400" b="1" dirty="0" err="1">
                <a:latin typeface="Meiryo UI" panose="020B0604030504040204" pitchFamily="34" charset="-128"/>
                <a:ea typeface="Meiryo UI" panose="020B0604030504040204" pitchFamily="34" charset="-128"/>
                <a:cs typeface="Arial" panose="020B0604020202020204" pitchFamily="34" charset="0"/>
              </a:rPr>
              <a:t>infosheet</a:t>
            </a:r>
            <a:r>
              <a:rPr lang="ja-JP" altLang="en-US" sz="1400" b="1" dirty="0">
                <a:latin typeface="Meiryo UI" panose="020B0604030504040204" pitchFamily="34" charset="-128"/>
                <a:ea typeface="Meiryo UI" panose="020B0604030504040204" pitchFamily="34" charset="-128"/>
                <a:cs typeface="Arial" panose="020B0604020202020204" pitchFamily="34" charset="0"/>
              </a:rPr>
              <a:t>」に記述される</a:t>
            </a:r>
            <a:endParaRPr lang="en-US" altLang="ja-JP" sz="1400" b="1" dirty="0">
              <a:latin typeface="Meiryo UI" panose="020B0604030504040204" pitchFamily="34" charset="-128"/>
              <a:ea typeface="Meiryo UI" panose="020B0604030504040204" pitchFamily="34" charset="-128"/>
              <a:cs typeface="Arial" panose="020B0604020202020204" pitchFamily="34" charset="0"/>
            </a:endParaRPr>
          </a:p>
        </p:txBody>
      </p:sp>
      <p:sp>
        <p:nvSpPr>
          <p:cNvPr id="13" name="テキスト ボックス 12"/>
          <p:cNvSpPr txBox="1"/>
          <p:nvPr/>
        </p:nvSpPr>
        <p:spPr>
          <a:xfrm>
            <a:off x="78378" y="4578602"/>
            <a:ext cx="6096541" cy="523220"/>
          </a:xfrm>
          <a:prstGeom prst="rect">
            <a:avLst/>
          </a:prstGeom>
          <a:noFill/>
        </p:spPr>
        <p:txBody>
          <a:bodyPr wrap="none" rtlCol="0">
            <a:spAutoFit/>
          </a:bodyPr>
          <a:lstStyle/>
          <a:p>
            <a:pPr lvl="0" algn="l" fontAlgn="auto">
              <a:spcBef>
                <a:spcPts val="0"/>
              </a:spcBef>
              <a:spcAft>
                <a:spcPts val="0"/>
              </a:spcAft>
              <a:defRPr/>
            </a:pPr>
            <a:r>
              <a:rPr kumimoji="1" lang="en-US" altLang="ja-JP"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rPr>
              <a:t>*1 Honda</a:t>
            </a:r>
            <a:r>
              <a:rPr kumimoji="1" lang="ja-JP" altLang="en-US"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rPr>
              <a:t>はこの適合について関与しない</a:t>
            </a:r>
            <a:r>
              <a:rPr lang="ja-JP" altLang="en-US" sz="1400" dirty="0">
                <a:solidFill>
                  <a:srgbClr val="000000"/>
                </a:solidFill>
                <a:latin typeface="Meiryo UI" panose="020B0604030504040204" pitchFamily="50" charset="-128"/>
                <a:ea typeface="Meiryo UI" panose="020B0604030504040204" pitchFamily="50" charset="-128"/>
                <a:cs typeface="Arial" panose="020B0604020202020204" pitchFamily="34" charset="0"/>
              </a:rPr>
              <a:t>、</a:t>
            </a:r>
            <a:r>
              <a:rPr kumimoji="1" lang="en-US" altLang="ja-JP"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rPr>
              <a:t>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dirty="0">
                <a:latin typeface="Meiryo UI" panose="020B0604030504040204" pitchFamily="50" charset="-128"/>
                <a:ea typeface="Meiryo UI" panose="020B0604030504040204" pitchFamily="50" charset="-128"/>
                <a:cs typeface="Arial" pitchFamily="34" charset="0"/>
              </a:rPr>
              <a:t> </a:t>
            </a:r>
            <a:r>
              <a:rPr lang="ja-JP" altLang="en-US" sz="1400" dirty="0">
                <a:solidFill>
                  <a:srgbClr val="000000"/>
                </a:solidFill>
                <a:latin typeface="Meiryo UI" panose="020B0604030504040204" pitchFamily="50" charset="-128"/>
                <a:ea typeface="Meiryo UI" panose="020B0604030504040204" pitchFamily="50" charset="-128"/>
                <a:cs typeface="Arial" panose="020B0604020202020204" pitchFamily="34" charset="0"/>
              </a:rPr>
              <a:t>で適合すること。</a:t>
            </a:r>
            <a:endParaRPr kumimoji="1" lang="en-US" altLang="ja-JP"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endParaRPr>
          </a:p>
          <a:p>
            <a:pPr lvl="0" algn="l" fontAlgn="auto">
              <a:spcBef>
                <a:spcPts val="0"/>
              </a:spcBef>
              <a:spcAft>
                <a:spcPts val="0"/>
              </a:spcAft>
              <a:defRPr/>
            </a:pPr>
            <a:r>
              <a:rPr kumimoji="1" lang="en-US" altLang="ja-JP"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rPr>
              <a:t>*2 </a:t>
            </a:r>
            <a:r>
              <a:rPr lang="en-US" altLang="ja-JP" sz="1400" dirty="0">
                <a:solidFill>
                  <a:srgbClr val="000000"/>
                </a:solidFill>
                <a:latin typeface="Meiryo UI" panose="020B0604030504040204" pitchFamily="50" charset="-128"/>
                <a:ea typeface="Meiryo UI" panose="020B0604030504040204" pitchFamily="50" charset="-128"/>
                <a:cs typeface="Arial" panose="020B0604020202020204" pitchFamily="34" charset="0"/>
              </a:rPr>
              <a:t>Honda</a:t>
            </a:r>
            <a:r>
              <a:rPr lang="ja-JP" altLang="en-US" sz="1400" dirty="0">
                <a:solidFill>
                  <a:srgbClr val="000000"/>
                </a:solidFill>
                <a:latin typeface="Meiryo UI" panose="020B0604030504040204" pitchFamily="50" charset="-128"/>
                <a:ea typeface="Meiryo UI" panose="020B0604030504040204" pitchFamily="50" charset="-128"/>
                <a:cs typeface="Arial" panose="020B0604020202020204" pitchFamily="34" charset="0"/>
              </a:rPr>
              <a:t>は、</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solidFill>
                  <a:srgbClr val="0000FF"/>
                </a:solidFill>
                <a:latin typeface="Meiryo UI" panose="020B0604030504040204" pitchFamily="50" charset="-128"/>
                <a:ea typeface="Meiryo UI" panose="020B0604030504040204" pitchFamily="50" charset="-128"/>
                <a:cs typeface="Arial" pitchFamily="34" charset="0"/>
              </a:rPr>
              <a:t> </a:t>
            </a:r>
            <a:r>
              <a:rPr lang="ja-JP" altLang="en-US" sz="1400" dirty="0">
                <a:solidFill>
                  <a:srgbClr val="000000"/>
                </a:solidFill>
                <a:latin typeface="Meiryo UI" panose="020B0604030504040204" pitchFamily="50" charset="-128"/>
                <a:ea typeface="Meiryo UI" panose="020B0604030504040204" pitchFamily="50" charset="-128"/>
                <a:cs typeface="Arial" panose="020B0604020202020204" pitchFamily="34" charset="0"/>
              </a:rPr>
              <a:t>のソフトウェア変更および影響についての見積りを決定したい </a:t>
            </a:r>
            <a:endParaRPr kumimoji="1" lang="ja-JP" altLang="en-US"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endParaRPr>
          </a:p>
        </p:txBody>
      </p:sp>
      <p:sp>
        <p:nvSpPr>
          <p:cNvPr id="9" name="Text Box 2"/>
          <p:cNvSpPr txBox="1">
            <a:spLocks noChangeArrowheads="1"/>
          </p:cNvSpPr>
          <p:nvPr/>
        </p:nvSpPr>
        <p:spPr bwMode="auto">
          <a:xfrm>
            <a:off x="250829" y="96703"/>
            <a:ext cx="88931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1800" dirty="0">
                <a:solidFill>
                  <a:srgbClr val="FFFFFF"/>
                </a:solidFill>
                <a:latin typeface="Meiryo UI" panose="020B0604030504040204" pitchFamily="50" charset="-128"/>
                <a:ea typeface="Meiryo UI" panose="020B0604030504040204" pitchFamily="50" charset="-128"/>
                <a:cs typeface="Arial" pitchFamily="34" charset="0"/>
              </a:rPr>
              <a:t>17. EMS Report Maturity and Quality Verification (22/31)</a:t>
            </a:r>
            <a:endParaRPr lang="en-US" altLang="ja-JP" sz="1050" dirty="0">
              <a:solidFill>
                <a:srgbClr val="FFFFFF"/>
              </a:solidFill>
              <a:latin typeface="HGPｺﾞｼｯｸE" pitchFamily="50" charset="-128"/>
              <a:ea typeface="HGPｺﾞｼｯｸE" pitchFamily="50" charset="-128"/>
              <a:cs typeface="Arial" pitchFamily="34" charset="0"/>
            </a:endParaRPr>
          </a:p>
        </p:txBody>
      </p:sp>
    </p:spTree>
    <p:extLst>
      <p:ext uri="{BB962C8B-B14F-4D97-AF65-F5344CB8AC3E}">
        <p14:creationId xmlns:p14="http://schemas.microsoft.com/office/powerpoint/2010/main" val="2326457676"/>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テキスト ボックス 4"/>
          <p:cNvSpPr txBox="1"/>
          <p:nvPr/>
        </p:nvSpPr>
        <p:spPr>
          <a:xfrm>
            <a:off x="250829" y="2474549"/>
            <a:ext cx="8569235" cy="1577355"/>
          </a:xfrm>
          <a:prstGeom prst="rect">
            <a:avLst/>
          </a:prstGeom>
          <a:noFill/>
        </p:spPr>
        <p:txBody>
          <a:bodyPr wrap="square" rtlCol="0">
            <a:spAutoFit/>
          </a:bodyPr>
          <a:lstStyle/>
          <a:p>
            <a:pPr algn="l" fontAlgn="auto">
              <a:spcBef>
                <a:spcPts val="300"/>
              </a:spcBef>
              <a:spcAft>
                <a:spcPts val="0"/>
              </a:spcAft>
            </a:pPr>
            <a:r>
              <a:rPr lang="ja-JP" altLang="en-US" sz="1400" dirty="0">
                <a:solidFill>
                  <a:prstClr val="black"/>
                </a:solidFill>
                <a:latin typeface="Meiryo UI" panose="020B0604030504040204" pitchFamily="50" charset="-128"/>
                <a:ea typeface="Meiryo UI" panose="020B0604030504040204" pitchFamily="50" charset="-128"/>
              </a:rPr>
              <a:t>ソフトウェアを発行において、事前に</a:t>
            </a:r>
            <a:r>
              <a:rPr lang="en-US" altLang="ja-JP" sz="1400" dirty="0">
                <a:solidFill>
                  <a:prstClr val="black"/>
                </a:solidFill>
                <a:latin typeface="Meiryo UI" panose="020B0604030504040204" pitchFamily="50" charset="-128"/>
                <a:ea typeface="Meiryo UI" panose="020B0604030504040204" pitchFamily="50" charset="-128"/>
              </a:rPr>
              <a:t>CDFX</a:t>
            </a:r>
            <a:r>
              <a:rPr lang="ja-JP" altLang="en-US" sz="1400" dirty="0">
                <a:solidFill>
                  <a:prstClr val="black"/>
                </a:solidFill>
                <a:latin typeface="Meiryo UI" panose="020B0604030504040204" pitchFamily="50" charset="-128"/>
                <a:ea typeface="Meiryo UI" panose="020B0604030504040204" pitchFamily="50" charset="-128"/>
              </a:rPr>
              <a:t>ファイルにて指定された</a:t>
            </a:r>
            <a:r>
              <a:rPr lang="en-US" altLang="ja-JP" sz="1400" dirty="0">
                <a:solidFill>
                  <a:prstClr val="black"/>
                </a:solidFill>
                <a:latin typeface="Meiryo UI" panose="020B0604030504040204" pitchFamily="50" charset="-128"/>
                <a:ea typeface="Meiryo UI" panose="020B0604030504040204" pitchFamily="50" charset="-128"/>
              </a:rPr>
              <a:t>HONDA</a:t>
            </a:r>
            <a:r>
              <a:rPr lang="ja-JP" altLang="en-US" sz="1400" dirty="0">
                <a:solidFill>
                  <a:prstClr val="black"/>
                </a:solidFill>
                <a:latin typeface="Meiryo UI" panose="020B0604030504040204" pitchFamily="50" charset="-128"/>
                <a:ea typeface="Meiryo UI" panose="020B0604030504040204" pitchFamily="50" charset="-128"/>
              </a:rPr>
              <a:t>役責データを、発行するソフトウェアに</a:t>
            </a:r>
            <a:endParaRPr lang="en-US" altLang="ja-JP" sz="1400" dirty="0">
              <a:solidFill>
                <a:prstClr val="black"/>
              </a:solidFill>
              <a:latin typeface="Meiryo UI" panose="020B0604030504040204" pitchFamily="50" charset="-128"/>
              <a:ea typeface="Meiryo UI" panose="020B0604030504040204" pitchFamily="50" charset="-128"/>
            </a:endParaRPr>
          </a:p>
          <a:p>
            <a:pPr algn="l" fontAlgn="auto">
              <a:spcBef>
                <a:spcPts val="300"/>
              </a:spcBef>
              <a:spcAft>
                <a:spcPts val="0"/>
              </a:spcAft>
            </a:pPr>
            <a:r>
              <a:rPr lang="ja-JP" altLang="en-US" sz="1400" dirty="0">
                <a:solidFill>
                  <a:prstClr val="black"/>
                </a:solidFill>
                <a:latin typeface="Meiryo UI" panose="020B0604030504040204" pitchFamily="50" charset="-128"/>
                <a:ea typeface="Meiryo UI" panose="020B0604030504040204" pitchFamily="50" charset="-128"/>
              </a:rPr>
              <a:t>反映して納入する。</a:t>
            </a:r>
            <a:endParaRPr lang="en-US" altLang="ja-JP" sz="1400" dirty="0">
              <a:solidFill>
                <a:prstClr val="black"/>
              </a:solidFill>
              <a:latin typeface="Meiryo UI" panose="020B0604030504040204" pitchFamily="50" charset="-128"/>
              <a:ea typeface="Meiryo UI" panose="020B0604030504040204" pitchFamily="50" charset="-128"/>
            </a:endParaRPr>
          </a:p>
          <a:p>
            <a:pPr algn="l" fontAlgn="auto">
              <a:spcBef>
                <a:spcPts val="300"/>
              </a:spcBef>
              <a:spcAft>
                <a:spcPts val="0"/>
              </a:spcAft>
            </a:pPr>
            <a:r>
              <a:rPr lang="en-US" altLang="ja-JP" sz="1400" dirty="0">
                <a:solidFill>
                  <a:prstClr val="black"/>
                </a:solidFill>
                <a:latin typeface="Meiryo UI" panose="020B0604030504040204" pitchFamily="50" charset="-128"/>
                <a:ea typeface="Meiryo UI" panose="020B0604030504040204" pitchFamily="50" charset="-128"/>
              </a:rPr>
              <a:t>HONDA</a:t>
            </a:r>
            <a:r>
              <a:rPr lang="ja-JP" altLang="en-US" sz="1400" dirty="0">
                <a:solidFill>
                  <a:prstClr val="black"/>
                </a:solidFill>
                <a:latin typeface="Meiryo UI" panose="020B0604030504040204" pitchFamily="50" charset="-128"/>
                <a:ea typeface="Meiryo UI" panose="020B0604030504040204" pitchFamily="50" charset="-128"/>
              </a:rPr>
              <a:t>役責データは</a:t>
            </a:r>
            <a:r>
              <a:rPr lang="en-US" altLang="ja-JP" sz="1400" dirty="0">
                <a:solidFill>
                  <a:prstClr val="black"/>
                </a:solidFill>
                <a:latin typeface="Meiryo UI" panose="020B0604030504040204" pitchFamily="50" charset="-128"/>
                <a:ea typeface="Meiryo UI" panose="020B0604030504040204" pitchFamily="50" charset="-128"/>
              </a:rPr>
              <a:t>PAL list</a:t>
            </a:r>
            <a:r>
              <a:rPr lang="ja-JP" altLang="en-US" sz="1400" dirty="0">
                <a:solidFill>
                  <a:prstClr val="black"/>
                </a:solidFill>
                <a:latin typeface="Meiryo UI" panose="020B0604030504040204" pitchFamily="50" charset="-128"/>
                <a:ea typeface="Meiryo UI" panose="020B0604030504040204" pitchFamily="50" charset="-128"/>
              </a:rPr>
              <a:t>によって指定される</a:t>
            </a:r>
            <a:r>
              <a:rPr lang="en-US" altLang="ja-JP" sz="1400" dirty="0">
                <a:solidFill>
                  <a:prstClr val="black"/>
                </a:solidFill>
                <a:latin typeface="Meiryo UI" panose="020B0604030504040204" pitchFamily="50" charset="-128"/>
                <a:ea typeface="Meiryo UI" panose="020B0604030504040204" pitchFamily="50" charset="-128"/>
              </a:rPr>
              <a:t>.</a:t>
            </a:r>
          </a:p>
          <a:p>
            <a:pPr algn="l" fontAlgn="auto">
              <a:spcBef>
                <a:spcPts val="300"/>
              </a:spcBef>
              <a:spcAft>
                <a:spcPts val="0"/>
              </a:spcAft>
            </a:pPr>
            <a:endParaRPr lang="en-US" altLang="ja-JP" sz="1400" dirty="0">
              <a:solidFill>
                <a:prstClr val="black"/>
              </a:solidFill>
              <a:latin typeface="Meiryo UI" panose="020B0604030504040204" pitchFamily="50" charset="-128"/>
              <a:ea typeface="Meiryo UI" panose="020B0604030504040204" pitchFamily="50" charset="-128"/>
            </a:endParaRPr>
          </a:p>
          <a:p>
            <a:pPr algn="l" fontAlgn="auto">
              <a:spcBef>
                <a:spcPts val="300"/>
              </a:spcBef>
              <a:spcAft>
                <a:spcPts val="0"/>
              </a:spcAft>
            </a:pP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solidFill>
                  <a:prstClr val="black"/>
                </a:solidFill>
                <a:latin typeface="Meiryo UI" panose="020B0604030504040204" pitchFamily="50" charset="-128"/>
                <a:ea typeface="Meiryo UI" panose="020B0604030504040204" pitchFamily="50" charset="-128"/>
              </a:rPr>
              <a:t>は、</a:t>
            </a:r>
            <a:r>
              <a:rPr lang="en-US" altLang="ja-JP" sz="1400" dirty="0">
                <a:solidFill>
                  <a:prstClr val="black"/>
                </a:solidFill>
                <a:latin typeface="Meiryo UI" panose="020B0604030504040204" pitchFamily="50" charset="-128"/>
                <a:ea typeface="Meiryo UI" panose="020B0604030504040204" pitchFamily="50" charset="-128"/>
              </a:rPr>
              <a:t>HONDA</a:t>
            </a:r>
            <a:r>
              <a:rPr lang="ja-JP" altLang="en-US" sz="1400" dirty="0">
                <a:solidFill>
                  <a:prstClr val="black"/>
                </a:solidFill>
                <a:latin typeface="Meiryo UI" panose="020B0604030504040204" pitchFamily="50" charset="-128"/>
                <a:ea typeface="Meiryo UI" panose="020B0604030504040204" pitchFamily="50" charset="-128"/>
              </a:rPr>
              <a:t>からの</a:t>
            </a:r>
            <a:r>
              <a:rPr lang="en-US" altLang="ja-JP" sz="1400" dirty="0">
                <a:solidFill>
                  <a:prstClr val="black"/>
                </a:solidFill>
                <a:latin typeface="Meiryo UI" panose="020B0604030504040204" pitchFamily="50" charset="-128"/>
                <a:ea typeface="Meiryo UI" panose="020B0604030504040204" pitchFamily="50" charset="-128"/>
              </a:rPr>
              <a:t>CDFX</a:t>
            </a:r>
            <a:r>
              <a:rPr lang="ja-JP" altLang="en-US" sz="1400" dirty="0">
                <a:solidFill>
                  <a:prstClr val="black"/>
                </a:solidFill>
                <a:latin typeface="Meiryo UI" panose="020B0604030504040204" pitchFamily="50" charset="-128"/>
                <a:ea typeface="Meiryo UI" panose="020B0604030504040204" pitchFamily="50" charset="-128"/>
              </a:rPr>
              <a:t>ファイル発行日と、それに先行する</a:t>
            </a:r>
            <a:r>
              <a:rPr lang="en-US" altLang="ja-JP" sz="1400" dirty="0">
                <a:solidFill>
                  <a:prstClr val="black"/>
                </a:solidFill>
                <a:latin typeface="Meiryo UI" panose="020B0604030504040204" pitchFamily="50" charset="-128"/>
                <a:ea typeface="Meiryo UI" panose="020B0604030504040204" pitchFamily="50" charset="-128"/>
              </a:rPr>
              <a:t>PAL list</a:t>
            </a:r>
            <a:r>
              <a:rPr lang="ja-JP" altLang="en-US" sz="1400" dirty="0">
                <a:solidFill>
                  <a:prstClr val="black"/>
                </a:solidFill>
                <a:latin typeface="Meiryo UI" panose="020B0604030504040204" pitchFamily="50" charset="-128"/>
                <a:ea typeface="Meiryo UI" panose="020B0604030504040204" pitchFamily="50" charset="-128"/>
              </a:rPr>
              <a:t>発行日を</a:t>
            </a:r>
            <a:r>
              <a:rPr lang="en-US" altLang="ja-JP" sz="1400" dirty="0">
                <a:solidFill>
                  <a:prstClr val="black"/>
                </a:solidFill>
                <a:latin typeface="Meiryo UI" panose="020B0604030504040204" pitchFamily="50" charset="-128"/>
                <a:ea typeface="Meiryo UI" panose="020B0604030504040204" pitchFamily="50" charset="-128"/>
              </a:rPr>
              <a:t>HONDA</a:t>
            </a:r>
            <a:r>
              <a:rPr lang="ja-JP" altLang="en-US" sz="1400" dirty="0">
                <a:solidFill>
                  <a:prstClr val="black"/>
                </a:solidFill>
                <a:latin typeface="Meiryo UI" panose="020B0604030504040204" pitchFamily="50" charset="-128"/>
                <a:ea typeface="Meiryo UI" panose="020B0604030504040204" pitchFamily="50" charset="-128"/>
              </a:rPr>
              <a:t>に提示し</a:t>
            </a:r>
            <a:endParaRPr lang="en-US" altLang="ja-JP" sz="1400" dirty="0">
              <a:solidFill>
                <a:prstClr val="black"/>
              </a:solidFill>
              <a:latin typeface="Meiryo UI" panose="020B0604030504040204" pitchFamily="50" charset="-128"/>
              <a:ea typeface="Meiryo UI" panose="020B0604030504040204" pitchFamily="50" charset="-128"/>
            </a:endParaRPr>
          </a:p>
          <a:p>
            <a:pPr algn="l" fontAlgn="auto">
              <a:spcBef>
                <a:spcPts val="300"/>
              </a:spcBef>
              <a:spcAft>
                <a:spcPts val="0"/>
              </a:spcAft>
            </a:pPr>
            <a:r>
              <a:rPr lang="ja-JP" altLang="en-US" sz="1400" dirty="0">
                <a:solidFill>
                  <a:prstClr val="black"/>
                </a:solidFill>
                <a:latin typeface="Meiryo UI" panose="020B0604030504040204" pitchFamily="50" charset="-128"/>
                <a:ea typeface="Meiryo UI" panose="020B0604030504040204" pitchFamily="50" charset="-128"/>
              </a:rPr>
              <a:t>日程整合を行う</a:t>
            </a:r>
          </a:p>
        </p:txBody>
      </p:sp>
      <p:sp>
        <p:nvSpPr>
          <p:cNvPr id="7" name="テキスト ボックス 6"/>
          <p:cNvSpPr txBox="1"/>
          <p:nvPr/>
        </p:nvSpPr>
        <p:spPr>
          <a:xfrm>
            <a:off x="250829" y="496813"/>
            <a:ext cx="8438607" cy="1346522"/>
          </a:xfrm>
          <a:prstGeom prst="rect">
            <a:avLst/>
          </a:prstGeom>
          <a:noFill/>
        </p:spPr>
        <p:txBody>
          <a:bodyPr wrap="square" rtlCol="0">
            <a:spAutoFit/>
          </a:bodyPr>
          <a:lstStyle/>
          <a:p>
            <a:pPr algn="l"/>
            <a:r>
              <a:rPr lang="en-US" altLang="ja-JP" sz="1800" b="1" u="sng" dirty="0">
                <a:latin typeface="Meiryo UI" panose="020B0604030504040204" pitchFamily="50" charset="-128"/>
                <a:ea typeface="+mj-ea"/>
                <a:cs typeface="Arial" panose="020B0604020202020204" pitchFamily="34" charset="0"/>
              </a:rPr>
              <a:t>PAL List Release at Same Time of New SW Releasing</a:t>
            </a:r>
          </a:p>
          <a:p>
            <a:pPr algn="l"/>
            <a:endParaRPr lang="en-US" altLang="ja-JP" sz="1400" dirty="0">
              <a:latin typeface="Meiryo UI" panose="020B0604030504040204" pitchFamily="50" charset="-128"/>
              <a:ea typeface="+mj-ea"/>
              <a:cs typeface="Arial" panose="020B0604020202020204" pitchFamily="34" charset="0"/>
            </a:endParaRPr>
          </a:p>
          <a:p>
            <a:pPr algn="l">
              <a:spcBef>
                <a:spcPts val="300"/>
              </a:spcBef>
            </a:pPr>
            <a:r>
              <a:rPr lang="en-US" altLang="ja-JP" sz="1400" dirty="0">
                <a:latin typeface="Meiryo UI" panose="020B0604030504040204" pitchFamily="50" charset="-128"/>
                <a:ea typeface="+mj-ea"/>
                <a:cs typeface="Arial" panose="020B0604020202020204" pitchFamily="34" charset="0"/>
              </a:rPr>
              <a:t>Honda responsibility data shall be included in the hex file.</a:t>
            </a:r>
          </a:p>
          <a:p>
            <a:pPr algn="l">
              <a:spcBef>
                <a:spcPts val="300"/>
              </a:spcBef>
            </a:pPr>
            <a:r>
              <a:rPr lang="en-US" altLang="ja-JP" sz="1400" dirty="0">
                <a:latin typeface="Meiryo UI" panose="020B0604030504040204" pitchFamily="50" charset="-128"/>
                <a:ea typeface="+mj-ea"/>
                <a:cs typeface="Arial" panose="020B0604020202020204" pitchFamily="34" charset="0"/>
              </a:rPr>
              <a:t>This date is handled by </a:t>
            </a:r>
            <a:r>
              <a:rPr lang="en-US" altLang="ja-JP" sz="1400" dirty="0" err="1">
                <a:latin typeface="Meiryo UI" panose="020B0604030504040204" pitchFamily="50" charset="-128"/>
                <a:ea typeface="+mj-ea"/>
                <a:cs typeface="Arial" panose="020B0604020202020204" pitchFamily="34" charset="0"/>
              </a:rPr>
              <a:t>cdfx</a:t>
            </a:r>
            <a:r>
              <a:rPr lang="en-US" altLang="ja-JP" sz="1400" dirty="0">
                <a:latin typeface="Meiryo UI" panose="020B0604030504040204" pitchFamily="50" charset="-128"/>
                <a:ea typeface="+mj-ea"/>
                <a:cs typeface="Arial" panose="020B0604020202020204" pitchFamily="34" charset="0"/>
              </a:rPr>
              <a:t> file. Honda responsibility data is defined by PAL List.</a:t>
            </a:r>
          </a:p>
          <a:p>
            <a:pPr algn="l">
              <a:spcBef>
                <a:spcPts val="300"/>
              </a:spcBef>
            </a:pP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dirty="0">
                <a:latin typeface="Meiryo UI" panose="020B0604030504040204" pitchFamily="50" charset="-128"/>
                <a:ea typeface="+mj-ea"/>
                <a:cs typeface="Arial" panose="020B0604020202020204" pitchFamily="34" charset="0"/>
              </a:rPr>
              <a:t> shall inform the PAL List releasing day and due date of </a:t>
            </a:r>
            <a:r>
              <a:rPr lang="en-US" altLang="ja-JP" sz="1400" dirty="0" err="1">
                <a:latin typeface="Meiryo UI" panose="020B0604030504040204" pitchFamily="50" charset="-128"/>
                <a:ea typeface="+mj-ea"/>
                <a:cs typeface="Arial" panose="020B0604020202020204" pitchFamily="34" charset="0"/>
              </a:rPr>
              <a:t>cdfx</a:t>
            </a:r>
            <a:r>
              <a:rPr lang="en-US" altLang="ja-JP" sz="1400" dirty="0">
                <a:latin typeface="Meiryo UI" panose="020B0604030504040204" pitchFamily="50" charset="-128"/>
                <a:ea typeface="+mj-ea"/>
                <a:cs typeface="Arial" panose="020B0604020202020204" pitchFamily="34" charset="0"/>
              </a:rPr>
              <a:t> providing by Honda.</a:t>
            </a:r>
          </a:p>
        </p:txBody>
      </p:sp>
      <p:sp>
        <p:nvSpPr>
          <p:cNvPr id="8" name="Text Box 2"/>
          <p:cNvSpPr txBox="1">
            <a:spLocks noChangeArrowheads="1"/>
          </p:cNvSpPr>
          <p:nvPr/>
        </p:nvSpPr>
        <p:spPr bwMode="auto">
          <a:xfrm>
            <a:off x="250829" y="96703"/>
            <a:ext cx="88931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1800" dirty="0">
                <a:solidFill>
                  <a:srgbClr val="FFFFFF"/>
                </a:solidFill>
                <a:latin typeface="Meiryo UI" panose="020B0604030504040204" pitchFamily="50" charset="-128"/>
                <a:ea typeface="Meiryo UI" panose="020B0604030504040204" pitchFamily="50" charset="-128"/>
                <a:cs typeface="Arial" pitchFamily="34" charset="0"/>
              </a:rPr>
              <a:t>17. EMS Report Maturity and Quality Verification (23/31)</a:t>
            </a:r>
            <a:endParaRPr lang="en-US" altLang="ja-JP" sz="1050" dirty="0">
              <a:solidFill>
                <a:srgbClr val="FFFFFF"/>
              </a:solidFill>
              <a:latin typeface="HGPｺﾞｼｯｸE" pitchFamily="50" charset="-128"/>
              <a:ea typeface="HGPｺﾞｼｯｸE" pitchFamily="50" charset="-128"/>
              <a:cs typeface="Arial" pitchFamily="34" charset="0"/>
            </a:endParaRPr>
          </a:p>
        </p:txBody>
      </p:sp>
      <p:sp>
        <p:nvSpPr>
          <p:cNvPr id="11" name="コンテンツ プレースホルダー 2">
            <a:extLst>
              <a:ext uri="{FF2B5EF4-FFF2-40B4-BE49-F238E27FC236}">
                <a16:creationId xmlns:a16="http://schemas.microsoft.com/office/drawing/2014/main" id="{346AF6FE-590F-4347-8E38-347627D01B9E}"/>
              </a:ext>
            </a:extLst>
          </p:cNvPr>
          <p:cNvSpPr txBox="1">
            <a:spLocks/>
          </p:cNvSpPr>
          <p:nvPr>
            <p:custDataLst>
              <p:tags r:id="rId1"/>
            </p:custDataLst>
          </p:nvPr>
        </p:nvSpPr>
        <p:spPr bwMode="auto">
          <a:xfrm>
            <a:off x="5133739" y="4477805"/>
            <a:ext cx="3765454" cy="508473"/>
          </a:xfrm>
          <a:prstGeom prst="rect">
            <a:avLst/>
          </a:prstGeom>
          <a:noFill/>
          <a:ln w="0">
            <a:noFill/>
            <a:miter lim="800000"/>
            <a:headEnd/>
            <a:tailEnd/>
          </a:ln>
          <a:effectLst/>
          <a:extLs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vert="horz" wrap="none" lIns="0" tIns="0" rIns="0" bIns="0" numCol="1" anchor="t" anchorCtr="0" compatLnSpc="1">
            <a:prstTxWarp prst="textNoShape">
              <a:avLst/>
            </a:prstTxWarp>
            <a:spAutoFit/>
          </a:bodyPr>
          <a:lstStyle>
            <a:lvl1pPr marL="251460" indent="-251460" algn="l" rtl="0" eaLnBrk="1" fontAlgn="base" hangingPunct="1">
              <a:lnSpc>
                <a:spcPts val="2300"/>
              </a:lnSpc>
              <a:spcBef>
                <a:spcPts val="500"/>
              </a:spcBef>
              <a:spcAft>
                <a:spcPct val="0"/>
              </a:spcAft>
              <a:buClrTx/>
              <a:buSzPct val="100000"/>
              <a:buFontTx/>
              <a:buNone/>
              <a:defRPr kumimoji="1" sz="1800" b="0" i="0" u="none">
                <a:solidFill>
                  <a:schemeClr val="tx1"/>
                </a:solidFill>
                <a:latin typeface="Bosch Office Sans" panose="020B0604020202020204" pitchFamily="34" charset="0"/>
                <a:ea typeface="+mn-ea"/>
                <a:cs typeface="Arial" pitchFamily="34" charset="0"/>
              </a:defRPr>
            </a:lvl1pPr>
            <a:lvl2pPr marL="467360" indent="-467360" algn="l" rtl="0" eaLnBrk="1" fontAlgn="base" hangingPunct="1">
              <a:lnSpc>
                <a:spcPts val="2000"/>
              </a:lnSpc>
              <a:spcBef>
                <a:spcPts val="500"/>
              </a:spcBef>
              <a:spcAft>
                <a:spcPct val="0"/>
              </a:spcAft>
              <a:buClrTx/>
              <a:buSzPct val="100000"/>
              <a:buFontTx/>
              <a:buNone/>
              <a:defRPr kumimoji="1" sz="1600" b="0" i="0" u="none">
                <a:solidFill>
                  <a:schemeClr val="tx1"/>
                </a:solidFill>
                <a:latin typeface="Bosch Office Sans" panose="020B0604020202020204" pitchFamily="34" charset="0"/>
                <a:cs typeface="Arial" pitchFamily="34" charset="0"/>
              </a:defRPr>
            </a:lvl2pPr>
            <a:lvl3pPr marL="647700" indent="-647700" algn="l" rtl="0" eaLnBrk="1" fontAlgn="base" hangingPunct="1">
              <a:lnSpc>
                <a:spcPts val="1700"/>
              </a:lnSpc>
              <a:spcBef>
                <a:spcPts val="500"/>
              </a:spcBef>
              <a:spcAft>
                <a:spcPct val="0"/>
              </a:spcAft>
              <a:buClrTx/>
              <a:buSzPct val="100000"/>
              <a:buFontTx/>
              <a:buNone/>
              <a:defRPr kumimoji="1" sz="1400" b="0" i="0" u="none">
                <a:solidFill>
                  <a:schemeClr val="tx1"/>
                </a:solidFill>
                <a:latin typeface="Bosch Office Sans" panose="020B0604020202020204" pitchFamily="34" charset="0"/>
                <a:cs typeface="Arial" pitchFamily="34" charset="0"/>
              </a:defRPr>
            </a:lvl3pPr>
            <a:lvl4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4pPr>
            <a:lvl5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5pPr>
            <a:lvl6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6pPr>
            <a:lvl7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7pPr>
            <a:lvl8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8pPr>
            <a:lvl9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9pPr>
          </a:lstStyle>
          <a:p>
            <a:pPr marL="0" indent="0">
              <a:lnSpc>
                <a:spcPct val="105000"/>
              </a:lnSpc>
              <a:spcBef>
                <a:spcPts val="600"/>
              </a:spcBef>
              <a:spcAft>
                <a:spcPts val="0"/>
              </a:spcAft>
            </a:pPr>
            <a:r>
              <a:rPr lang="en-US" altLang="ja-JP" sz="1400" b="1" kern="0">
                <a:latin typeface="Meiryo UI" panose="020B0604030504040204" pitchFamily="50" charset="-128"/>
              </a:rPr>
              <a:t>※</a:t>
            </a:r>
            <a:r>
              <a:rPr lang="ja-JP" altLang="en-US" sz="1400" b="1" kern="0">
                <a:latin typeface="Meiryo UI" panose="020B0604030504040204" pitchFamily="50" charset="-128"/>
              </a:rPr>
              <a:t> </a:t>
            </a:r>
            <a:r>
              <a:rPr lang="en-US" altLang="ja-JP" sz="1400" b="1" kern="0">
                <a:latin typeface="Meiryo UI" panose="020B0604030504040204" pitchFamily="50" charset="-128"/>
              </a:rPr>
              <a:t>Refer to “PAL_CR_sample” excel file.</a:t>
            </a:r>
          </a:p>
          <a:p>
            <a:pPr marL="0" indent="0">
              <a:lnSpc>
                <a:spcPct val="105000"/>
              </a:lnSpc>
              <a:spcBef>
                <a:spcPts val="600"/>
              </a:spcBef>
              <a:spcAft>
                <a:spcPts val="0"/>
              </a:spcAft>
            </a:pPr>
            <a:r>
              <a:rPr lang="en-US" altLang="ja-JP" sz="1400" b="1" kern="0">
                <a:latin typeface="Meiryo UI" panose="020B0604030504040204" pitchFamily="50" charset="-128"/>
              </a:rPr>
              <a:t>In “17.EMS maturity &amp; quality” holder</a:t>
            </a:r>
          </a:p>
        </p:txBody>
      </p:sp>
    </p:spTree>
    <p:extLst>
      <p:ext uri="{BB962C8B-B14F-4D97-AF65-F5344CB8AC3E}">
        <p14:creationId xmlns:p14="http://schemas.microsoft.com/office/powerpoint/2010/main" val="3441164198"/>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テキスト ボックス 9"/>
          <p:cNvSpPr txBox="1"/>
          <p:nvPr/>
        </p:nvSpPr>
        <p:spPr>
          <a:xfrm>
            <a:off x="237766" y="4133409"/>
            <a:ext cx="8906234" cy="2654573"/>
          </a:xfrm>
          <a:prstGeom prst="rect">
            <a:avLst/>
          </a:prstGeom>
          <a:noFill/>
        </p:spPr>
        <p:txBody>
          <a:bodyPr wrap="square" rtlCol="0">
            <a:spAutoFit/>
          </a:bodyPr>
          <a:lstStyle/>
          <a:p>
            <a:pPr algn="l" fontAlgn="auto">
              <a:spcBef>
                <a:spcPts val="300"/>
              </a:spcBef>
              <a:spcAft>
                <a:spcPts val="0"/>
              </a:spcAft>
            </a:pPr>
            <a:r>
              <a:rPr lang="en-US" altLang="ja-JP" sz="1800" b="1" u="sng" dirty="0">
                <a:solidFill>
                  <a:prstClr val="black"/>
                </a:solidFill>
                <a:latin typeface="Meiryo UI" panose="020B0604030504040204" pitchFamily="50" charset="-128"/>
                <a:ea typeface="Meiryo UI" panose="020B0604030504040204" pitchFamily="50" charset="-128"/>
              </a:rPr>
              <a:t>PAL</a:t>
            </a:r>
            <a:r>
              <a:rPr lang="ja-JP" altLang="en-US" sz="1800" b="1" u="sng" dirty="0">
                <a:solidFill>
                  <a:prstClr val="black"/>
                </a:solidFill>
                <a:latin typeface="Meiryo UI" panose="020B0604030504040204" pitchFamily="50" charset="-128"/>
                <a:ea typeface="Meiryo UI" panose="020B0604030504040204" pitchFamily="50" charset="-128"/>
              </a:rPr>
              <a:t>の役責変更方法</a:t>
            </a:r>
          </a:p>
          <a:p>
            <a:pPr algn="l" fontAlgn="auto">
              <a:spcBef>
                <a:spcPts val="300"/>
              </a:spcBef>
              <a:spcAft>
                <a:spcPts val="0"/>
              </a:spcAft>
            </a:pPr>
            <a:r>
              <a:rPr lang="en-US" altLang="ja-JP" sz="1400" dirty="0">
                <a:solidFill>
                  <a:prstClr val="black"/>
                </a:solidFill>
                <a:latin typeface="Meiryo UI" panose="020B0604030504040204" pitchFamily="50" charset="-128"/>
                <a:ea typeface="Meiryo UI" panose="020B0604030504040204" pitchFamily="50" charset="-128"/>
              </a:rPr>
              <a:t>&lt;Honda</a:t>
            </a:r>
            <a:r>
              <a:rPr lang="ja-JP" altLang="en-US" sz="1400" dirty="0">
                <a:solidFill>
                  <a:prstClr val="black"/>
                </a:solidFill>
                <a:latin typeface="Meiryo UI" panose="020B0604030504040204" pitchFamily="50" charset="-128"/>
                <a:ea typeface="Meiryo UI" panose="020B0604030504040204" pitchFamily="50" charset="-128"/>
              </a:rPr>
              <a:t>から</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solidFill>
                  <a:prstClr val="black"/>
                </a:solidFill>
                <a:latin typeface="Meiryo UI" panose="020B0604030504040204" pitchFamily="50" charset="-128"/>
                <a:ea typeface="Meiryo UI" panose="020B0604030504040204" pitchFamily="50" charset="-128"/>
              </a:rPr>
              <a:t>へ依頼する場合</a:t>
            </a:r>
            <a:r>
              <a:rPr lang="en-US" altLang="ja-JP" sz="1400" dirty="0">
                <a:solidFill>
                  <a:prstClr val="black"/>
                </a:solidFill>
                <a:latin typeface="Meiryo UI" panose="020B0604030504040204" pitchFamily="50" charset="-128"/>
                <a:ea typeface="Meiryo UI" panose="020B0604030504040204" pitchFamily="50" charset="-128"/>
              </a:rPr>
              <a:t>&gt;</a:t>
            </a:r>
          </a:p>
          <a:p>
            <a:pPr algn="l" fontAlgn="auto">
              <a:spcBef>
                <a:spcPts val="300"/>
              </a:spcBef>
              <a:spcAft>
                <a:spcPts val="0"/>
              </a:spcAft>
            </a:pPr>
            <a:r>
              <a:rPr lang="en-US" altLang="ja-JP" sz="1400" dirty="0">
                <a:solidFill>
                  <a:prstClr val="black"/>
                </a:solidFill>
                <a:latin typeface="Meiryo UI" panose="020B0604030504040204" pitchFamily="50" charset="-128"/>
                <a:ea typeface="Meiryo UI" panose="020B0604030504040204" pitchFamily="50" charset="-128"/>
              </a:rPr>
              <a:t>Honda</a:t>
            </a:r>
            <a:r>
              <a:rPr lang="ja-JP" altLang="en-US" sz="1400" dirty="0">
                <a:solidFill>
                  <a:prstClr val="black"/>
                </a:solidFill>
                <a:latin typeface="Meiryo UI" panose="020B0604030504040204" pitchFamily="50" charset="-128"/>
                <a:ea typeface="Meiryo UI" panose="020B0604030504040204" pitchFamily="50" charset="-128"/>
              </a:rPr>
              <a:t>は所定の変更依頼書</a:t>
            </a:r>
            <a:r>
              <a:rPr lang="en-US" altLang="ja-JP" sz="1400" dirty="0">
                <a:solidFill>
                  <a:prstClr val="black"/>
                </a:solidFill>
                <a:latin typeface="Meiryo UI" panose="020B0604030504040204" pitchFamily="50" charset="-128"/>
                <a:ea typeface="Meiryo UI" panose="020B0604030504040204" pitchFamily="50" charset="-128"/>
              </a:rPr>
              <a:t>FORMAT</a:t>
            </a:r>
            <a:r>
              <a:rPr lang="ja-JP" altLang="en-US" sz="1400" dirty="0">
                <a:solidFill>
                  <a:prstClr val="black"/>
                </a:solidFill>
                <a:latin typeface="Meiryo UI" panose="020B0604030504040204" pitchFamily="50" charset="-128"/>
                <a:ea typeface="Meiryo UI" panose="020B0604030504040204" pitchFamily="50" charset="-128"/>
              </a:rPr>
              <a:t>を起票し、</a:t>
            </a:r>
            <a:r>
              <a:rPr lang="en-US" altLang="ja-JP" sz="1400" dirty="0">
                <a:solidFill>
                  <a:prstClr val="black"/>
                </a:solidFill>
                <a:latin typeface="Meiryo UI" panose="020B0604030504040204" pitchFamily="50" charset="-128"/>
                <a:ea typeface="Meiryo UI" panose="020B0604030504040204" pitchFamily="50" charset="-128"/>
              </a:rPr>
              <a:t>Honda</a:t>
            </a:r>
            <a:r>
              <a:rPr lang="ja-JP" altLang="en-US" sz="1400" dirty="0">
                <a:solidFill>
                  <a:prstClr val="black"/>
                </a:solidFill>
                <a:latin typeface="Meiryo UI" panose="020B0604030504040204" pitchFamily="50" charset="-128"/>
                <a:ea typeface="Meiryo UI" panose="020B0604030504040204" pitchFamily="50" charset="-128"/>
              </a:rPr>
              <a:t>窓口担当より</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solidFill>
                  <a:prstClr val="black"/>
                </a:solidFill>
                <a:latin typeface="Meiryo UI" panose="020B0604030504040204" pitchFamily="50" charset="-128"/>
                <a:ea typeface="Meiryo UI" panose="020B0604030504040204" pitchFamily="50" charset="-128"/>
              </a:rPr>
              <a:t>へ依頼する。</a:t>
            </a:r>
            <a:endParaRPr lang="en-US" altLang="ja-JP" sz="1400" dirty="0">
              <a:solidFill>
                <a:prstClr val="black"/>
              </a:solidFill>
              <a:latin typeface="Meiryo UI" panose="020B0604030504040204" pitchFamily="50" charset="-128"/>
              <a:ea typeface="Meiryo UI" panose="020B0604030504040204" pitchFamily="50" charset="-128"/>
            </a:endParaRPr>
          </a:p>
          <a:p>
            <a:pPr algn="l" fontAlgn="auto">
              <a:spcBef>
                <a:spcPts val="300"/>
              </a:spcBef>
              <a:spcAft>
                <a:spcPts val="0"/>
              </a:spcAft>
            </a:pP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solidFill>
                  <a:prstClr val="black"/>
                </a:solidFill>
                <a:latin typeface="Meiryo UI" panose="020B0604030504040204" pitchFamily="50" charset="-128"/>
                <a:ea typeface="Meiryo UI" panose="020B0604030504040204" pitchFamily="50" charset="-128"/>
              </a:rPr>
              <a:t>は変更依頼書を確認し、問題無ければ変更依頼書に合意の記載を行い、</a:t>
            </a:r>
            <a:r>
              <a:rPr lang="en-US" altLang="ja-JP" sz="1400" dirty="0">
                <a:solidFill>
                  <a:prstClr val="black"/>
                </a:solidFill>
                <a:latin typeface="Meiryo UI" panose="020B0604030504040204" pitchFamily="50" charset="-128"/>
                <a:ea typeface="Meiryo UI" panose="020B0604030504040204" pitchFamily="50" charset="-128"/>
              </a:rPr>
              <a:t>Honda</a:t>
            </a:r>
            <a:r>
              <a:rPr lang="ja-JP" altLang="en-US" sz="1400" dirty="0">
                <a:solidFill>
                  <a:prstClr val="black"/>
                </a:solidFill>
                <a:latin typeface="Meiryo UI" panose="020B0604030504040204" pitchFamily="50" charset="-128"/>
                <a:ea typeface="Meiryo UI" panose="020B0604030504040204" pitchFamily="50" charset="-128"/>
              </a:rPr>
              <a:t>へ返送する。</a:t>
            </a:r>
            <a:endParaRPr lang="en-US" altLang="ja-JP" sz="1400" dirty="0">
              <a:solidFill>
                <a:prstClr val="black"/>
              </a:solidFill>
              <a:latin typeface="Meiryo UI" panose="020B0604030504040204" pitchFamily="50" charset="-128"/>
              <a:ea typeface="Meiryo UI" panose="020B0604030504040204" pitchFamily="50" charset="-128"/>
            </a:endParaRPr>
          </a:p>
          <a:p>
            <a:pPr algn="l" fontAlgn="auto">
              <a:spcBef>
                <a:spcPts val="300"/>
              </a:spcBef>
              <a:spcAft>
                <a:spcPts val="0"/>
              </a:spcAft>
            </a:pPr>
            <a:r>
              <a:rPr lang="ja-JP" altLang="en-US" sz="1400" dirty="0">
                <a:solidFill>
                  <a:prstClr val="black"/>
                </a:solidFill>
                <a:latin typeface="Meiryo UI" panose="020B0604030504040204" pitchFamily="50" charset="-128"/>
                <a:ea typeface="Meiryo UI" panose="020B0604030504040204" pitchFamily="50" charset="-128"/>
              </a:rPr>
              <a:t>問題ある場合は協議を行い、協議結果に基づき</a:t>
            </a:r>
            <a:r>
              <a:rPr lang="en-US" altLang="ja-JP" sz="1400" dirty="0">
                <a:solidFill>
                  <a:prstClr val="black"/>
                </a:solidFill>
                <a:latin typeface="Meiryo UI" panose="020B0604030504040204" pitchFamily="50" charset="-128"/>
                <a:ea typeface="Meiryo UI" panose="020B0604030504040204" pitchFamily="50" charset="-128"/>
              </a:rPr>
              <a:t>Honda</a:t>
            </a:r>
            <a:r>
              <a:rPr lang="ja-JP" altLang="en-US" sz="1400" dirty="0">
                <a:solidFill>
                  <a:prstClr val="black"/>
                </a:solidFill>
                <a:latin typeface="Meiryo UI" panose="020B0604030504040204" pitchFamily="50" charset="-128"/>
                <a:ea typeface="Meiryo UI" panose="020B0604030504040204" pitchFamily="50" charset="-128"/>
              </a:rPr>
              <a:t>が変更依頼書を再発行する。</a:t>
            </a:r>
            <a:endParaRPr lang="en-US" altLang="ja-JP" sz="1400" dirty="0">
              <a:solidFill>
                <a:prstClr val="black"/>
              </a:solidFill>
              <a:latin typeface="Meiryo UI" panose="020B0604030504040204" pitchFamily="50" charset="-128"/>
              <a:ea typeface="Meiryo UI" panose="020B0604030504040204" pitchFamily="50" charset="-128"/>
            </a:endParaRPr>
          </a:p>
          <a:p>
            <a:pPr algn="l" fontAlgn="auto">
              <a:spcBef>
                <a:spcPts val="300"/>
              </a:spcBef>
              <a:spcAft>
                <a:spcPts val="0"/>
              </a:spcAft>
            </a:pPr>
            <a:endParaRPr lang="en-US" altLang="ja-JP" sz="1400" dirty="0">
              <a:solidFill>
                <a:prstClr val="black"/>
              </a:solidFill>
              <a:latin typeface="Meiryo UI" panose="020B0604030504040204" pitchFamily="50" charset="-128"/>
              <a:ea typeface="Meiryo UI" panose="020B0604030504040204" pitchFamily="50" charset="-128"/>
            </a:endParaRPr>
          </a:p>
          <a:p>
            <a:pPr algn="l" fontAlgn="auto">
              <a:spcBef>
                <a:spcPts val="300"/>
              </a:spcBef>
              <a:spcAft>
                <a:spcPts val="0"/>
              </a:spcAft>
            </a:pPr>
            <a:r>
              <a:rPr lang="en-US" altLang="ja-JP" sz="1400" dirty="0">
                <a:solidFill>
                  <a:prstClr val="black"/>
                </a:solidFill>
                <a:latin typeface="Meiryo UI" panose="020B0604030504040204" pitchFamily="50" charset="-128"/>
                <a:ea typeface="Meiryo UI" panose="020B0604030504040204" pitchFamily="50" charset="-128"/>
              </a:rPr>
              <a:t>&lt;</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solidFill>
                  <a:prstClr val="black"/>
                </a:solidFill>
                <a:latin typeface="Meiryo UI" panose="020B0604030504040204" pitchFamily="50" charset="-128"/>
                <a:ea typeface="Meiryo UI" panose="020B0604030504040204" pitchFamily="50" charset="-128"/>
              </a:rPr>
              <a:t>から</a:t>
            </a:r>
            <a:r>
              <a:rPr lang="en-US" altLang="ja-JP" sz="1400" dirty="0">
                <a:solidFill>
                  <a:prstClr val="black"/>
                </a:solidFill>
                <a:latin typeface="Meiryo UI" panose="020B0604030504040204" pitchFamily="50" charset="-128"/>
                <a:ea typeface="Meiryo UI" panose="020B0604030504040204" pitchFamily="50" charset="-128"/>
              </a:rPr>
              <a:t>Honda</a:t>
            </a:r>
            <a:r>
              <a:rPr lang="ja-JP" altLang="en-US" sz="1400" dirty="0">
                <a:solidFill>
                  <a:prstClr val="black"/>
                </a:solidFill>
                <a:latin typeface="Meiryo UI" panose="020B0604030504040204" pitchFamily="50" charset="-128"/>
                <a:ea typeface="Meiryo UI" panose="020B0604030504040204" pitchFamily="50" charset="-128"/>
              </a:rPr>
              <a:t>へ依頼する場合</a:t>
            </a:r>
            <a:r>
              <a:rPr lang="en-US" altLang="ja-JP" sz="1400" dirty="0">
                <a:solidFill>
                  <a:prstClr val="black"/>
                </a:solidFill>
                <a:latin typeface="Meiryo UI" panose="020B0604030504040204" pitchFamily="50" charset="-128"/>
                <a:ea typeface="Meiryo UI" panose="020B0604030504040204" pitchFamily="50" charset="-128"/>
              </a:rPr>
              <a:t>&gt;</a:t>
            </a:r>
          </a:p>
          <a:p>
            <a:pPr algn="l" fontAlgn="auto">
              <a:spcBef>
                <a:spcPts val="300"/>
              </a:spcBef>
              <a:spcAft>
                <a:spcPts val="0"/>
              </a:spcAft>
            </a:pP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solidFill>
                  <a:prstClr val="black"/>
                </a:solidFill>
                <a:latin typeface="Meiryo UI" panose="020B0604030504040204" pitchFamily="50" charset="-128"/>
                <a:ea typeface="Meiryo UI" panose="020B0604030504040204" pitchFamily="50" charset="-128"/>
              </a:rPr>
              <a:t>は所定の変更依頼書</a:t>
            </a:r>
            <a:r>
              <a:rPr lang="en-US" altLang="ja-JP" sz="1400" dirty="0">
                <a:solidFill>
                  <a:prstClr val="black"/>
                </a:solidFill>
                <a:latin typeface="Meiryo UI" panose="020B0604030504040204" pitchFamily="50" charset="-128"/>
                <a:ea typeface="Meiryo UI" panose="020B0604030504040204" pitchFamily="50" charset="-128"/>
              </a:rPr>
              <a:t>FORMAT</a:t>
            </a:r>
            <a:r>
              <a:rPr lang="ja-JP" altLang="en-US" sz="1400" dirty="0">
                <a:solidFill>
                  <a:prstClr val="black"/>
                </a:solidFill>
                <a:latin typeface="Meiryo UI" panose="020B0604030504040204" pitchFamily="50" charset="-128"/>
                <a:ea typeface="Meiryo UI" panose="020B0604030504040204" pitchFamily="50" charset="-128"/>
              </a:rPr>
              <a:t>を起票し、</a:t>
            </a:r>
            <a:r>
              <a:rPr lang="en-US" altLang="ja-JP" sz="1400" dirty="0">
                <a:solidFill>
                  <a:prstClr val="black"/>
                </a:solidFill>
                <a:latin typeface="Meiryo UI" panose="020B0604030504040204" pitchFamily="50" charset="-128"/>
                <a:ea typeface="Meiryo UI" panose="020B0604030504040204" pitchFamily="50" charset="-128"/>
              </a:rPr>
              <a:t>Honda</a:t>
            </a:r>
            <a:r>
              <a:rPr lang="ja-JP" altLang="en-US" sz="1400" dirty="0">
                <a:solidFill>
                  <a:prstClr val="black"/>
                </a:solidFill>
                <a:latin typeface="Meiryo UI" panose="020B0604030504040204" pitchFamily="50" charset="-128"/>
                <a:ea typeface="Meiryo UI" panose="020B0604030504040204" pitchFamily="50" charset="-128"/>
              </a:rPr>
              <a:t>窓口担当へ依頼する。</a:t>
            </a:r>
            <a:endParaRPr lang="en-US" altLang="ja-JP" sz="1400" dirty="0">
              <a:solidFill>
                <a:prstClr val="black"/>
              </a:solidFill>
              <a:latin typeface="Meiryo UI" panose="020B0604030504040204" pitchFamily="50" charset="-128"/>
              <a:ea typeface="Meiryo UI" panose="020B0604030504040204" pitchFamily="50" charset="-128"/>
            </a:endParaRPr>
          </a:p>
          <a:p>
            <a:pPr algn="l" fontAlgn="auto">
              <a:spcBef>
                <a:spcPts val="300"/>
              </a:spcBef>
              <a:spcAft>
                <a:spcPts val="0"/>
              </a:spcAft>
            </a:pPr>
            <a:r>
              <a:rPr lang="en-US" altLang="ja-JP" sz="1400" dirty="0">
                <a:solidFill>
                  <a:prstClr val="black"/>
                </a:solidFill>
                <a:latin typeface="Meiryo UI" panose="020B0604030504040204" pitchFamily="50" charset="-128"/>
                <a:ea typeface="Meiryo UI" panose="020B0604030504040204" pitchFamily="50" charset="-128"/>
              </a:rPr>
              <a:t>Honda</a:t>
            </a:r>
            <a:r>
              <a:rPr lang="ja-JP" altLang="en-US" sz="1400" dirty="0">
                <a:solidFill>
                  <a:prstClr val="black"/>
                </a:solidFill>
                <a:latin typeface="Meiryo UI" panose="020B0604030504040204" pitchFamily="50" charset="-128"/>
                <a:ea typeface="Meiryo UI" panose="020B0604030504040204" pitchFamily="50" charset="-128"/>
              </a:rPr>
              <a:t>は変更依頼書を確認し、問題無ければ変更依頼書に合意の記載を行い、</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solidFill>
                  <a:prstClr val="black"/>
                </a:solidFill>
                <a:latin typeface="Meiryo UI" panose="020B0604030504040204" pitchFamily="50" charset="-128"/>
                <a:ea typeface="Meiryo UI" panose="020B0604030504040204" pitchFamily="50" charset="-128"/>
              </a:rPr>
              <a:t>へ返送する。</a:t>
            </a:r>
            <a:endParaRPr lang="en-US" altLang="ja-JP" sz="1400" dirty="0">
              <a:solidFill>
                <a:prstClr val="black"/>
              </a:solidFill>
              <a:latin typeface="Meiryo UI" panose="020B0604030504040204" pitchFamily="50" charset="-128"/>
              <a:ea typeface="Meiryo UI" panose="020B0604030504040204" pitchFamily="50" charset="-128"/>
            </a:endParaRPr>
          </a:p>
          <a:p>
            <a:pPr algn="l" fontAlgn="auto">
              <a:spcBef>
                <a:spcPts val="300"/>
              </a:spcBef>
              <a:spcAft>
                <a:spcPts val="0"/>
              </a:spcAft>
            </a:pPr>
            <a:r>
              <a:rPr lang="ja-JP" altLang="en-US" sz="1400" dirty="0">
                <a:solidFill>
                  <a:prstClr val="black"/>
                </a:solidFill>
                <a:latin typeface="Meiryo UI" panose="020B0604030504040204" pitchFamily="50" charset="-128"/>
                <a:ea typeface="Meiryo UI" panose="020B0604030504040204" pitchFamily="50" charset="-128"/>
              </a:rPr>
              <a:t>問題ある場合は協議を行い、協議結果に基づき</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solidFill>
                  <a:prstClr val="black"/>
                </a:solidFill>
                <a:latin typeface="Meiryo UI" panose="020B0604030504040204" pitchFamily="50" charset="-128"/>
                <a:ea typeface="Meiryo UI" panose="020B0604030504040204" pitchFamily="50" charset="-128"/>
              </a:rPr>
              <a:t>が変更依頼書を再発行する</a:t>
            </a:r>
            <a:endParaRPr lang="en-US" altLang="ja-JP" sz="1400" dirty="0">
              <a:solidFill>
                <a:prstClr val="black"/>
              </a:solidFill>
              <a:latin typeface="Meiryo UI" panose="020B0604030504040204" pitchFamily="50" charset="-128"/>
              <a:ea typeface="Meiryo UI" panose="020B0604030504040204" pitchFamily="50" charset="-128"/>
            </a:endParaRPr>
          </a:p>
        </p:txBody>
      </p:sp>
      <p:sp>
        <p:nvSpPr>
          <p:cNvPr id="9" name="テキスト ボックス 8"/>
          <p:cNvSpPr txBox="1"/>
          <p:nvPr/>
        </p:nvSpPr>
        <p:spPr>
          <a:xfrm>
            <a:off x="237766" y="490370"/>
            <a:ext cx="8906234" cy="3485570"/>
          </a:xfrm>
          <a:prstGeom prst="rect">
            <a:avLst/>
          </a:prstGeom>
          <a:noFill/>
        </p:spPr>
        <p:txBody>
          <a:bodyPr wrap="square" rtlCol="0">
            <a:spAutoFit/>
          </a:bodyPr>
          <a:lstStyle/>
          <a:p>
            <a:pPr algn="l">
              <a:spcBef>
                <a:spcPts val="300"/>
              </a:spcBef>
            </a:pPr>
            <a:r>
              <a:rPr lang="en-US" altLang="ja-JP" sz="1800" b="1" u="sng" dirty="0">
                <a:latin typeface="Meiryo UI" panose="020B0604030504040204" pitchFamily="50" charset="-128"/>
                <a:ea typeface="+mj-ea"/>
                <a:cs typeface="Arial" panose="020B0604020202020204" pitchFamily="34" charset="0"/>
              </a:rPr>
              <a:t>How to Update PAL List</a:t>
            </a:r>
          </a:p>
          <a:p>
            <a:pPr algn="l">
              <a:spcBef>
                <a:spcPts val="300"/>
              </a:spcBef>
            </a:pPr>
            <a:r>
              <a:rPr lang="en-US" altLang="ja-JP" sz="1400" dirty="0">
                <a:latin typeface="Meiryo UI" panose="020B0604030504040204" pitchFamily="50" charset="-128"/>
                <a:ea typeface="+mj-ea"/>
                <a:cs typeface="Arial" panose="020B0604020202020204" pitchFamily="34" charset="0"/>
              </a:rPr>
              <a:t>&lt;In case of Honda requests&gt; </a:t>
            </a:r>
          </a:p>
          <a:p>
            <a:pPr algn="l">
              <a:spcBef>
                <a:spcPts val="300"/>
              </a:spcBef>
            </a:pPr>
            <a:r>
              <a:rPr lang="en-US" altLang="ja-JP" sz="1400" dirty="0">
                <a:latin typeface="Meiryo UI" panose="020B0604030504040204" pitchFamily="50" charset="-128"/>
                <a:ea typeface="+mj-ea"/>
                <a:cs typeface="Arial" panose="020B0604020202020204" pitchFamily="34" charset="0"/>
              </a:rPr>
              <a:t>Honda is required to issue PAL change request using attached file.</a:t>
            </a:r>
          </a:p>
          <a:p>
            <a:pPr algn="l">
              <a:spcBef>
                <a:spcPts val="300"/>
              </a:spcBef>
            </a:pP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dirty="0">
                <a:latin typeface="Meiryo UI" panose="020B0604030504040204" pitchFamily="50" charset="-128"/>
                <a:ea typeface="+mj-ea"/>
                <a:cs typeface="Arial" panose="020B0604020202020204" pitchFamily="34" charset="0"/>
              </a:rPr>
              <a:t> needs to check it and if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dirty="0">
                <a:latin typeface="Meiryo UI" panose="020B0604030504040204" pitchFamily="50" charset="-128"/>
                <a:cs typeface="Arial" panose="020B0604020202020204" pitchFamily="34" charset="0"/>
              </a:rPr>
              <a:t> </a:t>
            </a:r>
            <a:r>
              <a:rPr lang="en-US" altLang="ja-JP" sz="1400" dirty="0">
                <a:latin typeface="Meiryo UI" panose="020B0604030504040204" pitchFamily="50" charset="-128"/>
                <a:ea typeface="+mj-ea"/>
                <a:cs typeface="Arial" panose="020B0604020202020204" pitchFamily="34" charset="0"/>
              </a:rPr>
              <a:t>agrees on it,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dirty="0">
                <a:latin typeface="Meiryo UI" panose="020B0604030504040204" pitchFamily="50" charset="-128"/>
                <a:cs typeface="Arial" panose="020B0604020202020204" pitchFamily="34" charset="0"/>
              </a:rPr>
              <a:t> </a:t>
            </a:r>
            <a:r>
              <a:rPr lang="en-US" altLang="ja-JP" sz="1400" dirty="0">
                <a:latin typeface="Meiryo UI" panose="020B0604030504040204" pitchFamily="50" charset="-128"/>
                <a:ea typeface="+mj-ea"/>
                <a:cs typeface="Arial" panose="020B0604020202020204" pitchFamily="34" charset="0"/>
              </a:rPr>
              <a:t>is required to sign up the document and send back to Honda.</a:t>
            </a:r>
          </a:p>
          <a:p>
            <a:pPr algn="l">
              <a:spcBef>
                <a:spcPts val="300"/>
              </a:spcBef>
            </a:pPr>
            <a:r>
              <a:rPr lang="en-US" altLang="ja-JP" sz="1400" dirty="0">
                <a:latin typeface="Meiryo UI" panose="020B0604030504040204" pitchFamily="50" charset="-128"/>
                <a:ea typeface="+mj-ea"/>
                <a:cs typeface="Arial" panose="020B0604020202020204" pitchFamily="34" charset="0"/>
              </a:rPr>
              <a:t>If not, Honda and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dirty="0">
                <a:latin typeface="Meiryo UI" panose="020B0604030504040204" pitchFamily="50" charset="-128"/>
                <a:cs typeface="Arial" panose="020B0604020202020204" pitchFamily="34" charset="0"/>
              </a:rPr>
              <a:t> </a:t>
            </a:r>
            <a:r>
              <a:rPr lang="en-US" altLang="ja-JP" sz="1400" dirty="0">
                <a:latin typeface="Meiryo UI" panose="020B0604030504040204" pitchFamily="50" charset="-128"/>
                <a:ea typeface="+mj-ea"/>
                <a:cs typeface="Arial" panose="020B0604020202020204" pitchFamily="34" charset="0"/>
              </a:rPr>
              <a:t>shall have discussion and after agreement, Honda is required to issue PAL change request.</a:t>
            </a:r>
          </a:p>
          <a:p>
            <a:pPr algn="l">
              <a:spcBef>
                <a:spcPts val="300"/>
              </a:spcBef>
            </a:pPr>
            <a:endParaRPr lang="en-US" altLang="ja-JP" sz="1400" dirty="0">
              <a:latin typeface="Meiryo UI" panose="020B0604030504040204" pitchFamily="50" charset="-128"/>
              <a:ea typeface="+mj-ea"/>
              <a:cs typeface="Arial" panose="020B0604020202020204" pitchFamily="34" charset="0"/>
            </a:endParaRPr>
          </a:p>
          <a:p>
            <a:pPr algn="l">
              <a:spcBef>
                <a:spcPts val="300"/>
              </a:spcBef>
            </a:pPr>
            <a:r>
              <a:rPr lang="en-US" altLang="ja-JP" sz="1400" dirty="0">
                <a:latin typeface="Meiryo UI" panose="020B0604030504040204" pitchFamily="50" charset="-128"/>
                <a:ea typeface="+mj-ea"/>
                <a:cs typeface="Arial" panose="020B0604020202020204" pitchFamily="34" charset="0"/>
              </a:rPr>
              <a:t>&lt;In case of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dirty="0">
                <a:solidFill>
                  <a:srgbClr val="FF0000"/>
                </a:solidFill>
                <a:latin typeface="Meiryo UI" panose="020B0604030504040204" pitchFamily="50" charset="-128"/>
                <a:ea typeface="+mj-ea"/>
                <a:cs typeface="Arial" panose="020B0604020202020204" pitchFamily="34" charset="0"/>
              </a:rPr>
              <a:t> </a:t>
            </a:r>
            <a:r>
              <a:rPr lang="en-US" altLang="ja-JP" sz="1400" dirty="0">
                <a:latin typeface="Meiryo UI" panose="020B0604030504040204" pitchFamily="50" charset="-128"/>
                <a:ea typeface="+mj-ea"/>
                <a:cs typeface="Arial" panose="020B0604020202020204" pitchFamily="34" charset="0"/>
              </a:rPr>
              <a:t>requests&gt; </a:t>
            </a:r>
          </a:p>
          <a:p>
            <a:pPr algn="l">
              <a:spcBef>
                <a:spcPts val="300"/>
              </a:spcBef>
            </a:pP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dirty="0">
                <a:latin typeface="Meiryo UI" panose="020B0604030504040204" pitchFamily="50" charset="-128"/>
                <a:ea typeface="+mj-ea"/>
                <a:cs typeface="Arial" panose="020B0604020202020204" pitchFamily="34" charset="0"/>
              </a:rPr>
              <a:t> </a:t>
            </a:r>
            <a:r>
              <a:rPr lang="en-US" altLang="ja-JP" sz="1400" dirty="0">
                <a:latin typeface="Meiryo UI" panose="020B0604030504040204" pitchFamily="50" charset="-128"/>
                <a:ea typeface="Meiryo UI" panose="020B0604030504040204" pitchFamily="50" charset="-128"/>
                <a:cs typeface="Arial" panose="020B0604020202020204" pitchFamily="34" charset="0"/>
              </a:rPr>
              <a:t>is required to issue PAL change request using attached file.</a:t>
            </a:r>
          </a:p>
          <a:p>
            <a:pPr algn="l">
              <a:spcBef>
                <a:spcPts val="300"/>
              </a:spcBef>
            </a:pPr>
            <a:r>
              <a:rPr lang="en-US" altLang="ja-JP" sz="1400" dirty="0">
                <a:latin typeface="Meiryo UI" panose="020B0604030504040204" pitchFamily="50" charset="-128"/>
                <a:ea typeface="Meiryo UI" panose="020B0604030504040204" pitchFamily="50" charset="-128"/>
                <a:cs typeface="Arial" panose="020B0604020202020204" pitchFamily="34" charset="0"/>
              </a:rPr>
              <a:t>Honda needs to check it and if Honda agrees on it, Honda is required to sign up the document and send back to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dirty="0">
                <a:latin typeface="Meiryo UI" panose="020B0604030504040204" pitchFamily="50" charset="-128"/>
                <a:cs typeface="Arial" panose="020B0604020202020204" pitchFamily="34" charset="0"/>
              </a:rPr>
              <a:t> </a:t>
            </a:r>
            <a:r>
              <a:rPr lang="en-US" altLang="ja-JP" sz="1400" dirty="0">
                <a:latin typeface="Meiryo UI" panose="020B0604030504040204" pitchFamily="50" charset="-128"/>
                <a:ea typeface="Meiryo UI" panose="020B0604030504040204" pitchFamily="50" charset="-128"/>
                <a:cs typeface="Arial" panose="020B0604020202020204" pitchFamily="34" charset="0"/>
              </a:rPr>
              <a:t>.</a:t>
            </a:r>
          </a:p>
          <a:p>
            <a:pPr algn="l">
              <a:spcBef>
                <a:spcPts val="300"/>
              </a:spcBef>
            </a:pPr>
            <a:r>
              <a:rPr lang="en-US" altLang="ja-JP" sz="1400" dirty="0">
                <a:latin typeface="Meiryo UI" panose="020B0604030504040204" pitchFamily="50" charset="-128"/>
                <a:ea typeface="Meiryo UI" panose="020B0604030504040204" pitchFamily="50" charset="-128"/>
                <a:cs typeface="Arial" panose="020B0604020202020204" pitchFamily="34" charset="0"/>
              </a:rPr>
              <a:t>If not, Honda and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solidFill>
                  <a:srgbClr val="FF0000"/>
                </a:solidFill>
                <a:latin typeface="Meiryo UI" panose="020B0604030504040204" pitchFamily="50" charset="-128"/>
                <a:ea typeface="Meiryo UI" panose="020B0604030504040204" pitchFamily="50" charset="-128"/>
                <a:cs typeface="Arial" panose="020B0604020202020204" pitchFamily="34" charset="0"/>
              </a:rPr>
              <a:t> </a:t>
            </a:r>
            <a:r>
              <a:rPr lang="en-US" altLang="ja-JP" sz="1400" dirty="0">
                <a:latin typeface="Meiryo UI" panose="020B0604030504040204" pitchFamily="50" charset="-128"/>
                <a:ea typeface="Meiryo UI" panose="020B0604030504040204" pitchFamily="50" charset="-128"/>
                <a:cs typeface="Arial" panose="020B0604020202020204" pitchFamily="34" charset="0"/>
              </a:rPr>
              <a:t>shall have discussion and after agreement, </a:t>
            </a:r>
            <a:r>
              <a:rPr lang="en-US" altLang="ja-JP" sz="1400" dirty="0">
                <a:solidFill>
                  <a:srgbClr val="0000FF"/>
                </a:solidFill>
                <a:latin typeface="Meiryo UI" panose="020B0604030504040204" pitchFamily="50" charset="-128"/>
                <a:ea typeface="Meiryo UI" panose="020B0604030504040204" pitchFamily="50" charset="-128"/>
                <a:cs typeface="Arial" panose="020B0604020202020204" pitchFamily="34" charset="0"/>
              </a:rPr>
              <a:t>Bosch</a:t>
            </a:r>
            <a:r>
              <a:rPr lang="en-US" altLang="ja-JP" sz="1400" dirty="0">
                <a:latin typeface="Meiryo UI" panose="020B0604030504040204" pitchFamily="50" charset="-128"/>
                <a:ea typeface="Meiryo UI" panose="020B0604030504040204" pitchFamily="50" charset="-128"/>
                <a:cs typeface="Arial" panose="020B0604020202020204" pitchFamily="34" charset="0"/>
              </a:rPr>
              <a:t> is required to issue PAL change request.</a:t>
            </a:r>
          </a:p>
        </p:txBody>
      </p:sp>
      <p:sp>
        <p:nvSpPr>
          <p:cNvPr id="11" name="Text Box 2"/>
          <p:cNvSpPr txBox="1">
            <a:spLocks noChangeArrowheads="1"/>
          </p:cNvSpPr>
          <p:nvPr/>
        </p:nvSpPr>
        <p:spPr bwMode="auto">
          <a:xfrm>
            <a:off x="250829" y="96703"/>
            <a:ext cx="88931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1800" dirty="0">
                <a:solidFill>
                  <a:srgbClr val="FFFFFF"/>
                </a:solidFill>
                <a:latin typeface="Meiryo UI" panose="020B0604030504040204" pitchFamily="50" charset="-128"/>
                <a:ea typeface="Meiryo UI" panose="020B0604030504040204" pitchFamily="50" charset="-128"/>
                <a:cs typeface="Arial" pitchFamily="34" charset="0"/>
              </a:rPr>
              <a:t>17. EMS Report Maturity and Quality Verification (24/31)</a:t>
            </a:r>
            <a:endParaRPr lang="en-US" altLang="ja-JP" sz="1050" dirty="0">
              <a:solidFill>
                <a:srgbClr val="FFFFFF"/>
              </a:solidFill>
              <a:latin typeface="HGPｺﾞｼｯｸE" pitchFamily="50" charset="-128"/>
              <a:ea typeface="HGPｺﾞｼｯｸE" pitchFamily="50" charset="-128"/>
              <a:cs typeface="Arial" pitchFamily="34" charset="0"/>
            </a:endParaRPr>
          </a:p>
        </p:txBody>
      </p:sp>
    </p:spTree>
    <p:extLst>
      <p:ext uri="{BB962C8B-B14F-4D97-AF65-F5344CB8AC3E}">
        <p14:creationId xmlns:p14="http://schemas.microsoft.com/office/powerpoint/2010/main" val="1173355228"/>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 name="表 15"/>
          <p:cNvGraphicFramePr>
            <a:graphicFrameLocks noGrp="1"/>
          </p:cNvGraphicFramePr>
          <p:nvPr>
            <p:extLst>
              <p:ext uri="{D42A27DB-BD31-4B8C-83A1-F6EECF244321}">
                <p14:modId xmlns:p14="http://schemas.microsoft.com/office/powerpoint/2010/main" val="2554827513"/>
              </p:ext>
            </p:extLst>
          </p:nvPr>
        </p:nvGraphicFramePr>
        <p:xfrm>
          <a:off x="107575" y="1460141"/>
          <a:ext cx="8847888" cy="4852706"/>
        </p:xfrm>
        <a:graphic>
          <a:graphicData uri="http://schemas.openxmlformats.org/drawingml/2006/table">
            <a:tbl>
              <a:tblPr firstRow="1" bandRow="1">
                <a:tableStyleId>{5940675A-B579-460E-94D1-54222C63F5DA}</a:tableStyleId>
              </a:tblPr>
              <a:tblGrid>
                <a:gridCol w="295808">
                  <a:extLst>
                    <a:ext uri="{9D8B030D-6E8A-4147-A177-3AD203B41FA5}">
                      <a16:colId xmlns:a16="http://schemas.microsoft.com/office/drawing/2014/main" val="20000"/>
                    </a:ext>
                  </a:extLst>
                </a:gridCol>
                <a:gridCol w="5096080">
                  <a:extLst>
                    <a:ext uri="{9D8B030D-6E8A-4147-A177-3AD203B41FA5}">
                      <a16:colId xmlns:a16="http://schemas.microsoft.com/office/drawing/2014/main" val="20001"/>
                    </a:ext>
                  </a:extLst>
                </a:gridCol>
                <a:gridCol w="864000">
                  <a:extLst>
                    <a:ext uri="{9D8B030D-6E8A-4147-A177-3AD203B41FA5}">
                      <a16:colId xmlns:a16="http://schemas.microsoft.com/office/drawing/2014/main" val="20002"/>
                    </a:ext>
                  </a:extLst>
                </a:gridCol>
                <a:gridCol w="864000">
                  <a:extLst>
                    <a:ext uri="{9D8B030D-6E8A-4147-A177-3AD203B41FA5}">
                      <a16:colId xmlns:a16="http://schemas.microsoft.com/office/drawing/2014/main" val="20003"/>
                    </a:ext>
                  </a:extLst>
                </a:gridCol>
                <a:gridCol w="864000">
                  <a:extLst>
                    <a:ext uri="{9D8B030D-6E8A-4147-A177-3AD203B41FA5}">
                      <a16:colId xmlns:a16="http://schemas.microsoft.com/office/drawing/2014/main" val="20004"/>
                    </a:ext>
                  </a:extLst>
                </a:gridCol>
                <a:gridCol w="864000">
                  <a:extLst>
                    <a:ext uri="{9D8B030D-6E8A-4147-A177-3AD203B41FA5}">
                      <a16:colId xmlns:a16="http://schemas.microsoft.com/office/drawing/2014/main" val="20005"/>
                    </a:ext>
                  </a:extLst>
                </a:gridCol>
              </a:tblGrid>
              <a:tr h="307993">
                <a:tc rowSpan="3" gridSpan="2">
                  <a:txBody>
                    <a:bodyPr/>
                    <a:lstStyle/>
                    <a:p>
                      <a:endParaRPr kumimoji="1" lang="ja-JP" altLang="en-US" sz="1400" dirty="0">
                        <a:latin typeface="Meiryo UI" panose="020B0604030504040204" pitchFamily="50" charset="-128"/>
                      </a:endParaRPr>
                    </a:p>
                  </a:txBody>
                  <a:tcPr>
                    <a:lnL w="12700" cap="flat" cmpd="sng" algn="ctr">
                      <a:noFill/>
                      <a:prstDash val="solid"/>
                      <a:round/>
                      <a:headEnd type="none" w="med" len="med"/>
                      <a:tailEnd type="none" w="med" len="med"/>
                    </a:lnL>
                    <a:lnT w="12700" cmpd="sng">
                      <a:noFill/>
                    </a:lnT>
                    <a:lnB w="12700" cap="flat" cmpd="sng" algn="ctr">
                      <a:solidFill>
                        <a:schemeClr val="tx1"/>
                      </a:solidFill>
                      <a:prstDash val="solid"/>
                      <a:round/>
                      <a:headEnd type="none" w="med" len="med"/>
                      <a:tailEnd type="none" w="med" len="med"/>
                    </a:lnB>
                  </a:tcPr>
                </a:tc>
                <a:tc rowSpan="3" hMerge="1">
                  <a:txBody>
                    <a:bodyPr/>
                    <a:lstStyle/>
                    <a:p>
                      <a:endParaRPr kumimoji="1" lang="ja-JP" altLang="en-US" sz="1400"/>
                    </a:p>
                  </a:txBody>
                  <a:tcPr>
                    <a:lnT w="12700" cmpd="sng">
                      <a:noFill/>
                    </a:lnT>
                    <a:lnB w="12700" cap="flat" cmpd="sng" algn="ctr">
                      <a:solidFill>
                        <a:schemeClr val="tx1"/>
                      </a:solidFill>
                      <a:prstDash val="solid"/>
                      <a:round/>
                      <a:headEnd type="none" w="med" len="med"/>
                      <a:tailEnd type="none" w="med" len="med"/>
                    </a:lnB>
                  </a:tcPr>
                </a:tc>
                <a:tc gridSpan="4">
                  <a:txBody>
                    <a:bodyPr/>
                    <a:lstStyle/>
                    <a:p>
                      <a:pPr algn="ctr"/>
                      <a:r>
                        <a:rPr kumimoji="1" lang="en-US" altLang="ja-JP" sz="1400">
                          <a:latin typeface="Meiryo UI" panose="020B0604030504040204" pitchFamily="50" charset="-128"/>
                        </a:rPr>
                        <a:t>To be released by every</a:t>
                      </a:r>
                      <a:endParaRPr kumimoji="1" lang="ja-JP" altLang="en-US" sz="1400">
                        <a:latin typeface="Meiryo UI" panose="020B0604030504040204" pitchFamily="50" charset="-128"/>
                      </a:endParaRPr>
                    </a:p>
                  </a:txBody>
                  <a:tcPr>
                    <a:solidFill>
                      <a:srgbClr val="FFFFCC"/>
                    </a:solidFill>
                  </a:tcPr>
                </a:tc>
                <a:tc hMerge="1">
                  <a:txBody>
                    <a:bodyPr/>
                    <a:lstStyle/>
                    <a:p>
                      <a:pPr algn="ctr"/>
                      <a:endParaRPr kumimoji="1" lang="ja-JP" altLang="en-US" sz="1400"/>
                    </a:p>
                  </a:txBody>
                  <a:tcPr>
                    <a:solidFill>
                      <a:srgbClr val="FFFFCC"/>
                    </a:solidFill>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10000"/>
                  </a:ext>
                </a:extLst>
              </a:tr>
              <a:tr h="307993">
                <a:tc gridSpan="2" vMerge="1">
                  <a:txBody>
                    <a:bodyPr/>
                    <a:lstStyle/>
                    <a:p>
                      <a:endParaRPr kumimoji="1" lang="ja-JP" altLang="en-US"/>
                    </a:p>
                  </a:txBody>
                  <a:tcPr/>
                </a:tc>
                <a:tc hMerge="1" vMerge="1">
                  <a:txBody>
                    <a:bodyPr/>
                    <a:lstStyle/>
                    <a:p>
                      <a:endParaRPr kumimoji="1" lang="ja-JP" altLang="en-US"/>
                    </a:p>
                  </a:txBody>
                  <a:tcPr/>
                </a:tc>
                <a:tc gridSpan="2">
                  <a:txBody>
                    <a:bodyPr/>
                    <a:lstStyle/>
                    <a:p>
                      <a:pPr algn="ctr"/>
                      <a:r>
                        <a:rPr kumimoji="1" lang="en-US" altLang="ja-JP" sz="1400">
                          <a:latin typeface="Meiryo UI" panose="020B0604030504040204" pitchFamily="50" charset="-128"/>
                        </a:rPr>
                        <a:t>Software </a:t>
                      </a:r>
                      <a:endParaRPr kumimoji="1" lang="ja-JP" altLang="en-US" sz="1400">
                        <a:latin typeface="Meiryo UI" panose="020B0604030504040204" pitchFamily="50" charset="-128"/>
                      </a:endParaRPr>
                    </a:p>
                  </a:txBody>
                  <a:tcPr anchor="ctr">
                    <a:lnB w="12700" cap="flat" cmpd="sng" algn="ctr">
                      <a:solidFill>
                        <a:schemeClr val="tx1"/>
                      </a:solidFill>
                      <a:prstDash val="solid"/>
                      <a:round/>
                      <a:headEnd type="none" w="med" len="med"/>
                      <a:tailEnd type="none" w="med" len="med"/>
                    </a:lnB>
                    <a:solidFill>
                      <a:srgbClr val="FFFFCC"/>
                    </a:solidFill>
                  </a:tcPr>
                </a:tc>
                <a:tc hMerge="1">
                  <a:txBody>
                    <a:bodyPr/>
                    <a:lstStyle/>
                    <a:p>
                      <a:pPr algn="ctr"/>
                      <a:endParaRPr kumimoji="1" lang="ja-JP" altLang="en-US" sz="1400"/>
                    </a:p>
                  </a:txBody>
                  <a:tcPr anchor="ctr">
                    <a:lnB w="12700" cap="flat" cmpd="sng" algn="ctr">
                      <a:solidFill>
                        <a:schemeClr val="tx1"/>
                      </a:solidFill>
                      <a:prstDash val="solid"/>
                      <a:round/>
                      <a:headEnd type="none" w="med" len="med"/>
                      <a:tailEnd type="none" w="med" len="med"/>
                    </a:lnB>
                    <a:solidFill>
                      <a:srgbClr val="FFFFCC"/>
                    </a:solidFill>
                  </a:tcPr>
                </a:tc>
                <a:tc gridSpan="2">
                  <a:txBody>
                    <a:bodyPr/>
                    <a:lstStyle/>
                    <a:p>
                      <a:pPr algn="ctr"/>
                      <a:r>
                        <a:rPr kumimoji="1" lang="en-US" altLang="ja-JP" sz="1400">
                          <a:latin typeface="Meiryo UI" panose="020B0604030504040204" pitchFamily="50" charset="-128"/>
                        </a:rPr>
                        <a:t>CAL dataset</a:t>
                      </a:r>
                      <a:endParaRPr kumimoji="1" lang="ja-JP" altLang="en-US" sz="1400">
                        <a:latin typeface="Meiryo UI" panose="020B0604030504040204" pitchFamily="50" charset="-128"/>
                      </a:endParaRPr>
                    </a:p>
                  </a:txBody>
                  <a:tcPr>
                    <a:solidFill>
                      <a:srgbClr val="FFFFCC"/>
                    </a:solidFill>
                  </a:tcPr>
                </a:tc>
                <a:tc hMerge="1">
                  <a:txBody>
                    <a:bodyPr/>
                    <a:lstStyle/>
                    <a:p>
                      <a:endParaRPr kumimoji="1" lang="ja-JP" altLang="en-US"/>
                    </a:p>
                  </a:txBody>
                  <a:tcPr/>
                </a:tc>
                <a:extLst>
                  <a:ext uri="{0D108BD9-81ED-4DB2-BD59-A6C34878D82A}">
                    <a16:rowId xmlns:a16="http://schemas.microsoft.com/office/drawing/2014/main" val="10001"/>
                  </a:ext>
                </a:extLst>
              </a:tr>
              <a:tr h="349214">
                <a:tc gridSpan="2" vMerge="1">
                  <a:txBody>
                    <a:bodyPr/>
                    <a:lstStyle/>
                    <a:p>
                      <a:endParaRPr kumimoji="1" lang="ja-JP" altLang="en-US"/>
                    </a:p>
                  </a:txBody>
                  <a:tcPr/>
                </a:tc>
                <a:tc hMerge="1" vMerge="1">
                  <a:txBody>
                    <a:bodyPr/>
                    <a:lstStyle/>
                    <a:p>
                      <a:endParaRPr kumimoji="1" lang="ja-JP" altLang="en-US" sz="1400"/>
                    </a:p>
                  </a:txBody>
                  <a:tcPr/>
                </a:tc>
                <a:tc rowSpan="2">
                  <a:txBody>
                    <a:bodyPr/>
                    <a:lstStyle/>
                    <a:p>
                      <a:pPr algn="ctr"/>
                      <a:r>
                        <a:rPr kumimoji="1" lang="en-US" altLang="ja-JP" sz="1400">
                          <a:latin typeface="Meiryo UI" panose="020B0604030504040204" pitchFamily="50" charset="-128"/>
                        </a:rPr>
                        <a:t>Prior</a:t>
                      </a:r>
                      <a:r>
                        <a:rPr kumimoji="1" lang="en-US" altLang="ja-JP" sz="1400" baseline="0">
                          <a:latin typeface="Meiryo UI" panose="020B0604030504040204" pitchFamily="50" charset="-128"/>
                        </a:rPr>
                        <a:t> to </a:t>
                      </a:r>
                    </a:p>
                    <a:p>
                      <a:pPr algn="ctr"/>
                      <a:r>
                        <a:rPr kumimoji="1" lang="en-US" altLang="ja-JP" sz="1400" baseline="0">
                          <a:latin typeface="Meiryo UI" panose="020B0604030504040204" pitchFamily="50" charset="-128"/>
                        </a:rPr>
                        <a:t>release</a:t>
                      </a:r>
                      <a:endParaRPr kumimoji="1" lang="ja-JP" altLang="en-US" sz="1400">
                        <a:latin typeface="Meiryo UI" panose="020B0604030504040204" pitchFamily="50" charset="-128"/>
                      </a:endParaRPr>
                    </a:p>
                  </a:txBody>
                  <a:tcPr anchor="ctr">
                    <a:lnT w="12700" cap="flat" cmpd="sng" algn="ctr">
                      <a:solidFill>
                        <a:schemeClr val="tx1"/>
                      </a:solidFill>
                      <a:prstDash val="solid"/>
                      <a:round/>
                      <a:headEnd type="none" w="med" len="med"/>
                      <a:tailEnd type="none" w="med" len="med"/>
                    </a:lnT>
                    <a:solidFill>
                      <a:srgbClr val="FFFFCC"/>
                    </a:solidFill>
                  </a:tcPr>
                </a:tc>
                <a:tc rowSpan="2">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400">
                          <a:latin typeface="Meiryo UI" panose="020B0604030504040204" pitchFamily="50" charset="-128"/>
                        </a:rPr>
                        <a:t>PVER</a:t>
                      </a:r>
                      <a:endParaRPr kumimoji="1" lang="ja-JP" altLang="en-US" sz="1400">
                        <a:latin typeface="Meiryo UI" panose="020B0604030504040204" pitchFamily="50" charset="-128"/>
                      </a:endParaRPr>
                    </a:p>
                  </a:txBody>
                  <a:tcPr anchor="ctr">
                    <a:lnT w="12700" cap="flat" cmpd="sng" algn="ctr">
                      <a:solidFill>
                        <a:schemeClr val="tx1"/>
                      </a:solidFill>
                      <a:prstDash val="solid"/>
                      <a:round/>
                      <a:headEnd type="none" w="med" len="med"/>
                      <a:tailEnd type="none" w="med" len="med"/>
                    </a:lnT>
                    <a:solidFill>
                      <a:srgbClr val="FFFFCC"/>
                    </a:solidFill>
                  </a:tcPr>
                </a:tc>
                <a:tc rowSpan="2">
                  <a:txBody>
                    <a:bodyPr/>
                    <a:lstStyle/>
                    <a:p>
                      <a:pPr algn="ctr"/>
                      <a:r>
                        <a:rPr kumimoji="1" lang="en-US" altLang="ja-JP" sz="1200">
                          <a:latin typeface="Meiryo UI" panose="020B0604030504040204" pitchFamily="50" charset="-128"/>
                        </a:rPr>
                        <a:t>Official</a:t>
                      </a:r>
                    </a:p>
                    <a:p>
                      <a:pPr algn="ctr"/>
                      <a:r>
                        <a:rPr kumimoji="1" lang="en-US" altLang="ja-JP" sz="1200">
                          <a:latin typeface="Meiryo UI" panose="020B0604030504040204" pitchFamily="50" charset="-128"/>
                        </a:rPr>
                        <a:t>(monthly and MPx )</a:t>
                      </a:r>
                      <a:endParaRPr kumimoji="1" lang="ja-JP" altLang="en-US" sz="1200">
                        <a:latin typeface="Meiryo UI" panose="020B0604030504040204" pitchFamily="50" charset="-128"/>
                      </a:endParaRPr>
                    </a:p>
                  </a:txBody>
                  <a:tcPr anchor="ctr">
                    <a:lnR w="12700" cap="flat" cmpd="sng" algn="ctr">
                      <a:solidFill>
                        <a:schemeClr val="tx1"/>
                      </a:solidFill>
                      <a:prstDash val="solid"/>
                      <a:round/>
                      <a:headEnd type="none" w="med" len="med"/>
                      <a:tailEnd type="none" w="med" len="med"/>
                    </a:lnR>
                    <a:solidFill>
                      <a:srgbClr val="FFFFCC"/>
                    </a:solidFill>
                  </a:tcPr>
                </a:tc>
                <a:tc rowSpan="2">
                  <a:txBody>
                    <a:bodyPr/>
                    <a:lstStyle/>
                    <a:p>
                      <a:pPr algn="ctr"/>
                      <a:r>
                        <a:rPr kumimoji="1" lang="en-US" altLang="ja-JP" sz="1200">
                          <a:latin typeface="Meiryo UI" panose="020B0604030504040204" pitchFamily="50" charset="-128"/>
                        </a:rPr>
                        <a:t>Emergency</a:t>
                      </a:r>
                    </a:p>
                    <a:p>
                      <a:pPr algn="ctr"/>
                      <a:r>
                        <a:rPr kumimoji="1" lang="en-US" altLang="ja-JP" sz="1200">
                          <a:latin typeface="Meiryo UI" panose="020B0604030504040204" pitchFamily="50" charset="-128"/>
                        </a:rPr>
                        <a:t>case</a:t>
                      </a:r>
                      <a:endParaRPr kumimoji="1" lang="ja-JP" altLang="en-US" sz="1200">
                        <a:latin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FFFFCC"/>
                    </a:solidFill>
                  </a:tcPr>
                </a:tc>
                <a:extLst>
                  <a:ext uri="{0D108BD9-81ED-4DB2-BD59-A6C34878D82A}">
                    <a16:rowId xmlns:a16="http://schemas.microsoft.com/office/drawing/2014/main" val="10002"/>
                  </a:ext>
                </a:extLst>
              </a:tr>
              <a:tr h="0">
                <a:tc>
                  <a:txBody>
                    <a:bodyPr/>
                    <a:lstStyle/>
                    <a:p>
                      <a:pPr algn="ctr"/>
                      <a:endParaRPr kumimoji="1" lang="ja-JP" altLang="en-US" sz="1400">
                        <a:latin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FFFFCC"/>
                    </a:solidFill>
                  </a:tcPr>
                </a:tc>
                <a:tc>
                  <a:txBody>
                    <a:bodyPr/>
                    <a:lstStyle/>
                    <a:p>
                      <a:pPr algn="ctr"/>
                      <a:r>
                        <a:rPr kumimoji="1" lang="en-US" altLang="ja-JP" sz="1400">
                          <a:latin typeface="Meiryo UI" panose="020B0604030504040204" pitchFamily="50" charset="-128"/>
                        </a:rPr>
                        <a:t>Required</a:t>
                      </a:r>
                      <a:r>
                        <a:rPr kumimoji="1" lang="en-US" altLang="ja-JP" sz="1400" baseline="0">
                          <a:latin typeface="Meiryo UI" panose="020B0604030504040204" pitchFamily="50" charset="-128"/>
                        </a:rPr>
                        <a:t> release document, some of sample files</a:t>
                      </a:r>
                      <a:endParaRPr kumimoji="1" lang="ja-JP" altLang="en-US" sz="1400">
                        <a:latin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FFFFCC"/>
                    </a:solidFill>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extLst>
                  <a:ext uri="{0D108BD9-81ED-4DB2-BD59-A6C34878D82A}">
                    <a16:rowId xmlns:a16="http://schemas.microsoft.com/office/drawing/2014/main" val="10003"/>
                  </a:ext>
                </a:extLst>
              </a:tr>
              <a:tr h="822960">
                <a:tc>
                  <a:txBody>
                    <a:bodyPr/>
                    <a:lstStyle/>
                    <a:p>
                      <a:r>
                        <a:rPr kumimoji="1" lang="en-US" altLang="ja-JP" sz="1400">
                          <a:latin typeface="Meiryo UI" panose="020B0604030504040204" pitchFamily="50" charset="-128"/>
                        </a:rPr>
                        <a:t>1</a:t>
                      </a:r>
                      <a:endParaRPr kumimoji="1" lang="ja-JP" altLang="en-US" sz="1400">
                        <a:latin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l"/>
                      <a:r>
                        <a:rPr kumimoji="1" lang="en-US" altLang="ja-JP" sz="1400" b="0" i="0" u="none" strike="noStrike" kern="1200" baseline="0">
                          <a:solidFill>
                            <a:schemeClr val="tx1"/>
                          </a:solidFill>
                          <a:latin typeface="Meiryo UI" panose="020B0604030504040204" pitchFamily="50" charset="-128"/>
                          <a:ea typeface="Meiryo UI" panose="020B0604030504040204" pitchFamily="50" charset="-128"/>
                          <a:cs typeface="+mn-cs"/>
                        </a:rPr>
                        <a:t>Change</a:t>
                      </a:r>
                      <a:r>
                        <a:rPr kumimoji="1" lang="ja-JP" altLang="en-US" sz="1400" b="0" i="0" u="none" strike="noStrike" kern="1200" baseline="0">
                          <a:solidFill>
                            <a:schemeClr val="tx1"/>
                          </a:solidFill>
                          <a:latin typeface="Meiryo UI" panose="020B0604030504040204" pitchFamily="50" charset="-128"/>
                          <a:ea typeface="Meiryo UI" panose="020B0604030504040204" pitchFamily="50" charset="-128"/>
                          <a:cs typeface="+mn-cs"/>
                        </a:rPr>
                        <a:t> </a:t>
                      </a:r>
                      <a:r>
                        <a:rPr kumimoji="1" lang="en-US" altLang="ja-JP" sz="1400" b="0" i="0" u="none" strike="noStrike" kern="1200" baseline="0">
                          <a:solidFill>
                            <a:schemeClr val="tx1"/>
                          </a:solidFill>
                          <a:latin typeface="Meiryo UI" panose="020B0604030504040204" pitchFamily="50" charset="-128"/>
                          <a:ea typeface="Meiryo UI" panose="020B0604030504040204" pitchFamily="50" charset="-128"/>
                          <a:cs typeface="+mn-cs"/>
                        </a:rPr>
                        <a:t>announcement(SRS)</a:t>
                      </a:r>
                    </a:p>
                    <a:p>
                      <a:pPr algn="l"/>
                      <a:r>
                        <a:rPr kumimoji="1" lang="ja-JP" altLang="en-US" sz="1400" b="0" i="0" u="none" strike="noStrike" kern="1200" baseline="0">
                          <a:solidFill>
                            <a:schemeClr val="tx1"/>
                          </a:solidFill>
                          <a:latin typeface="Meiryo UI" panose="020B0604030504040204" pitchFamily="50" charset="-128"/>
                          <a:ea typeface="Meiryo UI" panose="020B0604030504040204" pitchFamily="50" charset="-128"/>
                          <a:cs typeface="+mn-cs"/>
                        </a:rPr>
                        <a:t>・</a:t>
                      </a:r>
                      <a:r>
                        <a:rPr kumimoji="1" lang="en-US" altLang="ja-JP" sz="1400" b="0" i="0" u="none" strike="noStrike" kern="1200" baseline="0">
                          <a:solidFill>
                            <a:schemeClr val="tx1"/>
                          </a:solidFill>
                          <a:latin typeface="Meiryo UI" panose="020B0604030504040204" pitchFamily="50" charset="-128"/>
                          <a:ea typeface="Meiryo UI" panose="020B0604030504040204" pitchFamily="50" charset="-128"/>
                          <a:cs typeface="+mn-cs"/>
                        </a:rPr>
                        <a:t>Honda CR and modification proposal</a:t>
                      </a:r>
                      <a:r>
                        <a:rPr kumimoji="1" lang="ja-JP" altLang="en-US" sz="1400" b="0" i="0" u="none" strike="noStrike" kern="1200" baseline="0">
                          <a:solidFill>
                            <a:schemeClr val="tx1"/>
                          </a:solidFill>
                          <a:latin typeface="Meiryo UI" panose="020B0604030504040204" pitchFamily="50" charset="-128"/>
                          <a:ea typeface="Meiryo UI" panose="020B0604030504040204" pitchFamily="50" charset="-128"/>
                          <a:cs typeface="+mn-cs"/>
                        </a:rPr>
                        <a:t>     ・</a:t>
                      </a:r>
                      <a:r>
                        <a:rPr kumimoji="1" lang="en-US" altLang="ja-JP" sz="1400" b="0" i="0" u="none" strike="noStrike" kern="1200" baseline="0">
                          <a:solidFill>
                            <a:schemeClr val="tx1"/>
                          </a:solidFill>
                          <a:latin typeface="Meiryo UI" panose="020B0604030504040204" pitchFamily="50" charset="-128"/>
                          <a:ea typeface="Meiryo UI" panose="020B0604030504040204" pitchFamily="50" charset="-128"/>
                          <a:cs typeface="+mn-cs"/>
                        </a:rPr>
                        <a:t>Design review</a:t>
                      </a:r>
                      <a:r>
                        <a:rPr kumimoji="1" lang="ja-JP" altLang="en-US" sz="1400" b="0" i="0" u="none" strike="noStrike" kern="1200" baseline="0">
                          <a:solidFill>
                            <a:schemeClr val="tx1"/>
                          </a:solidFill>
                          <a:latin typeface="Meiryo UI" panose="020B0604030504040204" pitchFamily="50" charset="-128"/>
                          <a:ea typeface="Meiryo UI" panose="020B0604030504040204" pitchFamily="50" charset="-128"/>
                          <a:cs typeface="+mn-cs"/>
                        </a:rPr>
                        <a:t>       </a:t>
                      </a:r>
                      <a:endParaRPr kumimoji="1" lang="en-US" altLang="ja-JP" sz="1400" b="0" i="0" u="none" strike="noStrike" kern="1200" baseline="0">
                        <a:solidFill>
                          <a:schemeClr val="tx1"/>
                        </a:solidFill>
                        <a:latin typeface="Meiryo UI" panose="020B0604030504040204" pitchFamily="50" charset="-128"/>
                        <a:ea typeface="Meiryo UI" panose="020B0604030504040204" pitchFamily="50" charset="-128"/>
                        <a:cs typeface="+mn-cs"/>
                      </a:endParaRPr>
                    </a:p>
                    <a:p>
                      <a:pPr algn="l"/>
                      <a:r>
                        <a:rPr kumimoji="1" lang="ja-JP" altLang="en-US" sz="1400" b="0" i="0" u="none" strike="noStrike" kern="1200" baseline="0">
                          <a:solidFill>
                            <a:schemeClr val="tx1"/>
                          </a:solidFill>
                          <a:latin typeface="Meiryo UI" panose="020B0604030504040204" pitchFamily="50" charset="-128"/>
                          <a:ea typeface="Meiryo UI" panose="020B0604030504040204" pitchFamily="50" charset="-128"/>
                          <a:cs typeface="+mn-cs"/>
                        </a:rPr>
                        <a:t>・</a:t>
                      </a:r>
                      <a:r>
                        <a:rPr kumimoji="1" lang="en-US" altLang="ja-JP" sz="1400" b="0" i="0" u="none" strike="noStrike" kern="1200" baseline="0">
                          <a:solidFill>
                            <a:schemeClr val="tx1"/>
                          </a:solidFill>
                          <a:latin typeface="Meiryo UI" panose="020B0604030504040204" pitchFamily="50" charset="-128"/>
                          <a:ea typeface="Meiryo UI" panose="020B0604030504040204" pitchFamily="50" charset="-128"/>
                          <a:cs typeface="+mn-cs"/>
                        </a:rPr>
                        <a:t>Label List</a:t>
                      </a:r>
                      <a:r>
                        <a:rPr kumimoji="1" lang="ja-JP" altLang="en-US" sz="1400" b="0" i="0" u="none" strike="noStrike" kern="1200" baseline="0">
                          <a:solidFill>
                            <a:schemeClr val="tx1"/>
                          </a:solidFill>
                          <a:latin typeface="Meiryo UI" panose="020B0604030504040204" pitchFamily="50" charset="-128"/>
                          <a:ea typeface="Meiryo UI" panose="020B0604030504040204" pitchFamily="50" charset="-128"/>
                          <a:cs typeface="+mn-cs"/>
                        </a:rPr>
                        <a:t>       ・</a:t>
                      </a:r>
                      <a:r>
                        <a:rPr kumimoji="1" lang="en-US" altLang="ja-JP" sz="1400" b="0" i="0" u="none" strike="noStrike" kern="1200" baseline="0">
                          <a:solidFill>
                            <a:schemeClr val="tx1"/>
                          </a:solidFill>
                          <a:latin typeface="Meiryo UI" panose="020B0604030504040204" pitchFamily="50" charset="-128"/>
                          <a:ea typeface="Meiryo UI" panose="020B0604030504040204" pitchFamily="50" charset="-128"/>
                          <a:cs typeface="+mn-cs"/>
                        </a:rPr>
                        <a:t>Q&amp;A Sheet</a:t>
                      </a:r>
                      <a:r>
                        <a:rPr kumimoji="1" lang="ja-JP" altLang="en-US" sz="1400" b="0" i="0" u="none" strike="noStrike" kern="1200" baseline="0">
                          <a:solidFill>
                            <a:schemeClr val="tx1"/>
                          </a:solidFill>
                          <a:latin typeface="Meiryo UI" panose="020B0604030504040204" pitchFamily="50" charset="-128"/>
                          <a:ea typeface="Meiryo UI" panose="020B0604030504040204" pitchFamily="50" charset="-128"/>
                          <a:cs typeface="+mn-cs"/>
                        </a:rPr>
                        <a:t>   ・</a:t>
                      </a:r>
                      <a:r>
                        <a:rPr kumimoji="1" lang="en-US" altLang="ja-JP" sz="1400" b="0" i="0" u="none" strike="noStrike" kern="1200" baseline="0">
                          <a:solidFill>
                            <a:schemeClr val="tx1"/>
                          </a:solidFill>
                          <a:latin typeface="Meiryo UI" panose="020B0604030504040204" pitchFamily="50" charset="-128"/>
                          <a:ea typeface="Meiryo UI" panose="020B0604030504040204" pitchFamily="50" charset="-128"/>
                          <a:cs typeface="+mn-cs"/>
                        </a:rPr>
                        <a:t>Acceptance Criteria</a:t>
                      </a:r>
                      <a:r>
                        <a:rPr kumimoji="1" lang="ja-JP" altLang="en-US" sz="1400" b="0" i="0" u="none" strike="noStrike" kern="1200" baseline="0">
                          <a:solidFill>
                            <a:schemeClr val="tx1"/>
                          </a:solidFill>
                          <a:latin typeface="Meiryo UI" panose="020B0604030504040204" pitchFamily="50" charset="-128"/>
                          <a:ea typeface="Meiryo UI" panose="020B0604030504040204" pitchFamily="50" charset="-128"/>
                          <a:cs typeface="+mn-cs"/>
                        </a:rPr>
                        <a:t>    </a:t>
                      </a:r>
                      <a:endParaRPr kumimoji="1" lang="en-US" altLang="ja-JP" sz="1400" b="0" i="0" u="none" strike="noStrike" kern="1200" baseline="0">
                        <a:solidFill>
                          <a:schemeClr val="tx1"/>
                        </a:solidFill>
                        <a:latin typeface="Meiryo UI" panose="020B0604030504040204" pitchFamily="50" charset="-128"/>
                        <a:ea typeface="Meiryo UI" panose="020B0604030504040204" pitchFamily="50" charset="-128"/>
                        <a:cs typeface="+mn-cs"/>
                      </a:endParaRPr>
                    </a:p>
                    <a:p>
                      <a:pPr algn="l"/>
                      <a:r>
                        <a:rPr kumimoji="1" lang="ja-JP" altLang="en-US" sz="1400" b="0" i="0" u="none" strike="noStrike" kern="1200" baseline="0">
                          <a:solidFill>
                            <a:schemeClr val="tx1"/>
                          </a:solidFill>
                          <a:latin typeface="Meiryo UI" panose="020B0604030504040204" pitchFamily="50" charset="-128"/>
                          <a:ea typeface="Meiryo UI" panose="020B0604030504040204" pitchFamily="50" charset="-128"/>
                          <a:cs typeface="+mn-cs"/>
                        </a:rPr>
                        <a:t>・</a:t>
                      </a:r>
                      <a:r>
                        <a:rPr kumimoji="1" lang="en-US" altLang="ja-JP" sz="1400" b="0" i="0" u="none" strike="noStrike" kern="1200" baseline="0">
                          <a:solidFill>
                            <a:schemeClr val="tx1"/>
                          </a:solidFill>
                          <a:latin typeface="Meiryo UI" panose="020B0604030504040204" pitchFamily="50" charset="-128"/>
                          <a:ea typeface="Meiryo UI" panose="020B0604030504040204" pitchFamily="50" charset="-128"/>
                          <a:cs typeface="+mn-cs"/>
                        </a:rPr>
                        <a:t>Software detail review (for reference)</a:t>
                      </a:r>
                      <a:endParaRPr kumimoji="1" lang="ja-JP" altLang="en-US" sz="1400" b="0">
                        <a:latin typeface="Meiryo UI" panose="020B0604030504040204" pitchFamily="50" charset="-128"/>
                        <a:ea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kumimoji="1" lang="ja-JP" altLang="en-US" sz="1400">
                          <a:latin typeface="Meiryo UI" panose="020B0604030504040204" pitchFamily="50" charset="-128"/>
                          <a:ea typeface="Meiryo UI" panose="020B0604030504040204" pitchFamily="50" charset="-128"/>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endParaRPr kumimoji="1" lang="ja-JP" altLang="en-US" sz="1400">
                        <a:latin typeface="Meiryo UI" panose="020B0604030504040204" pitchFamily="50" charset="-128"/>
                        <a:ea typeface="Meiryo UI" panose="020B0604030504040204" pitchFamily="50" charset="-128"/>
                      </a:endParaRPr>
                    </a:p>
                  </a:txBody>
                  <a:tcPr anchor="ctr">
                    <a:lnL w="12700" cap="flat" cmpd="sng" algn="ctr">
                      <a:solidFill>
                        <a:schemeClr val="tx1"/>
                      </a:solidFill>
                      <a:prstDash val="solid"/>
                      <a:round/>
                      <a:headEnd type="none" w="med" len="med"/>
                      <a:tailEnd type="none" w="med" len="med"/>
                    </a:lnL>
                  </a:tcPr>
                </a:tc>
                <a:tc>
                  <a:txBody>
                    <a:bodyPr/>
                    <a:lstStyle/>
                    <a:p>
                      <a:pPr algn="ctr"/>
                      <a:endParaRPr kumimoji="1" lang="ja-JP" altLang="en-US" sz="1400">
                        <a:latin typeface="Meiryo UI" panose="020B0604030504040204" pitchFamily="50" charset="-128"/>
                        <a:ea typeface="Meiryo UI" panose="020B0604030504040204" pitchFamily="50" charset="-128"/>
                      </a:endParaRPr>
                    </a:p>
                  </a:txBody>
                  <a:tcPr anchor="ctr">
                    <a:lnR w="12700" cap="flat" cmpd="sng" algn="ctr">
                      <a:solidFill>
                        <a:schemeClr val="tx1"/>
                      </a:solidFill>
                      <a:prstDash val="solid"/>
                      <a:round/>
                      <a:headEnd type="none" w="med" len="med"/>
                      <a:tailEnd type="none" w="med" len="med"/>
                    </a:lnR>
                  </a:tcPr>
                </a:tc>
                <a:tc>
                  <a:txBody>
                    <a:bodyPr/>
                    <a:lstStyle/>
                    <a:p>
                      <a:pPr algn="ctr"/>
                      <a:endParaRPr kumimoji="1" lang="ja-JP" altLang="en-US" sz="1400">
                        <a:latin typeface="Meiryo UI" panose="020B0604030504040204" pitchFamily="50" charset="-128"/>
                        <a:ea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4"/>
                  </a:ext>
                </a:extLst>
              </a:tr>
              <a:tr h="822960">
                <a:tc>
                  <a:txBody>
                    <a:bodyPr/>
                    <a:lstStyle/>
                    <a:p>
                      <a:r>
                        <a:rPr kumimoji="1" lang="en-US" altLang="ja-JP" sz="1400">
                          <a:latin typeface="Meiryo UI" panose="020B0604030504040204" pitchFamily="50" charset="-128"/>
                        </a:rPr>
                        <a:t>2</a:t>
                      </a:r>
                      <a:endParaRPr kumimoji="1" lang="ja-JP" altLang="en-US" sz="1400">
                        <a:latin typeface="Meiryo UI" panose="020B0604030504040204" pitchFamily="50" charset="-128"/>
                      </a:endParaRPr>
                    </a:p>
                  </a:txBody>
                  <a:tcPr anchor="ctr"/>
                </a:tc>
                <a:tc>
                  <a:txBody>
                    <a:bodyPr/>
                    <a:lstStyle/>
                    <a:p>
                      <a:pPr algn="l"/>
                      <a:r>
                        <a:rPr kumimoji="1" lang="en-US" altLang="ja-JP" sz="1400" b="0" i="0" u="none" strike="noStrike" kern="1200" baseline="0">
                          <a:solidFill>
                            <a:schemeClr val="tx1"/>
                          </a:solidFill>
                          <a:latin typeface="Meiryo UI" panose="020B0604030504040204" pitchFamily="50" charset="-128"/>
                          <a:ea typeface="Meiryo UI" panose="020B0604030504040204" pitchFamily="50" charset="-128"/>
                          <a:cs typeface="+mn-cs"/>
                        </a:rPr>
                        <a:t>Software verification document</a:t>
                      </a:r>
                    </a:p>
                  </a:txBody>
                  <a:tcPr anchor="ctr"/>
                </a:tc>
                <a:tc>
                  <a:txBody>
                    <a:bodyPr/>
                    <a:lstStyle/>
                    <a:p>
                      <a:pPr algn="ctr"/>
                      <a:r>
                        <a:rPr kumimoji="1" lang="ja-JP" altLang="en-US" sz="1400">
                          <a:latin typeface="Meiryo UI" panose="020B0604030504040204" pitchFamily="50" charset="-128"/>
                          <a:ea typeface="Meiryo UI" panose="020B0604030504040204" pitchFamily="50" charset="-128"/>
                        </a:rPr>
                        <a:t>●</a:t>
                      </a:r>
                    </a:p>
                  </a:txBody>
                  <a:tcPr anchor="ctr"/>
                </a:tc>
                <a:tc>
                  <a:txBody>
                    <a:bodyPr/>
                    <a:lstStyle/>
                    <a:p>
                      <a:pPr algn="ctr"/>
                      <a:r>
                        <a:rPr kumimoji="1" lang="ja-JP" altLang="en-US" sz="1400">
                          <a:latin typeface="Meiryo UI" panose="020B0604030504040204" pitchFamily="50" charset="-128"/>
                          <a:ea typeface="Meiryo UI" panose="020B0604030504040204" pitchFamily="50" charset="-128"/>
                        </a:rPr>
                        <a:t>（●）</a:t>
                      </a:r>
                    </a:p>
                  </a:txBody>
                  <a:tcPr anchor="ctr"/>
                </a:tc>
                <a:tc>
                  <a:txBody>
                    <a:bodyPr/>
                    <a:lstStyle/>
                    <a:p>
                      <a:pPr algn="ctr"/>
                      <a:endParaRPr kumimoji="1" lang="ja-JP" altLang="en-US" sz="1400">
                        <a:latin typeface="Meiryo UI" panose="020B0604030504040204" pitchFamily="50" charset="-128"/>
                        <a:ea typeface="Meiryo UI" panose="020B0604030504040204" pitchFamily="50" charset="-128"/>
                      </a:endParaRPr>
                    </a:p>
                  </a:txBody>
                  <a:tcPr anchor="ctr">
                    <a:lnR w="12700" cap="flat" cmpd="sng" algn="ctr">
                      <a:solidFill>
                        <a:schemeClr val="tx1"/>
                      </a:solidFill>
                      <a:prstDash val="solid"/>
                      <a:round/>
                      <a:headEnd type="none" w="med" len="med"/>
                      <a:tailEnd type="none" w="med" len="med"/>
                    </a:lnR>
                  </a:tcPr>
                </a:tc>
                <a:tc>
                  <a:txBody>
                    <a:bodyPr/>
                    <a:lstStyle/>
                    <a:p>
                      <a:pPr algn="ctr"/>
                      <a:endParaRPr kumimoji="1" lang="ja-JP" altLang="en-US" sz="1400">
                        <a:latin typeface="Meiryo UI" panose="020B0604030504040204" pitchFamily="50" charset="-128"/>
                        <a:ea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5"/>
                  </a:ext>
                </a:extLst>
              </a:tr>
              <a:tr h="822960">
                <a:tc rowSpan="2">
                  <a:txBody>
                    <a:bodyPr/>
                    <a:lstStyle/>
                    <a:p>
                      <a:r>
                        <a:rPr kumimoji="1" lang="en-US" altLang="ja-JP" sz="1400">
                          <a:latin typeface="Meiryo UI" panose="020B0604030504040204" pitchFamily="50" charset="-128"/>
                        </a:rPr>
                        <a:t>3</a:t>
                      </a:r>
                      <a:endParaRPr kumimoji="1" lang="ja-JP" altLang="en-US" sz="1400">
                        <a:latin typeface="Meiryo UI" panose="020B0604030504040204" pitchFamily="50" charset="-128"/>
                      </a:endParaRPr>
                    </a:p>
                  </a:txBody>
                  <a:tcPr anchor="ctr"/>
                </a:tc>
                <a:tc>
                  <a:txBody>
                    <a:bodyPr/>
                    <a:lstStyle/>
                    <a:p>
                      <a:pPr algn="l"/>
                      <a:r>
                        <a:rPr kumimoji="1" lang="en-US" altLang="ja-JP" sz="1400" b="0">
                          <a:latin typeface="Meiryo UI" panose="020B0604030504040204" pitchFamily="50" charset="-128"/>
                          <a:ea typeface="Meiryo UI" panose="020B0604030504040204" pitchFamily="50" charset="-128"/>
                        </a:rPr>
                        <a:t>SoftWare(HEX) &amp; supplementary files(A2L) &amp; Prof file</a:t>
                      </a:r>
                    </a:p>
                    <a:p>
                      <a:pPr algn="l"/>
                      <a:r>
                        <a:rPr kumimoji="1" lang="en-US" altLang="ja-JP" sz="1400" b="0">
                          <a:latin typeface="Meiryo UI" panose="020B0604030504040204" pitchFamily="50" charset="-128"/>
                          <a:ea typeface="Meiryo UI" panose="020B0604030504040204" pitchFamily="50" charset="-128"/>
                        </a:rPr>
                        <a:t>Software documentation</a:t>
                      </a:r>
                      <a:r>
                        <a:rPr kumimoji="1" lang="ja-JP" altLang="en-US" sz="1400" b="0">
                          <a:latin typeface="Meiryo UI" panose="020B0604030504040204" pitchFamily="50" charset="-128"/>
                          <a:ea typeface="Meiryo UI" panose="020B0604030504040204" pitchFamily="50" charset="-128"/>
                        </a:rPr>
                        <a:t> 、</a:t>
                      </a:r>
                      <a:r>
                        <a:rPr kumimoji="1" lang="en-US" altLang="ja-JP" sz="1400" b="0">
                          <a:latin typeface="Meiryo UI" panose="020B0604030504040204" pitchFamily="50" charset="-128"/>
                          <a:ea typeface="Meiryo UI" panose="020B0604030504040204" pitchFamily="50" charset="-128"/>
                        </a:rPr>
                        <a:t>Software Delivery content</a:t>
                      </a:r>
                    </a:p>
                    <a:p>
                      <a:pPr algn="l"/>
                      <a:r>
                        <a:rPr kumimoji="1" lang="en-US" altLang="ja-JP" sz="1400" b="0">
                          <a:latin typeface="Meiryo UI" panose="020B0604030504040204" pitchFamily="50" charset="-128"/>
                          <a:ea typeface="Meiryo UI" panose="020B0604030504040204" pitchFamily="50" charset="-128"/>
                        </a:rPr>
                        <a:t>Software History</a:t>
                      </a:r>
                      <a:r>
                        <a:rPr kumimoji="1" lang="ja-JP" altLang="en-US" sz="1400" b="0">
                          <a:latin typeface="Meiryo UI" panose="020B0604030504040204" pitchFamily="50" charset="-128"/>
                          <a:ea typeface="Meiryo UI" panose="020B0604030504040204" pitchFamily="50" charset="-128"/>
                        </a:rPr>
                        <a:t>、 </a:t>
                      </a:r>
                      <a:r>
                        <a:rPr kumimoji="1" lang="en-US" altLang="ja-JP" sz="1400" b="0">
                          <a:latin typeface="Meiryo UI" panose="020B0604030504040204" pitchFamily="50" charset="-128"/>
                          <a:ea typeface="Meiryo UI" panose="020B0604030504040204" pitchFamily="50" charset="-128"/>
                        </a:rPr>
                        <a:t>SW Function difference list</a:t>
                      </a:r>
                      <a:endParaRPr kumimoji="1" lang="ja-JP" altLang="en-US" sz="1400" b="0">
                        <a:latin typeface="Meiryo UI" panose="020B0604030504040204" pitchFamily="50" charset="-128"/>
                        <a:ea typeface="Meiryo UI" panose="020B0604030504040204" pitchFamily="50" charset="-128"/>
                      </a:endParaRPr>
                    </a:p>
                  </a:txBody>
                  <a:tcPr anchor="ctr"/>
                </a:tc>
                <a:tc>
                  <a:txBody>
                    <a:bodyPr/>
                    <a:lstStyle/>
                    <a:p>
                      <a:pPr algn="ctr"/>
                      <a:endParaRPr kumimoji="1" lang="ja-JP" altLang="en-US" sz="1400">
                        <a:latin typeface="Meiryo UI" panose="020B0604030504040204" pitchFamily="50" charset="-128"/>
                        <a:ea typeface="Meiryo UI" panose="020B0604030504040204" pitchFamily="50" charset="-128"/>
                      </a:endParaRPr>
                    </a:p>
                  </a:txBody>
                  <a:tcPr anchor="ctr"/>
                </a:tc>
                <a:tc>
                  <a:txBody>
                    <a:bodyPr/>
                    <a:lstStyle/>
                    <a:p>
                      <a:pPr algn="ctr"/>
                      <a:r>
                        <a:rPr kumimoji="1" lang="ja-JP" altLang="en-US" sz="1400">
                          <a:latin typeface="Meiryo UI" panose="020B0604030504040204" pitchFamily="50" charset="-128"/>
                          <a:ea typeface="Meiryo UI" panose="020B0604030504040204" pitchFamily="50" charset="-128"/>
                        </a:rPr>
                        <a:t>●</a:t>
                      </a:r>
                    </a:p>
                  </a:txBody>
                  <a:tcPr anchor="ctr"/>
                </a:tc>
                <a:tc>
                  <a:txBody>
                    <a:bodyPr/>
                    <a:lstStyle/>
                    <a:p>
                      <a:pPr algn="ctr"/>
                      <a:endParaRPr kumimoji="1" lang="ja-JP" altLang="en-US" sz="1400">
                        <a:latin typeface="Meiryo UI" panose="020B0604030504040204" pitchFamily="50" charset="-128"/>
                        <a:ea typeface="Meiryo UI" panose="020B0604030504040204" pitchFamily="50" charset="-128"/>
                      </a:endParaRPr>
                    </a:p>
                  </a:txBody>
                  <a:tcPr anchor="ctr">
                    <a:lnR w="12700" cap="flat" cmpd="sng" algn="ctr">
                      <a:solidFill>
                        <a:schemeClr val="tx1"/>
                      </a:solidFill>
                      <a:prstDash val="solid"/>
                      <a:round/>
                      <a:headEnd type="none" w="med" len="med"/>
                      <a:tailEnd type="none" w="med" len="med"/>
                    </a:lnR>
                  </a:tcPr>
                </a:tc>
                <a:tc>
                  <a:txBody>
                    <a:bodyPr/>
                    <a:lstStyle/>
                    <a:p>
                      <a:pPr algn="ctr"/>
                      <a:endParaRPr kumimoji="1" lang="ja-JP" altLang="en-US" sz="1400">
                        <a:latin typeface="Meiryo UI" panose="020B0604030504040204" pitchFamily="50" charset="-128"/>
                        <a:ea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6"/>
                  </a:ext>
                </a:extLst>
              </a:tr>
              <a:tr h="822960">
                <a:tc vMerge="1">
                  <a:txBody>
                    <a:bodyPr/>
                    <a:lstStyle/>
                    <a:p>
                      <a:endParaRPr kumimoji="1" lang="ja-JP" altLang="en-US" sz="140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b="0" dirty="0">
                          <a:latin typeface="Meiryo UI" panose="020B0604030504040204" pitchFamily="50" charset="-128"/>
                          <a:ea typeface="Meiryo UI" panose="020B0604030504040204" pitchFamily="50" charset="-128"/>
                        </a:rPr>
                        <a:t>Trouble</a:t>
                      </a:r>
                      <a:r>
                        <a:rPr kumimoji="1" lang="ja-JP" altLang="en-US" sz="1400" b="0" dirty="0">
                          <a:latin typeface="Meiryo UI" panose="020B0604030504040204" pitchFamily="50" charset="-128"/>
                          <a:ea typeface="Meiryo UI" panose="020B0604030504040204" pitchFamily="50" charset="-128"/>
                        </a:rPr>
                        <a:t> </a:t>
                      </a:r>
                      <a:r>
                        <a:rPr kumimoji="1" lang="en-US" altLang="ja-JP" sz="1400" b="0" dirty="0">
                          <a:latin typeface="Meiryo UI" panose="020B0604030504040204" pitchFamily="50" charset="-128"/>
                          <a:ea typeface="Meiryo UI" panose="020B0604030504040204" pitchFamily="50" charset="-128"/>
                        </a:rPr>
                        <a:t>Code</a:t>
                      </a:r>
                      <a:r>
                        <a:rPr kumimoji="1" lang="en-US" altLang="ja-JP" sz="1400" b="0" baseline="0" dirty="0">
                          <a:latin typeface="Meiryo UI" panose="020B0604030504040204" pitchFamily="50" charset="-128"/>
                          <a:ea typeface="Meiryo UI" panose="020B0604030504040204" pitchFamily="50" charset="-128"/>
                        </a:rPr>
                        <a:t> Information(</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kumimoji="1" lang="en-US" altLang="ja-JP" sz="1400" kern="1200" dirty="0">
                          <a:solidFill>
                            <a:schemeClr val="tx1"/>
                          </a:solidFill>
                          <a:latin typeface="Meiryo UI" panose="020B0604030504040204" pitchFamily="50" charset="-128"/>
                          <a:ea typeface="Meiryo UI" panose="020B0604030504040204" pitchFamily="50" charset="-128"/>
                          <a:cs typeface="Arial" panose="020B0604020202020204" pitchFamily="34" charset="0"/>
                        </a:rPr>
                        <a:t> </a:t>
                      </a:r>
                      <a:r>
                        <a:rPr kumimoji="1" lang="en-US" altLang="ja-JP" sz="1400" b="0" baseline="0" dirty="0">
                          <a:latin typeface="Meiryo UI" panose="020B0604030504040204" pitchFamily="50" charset="-128"/>
                          <a:ea typeface="Meiryo UI" panose="020B0604030504040204" pitchFamily="50" charset="-128"/>
                        </a:rPr>
                        <a:t> standard format)</a:t>
                      </a:r>
                      <a:endParaRPr kumimoji="1" lang="ja-JP" altLang="en-US" sz="1400" b="0" dirty="0">
                        <a:latin typeface="Meiryo UI" panose="020B0604030504040204" pitchFamily="50" charset="-128"/>
                        <a:ea typeface="Meiryo UI" panose="020B0604030504040204" pitchFamily="50" charset="-128"/>
                      </a:endParaRPr>
                    </a:p>
                  </a:txBody>
                  <a:tcPr anchor="ctr"/>
                </a:tc>
                <a:tc>
                  <a:txBody>
                    <a:bodyPr/>
                    <a:lstStyle/>
                    <a:p>
                      <a:pPr algn="ctr"/>
                      <a:endParaRPr kumimoji="1" lang="ja-JP" altLang="en-US" sz="1400">
                        <a:latin typeface="Meiryo UI" panose="020B0604030504040204" pitchFamily="50" charset="-128"/>
                        <a:ea typeface="Meiryo UI" panose="020B0604030504040204" pitchFamily="50" charset="-128"/>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400">
                          <a:latin typeface="Meiryo UI" panose="020B0604030504040204" pitchFamily="50" charset="-128"/>
                          <a:ea typeface="Meiryo UI" panose="020B0604030504040204" pitchFamily="50" charset="-128"/>
                        </a:rPr>
                        <a:t>（●）</a:t>
                      </a: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400">
                          <a:latin typeface="Meiryo UI" panose="020B0604030504040204" pitchFamily="50" charset="-128"/>
                          <a:ea typeface="Meiryo UI" panose="020B0604030504040204" pitchFamily="50" charset="-128"/>
                        </a:rPr>
                        <a:t>●</a:t>
                      </a:r>
                    </a:p>
                  </a:txBody>
                  <a:tcPr anchor="ctr">
                    <a:lnR w="12700" cap="flat" cmpd="sng" algn="ctr">
                      <a:solidFill>
                        <a:schemeClr val="tx1"/>
                      </a:solidFill>
                      <a:prstDash val="solid"/>
                      <a:round/>
                      <a:headEnd type="none" w="med" len="med"/>
                      <a:tailEnd type="none" w="med" len="med"/>
                    </a:lnR>
                  </a:tcPr>
                </a:tc>
                <a:tc>
                  <a:txBody>
                    <a:bodyPr/>
                    <a:lstStyle/>
                    <a:p>
                      <a:pPr algn="ctr"/>
                      <a:endParaRPr kumimoji="1" lang="ja-JP" altLang="en-US" sz="1400">
                        <a:latin typeface="Meiryo UI" panose="020B0604030504040204" pitchFamily="50" charset="-128"/>
                        <a:ea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7"/>
                  </a:ext>
                </a:extLst>
              </a:tr>
            </a:tbl>
          </a:graphicData>
        </a:graphic>
      </p:graphicFrame>
      <p:sp>
        <p:nvSpPr>
          <p:cNvPr id="17" name="テキスト ボックス 16"/>
          <p:cNvSpPr txBox="1"/>
          <p:nvPr/>
        </p:nvSpPr>
        <p:spPr>
          <a:xfrm>
            <a:off x="80764" y="539763"/>
            <a:ext cx="3754636" cy="338554"/>
          </a:xfrm>
          <a:prstGeom prst="rect">
            <a:avLst/>
          </a:prstGeom>
          <a:noFill/>
        </p:spPr>
        <p:txBody>
          <a:bodyPr wrap="square" rtlCol="0">
            <a:spAutoFit/>
          </a:bodyPr>
          <a:lstStyle/>
          <a:p>
            <a:pPr algn="l" fontAlgn="auto">
              <a:spcBef>
                <a:spcPts val="0"/>
              </a:spcBef>
              <a:spcAft>
                <a:spcPts val="0"/>
              </a:spcAft>
            </a:pPr>
            <a:r>
              <a:rPr lang="en-US" altLang="ja-JP" sz="1600" b="1" u="sng">
                <a:solidFill>
                  <a:srgbClr val="000000"/>
                </a:solidFill>
                <a:latin typeface="Meiryo UI" pitchFamily="50" charset="-128"/>
                <a:ea typeface="Meiryo UI" pitchFamily="50" charset="-128"/>
                <a:cs typeface="Meiryo UI" pitchFamily="50" charset="-128"/>
              </a:rPr>
              <a:t>SW and CAL Dataset Tracking</a:t>
            </a:r>
            <a:endParaRPr lang="ja-JP" altLang="en-US" sz="1600" b="1" u="sng">
              <a:solidFill>
                <a:srgbClr val="000000"/>
              </a:solidFill>
              <a:latin typeface="Meiryo UI" pitchFamily="50" charset="-128"/>
              <a:ea typeface="Meiryo UI" pitchFamily="50" charset="-128"/>
              <a:cs typeface="Meiryo UI" pitchFamily="50" charset="-128"/>
            </a:endParaRPr>
          </a:p>
        </p:txBody>
      </p:sp>
      <p:sp>
        <p:nvSpPr>
          <p:cNvPr id="18" name="テキスト ボックス 17"/>
          <p:cNvSpPr txBox="1"/>
          <p:nvPr/>
        </p:nvSpPr>
        <p:spPr>
          <a:xfrm>
            <a:off x="107575" y="842599"/>
            <a:ext cx="5311772" cy="1600438"/>
          </a:xfrm>
          <a:prstGeom prst="rect">
            <a:avLst/>
          </a:prstGeom>
          <a:noFill/>
        </p:spPr>
        <p:txBody>
          <a:bodyPr wrap="square" rtlCol="0">
            <a:spAutoFit/>
          </a:bodyPr>
          <a:lstStyle/>
          <a:p>
            <a:pPr algn="l" fontAlgn="auto">
              <a:spcBef>
                <a:spcPts val="0"/>
              </a:spcBef>
              <a:spcAft>
                <a:spcPts val="0"/>
              </a:spcAft>
            </a:pPr>
            <a:r>
              <a:rPr lang="en-US" altLang="ja-JP" sz="1400" dirty="0">
                <a:solidFill>
                  <a:srgbClr val="000000"/>
                </a:solidFill>
                <a:latin typeface="Meiryo UI" pitchFamily="50" charset="-128"/>
                <a:ea typeface="Meiryo UI" pitchFamily="50" charset="-128"/>
                <a:cs typeface="Meiryo UI" pitchFamily="50" charset="-128"/>
              </a:rPr>
              <a:t>Following working level document during on going Honda-</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dirty="0">
                <a:latin typeface="Meiryo UI" panose="020B0604030504040204" pitchFamily="50" charset="-128"/>
                <a:cs typeface="Arial" panose="020B0604020202020204" pitchFamily="34" charset="0"/>
              </a:rPr>
              <a:t> </a:t>
            </a:r>
            <a:r>
              <a:rPr lang="en-US" altLang="ja-JP" sz="1400" dirty="0">
                <a:solidFill>
                  <a:srgbClr val="000000"/>
                </a:solidFill>
                <a:latin typeface="Meiryo UI" pitchFamily="50" charset="-128"/>
                <a:ea typeface="Meiryo UI" pitchFamily="50" charset="-128"/>
                <a:cs typeface="Meiryo UI" pitchFamily="50" charset="-128"/>
              </a:rPr>
              <a:t>turn key project, shall be used as official tracking document for SW and calibration dataset maturation.</a:t>
            </a:r>
          </a:p>
          <a:p>
            <a:pPr algn="l" fontAlgn="auto">
              <a:spcBef>
                <a:spcPts val="0"/>
              </a:spcBef>
              <a:spcAft>
                <a:spcPts val="0"/>
              </a:spcAft>
            </a:pPr>
            <a:endParaRPr lang="en-US" altLang="ja-JP" sz="1400" dirty="0">
              <a:solidFill>
                <a:srgbClr val="000000"/>
              </a:solidFill>
              <a:latin typeface="Meiryo UI" pitchFamily="50" charset="-128"/>
              <a:ea typeface="Meiryo UI" pitchFamily="50" charset="-128"/>
              <a:cs typeface="Meiryo UI" pitchFamily="50" charset="-128"/>
            </a:endParaRPr>
          </a:p>
          <a:p>
            <a:pPr algn="l" fontAlgn="auto">
              <a:spcBef>
                <a:spcPts val="0"/>
              </a:spcBef>
              <a:spcAft>
                <a:spcPts val="0"/>
              </a:spcAft>
            </a:pPr>
            <a:r>
              <a:rPr lang="en-US" altLang="ja-JP" sz="1400" dirty="0">
                <a:solidFill>
                  <a:srgbClr val="000000"/>
                </a:solidFill>
                <a:latin typeface="Meiryo UI" pitchFamily="50" charset="-128"/>
                <a:ea typeface="Meiryo UI" pitchFamily="50" charset="-128"/>
                <a:cs typeface="Meiryo UI" pitchFamily="50" charset="-128"/>
              </a:rPr>
              <a:t>Honda-</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solidFill>
                  <a:srgbClr val="000000"/>
                </a:solidFill>
                <a:latin typeface="Meiryo UI" pitchFamily="50" charset="-128"/>
                <a:ea typeface="Meiryo UI" pitchFamily="50" charset="-128"/>
                <a:cs typeface="Meiryo UI" pitchFamily="50" charset="-128"/>
              </a:rPr>
              <a:t>プロジェクトにおいてワーキングレベルで運用中の下記ドキュメントを、ソフトウェア、キャリブレーションデータセットの変化点・熟成度管理の正式文書と定める。</a:t>
            </a:r>
            <a:endParaRPr lang="en-US" altLang="ja-JP" sz="1400" dirty="0">
              <a:solidFill>
                <a:srgbClr val="000000"/>
              </a:solidFill>
              <a:latin typeface="Meiryo UI" pitchFamily="50" charset="-128"/>
              <a:ea typeface="Meiryo UI" pitchFamily="50" charset="-128"/>
              <a:cs typeface="Meiryo UI" pitchFamily="50" charset="-128"/>
            </a:endParaRPr>
          </a:p>
        </p:txBody>
      </p:sp>
      <p:sp>
        <p:nvSpPr>
          <p:cNvPr id="25" name="テキスト ボックス 24"/>
          <p:cNvSpPr txBox="1"/>
          <p:nvPr/>
        </p:nvSpPr>
        <p:spPr>
          <a:xfrm>
            <a:off x="5407029" y="1178739"/>
            <a:ext cx="3660771" cy="276999"/>
          </a:xfrm>
          <a:prstGeom prst="rect">
            <a:avLst/>
          </a:prstGeom>
          <a:noFill/>
        </p:spPr>
        <p:txBody>
          <a:bodyPr wrap="square" rtlCol="0">
            <a:spAutoFit/>
          </a:bodyPr>
          <a:lstStyle/>
          <a:p>
            <a:pPr algn="l" fontAlgn="auto">
              <a:spcBef>
                <a:spcPts val="0"/>
              </a:spcBef>
              <a:spcAft>
                <a:spcPts val="0"/>
              </a:spcAft>
            </a:pPr>
            <a:r>
              <a:rPr lang="ja-JP" altLang="en-US" sz="1200">
                <a:solidFill>
                  <a:srgbClr val="000000"/>
                </a:solidFill>
                <a:latin typeface="Meiryo UI" pitchFamily="50" charset="-128"/>
                <a:ea typeface="Meiryo UI" pitchFamily="50" charset="-128"/>
                <a:cs typeface="Meiryo UI" pitchFamily="50" charset="-128"/>
              </a:rPr>
              <a:t>●：</a:t>
            </a:r>
            <a:r>
              <a:rPr lang="en-US" altLang="ja-JP" sz="1200">
                <a:solidFill>
                  <a:srgbClr val="000000"/>
                </a:solidFill>
                <a:latin typeface="Meiryo UI" pitchFamily="50" charset="-128"/>
                <a:ea typeface="Meiryo UI" pitchFamily="50" charset="-128"/>
                <a:cs typeface="Meiryo UI" pitchFamily="50" charset="-128"/>
              </a:rPr>
              <a:t>Mandatory  </a:t>
            </a:r>
            <a:r>
              <a:rPr lang="ja-JP" altLang="en-US" sz="1200">
                <a:solidFill>
                  <a:srgbClr val="000000"/>
                </a:solidFill>
                <a:latin typeface="Meiryo UI" pitchFamily="50" charset="-128"/>
                <a:ea typeface="Meiryo UI" pitchFamily="50" charset="-128"/>
                <a:cs typeface="Meiryo UI" pitchFamily="50" charset="-128"/>
              </a:rPr>
              <a:t>○：</a:t>
            </a:r>
            <a:r>
              <a:rPr lang="en-US" altLang="ja-JP" sz="1200">
                <a:solidFill>
                  <a:srgbClr val="000000"/>
                </a:solidFill>
                <a:latin typeface="Meiryo UI" pitchFamily="50" charset="-128"/>
                <a:ea typeface="Meiryo UI" pitchFamily="50" charset="-128"/>
                <a:cs typeface="Meiryo UI" pitchFamily="50" charset="-128"/>
              </a:rPr>
              <a:t>to be discussed each case</a:t>
            </a:r>
            <a:endParaRPr lang="ja-JP" altLang="en-US" sz="1200">
              <a:solidFill>
                <a:srgbClr val="000000"/>
              </a:solidFill>
              <a:latin typeface="Meiryo UI" pitchFamily="50" charset="-128"/>
              <a:ea typeface="Meiryo UI" pitchFamily="50" charset="-128"/>
              <a:cs typeface="Meiryo UI" pitchFamily="50" charset="-128"/>
            </a:endParaRPr>
          </a:p>
        </p:txBody>
      </p:sp>
      <p:sp>
        <p:nvSpPr>
          <p:cNvPr id="11" name="Text Box 2"/>
          <p:cNvSpPr txBox="1">
            <a:spLocks noChangeArrowheads="1"/>
          </p:cNvSpPr>
          <p:nvPr/>
        </p:nvSpPr>
        <p:spPr bwMode="auto">
          <a:xfrm>
            <a:off x="250829" y="96703"/>
            <a:ext cx="88931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1800" dirty="0">
                <a:solidFill>
                  <a:srgbClr val="FFFFFF"/>
                </a:solidFill>
                <a:latin typeface="Meiryo UI" panose="020B0604030504040204" pitchFamily="50" charset="-128"/>
                <a:ea typeface="Meiryo UI" panose="020B0604030504040204" pitchFamily="50" charset="-128"/>
                <a:cs typeface="Arial" pitchFamily="34" charset="0"/>
              </a:rPr>
              <a:t>17. EMS Report Maturity and Quality Verification (25/31)</a:t>
            </a:r>
            <a:endParaRPr lang="en-US" altLang="ja-JP" sz="1050" dirty="0">
              <a:solidFill>
                <a:srgbClr val="FFFFFF"/>
              </a:solidFill>
              <a:latin typeface="HGPｺﾞｼｯｸE" pitchFamily="50" charset="-128"/>
              <a:ea typeface="HGPｺﾞｼｯｸE" pitchFamily="50" charset="-128"/>
              <a:cs typeface="Arial" pitchFamily="34" charset="0"/>
            </a:endParaRPr>
          </a:p>
        </p:txBody>
      </p:sp>
      <p:sp>
        <p:nvSpPr>
          <p:cNvPr id="10" name="コンテンツ プレースホルダー 2"/>
          <p:cNvSpPr txBox="1">
            <a:spLocks/>
          </p:cNvSpPr>
          <p:nvPr>
            <p:custDataLst>
              <p:tags r:id="rId1"/>
            </p:custDataLst>
          </p:nvPr>
        </p:nvSpPr>
        <p:spPr bwMode="auto">
          <a:xfrm>
            <a:off x="379397" y="6332725"/>
            <a:ext cx="8576066" cy="508473"/>
          </a:xfrm>
          <a:prstGeom prst="rect">
            <a:avLst/>
          </a:prstGeom>
          <a:noFill/>
          <a:ln w="0">
            <a:noFill/>
            <a:miter lim="800000"/>
            <a:headEnd/>
            <a:tailEnd/>
          </a:ln>
          <a:effectLst/>
          <a:extLs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vert="horz" wrap="none" lIns="0" tIns="0" rIns="0" bIns="0" numCol="1" anchor="t" anchorCtr="0" compatLnSpc="1">
            <a:prstTxWarp prst="textNoShape">
              <a:avLst/>
            </a:prstTxWarp>
            <a:spAutoFit/>
          </a:bodyPr>
          <a:lstStyle>
            <a:lvl1pPr marL="251460" indent="-251460" algn="l" rtl="0" eaLnBrk="1" fontAlgn="base" hangingPunct="1">
              <a:lnSpc>
                <a:spcPts val="2300"/>
              </a:lnSpc>
              <a:spcBef>
                <a:spcPts val="500"/>
              </a:spcBef>
              <a:spcAft>
                <a:spcPct val="0"/>
              </a:spcAft>
              <a:buClrTx/>
              <a:buSzPct val="100000"/>
              <a:buFontTx/>
              <a:buNone/>
              <a:defRPr kumimoji="1" sz="1800" b="0" i="0" u="none">
                <a:solidFill>
                  <a:schemeClr val="tx1"/>
                </a:solidFill>
                <a:latin typeface="Bosch Office Sans" panose="020B0604020202020204" pitchFamily="34" charset="0"/>
                <a:ea typeface="+mn-ea"/>
                <a:cs typeface="Arial" pitchFamily="34" charset="0"/>
              </a:defRPr>
            </a:lvl1pPr>
            <a:lvl2pPr marL="467360" indent="-467360" algn="l" rtl="0" eaLnBrk="1" fontAlgn="base" hangingPunct="1">
              <a:lnSpc>
                <a:spcPts val="2000"/>
              </a:lnSpc>
              <a:spcBef>
                <a:spcPts val="500"/>
              </a:spcBef>
              <a:spcAft>
                <a:spcPct val="0"/>
              </a:spcAft>
              <a:buClrTx/>
              <a:buSzPct val="100000"/>
              <a:buFontTx/>
              <a:buNone/>
              <a:defRPr kumimoji="1" sz="1600" b="0" i="0" u="none">
                <a:solidFill>
                  <a:schemeClr val="tx1"/>
                </a:solidFill>
                <a:latin typeface="Bosch Office Sans" panose="020B0604020202020204" pitchFamily="34" charset="0"/>
                <a:cs typeface="Arial" pitchFamily="34" charset="0"/>
              </a:defRPr>
            </a:lvl2pPr>
            <a:lvl3pPr marL="647700" indent="-647700" algn="l" rtl="0" eaLnBrk="1" fontAlgn="base" hangingPunct="1">
              <a:lnSpc>
                <a:spcPts val="1700"/>
              </a:lnSpc>
              <a:spcBef>
                <a:spcPts val="500"/>
              </a:spcBef>
              <a:spcAft>
                <a:spcPct val="0"/>
              </a:spcAft>
              <a:buClrTx/>
              <a:buSzPct val="100000"/>
              <a:buFontTx/>
              <a:buNone/>
              <a:defRPr kumimoji="1" sz="1400" b="0" i="0" u="none">
                <a:solidFill>
                  <a:schemeClr val="tx1"/>
                </a:solidFill>
                <a:latin typeface="Bosch Office Sans" panose="020B0604020202020204" pitchFamily="34" charset="0"/>
                <a:cs typeface="Arial" pitchFamily="34" charset="0"/>
              </a:defRPr>
            </a:lvl3pPr>
            <a:lvl4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4pPr>
            <a:lvl5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5pPr>
            <a:lvl6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6pPr>
            <a:lvl7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7pPr>
            <a:lvl8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8pPr>
            <a:lvl9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9pPr>
          </a:lstStyle>
          <a:p>
            <a:pPr marL="0" indent="0">
              <a:lnSpc>
                <a:spcPct val="105000"/>
              </a:lnSpc>
              <a:spcBef>
                <a:spcPts val="600"/>
              </a:spcBef>
              <a:spcAft>
                <a:spcPts val="0"/>
              </a:spcAft>
            </a:pPr>
            <a:r>
              <a:rPr lang="en-US" altLang="ja-JP" sz="1400" b="1" kern="0">
                <a:latin typeface="Meiryo UI" panose="020B0604030504040204" pitchFamily="50" charset="-128"/>
              </a:rPr>
              <a:t>※</a:t>
            </a:r>
            <a:r>
              <a:rPr lang="ja-JP" altLang="en-US" sz="1400" b="1" kern="0">
                <a:latin typeface="Meiryo UI" panose="020B0604030504040204" pitchFamily="50" charset="-128"/>
              </a:rPr>
              <a:t> </a:t>
            </a:r>
            <a:r>
              <a:rPr lang="en-US" altLang="ja-JP" sz="1400" b="1" kern="0">
                <a:latin typeface="Meiryo UI" panose="020B0604030504040204" pitchFamily="50" charset="-128"/>
              </a:rPr>
              <a:t>Refer to “Change announcement sample” “Function difference check sample” excel file.</a:t>
            </a:r>
          </a:p>
          <a:p>
            <a:pPr marL="0" indent="0">
              <a:lnSpc>
                <a:spcPct val="105000"/>
              </a:lnSpc>
              <a:spcBef>
                <a:spcPts val="600"/>
              </a:spcBef>
              <a:spcAft>
                <a:spcPts val="0"/>
              </a:spcAft>
            </a:pPr>
            <a:r>
              <a:rPr lang="en-US" sz="1400" b="1" kern="0">
                <a:latin typeface="Meiryo UI" panose="020B0604030504040204" pitchFamily="50" charset="-128"/>
              </a:rPr>
              <a:t>In folder : “</a:t>
            </a:r>
            <a:r>
              <a:rPr lang="en-US" altLang="ja-JP" sz="1400" b="1" kern="0">
                <a:latin typeface="Meiryo UI" panose="020B0604030504040204" pitchFamily="50" charset="-128"/>
              </a:rPr>
              <a:t>17</a:t>
            </a:r>
            <a:r>
              <a:rPr lang="en-US" sz="1400" b="1" kern="0">
                <a:latin typeface="Meiryo UI" panose="020B0604030504040204" pitchFamily="50" charset="-128"/>
              </a:rPr>
              <a:t>. </a:t>
            </a:r>
            <a:r>
              <a:rPr lang="en-US" altLang="ja-JP" sz="1400" b="1" kern="0">
                <a:latin typeface="Meiryo UI" panose="020B0604030504040204" pitchFamily="50" charset="-128"/>
              </a:rPr>
              <a:t>EMS</a:t>
            </a:r>
            <a:r>
              <a:rPr lang="ja-JP" altLang="en-US" sz="1400" b="1" kern="0">
                <a:latin typeface="Meiryo UI" panose="020B0604030504040204" pitchFamily="50" charset="-128"/>
              </a:rPr>
              <a:t> </a:t>
            </a:r>
            <a:r>
              <a:rPr lang="en-US" altLang="ja-JP" sz="1400" b="1" kern="0">
                <a:latin typeface="Meiryo UI" panose="020B0604030504040204" pitchFamily="50" charset="-128"/>
              </a:rPr>
              <a:t>maturity</a:t>
            </a:r>
            <a:r>
              <a:rPr lang="en-US" sz="1400" b="1" kern="0">
                <a:latin typeface="Meiryo UI" panose="020B0604030504040204" pitchFamily="50" charset="-128"/>
              </a:rPr>
              <a:t>”</a:t>
            </a:r>
          </a:p>
        </p:txBody>
      </p:sp>
    </p:spTree>
    <p:extLst>
      <p:ext uri="{BB962C8B-B14F-4D97-AF65-F5344CB8AC3E}">
        <p14:creationId xmlns:p14="http://schemas.microsoft.com/office/powerpoint/2010/main" val="4078880257"/>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 name="表 15"/>
          <p:cNvGraphicFramePr>
            <a:graphicFrameLocks noGrp="1"/>
          </p:cNvGraphicFramePr>
          <p:nvPr>
            <p:extLst>
              <p:ext uri="{D42A27DB-BD31-4B8C-83A1-F6EECF244321}">
                <p14:modId xmlns:p14="http://schemas.microsoft.com/office/powerpoint/2010/main" val="4132032002"/>
              </p:ext>
            </p:extLst>
          </p:nvPr>
        </p:nvGraphicFramePr>
        <p:xfrm>
          <a:off x="107575" y="1525457"/>
          <a:ext cx="8960224" cy="4561840"/>
        </p:xfrm>
        <a:graphic>
          <a:graphicData uri="http://schemas.openxmlformats.org/drawingml/2006/table">
            <a:tbl>
              <a:tblPr firstRow="1" bandRow="1">
                <a:tableStyleId>{5940675A-B579-460E-94D1-54222C63F5DA}</a:tableStyleId>
              </a:tblPr>
              <a:tblGrid>
                <a:gridCol w="295808">
                  <a:extLst>
                    <a:ext uri="{9D8B030D-6E8A-4147-A177-3AD203B41FA5}">
                      <a16:colId xmlns:a16="http://schemas.microsoft.com/office/drawing/2014/main" val="20000"/>
                    </a:ext>
                  </a:extLst>
                </a:gridCol>
                <a:gridCol w="5096080">
                  <a:extLst>
                    <a:ext uri="{9D8B030D-6E8A-4147-A177-3AD203B41FA5}">
                      <a16:colId xmlns:a16="http://schemas.microsoft.com/office/drawing/2014/main" val="20001"/>
                    </a:ext>
                  </a:extLst>
                </a:gridCol>
                <a:gridCol w="875211">
                  <a:extLst>
                    <a:ext uri="{9D8B030D-6E8A-4147-A177-3AD203B41FA5}">
                      <a16:colId xmlns:a16="http://schemas.microsoft.com/office/drawing/2014/main" val="20002"/>
                    </a:ext>
                  </a:extLst>
                </a:gridCol>
                <a:gridCol w="862149">
                  <a:extLst>
                    <a:ext uri="{9D8B030D-6E8A-4147-A177-3AD203B41FA5}">
                      <a16:colId xmlns:a16="http://schemas.microsoft.com/office/drawing/2014/main" val="20003"/>
                    </a:ext>
                  </a:extLst>
                </a:gridCol>
                <a:gridCol w="940526">
                  <a:extLst>
                    <a:ext uri="{9D8B030D-6E8A-4147-A177-3AD203B41FA5}">
                      <a16:colId xmlns:a16="http://schemas.microsoft.com/office/drawing/2014/main" val="20004"/>
                    </a:ext>
                  </a:extLst>
                </a:gridCol>
                <a:gridCol w="890450">
                  <a:extLst>
                    <a:ext uri="{9D8B030D-6E8A-4147-A177-3AD203B41FA5}">
                      <a16:colId xmlns:a16="http://schemas.microsoft.com/office/drawing/2014/main" val="20005"/>
                    </a:ext>
                  </a:extLst>
                </a:gridCol>
              </a:tblGrid>
              <a:tr h="307993">
                <a:tc rowSpan="3" gridSpan="2">
                  <a:txBody>
                    <a:bodyPr/>
                    <a:lstStyle/>
                    <a:p>
                      <a:endParaRPr kumimoji="1" lang="ja-JP" altLang="en-US" sz="1400">
                        <a:latin typeface="Meiryo UI" panose="020B0604030504040204" pitchFamily="50" charset="-128"/>
                      </a:endParaRPr>
                    </a:p>
                  </a:txBody>
                  <a:tcPr>
                    <a:lnL w="12700" cap="flat" cmpd="sng" algn="ctr">
                      <a:noFill/>
                      <a:prstDash val="solid"/>
                      <a:round/>
                      <a:headEnd type="none" w="med" len="med"/>
                      <a:tailEnd type="none" w="med" len="med"/>
                    </a:lnL>
                    <a:lnT w="12700" cmpd="sng">
                      <a:noFill/>
                    </a:lnT>
                    <a:lnB w="12700" cap="flat" cmpd="sng" algn="ctr">
                      <a:solidFill>
                        <a:schemeClr val="tx1"/>
                      </a:solidFill>
                      <a:prstDash val="solid"/>
                      <a:round/>
                      <a:headEnd type="none" w="med" len="med"/>
                      <a:tailEnd type="none" w="med" len="med"/>
                    </a:lnB>
                  </a:tcPr>
                </a:tc>
                <a:tc rowSpan="3" hMerge="1">
                  <a:txBody>
                    <a:bodyPr/>
                    <a:lstStyle/>
                    <a:p>
                      <a:endParaRPr kumimoji="1" lang="ja-JP" altLang="en-US" sz="1400"/>
                    </a:p>
                  </a:txBody>
                  <a:tcPr>
                    <a:lnT w="12700" cmpd="sng">
                      <a:noFill/>
                    </a:lnT>
                    <a:lnB w="12700" cap="flat" cmpd="sng" algn="ctr">
                      <a:solidFill>
                        <a:schemeClr val="tx1"/>
                      </a:solidFill>
                      <a:prstDash val="solid"/>
                      <a:round/>
                      <a:headEnd type="none" w="med" len="med"/>
                      <a:tailEnd type="none" w="med" len="med"/>
                    </a:lnB>
                  </a:tcPr>
                </a:tc>
                <a:tc gridSpan="4">
                  <a:txBody>
                    <a:bodyPr/>
                    <a:lstStyle/>
                    <a:p>
                      <a:pPr algn="ctr"/>
                      <a:r>
                        <a:rPr kumimoji="1" lang="en-US" altLang="ja-JP" sz="1400">
                          <a:latin typeface="Meiryo UI" panose="020B0604030504040204" pitchFamily="50" charset="-128"/>
                        </a:rPr>
                        <a:t>To be released by every</a:t>
                      </a:r>
                      <a:endParaRPr kumimoji="1" lang="ja-JP" altLang="en-US" sz="1400">
                        <a:latin typeface="Meiryo UI" panose="020B0604030504040204" pitchFamily="50" charset="-128"/>
                      </a:endParaRPr>
                    </a:p>
                  </a:txBody>
                  <a:tcPr>
                    <a:solidFill>
                      <a:srgbClr val="FFFFCC"/>
                    </a:solidFill>
                  </a:tcPr>
                </a:tc>
                <a:tc hMerge="1">
                  <a:txBody>
                    <a:bodyPr/>
                    <a:lstStyle/>
                    <a:p>
                      <a:pPr algn="ctr"/>
                      <a:endParaRPr kumimoji="1" lang="ja-JP" altLang="en-US" sz="1400"/>
                    </a:p>
                  </a:txBody>
                  <a:tcPr>
                    <a:solidFill>
                      <a:srgbClr val="FFFFCC"/>
                    </a:solidFill>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10000"/>
                  </a:ext>
                </a:extLst>
              </a:tr>
              <a:tr h="307993">
                <a:tc gridSpan="2" vMerge="1">
                  <a:txBody>
                    <a:bodyPr/>
                    <a:lstStyle/>
                    <a:p>
                      <a:endParaRPr kumimoji="1" lang="ja-JP" altLang="en-US"/>
                    </a:p>
                  </a:txBody>
                  <a:tcPr/>
                </a:tc>
                <a:tc hMerge="1" vMerge="1">
                  <a:txBody>
                    <a:bodyPr/>
                    <a:lstStyle/>
                    <a:p>
                      <a:endParaRPr kumimoji="1" lang="ja-JP" altLang="en-US"/>
                    </a:p>
                  </a:txBody>
                  <a:tcPr/>
                </a:tc>
                <a:tc gridSpan="2">
                  <a:txBody>
                    <a:bodyPr/>
                    <a:lstStyle/>
                    <a:p>
                      <a:pPr algn="ctr"/>
                      <a:r>
                        <a:rPr kumimoji="1" lang="en-US" altLang="ja-JP" sz="1400">
                          <a:latin typeface="Meiryo UI" panose="020B0604030504040204" pitchFamily="50" charset="-128"/>
                        </a:rPr>
                        <a:t>Software </a:t>
                      </a:r>
                      <a:endParaRPr kumimoji="1" lang="ja-JP" altLang="en-US" sz="1400">
                        <a:latin typeface="Meiryo UI" panose="020B0604030504040204" pitchFamily="50" charset="-128"/>
                      </a:endParaRPr>
                    </a:p>
                  </a:txBody>
                  <a:tcPr anchor="ctr">
                    <a:lnB w="12700" cap="flat" cmpd="sng" algn="ctr">
                      <a:solidFill>
                        <a:schemeClr val="tx1"/>
                      </a:solidFill>
                      <a:prstDash val="solid"/>
                      <a:round/>
                      <a:headEnd type="none" w="med" len="med"/>
                      <a:tailEnd type="none" w="med" len="med"/>
                    </a:lnB>
                    <a:solidFill>
                      <a:srgbClr val="FFFFCC"/>
                    </a:solidFill>
                  </a:tcPr>
                </a:tc>
                <a:tc hMerge="1">
                  <a:txBody>
                    <a:bodyPr/>
                    <a:lstStyle/>
                    <a:p>
                      <a:pPr algn="ctr"/>
                      <a:endParaRPr kumimoji="1" lang="ja-JP" altLang="en-US" sz="1400"/>
                    </a:p>
                  </a:txBody>
                  <a:tcPr anchor="ctr">
                    <a:lnB w="12700" cap="flat" cmpd="sng" algn="ctr">
                      <a:solidFill>
                        <a:schemeClr val="tx1"/>
                      </a:solidFill>
                      <a:prstDash val="solid"/>
                      <a:round/>
                      <a:headEnd type="none" w="med" len="med"/>
                      <a:tailEnd type="none" w="med" len="med"/>
                    </a:lnB>
                    <a:solidFill>
                      <a:srgbClr val="FFFFCC"/>
                    </a:solidFill>
                  </a:tcPr>
                </a:tc>
                <a:tc gridSpan="2">
                  <a:txBody>
                    <a:bodyPr/>
                    <a:lstStyle/>
                    <a:p>
                      <a:pPr algn="ctr"/>
                      <a:r>
                        <a:rPr kumimoji="1" lang="en-US" altLang="ja-JP" sz="1400">
                          <a:latin typeface="Meiryo UI" panose="020B0604030504040204" pitchFamily="50" charset="-128"/>
                        </a:rPr>
                        <a:t>CAL dataset</a:t>
                      </a:r>
                      <a:endParaRPr kumimoji="1" lang="ja-JP" altLang="en-US" sz="1400">
                        <a:latin typeface="Meiryo UI" panose="020B0604030504040204" pitchFamily="50" charset="-128"/>
                      </a:endParaRPr>
                    </a:p>
                  </a:txBody>
                  <a:tcPr>
                    <a:solidFill>
                      <a:srgbClr val="FFFFCC"/>
                    </a:solidFill>
                  </a:tcPr>
                </a:tc>
                <a:tc hMerge="1">
                  <a:txBody>
                    <a:bodyPr/>
                    <a:lstStyle/>
                    <a:p>
                      <a:endParaRPr kumimoji="1" lang="ja-JP" altLang="en-US"/>
                    </a:p>
                  </a:txBody>
                  <a:tcPr/>
                </a:tc>
                <a:extLst>
                  <a:ext uri="{0D108BD9-81ED-4DB2-BD59-A6C34878D82A}">
                    <a16:rowId xmlns:a16="http://schemas.microsoft.com/office/drawing/2014/main" val="10001"/>
                  </a:ext>
                </a:extLst>
              </a:tr>
              <a:tr h="349214">
                <a:tc gridSpan="2" vMerge="1">
                  <a:txBody>
                    <a:bodyPr/>
                    <a:lstStyle/>
                    <a:p>
                      <a:endParaRPr kumimoji="1" lang="ja-JP" altLang="en-US"/>
                    </a:p>
                  </a:txBody>
                  <a:tcPr/>
                </a:tc>
                <a:tc hMerge="1" vMerge="1">
                  <a:txBody>
                    <a:bodyPr/>
                    <a:lstStyle/>
                    <a:p>
                      <a:endParaRPr kumimoji="1" lang="ja-JP" altLang="en-US" sz="1400"/>
                    </a:p>
                  </a:txBody>
                  <a:tcPr/>
                </a:tc>
                <a:tc rowSpan="2">
                  <a:txBody>
                    <a:bodyPr/>
                    <a:lstStyle/>
                    <a:p>
                      <a:pPr algn="ctr"/>
                      <a:r>
                        <a:rPr kumimoji="1" lang="en-US" altLang="ja-JP" sz="1400">
                          <a:latin typeface="Meiryo UI" panose="020B0604030504040204" pitchFamily="50" charset="-128"/>
                        </a:rPr>
                        <a:t>Prior</a:t>
                      </a:r>
                      <a:r>
                        <a:rPr kumimoji="1" lang="en-US" altLang="ja-JP" sz="1400" baseline="0">
                          <a:latin typeface="Meiryo UI" panose="020B0604030504040204" pitchFamily="50" charset="-128"/>
                        </a:rPr>
                        <a:t> to </a:t>
                      </a:r>
                    </a:p>
                    <a:p>
                      <a:pPr algn="ctr"/>
                      <a:r>
                        <a:rPr kumimoji="1" lang="en-US" altLang="ja-JP" sz="1400" baseline="0">
                          <a:latin typeface="Meiryo UI" panose="020B0604030504040204" pitchFamily="50" charset="-128"/>
                        </a:rPr>
                        <a:t>release</a:t>
                      </a:r>
                      <a:endParaRPr kumimoji="1" lang="ja-JP" altLang="en-US" sz="1400">
                        <a:latin typeface="Meiryo UI" panose="020B0604030504040204" pitchFamily="50" charset="-128"/>
                      </a:endParaRPr>
                    </a:p>
                  </a:txBody>
                  <a:tcPr anchor="ctr">
                    <a:lnT w="12700" cap="flat" cmpd="sng" algn="ctr">
                      <a:solidFill>
                        <a:schemeClr val="tx1"/>
                      </a:solidFill>
                      <a:prstDash val="solid"/>
                      <a:round/>
                      <a:headEnd type="none" w="med" len="med"/>
                      <a:tailEnd type="none" w="med" len="med"/>
                    </a:lnT>
                    <a:solidFill>
                      <a:srgbClr val="FFFFCC"/>
                    </a:solidFill>
                  </a:tcPr>
                </a:tc>
                <a:tc rowSpan="2">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400">
                          <a:latin typeface="Meiryo UI" panose="020B0604030504040204" pitchFamily="50" charset="-128"/>
                        </a:rPr>
                        <a:t>PVER</a:t>
                      </a:r>
                      <a:endParaRPr kumimoji="1" lang="ja-JP" altLang="en-US" sz="1400">
                        <a:latin typeface="Meiryo UI" panose="020B0604030504040204" pitchFamily="50" charset="-128"/>
                      </a:endParaRPr>
                    </a:p>
                  </a:txBody>
                  <a:tcPr anchor="ctr">
                    <a:lnT w="12700" cap="flat" cmpd="sng" algn="ctr">
                      <a:solidFill>
                        <a:schemeClr val="tx1"/>
                      </a:solidFill>
                      <a:prstDash val="solid"/>
                      <a:round/>
                      <a:headEnd type="none" w="med" len="med"/>
                      <a:tailEnd type="none" w="med" len="med"/>
                    </a:lnT>
                    <a:solidFill>
                      <a:srgbClr val="FFFFCC"/>
                    </a:solidFill>
                  </a:tcPr>
                </a:tc>
                <a:tc rowSpan="2">
                  <a:txBody>
                    <a:bodyPr/>
                    <a:lstStyle/>
                    <a:p>
                      <a:pPr algn="ctr"/>
                      <a:r>
                        <a:rPr kumimoji="1" lang="en-US" altLang="ja-JP" sz="1200">
                          <a:latin typeface="Meiryo UI" panose="020B0604030504040204" pitchFamily="50" charset="-128"/>
                        </a:rPr>
                        <a:t>Official</a:t>
                      </a:r>
                    </a:p>
                    <a:p>
                      <a:pPr algn="ctr"/>
                      <a:r>
                        <a:rPr kumimoji="1" lang="en-US" altLang="ja-JP" sz="1200">
                          <a:latin typeface="Meiryo UI" panose="020B0604030504040204" pitchFamily="50" charset="-128"/>
                        </a:rPr>
                        <a:t>(monthly and MPx )</a:t>
                      </a:r>
                      <a:endParaRPr kumimoji="1" lang="ja-JP" altLang="en-US" sz="1200">
                        <a:latin typeface="Meiryo UI" panose="020B0604030504040204" pitchFamily="50" charset="-128"/>
                      </a:endParaRPr>
                    </a:p>
                  </a:txBody>
                  <a:tcPr anchor="ctr">
                    <a:lnR w="12700" cap="flat" cmpd="sng" algn="ctr">
                      <a:solidFill>
                        <a:schemeClr val="tx1"/>
                      </a:solidFill>
                      <a:prstDash val="solid"/>
                      <a:round/>
                      <a:headEnd type="none" w="med" len="med"/>
                      <a:tailEnd type="none" w="med" len="med"/>
                    </a:lnR>
                    <a:solidFill>
                      <a:srgbClr val="FFFFCC"/>
                    </a:solidFill>
                  </a:tcPr>
                </a:tc>
                <a:tc rowSpan="2">
                  <a:txBody>
                    <a:bodyPr/>
                    <a:lstStyle/>
                    <a:p>
                      <a:pPr algn="ctr"/>
                      <a:r>
                        <a:rPr kumimoji="1" lang="en-US" altLang="ja-JP" sz="1200">
                          <a:latin typeface="Meiryo UI" panose="020B0604030504040204" pitchFamily="50" charset="-128"/>
                        </a:rPr>
                        <a:t>Emergency</a:t>
                      </a:r>
                    </a:p>
                    <a:p>
                      <a:pPr algn="ctr"/>
                      <a:r>
                        <a:rPr kumimoji="1" lang="en-US" altLang="ja-JP" sz="1200">
                          <a:latin typeface="Meiryo UI" panose="020B0604030504040204" pitchFamily="50" charset="-128"/>
                        </a:rPr>
                        <a:t>case</a:t>
                      </a:r>
                      <a:endParaRPr kumimoji="1" lang="ja-JP" altLang="en-US" sz="1200">
                        <a:latin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FFFFCC"/>
                    </a:solidFill>
                  </a:tcPr>
                </a:tc>
                <a:extLst>
                  <a:ext uri="{0D108BD9-81ED-4DB2-BD59-A6C34878D82A}">
                    <a16:rowId xmlns:a16="http://schemas.microsoft.com/office/drawing/2014/main" val="10002"/>
                  </a:ext>
                </a:extLst>
              </a:tr>
              <a:tr h="0">
                <a:tc>
                  <a:txBody>
                    <a:bodyPr/>
                    <a:lstStyle/>
                    <a:p>
                      <a:pPr algn="ctr"/>
                      <a:endParaRPr kumimoji="1" lang="ja-JP" altLang="en-US" sz="1400">
                        <a:latin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FFFFCC"/>
                    </a:solidFill>
                  </a:tcPr>
                </a:tc>
                <a:tc>
                  <a:txBody>
                    <a:bodyPr/>
                    <a:lstStyle/>
                    <a:p>
                      <a:pPr algn="ctr"/>
                      <a:r>
                        <a:rPr kumimoji="1" lang="en-US" altLang="ja-JP" sz="1400">
                          <a:latin typeface="Meiryo UI" panose="020B0604030504040204" pitchFamily="50" charset="-128"/>
                        </a:rPr>
                        <a:t>Required</a:t>
                      </a:r>
                      <a:r>
                        <a:rPr kumimoji="1" lang="en-US" altLang="ja-JP" sz="1400" baseline="0">
                          <a:latin typeface="Meiryo UI" panose="020B0604030504040204" pitchFamily="50" charset="-128"/>
                        </a:rPr>
                        <a:t> release document, some of sample files</a:t>
                      </a:r>
                      <a:endParaRPr kumimoji="1" lang="ja-JP" altLang="en-US" sz="1400">
                        <a:latin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FFFFCC"/>
                    </a:solidFill>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extLst>
                  <a:ext uri="{0D108BD9-81ED-4DB2-BD59-A6C34878D82A}">
                    <a16:rowId xmlns:a16="http://schemas.microsoft.com/office/drawing/2014/main" val="10003"/>
                  </a:ext>
                </a:extLst>
              </a:tr>
              <a:tr h="822960">
                <a:tc rowSpan="4">
                  <a:txBody>
                    <a:bodyPr/>
                    <a:lstStyle/>
                    <a:p>
                      <a:r>
                        <a:rPr kumimoji="1" lang="en-US" altLang="ja-JP" sz="1400">
                          <a:latin typeface="Meiryo UI" panose="020B0604030504040204" pitchFamily="50" charset="-128"/>
                        </a:rPr>
                        <a:t>4</a:t>
                      </a:r>
                      <a:endParaRPr kumimoji="1" lang="ja-JP" altLang="en-US" sz="1400">
                        <a:latin typeface="Meiryo UI" panose="020B0604030504040204" pitchFamily="50" charset="-128"/>
                      </a:endParaRP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baseline="0">
                          <a:solidFill>
                            <a:schemeClr val="tx1"/>
                          </a:solidFill>
                          <a:latin typeface="Meiryo UI" panose="020B0604030504040204" pitchFamily="50" charset="-128"/>
                          <a:ea typeface="+mn-ea"/>
                          <a:cs typeface="+mn-cs"/>
                        </a:rPr>
                        <a:t>Calibration responsibility list(PAL)</a:t>
                      </a:r>
                      <a:endParaRPr kumimoji="1" lang="ja-JP" altLang="en-US" sz="1400" b="0">
                        <a:latin typeface="Meiryo UI" panose="020B0604030504040204" pitchFamily="50" charset="-128"/>
                      </a:endParaRPr>
                    </a:p>
                  </a:txBody>
                  <a:tcPr/>
                </a:tc>
                <a:tc>
                  <a:txBody>
                    <a:bodyPr/>
                    <a:lstStyle/>
                    <a:p>
                      <a:pPr algn="ctr"/>
                      <a:endParaRPr kumimoji="1" lang="ja-JP" altLang="en-US" sz="1400">
                        <a:latin typeface="Meiryo UI" panose="020B0604030504040204" pitchFamily="50" charset="-128"/>
                        <a:ea typeface="Meiryo UI" panose="020B0604030504040204" pitchFamily="50" charset="-128"/>
                      </a:endParaRPr>
                    </a:p>
                  </a:txBody>
                  <a:tcPr anchor="ctr"/>
                </a:tc>
                <a:tc>
                  <a:txBody>
                    <a:bodyPr/>
                    <a:lstStyle/>
                    <a:p>
                      <a:pPr algn="ctr"/>
                      <a:r>
                        <a:rPr kumimoji="1" lang="ja-JP" altLang="en-US" sz="1400">
                          <a:latin typeface="Meiryo UI" panose="020B0604030504040204" pitchFamily="50" charset="-128"/>
                          <a:ea typeface="Meiryo UI" panose="020B0604030504040204" pitchFamily="50" charset="-128"/>
                        </a:rPr>
                        <a:t>●</a:t>
                      </a:r>
                    </a:p>
                  </a:txBody>
                  <a:tcPr anchor="ctr"/>
                </a:tc>
                <a:tc>
                  <a:txBody>
                    <a:bodyPr/>
                    <a:lstStyle/>
                    <a:p>
                      <a:pPr algn="ctr"/>
                      <a:r>
                        <a:rPr kumimoji="1" lang="ja-JP" altLang="en-US" sz="1400">
                          <a:latin typeface="Meiryo UI" panose="020B0604030504040204" pitchFamily="50" charset="-128"/>
                          <a:ea typeface="Meiryo UI" panose="020B0604030504040204" pitchFamily="50" charset="-128"/>
                        </a:rPr>
                        <a:t>●</a:t>
                      </a:r>
                    </a:p>
                  </a:txBody>
                  <a:tcPr anchor="ctr">
                    <a:lnR w="12700" cap="flat" cmpd="sng" algn="ctr">
                      <a:solidFill>
                        <a:schemeClr val="tx1"/>
                      </a:solidFill>
                      <a:prstDash val="solid"/>
                      <a:round/>
                      <a:headEnd type="none" w="med" len="med"/>
                      <a:tailEnd type="none" w="med" len="med"/>
                    </a:lnR>
                  </a:tcPr>
                </a:tc>
                <a:tc>
                  <a:txBody>
                    <a:bodyPr/>
                    <a:lstStyle/>
                    <a:p>
                      <a:pPr algn="ctr"/>
                      <a:r>
                        <a:rPr kumimoji="1" lang="ja-JP" altLang="en-US" sz="1400">
                          <a:latin typeface="Meiryo UI" panose="020B0604030504040204" pitchFamily="50" charset="-128"/>
                          <a:ea typeface="Meiryo UI" panose="020B0604030504040204" pitchFamily="50" charset="-128"/>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8"/>
                  </a:ext>
                </a:extLst>
              </a:tr>
              <a:tr h="822960">
                <a:tc vMerge="1">
                  <a:txBody>
                    <a:bodyPr/>
                    <a:lstStyle/>
                    <a:p>
                      <a:endParaRPr kumimoji="1" lang="ja-JP" altLang="en-US" sz="1400"/>
                    </a:p>
                  </a:txBody>
                  <a:tcPr/>
                </a:tc>
                <a:tc>
                  <a:txBody>
                    <a:bodyPr/>
                    <a:lstStyle/>
                    <a:p>
                      <a:pPr algn="l"/>
                      <a:r>
                        <a:rPr kumimoji="1" lang="en-US" altLang="ja-JP" sz="1400" b="0">
                          <a:latin typeface="Meiryo UI" panose="020B0604030504040204" pitchFamily="50" charset="-128"/>
                        </a:rPr>
                        <a:t>Change</a:t>
                      </a:r>
                      <a:r>
                        <a:rPr kumimoji="1" lang="en-US" altLang="ja-JP" sz="1400" b="0" baseline="0">
                          <a:latin typeface="Meiryo UI" panose="020B0604030504040204" pitchFamily="50" charset="-128"/>
                        </a:rPr>
                        <a:t> Request (CR) List</a:t>
                      </a:r>
                      <a:endParaRPr kumimoji="1" lang="ja-JP" altLang="en-US" sz="1400" b="0">
                        <a:latin typeface="Meiryo UI" panose="020B0604030504040204" pitchFamily="50" charset="-128"/>
                      </a:endParaRPr>
                    </a:p>
                  </a:txBody>
                  <a:tcPr anchor="ctr"/>
                </a:tc>
                <a:tc>
                  <a:txBody>
                    <a:bodyPr/>
                    <a:lstStyle/>
                    <a:p>
                      <a:pPr algn="ctr"/>
                      <a:endParaRPr kumimoji="1" lang="ja-JP" altLang="en-US" sz="1400">
                        <a:latin typeface="Meiryo UI" panose="020B0604030504040204" pitchFamily="50" charset="-128"/>
                        <a:ea typeface="Meiryo UI" panose="020B0604030504040204" pitchFamily="50" charset="-128"/>
                      </a:endParaRPr>
                    </a:p>
                  </a:txBody>
                  <a:tcPr anchor="ctr"/>
                </a:tc>
                <a:tc>
                  <a:txBody>
                    <a:bodyPr/>
                    <a:lstStyle/>
                    <a:p>
                      <a:pPr algn="ctr"/>
                      <a:r>
                        <a:rPr kumimoji="1" lang="ja-JP" altLang="en-US" sz="1400">
                          <a:latin typeface="Meiryo UI" panose="020B0604030504040204" pitchFamily="50" charset="-128"/>
                          <a:ea typeface="Meiryo UI" panose="020B0604030504040204" pitchFamily="50" charset="-128"/>
                        </a:rPr>
                        <a:t>●</a:t>
                      </a:r>
                    </a:p>
                  </a:txBody>
                  <a:tcPr anchor="ctr"/>
                </a:tc>
                <a:tc>
                  <a:txBody>
                    <a:bodyPr/>
                    <a:lstStyle/>
                    <a:p>
                      <a:pPr algn="ctr"/>
                      <a:r>
                        <a:rPr kumimoji="1" lang="ja-JP" altLang="en-US" sz="1400">
                          <a:latin typeface="Meiryo UI" panose="020B0604030504040204" pitchFamily="50" charset="-128"/>
                          <a:ea typeface="Meiryo UI" panose="020B0604030504040204" pitchFamily="50" charset="-128"/>
                        </a:rPr>
                        <a:t>（●）</a:t>
                      </a:r>
                    </a:p>
                  </a:txBody>
                  <a:tcPr anchor="ctr">
                    <a:lnR w="12700" cap="flat" cmpd="sng" algn="ctr">
                      <a:solidFill>
                        <a:schemeClr val="tx1"/>
                      </a:solidFill>
                      <a:prstDash val="solid"/>
                      <a:round/>
                      <a:headEnd type="none" w="med" len="med"/>
                      <a:tailEnd type="none" w="med" len="med"/>
                    </a:lnR>
                  </a:tcPr>
                </a:tc>
                <a:tc>
                  <a:txBody>
                    <a:bodyPr/>
                    <a:lstStyle/>
                    <a:p>
                      <a:pPr algn="ctr"/>
                      <a:r>
                        <a:rPr kumimoji="1" lang="ja-JP" altLang="en-US" sz="1400">
                          <a:latin typeface="Meiryo UI" panose="020B0604030504040204" pitchFamily="50" charset="-128"/>
                          <a:ea typeface="Meiryo UI" panose="020B0604030504040204" pitchFamily="50" charset="-128"/>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9"/>
                  </a:ext>
                </a:extLst>
              </a:tr>
              <a:tr h="822960">
                <a:tc vMerge="1">
                  <a:txBody>
                    <a:bodyPr/>
                    <a:lstStyle/>
                    <a:p>
                      <a:endParaRPr kumimoji="1" lang="ja-JP" altLang="en-US" sz="140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baseline="0">
                          <a:solidFill>
                            <a:schemeClr val="tx1"/>
                          </a:solidFill>
                          <a:latin typeface="Meiryo UI" panose="020B0604030504040204" pitchFamily="50" charset="-128"/>
                          <a:ea typeface="+mn-ea"/>
                          <a:cs typeface="+mn-cs"/>
                        </a:rPr>
                        <a:t>Calibration maturity list</a:t>
                      </a:r>
                    </a:p>
                    <a:p>
                      <a:pPr algn="l"/>
                      <a:r>
                        <a:rPr kumimoji="1" lang="en-US" altLang="ja-JP" sz="1400" b="0" i="0" u="none" strike="noStrike" kern="1200" baseline="0">
                          <a:solidFill>
                            <a:schemeClr val="tx1"/>
                          </a:solidFill>
                          <a:latin typeface="Meiryo UI" panose="020B0604030504040204" pitchFamily="50" charset="-128"/>
                          <a:ea typeface="+mn-ea"/>
                          <a:cs typeface="+mn-cs"/>
                        </a:rPr>
                        <a:t>Operational test report</a:t>
                      </a:r>
                    </a:p>
                  </a:txBody>
                  <a:tcPr anchor="ctr"/>
                </a:tc>
                <a:tc>
                  <a:txBody>
                    <a:bodyPr/>
                    <a:lstStyle/>
                    <a:p>
                      <a:pPr algn="ctr"/>
                      <a:endParaRPr kumimoji="1" lang="ja-JP" altLang="en-US" sz="1400">
                        <a:latin typeface="Meiryo UI" panose="020B0604030504040204" pitchFamily="50" charset="-128"/>
                        <a:ea typeface="Meiryo UI" panose="020B0604030504040204" pitchFamily="50" charset="-128"/>
                      </a:endParaRPr>
                    </a:p>
                  </a:txBody>
                  <a:tcPr anchor="ctr"/>
                </a:tc>
                <a:tc>
                  <a:txBody>
                    <a:bodyPr/>
                    <a:lstStyle/>
                    <a:p>
                      <a:pPr algn="ctr"/>
                      <a:endParaRPr kumimoji="1" lang="ja-JP" altLang="en-US" sz="1400">
                        <a:latin typeface="Meiryo UI" panose="020B0604030504040204" pitchFamily="50" charset="-128"/>
                        <a:ea typeface="Meiryo UI" panose="020B0604030504040204" pitchFamily="50" charset="-128"/>
                      </a:endParaRPr>
                    </a:p>
                  </a:txBody>
                  <a:tcPr anchor="ctr"/>
                </a:tc>
                <a:tc>
                  <a:txBody>
                    <a:bodyPr/>
                    <a:lstStyle/>
                    <a:p>
                      <a:pPr algn="ctr"/>
                      <a:r>
                        <a:rPr kumimoji="1" lang="ja-JP" altLang="en-US" sz="1400">
                          <a:latin typeface="Meiryo UI" panose="020B0604030504040204" pitchFamily="50" charset="-128"/>
                          <a:ea typeface="Meiryo UI" panose="020B0604030504040204" pitchFamily="50" charset="-128"/>
                        </a:rPr>
                        <a:t>●</a:t>
                      </a:r>
                    </a:p>
                  </a:txBody>
                  <a:tcPr anchor="ctr">
                    <a:lnR w="12700" cap="flat" cmpd="sng" algn="ctr">
                      <a:solidFill>
                        <a:schemeClr val="tx1"/>
                      </a:solidFill>
                      <a:prstDash val="solid"/>
                      <a:round/>
                      <a:headEnd type="none" w="med" len="med"/>
                      <a:tailEnd type="none" w="med" len="med"/>
                    </a:lnR>
                  </a:tcPr>
                </a:tc>
                <a:tc>
                  <a:txBody>
                    <a:bodyPr/>
                    <a:lstStyle/>
                    <a:p>
                      <a:pPr algn="ctr"/>
                      <a:r>
                        <a:rPr kumimoji="1" lang="ja-JP" altLang="en-US" sz="1400">
                          <a:latin typeface="Meiryo UI" panose="020B0604030504040204" pitchFamily="50" charset="-128"/>
                          <a:ea typeface="Meiryo UI" panose="020B0604030504040204" pitchFamily="50" charset="-128"/>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10"/>
                  </a:ext>
                </a:extLst>
              </a:tr>
              <a:tr h="822960">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ja-JP" altLang="en-US" sz="1200" b="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baseline="0">
                          <a:solidFill>
                            <a:schemeClr val="tx1"/>
                          </a:solidFill>
                          <a:latin typeface="Meiryo UI" panose="020B0604030504040204" pitchFamily="50" charset="-128"/>
                          <a:ea typeface="+mn-ea"/>
                          <a:cs typeface="+mn-cs"/>
                        </a:rPr>
                        <a:t>SW-CAL delivery list</a:t>
                      </a: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baseline="0">
                          <a:solidFill>
                            <a:schemeClr val="tx1"/>
                          </a:solidFill>
                          <a:latin typeface="Meiryo UI" panose="020B0604030504040204" pitchFamily="50" charset="-128"/>
                          <a:ea typeface="+mn-ea"/>
                          <a:cs typeface="+mn-cs"/>
                        </a:rPr>
                        <a:t>Calibration data change list</a:t>
                      </a:r>
                      <a:endParaRPr kumimoji="1" lang="en-US" altLang="ja-JP" sz="1400" b="0">
                        <a:latin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b="0">
                          <a:latin typeface="Meiryo UI" panose="020B0604030504040204" pitchFamily="50" charset="-128"/>
                        </a:rPr>
                        <a:t>CR related calibration data comparison list for all variant</a:t>
                      </a:r>
                      <a:endParaRPr kumimoji="1" lang="ja-JP" altLang="en-US" sz="1400" b="0">
                        <a:latin typeface="Meiryo UI" panose="020B0604030504040204" pitchFamily="50" charset="-128"/>
                      </a:endParaRPr>
                    </a:p>
                  </a:txBody>
                  <a:tcPr anchor="ctr"/>
                </a:tc>
                <a:tc>
                  <a:txBody>
                    <a:bodyPr/>
                    <a:lstStyle/>
                    <a:p>
                      <a:pPr algn="ctr"/>
                      <a:endParaRPr kumimoji="1" lang="ja-JP" altLang="en-US" sz="1400">
                        <a:latin typeface="Meiryo UI" panose="020B0604030504040204" pitchFamily="50" charset="-128"/>
                        <a:ea typeface="Meiryo UI" panose="020B0604030504040204" pitchFamily="50" charset="-128"/>
                      </a:endParaRPr>
                    </a:p>
                  </a:txBody>
                  <a:tcPr anchor="ctr"/>
                </a:tc>
                <a:tc>
                  <a:txBody>
                    <a:bodyPr/>
                    <a:lstStyle/>
                    <a:p>
                      <a:pPr algn="ctr"/>
                      <a:endParaRPr kumimoji="1" lang="ja-JP" altLang="en-US" sz="1400">
                        <a:latin typeface="Meiryo UI" panose="020B0604030504040204" pitchFamily="50" charset="-128"/>
                        <a:ea typeface="Meiryo UI" panose="020B0604030504040204" pitchFamily="50" charset="-128"/>
                      </a:endParaRPr>
                    </a:p>
                  </a:txBody>
                  <a:tcPr anchor="ctr"/>
                </a:tc>
                <a:tc>
                  <a:txBody>
                    <a:bodyPr/>
                    <a:lstStyle/>
                    <a:p>
                      <a:pPr algn="ctr"/>
                      <a:r>
                        <a:rPr kumimoji="1" lang="ja-JP" altLang="en-US" sz="1400">
                          <a:latin typeface="Meiryo UI" panose="020B0604030504040204" pitchFamily="50" charset="-128"/>
                          <a:ea typeface="Meiryo UI" panose="020B0604030504040204" pitchFamily="50" charset="-128"/>
                        </a:rPr>
                        <a:t>●</a:t>
                      </a:r>
                    </a:p>
                  </a:txBody>
                  <a:tcPr anchor="ctr">
                    <a:lnR w="12700" cap="flat" cmpd="sng" algn="ctr">
                      <a:solidFill>
                        <a:schemeClr val="tx1"/>
                      </a:solidFill>
                      <a:prstDash val="solid"/>
                      <a:round/>
                      <a:headEnd type="none" w="med" len="med"/>
                      <a:tailEnd type="none" w="med" len="med"/>
                    </a:lnR>
                  </a:tcPr>
                </a:tc>
                <a:tc>
                  <a:txBody>
                    <a:bodyPr/>
                    <a:lstStyle/>
                    <a:p>
                      <a:pPr algn="ctr"/>
                      <a:r>
                        <a:rPr kumimoji="1" lang="ja-JP" altLang="en-US" sz="1400">
                          <a:latin typeface="Meiryo UI" panose="020B0604030504040204" pitchFamily="50" charset="-128"/>
                          <a:ea typeface="Meiryo UI" panose="020B0604030504040204" pitchFamily="50" charset="-128"/>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11"/>
                  </a:ext>
                </a:extLst>
              </a:tr>
            </a:tbl>
          </a:graphicData>
        </a:graphic>
      </p:graphicFrame>
      <p:sp>
        <p:nvSpPr>
          <p:cNvPr id="17" name="テキスト ボックス 16"/>
          <p:cNvSpPr txBox="1"/>
          <p:nvPr/>
        </p:nvSpPr>
        <p:spPr>
          <a:xfrm>
            <a:off x="80764" y="546532"/>
            <a:ext cx="3754636" cy="338554"/>
          </a:xfrm>
          <a:prstGeom prst="rect">
            <a:avLst/>
          </a:prstGeom>
          <a:noFill/>
        </p:spPr>
        <p:txBody>
          <a:bodyPr wrap="square" rtlCol="0">
            <a:spAutoFit/>
          </a:bodyPr>
          <a:lstStyle/>
          <a:p>
            <a:pPr algn="l" fontAlgn="auto">
              <a:spcBef>
                <a:spcPts val="0"/>
              </a:spcBef>
              <a:spcAft>
                <a:spcPts val="0"/>
              </a:spcAft>
            </a:pPr>
            <a:r>
              <a:rPr lang="en-US" altLang="ja-JP" sz="1600" b="1" u="sng">
                <a:solidFill>
                  <a:srgbClr val="000000"/>
                </a:solidFill>
                <a:latin typeface="Meiryo UI" pitchFamily="50" charset="-128"/>
                <a:ea typeface="Meiryo UI" pitchFamily="50" charset="-128"/>
                <a:cs typeface="Meiryo UI" pitchFamily="50" charset="-128"/>
              </a:rPr>
              <a:t>SW and CAL Dataset Tracking</a:t>
            </a:r>
            <a:endParaRPr lang="ja-JP" altLang="en-US" sz="1600" b="1" u="sng">
              <a:solidFill>
                <a:srgbClr val="000000"/>
              </a:solidFill>
              <a:latin typeface="Meiryo UI" pitchFamily="50" charset="-128"/>
              <a:ea typeface="Meiryo UI" pitchFamily="50" charset="-128"/>
              <a:cs typeface="Meiryo UI" pitchFamily="50" charset="-128"/>
            </a:endParaRPr>
          </a:p>
        </p:txBody>
      </p:sp>
      <p:sp>
        <p:nvSpPr>
          <p:cNvPr id="18" name="テキスト ボックス 17"/>
          <p:cNvSpPr txBox="1"/>
          <p:nvPr/>
        </p:nvSpPr>
        <p:spPr>
          <a:xfrm>
            <a:off x="80764" y="905190"/>
            <a:ext cx="5311772" cy="1600438"/>
          </a:xfrm>
          <a:prstGeom prst="rect">
            <a:avLst/>
          </a:prstGeom>
          <a:noFill/>
        </p:spPr>
        <p:txBody>
          <a:bodyPr wrap="square" rtlCol="0">
            <a:spAutoFit/>
          </a:bodyPr>
          <a:lstStyle/>
          <a:p>
            <a:pPr algn="l" fontAlgn="auto">
              <a:spcBef>
                <a:spcPts val="0"/>
              </a:spcBef>
              <a:spcAft>
                <a:spcPts val="0"/>
              </a:spcAft>
            </a:pPr>
            <a:r>
              <a:rPr lang="en-US" altLang="ja-JP" sz="1400" dirty="0">
                <a:solidFill>
                  <a:srgbClr val="000000"/>
                </a:solidFill>
                <a:latin typeface="Meiryo UI" pitchFamily="50" charset="-128"/>
                <a:ea typeface="Meiryo UI" pitchFamily="50" charset="-128"/>
                <a:cs typeface="Meiryo UI" pitchFamily="50" charset="-128"/>
              </a:rPr>
              <a:t>Following working level document during on going Honda-</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dirty="0">
                <a:solidFill>
                  <a:srgbClr val="000000"/>
                </a:solidFill>
                <a:latin typeface="Meiryo UI" pitchFamily="50" charset="-128"/>
                <a:ea typeface="Meiryo UI" pitchFamily="50" charset="-128"/>
                <a:cs typeface="Meiryo UI" pitchFamily="50" charset="-128"/>
              </a:rPr>
              <a:t> turn key project, shall be used as official tracking document for SW and calibration dataset maturation.</a:t>
            </a:r>
          </a:p>
          <a:p>
            <a:pPr algn="l" fontAlgn="auto">
              <a:spcBef>
                <a:spcPts val="0"/>
              </a:spcBef>
              <a:spcAft>
                <a:spcPts val="0"/>
              </a:spcAft>
            </a:pPr>
            <a:endParaRPr lang="en-US" altLang="ja-JP" sz="1400" dirty="0">
              <a:solidFill>
                <a:srgbClr val="000000"/>
              </a:solidFill>
              <a:latin typeface="Meiryo UI" pitchFamily="50" charset="-128"/>
              <a:ea typeface="Meiryo UI" pitchFamily="50" charset="-128"/>
              <a:cs typeface="Meiryo UI" pitchFamily="50" charset="-128"/>
            </a:endParaRPr>
          </a:p>
          <a:p>
            <a:pPr algn="l" fontAlgn="auto">
              <a:spcBef>
                <a:spcPts val="0"/>
              </a:spcBef>
              <a:spcAft>
                <a:spcPts val="0"/>
              </a:spcAft>
            </a:pPr>
            <a:r>
              <a:rPr lang="en-US" altLang="ja-JP" sz="1400" dirty="0">
                <a:solidFill>
                  <a:srgbClr val="000000"/>
                </a:solidFill>
                <a:latin typeface="Meiryo UI" pitchFamily="50" charset="-128"/>
                <a:ea typeface="Meiryo UI" pitchFamily="50" charset="-128"/>
                <a:cs typeface="Meiryo UI" pitchFamily="50" charset="-128"/>
              </a:rPr>
              <a:t>Honda-</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solidFill>
                  <a:srgbClr val="000000"/>
                </a:solidFill>
                <a:latin typeface="Meiryo UI" pitchFamily="50" charset="-128"/>
                <a:ea typeface="Meiryo UI" pitchFamily="50" charset="-128"/>
                <a:cs typeface="Meiryo UI" pitchFamily="50" charset="-128"/>
              </a:rPr>
              <a:t>プロジェクトにおいてワーキングレベルで運用中の下記ドキュメントを、ソフトウェア、キャリブレーションデータセットの変化点・熟成度管理の正式文書と定める。</a:t>
            </a:r>
            <a:endParaRPr lang="en-US" altLang="ja-JP" sz="1400" dirty="0">
              <a:solidFill>
                <a:srgbClr val="000000"/>
              </a:solidFill>
              <a:latin typeface="Meiryo UI" pitchFamily="50" charset="-128"/>
              <a:ea typeface="Meiryo UI" pitchFamily="50" charset="-128"/>
              <a:cs typeface="Meiryo UI" pitchFamily="50" charset="-128"/>
            </a:endParaRPr>
          </a:p>
        </p:txBody>
      </p:sp>
      <p:sp>
        <p:nvSpPr>
          <p:cNvPr id="25" name="テキスト ボックス 24"/>
          <p:cNvSpPr txBox="1"/>
          <p:nvPr/>
        </p:nvSpPr>
        <p:spPr>
          <a:xfrm>
            <a:off x="5407029" y="1230992"/>
            <a:ext cx="3660771" cy="276999"/>
          </a:xfrm>
          <a:prstGeom prst="rect">
            <a:avLst/>
          </a:prstGeom>
          <a:noFill/>
        </p:spPr>
        <p:txBody>
          <a:bodyPr wrap="square" rtlCol="0">
            <a:spAutoFit/>
          </a:bodyPr>
          <a:lstStyle/>
          <a:p>
            <a:pPr algn="l" fontAlgn="auto">
              <a:spcBef>
                <a:spcPts val="0"/>
              </a:spcBef>
              <a:spcAft>
                <a:spcPts val="0"/>
              </a:spcAft>
            </a:pPr>
            <a:r>
              <a:rPr lang="ja-JP" altLang="en-US" sz="1200">
                <a:solidFill>
                  <a:srgbClr val="000000"/>
                </a:solidFill>
                <a:latin typeface="Meiryo UI" pitchFamily="50" charset="-128"/>
                <a:ea typeface="Meiryo UI" pitchFamily="50" charset="-128"/>
                <a:cs typeface="Meiryo UI" pitchFamily="50" charset="-128"/>
              </a:rPr>
              <a:t>●：</a:t>
            </a:r>
            <a:r>
              <a:rPr lang="en-US" altLang="ja-JP" sz="1200">
                <a:solidFill>
                  <a:srgbClr val="000000"/>
                </a:solidFill>
                <a:latin typeface="Meiryo UI" pitchFamily="50" charset="-128"/>
                <a:ea typeface="Meiryo UI" pitchFamily="50" charset="-128"/>
                <a:cs typeface="Meiryo UI" pitchFamily="50" charset="-128"/>
              </a:rPr>
              <a:t>Mandatory  </a:t>
            </a:r>
            <a:r>
              <a:rPr lang="ja-JP" altLang="en-US" sz="1200">
                <a:solidFill>
                  <a:srgbClr val="000000"/>
                </a:solidFill>
                <a:latin typeface="Meiryo UI" pitchFamily="50" charset="-128"/>
                <a:ea typeface="Meiryo UI" pitchFamily="50" charset="-128"/>
                <a:cs typeface="Meiryo UI" pitchFamily="50" charset="-128"/>
              </a:rPr>
              <a:t>○：</a:t>
            </a:r>
            <a:r>
              <a:rPr lang="en-US" altLang="ja-JP" sz="1200">
                <a:solidFill>
                  <a:srgbClr val="000000"/>
                </a:solidFill>
                <a:latin typeface="Meiryo UI" pitchFamily="50" charset="-128"/>
                <a:ea typeface="Meiryo UI" pitchFamily="50" charset="-128"/>
                <a:cs typeface="Meiryo UI" pitchFamily="50" charset="-128"/>
              </a:rPr>
              <a:t>to be discussed each case</a:t>
            </a:r>
            <a:endParaRPr lang="ja-JP" altLang="en-US" sz="1200">
              <a:solidFill>
                <a:srgbClr val="000000"/>
              </a:solidFill>
              <a:latin typeface="Meiryo UI" pitchFamily="50" charset="-128"/>
              <a:ea typeface="Meiryo UI" pitchFamily="50" charset="-128"/>
              <a:cs typeface="Meiryo UI" pitchFamily="50" charset="-128"/>
            </a:endParaRPr>
          </a:p>
        </p:txBody>
      </p:sp>
      <p:sp>
        <p:nvSpPr>
          <p:cNvPr id="19" name="Text Box 2"/>
          <p:cNvSpPr txBox="1">
            <a:spLocks noChangeArrowheads="1"/>
          </p:cNvSpPr>
          <p:nvPr/>
        </p:nvSpPr>
        <p:spPr bwMode="auto">
          <a:xfrm>
            <a:off x="250829" y="96703"/>
            <a:ext cx="88931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1800" dirty="0">
                <a:solidFill>
                  <a:srgbClr val="FFFFFF"/>
                </a:solidFill>
                <a:latin typeface="Meiryo UI" panose="020B0604030504040204" pitchFamily="50" charset="-128"/>
                <a:ea typeface="Meiryo UI" panose="020B0604030504040204" pitchFamily="50" charset="-128"/>
                <a:cs typeface="Arial" pitchFamily="34" charset="0"/>
              </a:rPr>
              <a:t>17. EMS Report Maturity and Quality Verification (26/31)</a:t>
            </a:r>
            <a:endParaRPr lang="en-US" altLang="ja-JP" sz="1050" dirty="0">
              <a:solidFill>
                <a:srgbClr val="FFFFFF"/>
              </a:solidFill>
              <a:latin typeface="HGPｺﾞｼｯｸE" pitchFamily="50" charset="-128"/>
              <a:ea typeface="HGPｺﾞｼｯｸE" pitchFamily="50" charset="-128"/>
              <a:cs typeface="Arial" pitchFamily="34" charset="0"/>
            </a:endParaRPr>
          </a:p>
        </p:txBody>
      </p:sp>
      <p:sp>
        <p:nvSpPr>
          <p:cNvPr id="14" name="コンテンツ プレースホルダー 2"/>
          <p:cNvSpPr txBox="1">
            <a:spLocks/>
          </p:cNvSpPr>
          <p:nvPr>
            <p:custDataLst>
              <p:tags r:id="rId1"/>
            </p:custDataLst>
          </p:nvPr>
        </p:nvSpPr>
        <p:spPr bwMode="auto">
          <a:xfrm>
            <a:off x="1571790" y="3091028"/>
            <a:ext cx="3808735" cy="508473"/>
          </a:xfrm>
          <a:prstGeom prst="rect">
            <a:avLst/>
          </a:prstGeom>
          <a:noFill/>
          <a:ln w="0">
            <a:noFill/>
            <a:miter lim="800000"/>
            <a:headEnd/>
            <a:tailEnd/>
          </a:ln>
          <a:effectLst/>
          <a:extLs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vert="horz" wrap="none" lIns="0" tIns="0" rIns="0" bIns="0" numCol="1" anchor="t" anchorCtr="0" compatLnSpc="1">
            <a:prstTxWarp prst="textNoShape">
              <a:avLst/>
            </a:prstTxWarp>
            <a:spAutoFit/>
          </a:bodyPr>
          <a:lstStyle>
            <a:lvl1pPr marL="251460" indent="-251460" algn="l" rtl="0" eaLnBrk="1" fontAlgn="base" hangingPunct="1">
              <a:lnSpc>
                <a:spcPts val="2300"/>
              </a:lnSpc>
              <a:spcBef>
                <a:spcPts val="500"/>
              </a:spcBef>
              <a:spcAft>
                <a:spcPct val="0"/>
              </a:spcAft>
              <a:buClrTx/>
              <a:buSzPct val="100000"/>
              <a:buFontTx/>
              <a:buNone/>
              <a:defRPr kumimoji="1" sz="1800" b="0" i="0" u="none">
                <a:solidFill>
                  <a:schemeClr val="tx1"/>
                </a:solidFill>
                <a:latin typeface="Bosch Office Sans" panose="020B0604020202020204" pitchFamily="34" charset="0"/>
                <a:ea typeface="+mn-ea"/>
                <a:cs typeface="Arial" pitchFamily="34" charset="0"/>
              </a:defRPr>
            </a:lvl1pPr>
            <a:lvl2pPr marL="467360" indent="-467360" algn="l" rtl="0" eaLnBrk="1" fontAlgn="base" hangingPunct="1">
              <a:lnSpc>
                <a:spcPts val="2000"/>
              </a:lnSpc>
              <a:spcBef>
                <a:spcPts val="500"/>
              </a:spcBef>
              <a:spcAft>
                <a:spcPct val="0"/>
              </a:spcAft>
              <a:buClrTx/>
              <a:buSzPct val="100000"/>
              <a:buFontTx/>
              <a:buNone/>
              <a:defRPr kumimoji="1" sz="1600" b="0" i="0" u="none">
                <a:solidFill>
                  <a:schemeClr val="tx1"/>
                </a:solidFill>
                <a:latin typeface="Bosch Office Sans" panose="020B0604020202020204" pitchFamily="34" charset="0"/>
                <a:cs typeface="Arial" pitchFamily="34" charset="0"/>
              </a:defRPr>
            </a:lvl2pPr>
            <a:lvl3pPr marL="647700" indent="-647700" algn="l" rtl="0" eaLnBrk="1" fontAlgn="base" hangingPunct="1">
              <a:lnSpc>
                <a:spcPts val="1700"/>
              </a:lnSpc>
              <a:spcBef>
                <a:spcPts val="500"/>
              </a:spcBef>
              <a:spcAft>
                <a:spcPct val="0"/>
              </a:spcAft>
              <a:buClrTx/>
              <a:buSzPct val="100000"/>
              <a:buFontTx/>
              <a:buNone/>
              <a:defRPr kumimoji="1" sz="1400" b="0" i="0" u="none">
                <a:solidFill>
                  <a:schemeClr val="tx1"/>
                </a:solidFill>
                <a:latin typeface="Bosch Office Sans" panose="020B0604020202020204" pitchFamily="34" charset="0"/>
                <a:cs typeface="Arial" pitchFamily="34" charset="0"/>
              </a:defRPr>
            </a:lvl3pPr>
            <a:lvl4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4pPr>
            <a:lvl5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5pPr>
            <a:lvl6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6pPr>
            <a:lvl7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7pPr>
            <a:lvl8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8pPr>
            <a:lvl9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9pPr>
          </a:lstStyle>
          <a:p>
            <a:pPr marL="0" indent="0">
              <a:lnSpc>
                <a:spcPct val="105000"/>
              </a:lnSpc>
              <a:spcBef>
                <a:spcPts val="600"/>
              </a:spcBef>
              <a:spcAft>
                <a:spcPts val="0"/>
              </a:spcAft>
            </a:pPr>
            <a:r>
              <a:rPr lang="en-US" altLang="ja-JP" sz="1400" b="1" kern="0">
                <a:latin typeface="Meiryo UI" panose="020B0604030504040204" pitchFamily="50" charset="-128"/>
              </a:rPr>
              <a:t>※</a:t>
            </a:r>
            <a:r>
              <a:rPr lang="ja-JP" altLang="en-US" sz="1400" b="1" kern="0">
                <a:latin typeface="Meiryo UI" panose="020B0604030504040204" pitchFamily="50" charset="-128"/>
              </a:rPr>
              <a:t> </a:t>
            </a:r>
            <a:r>
              <a:rPr lang="en-US" altLang="ja-JP" sz="1400" b="1" kern="0">
                <a:latin typeface="Meiryo UI" panose="020B0604030504040204" pitchFamily="50" charset="-128"/>
              </a:rPr>
              <a:t>Refer to “CAL responsivity” excel file.</a:t>
            </a:r>
          </a:p>
          <a:p>
            <a:pPr marL="0" indent="0">
              <a:lnSpc>
                <a:spcPct val="105000"/>
              </a:lnSpc>
              <a:spcBef>
                <a:spcPts val="600"/>
              </a:spcBef>
              <a:spcAft>
                <a:spcPts val="0"/>
              </a:spcAft>
            </a:pPr>
            <a:r>
              <a:rPr lang="en-US" sz="1400" b="1" kern="0">
                <a:latin typeface="Meiryo UI" panose="020B0604030504040204" pitchFamily="50" charset="-128"/>
              </a:rPr>
              <a:t>In folder : “</a:t>
            </a:r>
            <a:r>
              <a:rPr lang="en-US" altLang="ja-JP" sz="1400" b="1" kern="0">
                <a:latin typeface="Meiryo UI" panose="020B0604030504040204" pitchFamily="50" charset="-128"/>
              </a:rPr>
              <a:t>17</a:t>
            </a:r>
            <a:r>
              <a:rPr lang="en-US" sz="1400" b="1" kern="0">
                <a:latin typeface="Meiryo UI" panose="020B0604030504040204" pitchFamily="50" charset="-128"/>
              </a:rPr>
              <a:t>. </a:t>
            </a:r>
            <a:r>
              <a:rPr lang="en-US" altLang="ja-JP" sz="1400" b="1" kern="0">
                <a:latin typeface="Meiryo UI" panose="020B0604030504040204" pitchFamily="50" charset="-128"/>
              </a:rPr>
              <a:t>EMS</a:t>
            </a:r>
            <a:r>
              <a:rPr lang="ja-JP" altLang="en-US" sz="1400" b="1" kern="0">
                <a:latin typeface="Meiryo UI" panose="020B0604030504040204" pitchFamily="50" charset="-128"/>
              </a:rPr>
              <a:t> </a:t>
            </a:r>
            <a:r>
              <a:rPr lang="en-US" altLang="ja-JP" sz="1400" b="1" kern="0">
                <a:latin typeface="Meiryo UI" panose="020B0604030504040204" pitchFamily="50" charset="-128"/>
              </a:rPr>
              <a:t>maturity</a:t>
            </a:r>
            <a:r>
              <a:rPr lang="en-US" sz="1400" b="1" kern="0">
                <a:latin typeface="Meiryo UI" panose="020B0604030504040204" pitchFamily="50" charset="-128"/>
              </a:rPr>
              <a:t>”</a:t>
            </a:r>
          </a:p>
        </p:txBody>
      </p:sp>
      <p:sp>
        <p:nvSpPr>
          <p:cNvPr id="22" name="コンテンツ プレースホルダー 2">
            <a:extLst>
              <a:ext uri="{FF2B5EF4-FFF2-40B4-BE49-F238E27FC236}">
                <a16:creationId xmlns:a16="http://schemas.microsoft.com/office/drawing/2014/main" id="{7485E82E-7C94-492F-B683-906541705F1A}"/>
              </a:ext>
            </a:extLst>
          </p:cNvPr>
          <p:cNvSpPr txBox="1">
            <a:spLocks/>
          </p:cNvSpPr>
          <p:nvPr>
            <p:custDataLst>
              <p:tags r:id="rId2"/>
            </p:custDataLst>
          </p:nvPr>
        </p:nvSpPr>
        <p:spPr bwMode="auto">
          <a:xfrm>
            <a:off x="2564122" y="4628145"/>
            <a:ext cx="4626266" cy="508473"/>
          </a:xfrm>
          <a:prstGeom prst="rect">
            <a:avLst/>
          </a:prstGeom>
          <a:noFill/>
          <a:ln w="0">
            <a:noFill/>
            <a:miter lim="800000"/>
            <a:headEnd/>
            <a:tailEnd/>
          </a:ln>
          <a:effectLst/>
          <a:extLs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vert="horz" wrap="none" lIns="0" tIns="0" rIns="0" bIns="0" numCol="1" anchor="t" anchorCtr="0" compatLnSpc="1">
            <a:prstTxWarp prst="textNoShape">
              <a:avLst/>
            </a:prstTxWarp>
            <a:spAutoFit/>
          </a:bodyPr>
          <a:lstStyle>
            <a:lvl1pPr marL="251460" indent="-251460" algn="l" rtl="0" eaLnBrk="1" fontAlgn="base" hangingPunct="1">
              <a:lnSpc>
                <a:spcPts val="2300"/>
              </a:lnSpc>
              <a:spcBef>
                <a:spcPts val="500"/>
              </a:spcBef>
              <a:spcAft>
                <a:spcPct val="0"/>
              </a:spcAft>
              <a:buClrTx/>
              <a:buSzPct val="100000"/>
              <a:buFontTx/>
              <a:buNone/>
              <a:defRPr kumimoji="1" sz="1800" b="0" i="0" u="none">
                <a:solidFill>
                  <a:schemeClr val="tx1"/>
                </a:solidFill>
                <a:latin typeface="Bosch Office Sans" panose="020B0604020202020204" pitchFamily="34" charset="0"/>
                <a:ea typeface="+mn-ea"/>
                <a:cs typeface="Arial" pitchFamily="34" charset="0"/>
              </a:defRPr>
            </a:lvl1pPr>
            <a:lvl2pPr marL="467360" indent="-467360" algn="l" rtl="0" eaLnBrk="1" fontAlgn="base" hangingPunct="1">
              <a:lnSpc>
                <a:spcPts val="2000"/>
              </a:lnSpc>
              <a:spcBef>
                <a:spcPts val="500"/>
              </a:spcBef>
              <a:spcAft>
                <a:spcPct val="0"/>
              </a:spcAft>
              <a:buClrTx/>
              <a:buSzPct val="100000"/>
              <a:buFontTx/>
              <a:buNone/>
              <a:defRPr kumimoji="1" sz="1600" b="0" i="0" u="none">
                <a:solidFill>
                  <a:schemeClr val="tx1"/>
                </a:solidFill>
                <a:latin typeface="Bosch Office Sans" panose="020B0604020202020204" pitchFamily="34" charset="0"/>
                <a:cs typeface="Arial" pitchFamily="34" charset="0"/>
              </a:defRPr>
            </a:lvl2pPr>
            <a:lvl3pPr marL="647700" indent="-647700" algn="l" rtl="0" eaLnBrk="1" fontAlgn="base" hangingPunct="1">
              <a:lnSpc>
                <a:spcPts val="1700"/>
              </a:lnSpc>
              <a:spcBef>
                <a:spcPts val="500"/>
              </a:spcBef>
              <a:spcAft>
                <a:spcPct val="0"/>
              </a:spcAft>
              <a:buClrTx/>
              <a:buSzPct val="100000"/>
              <a:buFontTx/>
              <a:buNone/>
              <a:defRPr kumimoji="1" sz="1400" b="0" i="0" u="none">
                <a:solidFill>
                  <a:schemeClr val="tx1"/>
                </a:solidFill>
                <a:latin typeface="Bosch Office Sans" panose="020B0604020202020204" pitchFamily="34" charset="0"/>
                <a:cs typeface="Arial" pitchFamily="34" charset="0"/>
              </a:defRPr>
            </a:lvl3pPr>
            <a:lvl4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4pPr>
            <a:lvl5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5pPr>
            <a:lvl6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6pPr>
            <a:lvl7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7pPr>
            <a:lvl8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8pPr>
            <a:lvl9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9pPr>
          </a:lstStyle>
          <a:p>
            <a:pPr marL="0" indent="0">
              <a:lnSpc>
                <a:spcPct val="105000"/>
              </a:lnSpc>
              <a:spcBef>
                <a:spcPts val="600"/>
              </a:spcBef>
              <a:spcAft>
                <a:spcPts val="0"/>
              </a:spcAft>
            </a:pPr>
            <a:r>
              <a:rPr lang="en-US" altLang="ja-JP" sz="1400" b="1" kern="0">
                <a:latin typeface="Meiryo UI" panose="020B0604030504040204" pitchFamily="50" charset="-128"/>
              </a:rPr>
              <a:t>※</a:t>
            </a:r>
            <a:r>
              <a:rPr lang="ja-JP" altLang="en-US" sz="1400" b="1" kern="0">
                <a:latin typeface="Meiryo UI" panose="020B0604030504040204" pitchFamily="50" charset="-128"/>
              </a:rPr>
              <a:t> </a:t>
            </a:r>
            <a:r>
              <a:rPr lang="en-US" altLang="ja-JP" sz="1400" b="1" kern="0">
                <a:latin typeface="Meiryo UI" panose="020B0604030504040204" pitchFamily="50" charset="-128"/>
              </a:rPr>
              <a:t>Refer to “CAL Maturity” “HEX release list” file.</a:t>
            </a:r>
          </a:p>
          <a:p>
            <a:pPr marL="0" indent="0">
              <a:lnSpc>
                <a:spcPct val="105000"/>
              </a:lnSpc>
              <a:spcBef>
                <a:spcPts val="600"/>
              </a:spcBef>
              <a:spcAft>
                <a:spcPts val="0"/>
              </a:spcAft>
            </a:pPr>
            <a:r>
              <a:rPr lang="en-US" sz="1400" b="1" kern="0">
                <a:latin typeface="Meiryo UI" panose="020B0604030504040204" pitchFamily="50" charset="-128"/>
              </a:rPr>
              <a:t>In folder : “</a:t>
            </a:r>
            <a:r>
              <a:rPr lang="en-US" altLang="ja-JP" sz="1400" b="1" kern="0">
                <a:latin typeface="Meiryo UI" panose="020B0604030504040204" pitchFamily="50" charset="-128"/>
              </a:rPr>
              <a:t>17</a:t>
            </a:r>
            <a:r>
              <a:rPr lang="en-US" sz="1400" b="1" kern="0">
                <a:latin typeface="Meiryo UI" panose="020B0604030504040204" pitchFamily="50" charset="-128"/>
              </a:rPr>
              <a:t>. </a:t>
            </a:r>
            <a:r>
              <a:rPr lang="en-US" altLang="ja-JP" sz="1400" b="1" kern="0">
                <a:latin typeface="Meiryo UI" panose="020B0604030504040204" pitchFamily="50" charset="-128"/>
              </a:rPr>
              <a:t>EMS</a:t>
            </a:r>
            <a:r>
              <a:rPr lang="ja-JP" altLang="en-US" sz="1400" b="1" kern="0">
                <a:latin typeface="Meiryo UI" panose="020B0604030504040204" pitchFamily="50" charset="-128"/>
              </a:rPr>
              <a:t> </a:t>
            </a:r>
            <a:r>
              <a:rPr lang="en-US" altLang="ja-JP" sz="1400" b="1" kern="0">
                <a:latin typeface="Meiryo UI" panose="020B0604030504040204" pitchFamily="50" charset="-128"/>
              </a:rPr>
              <a:t>maturity</a:t>
            </a:r>
            <a:r>
              <a:rPr lang="en-US" sz="1400" b="1" kern="0">
                <a:latin typeface="Meiryo UI" panose="020B0604030504040204" pitchFamily="50" charset="-128"/>
              </a:rPr>
              <a:t>”</a:t>
            </a:r>
          </a:p>
        </p:txBody>
      </p:sp>
      <p:sp>
        <p:nvSpPr>
          <p:cNvPr id="26" name="コンテンツ プレースホルダー 2">
            <a:extLst>
              <a:ext uri="{FF2B5EF4-FFF2-40B4-BE49-F238E27FC236}">
                <a16:creationId xmlns:a16="http://schemas.microsoft.com/office/drawing/2014/main" id="{50776044-14FA-479E-A692-9E8DAC759EC5}"/>
              </a:ext>
            </a:extLst>
          </p:cNvPr>
          <p:cNvSpPr txBox="1">
            <a:spLocks/>
          </p:cNvSpPr>
          <p:nvPr>
            <p:custDataLst>
              <p:tags r:id="rId3"/>
            </p:custDataLst>
          </p:nvPr>
        </p:nvSpPr>
        <p:spPr bwMode="auto">
          <a:xfrm>
            <a:off x="3688121" y="6173712"/>
            <a:ext cx="5379678" cy="508473"/>
          </a:xfrm>
          <a:prstGeom prst="rect">
            <a:avLst/>
          </a:prstGeom>
          <a:noFill/>
          <a:ln w="0">
            <a:noFill/>
            <a:miter lim="800000"/>
            <a:headEnd/>
            <a:tailEnd/>
          </a:ln>
          <a:effectLst/>
          <a:extLs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vert="horz" wrap="none" lIns="0" tIns="0" rIns="0" bIns="0" numCol="1" anchor="t" anchorCtr="0" compatLnSpc="1">
            <a:prstTxWarp prst="textNoShape">
              <a:avLst/>
            </a:prstTxWarp>
            <a:spAutoFit/>
          </a:bodyPr>
          <a:lstStyle>
            <a:lvl1pPr marL="251460" indent="-251460" algn="l" rtl="0" eaLnBrk="1" fontAlgn="base" hangingPunct="1">
              <a:lnSpc>
                <a:spcPts val="2300"/>
              </a:lnSpc>
              <a:spcBef>
                <a:spcPts val="500"/>
              </a:spcBef>
              <a:spcAft>
                <a:spcPct val="0"/>
              </a:spcAft>
              <a:buClrTx/>
              <a:buSzPct val="100000"/>
              <a:buFontTx/>
              <a:buNone/>
              <a:defRPr kumimoji="1" sz="1800" b="0" i="0" u="none">
                <a:solidFill>
                  <a:schemeClr val="tx1"/>
                </a:solidFill>
                <a:latin typeface="Bosch Office Sans" panose="020B0604020202020204" pitchFamily="34" charset="0"/>
                <a:ea typeface="+mn-ea"/>
                <a:cs typeface="Arial" pitchFamily="34" charset="0"/>
              </a:defRPr>
            </a:lvl1pPr>
            <a:lvl2pPr marL="467360" indent="-467360" algn="l" rtl="0" eaLnBrk="1" fontAlgn="base" hangingPunct="1">
              <a:lnSpc>
                <a:spcPts val="2000"/>
              </a:lnSpc>
              <a:spcBef>
                <a:spcPts val="500"/>
              </a:spcBef>
              <a:spcAft>
                <a:spcPct val="0"/>
              </a:spcAft>
              <a:buClrTx/>
              <a:buSzPct val="100000"/>
              <a:buFontTx/>
              <a:buNone/>
              <a:defRPr kumimoji="1" sz="1600" b="0" i="0" u="none">
                <a:solidFill>
                  <a:schemeClr val="tx1"/>
                </a:solidFill>
                <a:latin typeface="Bosch Office Sans" panose="020B0604020202020204" pitchFamily="34" charset="0"/>
                <a:cs typeface="Arial" pitchFamily="34" charset="0"/>
              </a:defRPr>
            </a:lvl2pPr>
            <a:lvl3pPr marL="647700" indent="-647700" algn="l" rtl="0" eaLnBrk="1" fontAlgn="base" hangingPunct="1">
              <a:lnSpc>
                <a:spcPts val="1700"/>
              </a:lnSpc>
              <a:spcBef>
                <a:spcPts val="500"/>
              </a:spcBef>
              <a:spcAft>
                <a:spcPct val="0"/>
              </a:spcAft>
              <a:buClrTx/>
              <a:buSzPct val="100000"/>
              <a:buFontTx/>
              <a:buNone/>
              <a:defRPr kumimoji="1" sz="1400" b="0" i="0" u="none">
                <a:solidFill>
                  <a:schemeClr val="tx1"/>
                </a:solidFill>
                <a:latin typeface="Bosch Office Sans" panose="020B0604020202020204" pitchFamily="34" charset="0"/>
                <a:cs typeface="Arial" pitchFamily="34" charset="0"/>
              </a:defRPr>
            </a:lvl3pPr>
            <a:lvl4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4pPr>
            <a:lvl5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5pPr>
            <a:lvl6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6pPr>
            <a:lvl7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7pPr>
            <a:lvl8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8pPr>
            <a:lvl9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9pPr>
          </a:lstStyle>
          <a:p>
            <a:pPr marL="0" indent="0">
              <a:lnSpc>
                <a:spcPct val="105000"/>
              </a:lnSpc>
              <a:spcBef>
                <a:spcPts val="600"/>
              </a:spcBef>
              <a:spcAft>
                <a:spcPts val="0"/>
              </a:spcAft>
            </a:pPr>
            <a:r>
              <a:rPr lang="en-US" altLang="ja-JP" sz="1400" b="1" kern="0">
                <a:latin typeface="Meiryo UI" panose="020B0604030504040204" pitchFamily="50" charset="-128"/>
              </a:rPr>
              <a:t>※</a:t>
            </a:r>
            <a:r>
              <a:rPr lang="ja-JP" altLang="en-US" sz="1400" b="1" kern="0">
                <a:latin typeface="Meiryo UI" panose="020B0604030504040204" pitchFamily="50" charset="-128"/>
              </a:rPr>
              <a:t> </a:t>
            </a:r>
            <a:r>
              <a:rPr lang="en-US" altLang="ja-JP" sz="1400" b="1" kern="0">
                <a:latin typeface="Meiryo UI" panose="020B0604030504040204" pitchFamily="50" charset="-128"/>
              </a:rPr>
              <a:t>Refer to “SW CAL delivery” “Calibration data change” </a:t>
            </a:r>
          </a:p>
          <a:p>
            <a:pPr marL="0" indent="0">
              <a:lnSpc>
                <a:spcPct val="105000"/>
              </a:lnSpc>
              <a:spcBef>
                <a:spcPts val="600"/>
              </a:spcBef>
              <a:spcAft>
                <a:spcPts val="0"/>
              </a:spcAft>
            </a:pPr>
            <a:r>
              <a:rPr lang="en-US" sz="1400" b="1" kern="0">
                <a:latin typeface="Meiryo UI" panose="020B0604030504040204" pitchFamily="50" charset="-128"/>
              </a:rPr>
              <a:t>In folder : “</a:t>
            </a:r>
            <a:r>
              <a:rPr lang="en-US" altLang="ja-JP" sz="1400" b="1" kern="0">
                <a:latin typeface="Meiryo UI" panose="020B0604030504040204" pitchFamily="50" charset="-128"/>
              </a:rPr>
              <a:t>17</a:t>
            </a:r>
            <a:r>
              <a:rPr lang="en-US" sz="1400" b="1" kern="0">
                <a:latin typeface="Meiryo UI" panose="020B0604030504040204" pitchFamily="50" charset="-128"/>
              </a:rPr>
              <a:t>. </a:t>
            </a:r>
            <a:r>
              <a:rPr lang="en-US" altLang="ja-JP" sz="1400" b="1" kern="0">
                <a:latin typeface="Meiryo UI" panose="020B0604030504040204" pitchFamily="50" charset="-128"/>
              </a:rPr>
              <a:t>EMS</a:t>
            </a:r>
            <a:r>
              <a:rPr lang="ja-JP" altLang="en-US" sz="1400" b="1" kern="0">
                <a:latin typeface="Meiryo UI" panose="020B0604030504040204" pitchFamily="50" charset="-128"/>
              </a:rPr>
              <a:t> </a:t>
            </a:r>
            <a:r>
              <a:rPr lang="en-US" altLang="ja-JP" sz="1400" b="1" kern="0">
                <a:latin typeface="Meiryo UI" panose="020B0604030504040204" pitchFamily="50" charset="-128"/>
              </a:rPr>
              <a:t>maturity</a:t>
            </a:r>
            <a:r>
              <a:rPr lang="en-US" sz="1400" b="1" kern="0">
                <a:latin typeface="Meiryo UI" panose="020B0604030504040204" pitchFamily="50" charset="-128"/>
              </a:rPr>
              <a:t>”</a:t>
            </a:r>
          </a:p>
        </p:txBody>
      </p:sp>
    </p:spTree>
    <p:extLst>
      <p:ext uri="{BB962C8B-B14F-4D97-AF65-F5344CB8AC3E}">
        <p14:creationId xmlns:p14="http://schemas.microsoft.com/office/powerpoint/2010/main" val="3420551094"/>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 Box 2"/>
          <p:cNvSpPr txBox="1">
            <a:spLocks noChangeArrowheads="1"/>
          </p:cNvSpPr>
          <p:nvPr/>
        </p:nvSpPr>
        <p:spPr bwMode="auto">
          <a:xfrm>
            <a:off x="146327" y="545066"/>
            <a:ext cx="494818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l" eaLnBrk="1" hangingPunct="1"/>
            <a:r>
              <a:rPr lang="en-US" altLang="ja-JP" sz="1800" b="1" u="sng">
                <a:latin typeface="Meiryo UI" panose="020B0604030504040204" pitchFamily="50" charset="-128"/>
                <a:ea typeface="Meiryo UI" panose="020B0604030504040204" pitchFamily="50" charset="-128"/>
                <a:cs typeface="Arial" pitchFamily="34" charset="0"/>
              </a:rPr>
              <a:t>Failure List</a:t>
            </a:r>
            <a:endParaRPr lang="en-US" altLang="ja-JP" sz="1050" b="1" u="sng">
              <a:latin typeface="HGPｺﾞｼｯｸE" pitchFamily="50" charset="-128"/>
              <a:ea typeface="HGPｺﾞｼｯｸE" pitchFamily="50" charset="-128"/>
              <a:cs typeface="Arial" pitchFamily="34" charset="0"/>
            </a:endParaRPr>
          </a:p>
        </p:txBody>
      </p:sp>
      <p:sp>
        <p:nvSpPr>
          <p:cNvPr id="2" name="テキスト ボックス 1"/>
          <p:cNvSpPr txBox="1"/>
          <p:nvPr/>
        </p:nvSpPr>
        <p:spPr>
          <a:xfrm>
            <a:off x="250829" y="861554"/>
            <a:ext cx="8438607" cy="1284967"/>
          </a:xfrm>
          <a:prstGeom prst="rect">
            <a:avLst/>
          </a:prstGeom>
          <a:noFill/>
        </p:spPr>
        <p:txBody>
          <a:bodyPr wrap="square" rtlCol="0">
            <a:spAutoFit/>
          </a:bodyPr>
          <a:lstStyle/>
          <a:p>
            <a:pPr algn="l">
              <a:spcBef>
                <a:spcPts val="300"/>
              </a:spcBef>
            </a:pPr>
            <a:r>
              <a:rPr lang="en-US" altLang="ja-JP" sz="1400" dirty="0">
                <a:latin typeface="Meiryo UI" panose="020B0604030504040204" pitchFamily="50" charset="-128"/>
                <a:ea typeface="Meiryo UI" panose="020B0604030504040204" pitchFamily="50" charset="-128"/>
                <a:cs typeface="Arial" panose="020B0604020202020204" pitchFamily="34" charset="0"/>
              </a:rPr>
              <a:t>Software and calibration issue(s) must be listed in failure list.</a:t>
            </a:r>
          </a:p>
          <a:p>
            <a:pPr algn="l">
              <a:spcBef>
                <a:spcPts val="300"/>
              </a:spcBef>
            </a:pPr>
            <a:r>
              <a:rPr lang="en-US" altLang="ja-JP" sz="1400" dirty="0">
                <a:latin typeface="Meiryo UI" panose="020B0604030504040204" pitchFamily="50" charset="-128"/>
                <a:ea typeface="Meiryo UI" panose="020B0604030504040204" pitchFamily="50" charset="-128"/>
                <a:cs typeface="Arial" panose="020B0604020202020204" pitchFamily="34" charset="0"/>
              </a:rPr>
              <a:t>Once issue come out,</a:t>
            </a:r>
            <a:r>
              <a:rPr lang="ja-JP" altLang="en-US" sz="1400" dirty="0">
                <a:latin typeface="Meiryo UI" panose="020B0604030504040204" pitchFamily="50" charset="-128"/>
                <a:ea typeface="Meiryo UI" panose="020B0604030504040204" pitchFamily="50" charset="-128"/>
                <a:cs typeface="Arial" panose="020B0604020202020204" pitchFamily="34" charset="0"/>
              </a:rPr>
              <a:t>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solidFill>
                  <a:srgbClr val="0000FF"/>
                </a:solidFill>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anose="020B0604020202020204" pitchFamily="34" charset="0"/>
              </a:rPr>
              <a:t>is required to check if same issue would happen in the other past/ongoing projects.(So called, Yoko-ten).</a:t>
            </a:r>
          </a:p>
          <a:p>
            <a:pPr algn="l">
              <a:spcBef>
                <a:spcPts val="300"/>
              </a:spcBef>
            </a:pPr>
            <a:r>
              <a:rPr lang="en-US" altLang="ja-JP" sz="1400" dirty="0">
                <a:latin typeface="Meiryo UI" panose="020B0604030504040204" pitchFamily="50" charset="-128"/>
                <a:ea typeface="Meiryo UI" panose="020B0604030504040204" pitchFamily="50" charset="-128"/>
                <a:cs typeface="Arial" panose="020B0604020202020204" pitchFamily="34" charset="0"/>
              </a:rPr>
              <a:t>It must be handled and shared with Honda by</a:t>
            </a:r>
            <a:r>
              <a:rPr lang="ja-JP" altLang="en-US" sz="1400" dirty="0">
                <a:latin typeface="Meiryo UI" panose="020B0604030504040204" pitchFamily="50" charset="-128"/>
                <a:ea typeface="Meiryo UI" panose="020B0604030504040204" pitchFamily="50" charset="-128"/>
                <a:cs typeface="Arial" panose="020B0604020202020204" pitchFamily="34" charset="0"/>
              </a:rPr>
              <a:t>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dirty="0">
                <a:latin typeface="Meiryo UI" panose="020B0604030504040204" pitchFamily="50" charset="-128"/>
                <a:ea typeface="Meiryo UI" panose="020B0604030504040204" pitchFamily="50" charset="-128"/>
                <a:cs typeface="Arial" panose="020B0604020202020204" pitchFamily="34" charset="0"/>
              </a:rPr>
              <a:t>.</a:t>
            </a:r>
          </a:p>
          <a:p>
            <a:pPr algn="l">
              <a:spcBef>
                <a:spcPts val="300"/>
              </a:spcBef>
            </a:pPr>
            <a:r>
              <a:rPr kumimoji="1" lang="en-US" altLang="ja-JP" sz="1400" dirty="0">
                <a:latin typeface="Meiryo UI" panose="020B0604030504040204" pitchFamily="50" charset="-128"/>
                <a:ea typeface="Meiryo UI" panose="020B0604030504040204" pitchFamily="50" charset="-128"/>
                <a:cs typeface="Arial" panose="020B0604020202020204" pitchFamily="34" charset="0"/>
              </a:rPr>
              <a:t>It must be updated at least monthly and when </a:t>
            </a:r>
            <a:r>
              <a:rPr lang="en-US" altLang="ja-JP" sz="1400" dirty="0">
                <a:latin typeface="Meiryo UI" panose="020B0604030504040204" pitchFamily="50" charset="-128"/>
                <a:ea typeface="Meiryo UI" panose="020B0604030504040204" pitchFamily="50" charset="-128"/>
                <a:cs typeface="Arial" panose="020B0604020202020204" pitchFamily="34" charset="0"/>
              </a:rPr>
              <a:t>an</a:t>
            </a:r>
            <a:r>
              <a:rPr kumimoji="1" lang="en-US" altLang="ja-JP" sz="1400" dirty="0">
                <a:latin typeface="Meiryo UI" panose="020B0604030504040204" pitchFamily="50" charset="-128"/>
                <a:ea typeface="Meiryo UI" panose="020B0604030504040204" pitchFamily="50" charset="-128"/>
                <a:cs typeface="Arial" panose="020B0604020202020204" pitchFamily="34" charset="0"/>
              </a:rPr>
              <a:t> issue happens.</a:t>
            </a:r>
          </a:p>
        </p:txBody>
      </p:sp>
      <p:sp>
        <p:nvSpPr>
          <p:cNvPr id="10" name="テキスト ボックス 9"/>
          <p:cNvSpPr txBox="1"/>
          <p:nvPr/>
        </p:nvSpPr>
        <p:spPr>
          <a:xfrm>
            <a:off x="250829" y="2400888"/>
            <a:ext cx="8610145" cy="1184940"/>
          </a:xfrm>
          <a:prstGeom prst="rect">
            <a:avLst/>
          </a:prstGeom>
          <a:noFill/>
        </p:spPr>
        <p:txBody>
          <a:bodyPr wrap="square" rtlCol="0">
            <a:spAutoFit/>
          </a:bodyPr>
          <a:lstStyle/>
          <a:p>
            <a:pPr algn="l">
              <a:spcBef>
                <a:spcPts val="600"/>
              </a:spcBef>
            </a:pPr>
            <a:r>
              <a:rPr lang="ja-JP" altLang="en-US" sz="1400" dirty="0">
                <a:latin typeface="Meiryo UI" panose="020B0604030504040204" pitchFamily="50" charset="-128"/>
                <a:ea typeface="Meiryo UI" panose="020B0604030504040204" pitchFamily="50" charset="-128"/>
                <a:cs typeface="Arial" panose="020B0604020202020204" pitchFamily="34" charset="0"/>
              </a:rPr>
              <a:t>ソフトウェアと適合項目での不具合状況は、必ず「</a:t>
            </a:r>
            <a:r>
              <a:rPr lang="en-US" altLang="ja-JP" sz="1400" dirty="0">
                <a:latin typeface="Meiryo UI" panose="020B0604030504040204" pitchFamily="50" charset="-128"/>
                <a:ea typeface="Meiryo UI" panose="020B0604030504040204" pitchFamily="50" charset="-128"/>
                <a:cs typeface="Arial" panose="020B0604020202020204" pitchFamily="34" charset="0"/>
              </a:rPr>
              <a:t>Failure</a:t>
            </a:r>
            <a:r>
              <a:rPr lang="ja-JP" altLang="en-US" sz="1400" dirty="0">
                <a:latin typeface="Meiryo UI" panose="020B0604030504040204" pitchFamily="50" charset="-128"/>
                <a:ea typeface="Meiryo UI" panose="020B0604030504040204" pitchFamily="50" charset="-128"/>
                <a:cs typeface="Arial" panose="020B0604020202020204" pitchFamily="34" charset="0"/>
              </a:rPr>
              <a:t> </a:t>
            </a:r>
            <a:r>
              <a:rPr lang="en-US" altLang="ja-JP" sz="1400" dirty="0">
                <a:latin typeface="Meiryo UI" panose="020B0604030504040204" pitchFamily="50" charset="-128"/>
                <a:ea typeface="Meiryo UI" panose="020B0604030504040204" pitchFamily="50" charset="-128"/>
                <a:cs typeface="Arial" panose="020B0604020202020204" pitchFamily="34" charset="0"/>
              </a:rPr>
              <a:t>list</a:t>
            </a:r>
            <a:r>
              <a:rPr lang="ja-JP" altLang="en-US" sz="1400" dirty="0">
                <a:latin typeface="Meiryo UI" panose="020B0604030504040204" pitchFamily="50" charset="-128"/>
                <a:ea typeface="Meiryo UI" panose="020B0604030504040204" pitchFamily="50" charset="-128"/>
                <a:cs typeface="Arial" panose="020B0604020202020204" pitchFamily="34" charset="0"/>
              </a:rPr>
              <a:t>」に掲載すること。</a:t>
            </a:r>
            <a:endParaRPr lang="en-US" altLang="ja-JP" sz="1400" dirty="0">
              <a:latin typeface="Meiryo UI" panose="020B0604030504040204" pitchFamily="50" charset="-128"/>
              <a:ea typeface="Meiryo UI" panose="020B0604030504040204" pitchFamily="50" charset="-128"/>
              <a:cs typeface="Arial" panose="020B0604020202020204" pitchFamily="34" charset="0"/>
            </a:endParaRPr>
          </a:p>
          <a:p>
            <a:pPr algn="l">
              <a:spcBef>
                <a:spcPts val="600"/>
              </a:spcBef>
            </a:pPr>
            <a:r>
              <a:rPr lang="ja-JP" altLang="en-US" sz="1400" dirty="0">
                <a:latin typeface="Meiryo UI" panose="020B0604030504040204" pitchFamily="50" charset="-128"/>
                <a:ea typeface="Meiryo UI" panose="020B0604030504040204" pitchFamily="50" charset="-128"/>
                <a:cs typeface="Arial" panose="020B0604020202020204" pitchFamily="34" charset="0"/>
              </a:rPr>
              <a:t>一度発生した項目について、</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latin typeface="Meiryo UI" panose="020B0604030504040204" pitchFamily="50" charset="-128"/>
                <a:ea typeface="Meiryo UI" panose="020B0604030504040204" pitchFamily="50" charset="-128"/>
                <a:cs typeface="Arial" panose="020B0604020202020204" pitchFamily="34" charset="0"/>
              </a:rPr>
              <a:t>は同様の事象が他部品・機種で発生しているか確認すること</a:t>
            </a:r>
            <a:r>
              <a:rPr lang="en-US" altLang="ja-JP" sz="1400" dirty="0">
                <a:latin typeface="Meiryo UI" panose="020B0604030504040204" pitchFamily="50" charset="-128"/>
                <a:ea typeface="Meiryo UI" panose="020B0604030504040204" pitchFamily="50" charset="-128"/>
                <a:cs typeface="Arial" panose="020B0604020202020204" pitchFamily="34" charset="0"/>
              </a:rPr>
              <a:t>(</a:t>
            </a:r>
            <a:r>
              <a:rPr lang="ja-JP" altLang="en-US" sz="1400" dirty="0">
                <a:latin typeface="Meiryo UI" panose="020B0604030504040204" pitchFamily="50" charset="-128"/>
                <a:ea typeface="Meiryo UI" panose="020B0604030504040204" pitchFamily="50" charset="-128"/>
                <a:cs typeface="Arial" panose="020B0604020202020204" pitchFamily="34" charset="0"/>
              </a:rPr>
              <a:t>横展開と呼ぶ</a:t>
            </a:r>
            <a:r>
              <a:rPr lang="en-US" altLang="ja-JP" sz="1400" dirty="0">
                <a:latin typeface="Meiryo UI" panose="020B0604030504040204" pitchFamily="50" charset="-128"/>
                <a:ea typeface="Meiryo UI" panose="020B0604030504040204" pitchFamily="50" charset="-128"/>
                <a:cs typeface="Arial" panose="020B0604020202020204" pitchFamily="34" charset="0"/>
              </a:rPr>
              <a:t>).</a:t>
            </a:r>
          </a:p>
          <a:p>
            <a:pPr algn="l">
              <a:spcBef>
                <a:spcPts val="600"/>
              </a:spcBef>
            </a:pPr>
            <a:r>
              <a:rPr lang="ja-JP" altLang="en-US" sz="1400" dirty="0">
                <a:latin typeface="Meiryo UI" panose="020B0604030504040204" pitchFamily="50" charset="-128"/>
                <a:ea typeface="Meiryo UI" panose="020B0604030504040204" pitchFamily="50" charset="-128"/>
                <a:cs typeface="Arial" panose="020B0604020202020204" pitchFamily="34" charset="0"/>
              </a:rPr>
              <a:t>展開手法については、</a:t>
            </a:r>
            <a:r>
              <a:rPr lang="en-US" altLang="ja-JP" sz="1400" dirty="0">
                <a:latin typeface="Meiryo UI" panose="020B0604030504040204" pitchFamily="50" charset="-128"/>
                <a:ea typeface="Meiryo UI" panose="020B0604030504040204" pitchFamily="50" charset="-128"/>
                <a:cs typeface="Arial" panose="020B0604020202020204" pitchFamily="34" charset="0"/>
              </a:rPr>
              <a:t>Honda</a:t>
            </a:r>
            <a:r>
              <a:rPr lang="ja-JP" altLang="en-US" sz="1400" dirty="0">
                <a:latin typeface="Meiryo UI" panose="020B0604030504040204" pitchFamily="50" charset="-128"/>
                <a:ea typeface="Meiryo UI" panose="020B0604030504040204" pitchFamily="50" charset="-128"/>
                <a:cs typeface="Arial" panose="020B0604020202020204" pitchFamily="34" charset="0"/>
              </a:rPr>
              <a:t>と</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latin typeface="Meiryo UI" panose="020B0604030504040204" pitchFamily="50" charset="-128"/>
                <a:ea typeface="Meiryo UI" panose="020B0604030504040204" pitchFamily="50" charset="-128"/>
                <a:cs typeface="Arial" panose="020B0604020202020204" pitchFamily="34" charset="0"/>
              </a:rPr>
              <a:t>で情報を共有すること。</a:t>
            </a:r>
            <a:endParaRPr lang="en-US" altLang="ja-JP" sz="1400" dirty="0">
              <a:latin typeface="Meiryo UI" panose="020B0604030504040204" pitchFamily="50" charset="-128"/>
              <a:ea typeface="Meiryo UI" panose="020B0604030504040204" pitchFamily="50" charset="-128"/>
              <a:cs typeface="Arial" panose="020B0604020202020204" pitchFamily="34" charset="0"/>
            </a:endParaRPr>
          </a:p>
          <a:p>
            <a:pPr algn="l">
              <a:spcBef>
                <a:spcPts val="600"/>
              </a:spcBef>
            </a:pPr>
            <a:r>
              <a:rPr kumimoji="1" lang="ja-JP" altLang="en-US" sz="1400" dirty="0">
                <a:latin typeface="Meiryo UI" panose="020B0604030504040204" pitchFamily="50" charset="-128"/>
                <a:ea typeface="Meiryo UI" panose="020B0604030504040204" pitchFamily="50" charset="-128"/>
                <a:cs typeface="Arial" panose="020B0604020202020204" pitchFamily="34" charset="0"/>
              </a:rPr>
              <a:t>月ごとに最新情報を更新すること。</a:t>
            </a:r>
            <a:endParaRPr kumimoji="1" lang="en-US" altLang="ja-JP" sz="1400" dirty="0">
              <a:latin typeface="Meiryo UI" panose="020B0604030504040204" pitchFamily="50" charset="-128"/>
              <a:ea typeface="Meiryo UI" panose="020B0604030504040204" pitchFamily="50" charset="-128"/>
              <a:cs typeface="Arial" panose="020B0604020202020204" pitchFamily="34" charset="0"/>
            </a:endParaRPr>
          </a:p>
        </p:txBody>
      </p:sp>
      <p:sp>
        <p:nvSpPr>
          <p:cNvPr id="8" name="Text Box 2"/>
          <p:cNvSpPr txBox="1">
            <a:spLocks noChangeArrowheads="1"/>
          </p:cNvSpPr>
          <p:nvPr/>
        </p:nvSpPr>
        <p:spPr bwMode="auto">
          <a:xfrm>
            <a:off x="250829" y="96703"/>
            <a:ext cx="88931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1800" dirty="0">
                <a:solidFill>
                  <a:srgbClr val="FFFFFF"/>
                </a:solidFill>
                <a:latin typeface="Meiryo UI" panose="020B0604030504040204" pitchFamily="50" charset="-128"/>
                <a:ea typeface="Meiryo UI" panose="020B0604030504040204" pitchFamily="50" charset="-128"/>
                <a:cs typeface="Arial" pitchFamily="34" charset="0"/>
              </a:rPr>
              <a:t>17. EMS Report Maturity and Quality Verification (27/31)</a:t>
            </a:r>
            <a:endParaRPr lang="en-US" altLang="ja-JP" sz="1050" dirty="0">
              <a:solidFill>
                <a:srgbClr val="FFFFFF"/>
              </a:solidFill>
              <a:latin typeface="HGPｺﾞｼｯｸE" pitchFamily="50" charset="-128"/>
              <a:ea typeface="HGPｺﾞｼｯｸE" pitchFamily="50" charset="-128"/>
              <a:cs typeface="Arial" pitchFamily="34" charset="0"/>
            </a:endParaRPr>
          </a:p>
        </p:txBody>
      </p:sp>
      <p:sp>
        <p:nvSpPr>
          <p:cNvPr id="7" name="コンテンツ プレースホルダー 2"/>
          <p:cNvSpPr txBox="1">
            <a:spLocks/>
          </p:cNvSpPr>
          <p:nvPr>
            <p:custDataLst>
              <p:tags r:id="rId1"/>
            </p:custDataLst>
          </p:nvPr>
        </p:nvSpPr>
        <p:spPr bwMode="auto">
          <a:xfrm>
            <a:off x="5462187" y="5802678"/>
            <a:ext cx="3210815" cy="508473"/>
          </a:xfrm>
          <a:prstGeom prst="rect">
            <a:avLst/>
          </a:prstGeom>
          <a:noFill/>
          <a:ln w="0">
            <a:noFill/>
            <a:miter lim="800000"/>
            <a:headEnd/>
            <a:tailEnd/>
          </a:ln>
          <a:effectLst/>
          <a:extLs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vert="horz" wrap="none" lIns="0" tIns="0" rIns="0" bIns="0" numCol="1" anchor="t" anchorCtr="0" compatLnSpc="1">
            <a:prstTxWarp prst="textNoShape">
              <a:avLst/>
            </a:prstTxWarp>
            <a:spAutoFit/>
          </a:bodyPr>
          <a:lstStyle>
            <a:lvl1pPr marL="251460" indent="-251460" algn="l" rtl="0" eaLnBrk="1" fontAlgn="base" hangingPunct="1">
              <a:lnSpc>
                <a:spcPts val="2300"/>
              </a:lnSpc>
              <a:spcBef>
                <a:spcPts val="500"/>
              </a:spcBef>
              <a:spcAft>
                <a:spcPct val="0"/>
              </a:spcAft>
              <a:buClrTx/>
              <a:buSzPct val="100000"/>
              <a:buFontTx/>
              <a:buNone/>
              <a:defRPr kumimoji="1" sz="1800" b="0" i="0" u="none">
                <a:solidFill>
                  <a:schemeClr val="tx1"/>
                </a:solidFill>
                <a:latin typeface="Bosch Office Sans" panose="020B0604020202020204" pitchFamily="34" charset="0"/>
                <a:ea typeface="+mn-ea"/>
                <a:cs typeface="Arial" pitchFamily="34" charset="0"/>
              </a:defRPr>
            </a:lvl1pPr>
            <a:lvl2pPr marL="467360" indent="-467360" algn="l" rtl="0" eaLnBrk="1" fontAlgn="base" hangingPunct="1">
              <a:lnSpc>
                <a:spcPts val="2000"/>
              </a:lnSpc>
              <a:spcBef>
                <a:spcPts val="500"/>
              </a:spcBef>
              <a:spcAft>
                <a:spcPct val="0"/>
              </a:spcAft>
              <a:buClrTx/>
              <a:buSzPct val="100000"/>
              <a:buFontTx/>
              <a:buNone/>
              <a:defRPr kumimoji="1" sz="1600" b="0" i="0" u="none">
                <a:solidFill>
                  <a:schemeClr val="tx1"/>
                </a:solidFill>
                <a:latin typeface="Bosch Office Sans" panose="020B0604020202020204" pitchFamily="34" charset="0"/>
                <a:cs typeface="Arial" pitchFamily="34" charset="0"/>
              </a:defRPr>
            </a:lvl2pPr>
            <a:lvl3pPr marL="647700" indent="-647700" algn="l" rtl="0" eaLnBrk="1" fontAlgn="base" hangingPunct="1">
              <a:lnSpc>
                <a:spcPts val="1700"/>
              </a:lnSpc>
              <a:spcBef>
                <a:spcPts val="500"/>
              </a:spcBef>
              <a:spcAft>
                <a:spcPct val="0"/>
              </a:spcAft>
              <a:buClrTx/>
              <a:buSzPct val="100000"/>
              <a:buFontTx/>
              <a:buNone/>
              <a:defRPr kumimoji="1" sz="1400" b="0" i="0" u="none">
                <a:solidFill>
                  <a:schemeClr val="tx1"/>
                </a:solidFill>
                <a:latin typeface="Bosch Office Sans" panose="020B0604020202020204" pitchFamily="34" charset="0"/>
                <a:cs typeface="Arial" pitchFamily="34" charset="0"/>
              </a:defRPr>
            </a:lvl3pPr>
            <a:lvl4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4pPr>
            <a:lvl5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5pPr>
            <a:lvl6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6pPr>
            <a:lvl7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7pPr>
            <a:lvl8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8pPr>
            <a:lvl9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9pPr>
          </a:lstStyle>
          <a:p>
            <a:pPr marL="0" indent="0">
              <a:lnSpc>
                <a:spcPct val="105000"/>
              </a:lnSpc>
              <a:spcBef>
                <a:spcPts val="600"/>
              </a:spcBef>
              <a:spcAft>
                <a:spcPts val="0"/>
              </a:spcAft>
            </a:pPr>
            <a:r>
              <a:rPr lang="en-US" altLang="ja-JP" sz="1400" b="1" kern="0">
                <a:latin typeface="Meiryo UI" panose="020B0604030504040204" pitchFamily="50" charset="-128"/>
              </a:rPr>
              <a:t>※</a:t>
            </a:r>
            <a:r>
              <a:rPr lang="ja-JP" altLang="en-US" sz="1400" b="1" kern="0">
                <a:latin typeface="Meiryo UI" panose="020B0604030504040204" pitchFamily="50" charset="-128"/>
              </a:rPr>
              <a:t> </a:t>
            </a:r>
            <a:r>
              <a:rPr lang="en-US" altLang="ja-JP" sz="1400" b="1" kern="0">
                <a:latin typeface="Meiryo UI" panose="020B0604030504040204" pitchFamily="50" charset="-128"/>
              </a:rPr>
              <a:t>Refer to “Failure</a:t>
            </a:r>
            <a:r>
              <a:rPr lang="ja-JP" altLang="en-US" sz="1400" b="1" kern="0">
                <a:latin typeface="Meiryo UI" panose="020B0604030504040204" pitchFamily="50" charset="-128"/>
              </a:rPr>
              <a:t> </a:t>
            </a:r>
            <a:r>
              <a:rPr lang="en-US" altLang="ja-JP" sz="1400" b="1" kern="0">
                <a:latin typeface="Meiryo UI" panose="020B0604030504040204" pitchFamily="50" charset="-128"/>
              </a:rPr>
              <a:t>list” excel file.</a:t>
            </a:r>
          </a:p>
          <a:p>
            <a:pPr marL="0" indent="0">
              <a:lnSpc>
                <a:spcPct val="105000"/>
              </a:lnSpc>
              <a:spcBef>
                <a:spcPts val="600"/>
              </a:spcBef>
              <a:spcAft>
                <a:spcPts val="0"/>
              </a:spcAft>
            </a:pPr>
            <a:r>
              <a:rPr lang="en-US" sz="1400" b="1" kern="0">
                <a:latin typeface="Meiryo UI" panose="020B0604030504040204" pitchFamily="50" charset="-128"/>
              </a:rPr>
              <a:t>In folder : “</a:t>
            </a:r>
            <a:r>
              <a:rPr lang="en-US" altLang="ja-JP" sz="1400" b="1" kern="0">
                <a:latin typeface="Meiryo UI" panose="020B0604030504040204" pitchFamily="50" charset="-128"/>
              </a:rPr>
              <a:t>17</a:t>
            </a:r>
            <a:r>
              <a:rPr lang="en-US" sz="1400" b="1" kern="0">
                <a:latin typeface="Meiryo UI" panose="020B0604030504040204" pitchFamily="50" charset="-128"/>
              </a:rPr>
              <a:t>. </a:t>
            </a:r>
            <a:r>
              <a:rPr lang="en-US" altLang="ja-JP" sz="1400" b="1" kern="0">
                <a:latin typeface="Meiryo UI" panose="020B0604030504040204" pitchFamily="50" charset="-128"/>
              </a:rPr>
              <a:t>EMS</a:t>
            </a:r>
            <a:r>
              <a:rPr lang="ja-JP" altLang="en-US" sz="1400" b="1" kern="0">
                <a:latin typeface="Meiryo UI" panose="020B0604030504040204" pitchFamily="50" charset="-128"/>
              </a:rPr>
              <a:t> </a:t>
            </a:r>
            <a:r>
              <a:rPr lang="en-US" altLang="ja-JP" sz="1400" b="1" kern="0">
                <a:latin typeface="Meiryo UI" panose="020B0604030504040204" pitchFamily="50" charset="-128"/>
              </a:rPr>
              <a:t>maturity</a:t>
            </a:r>
            <a:r>
              <a:rPr lang="en-US" sz="1400" b="1" kern="0">
                <a:latin typeface="Meiryo UI" panose="020B0604030504040204" pitchFamily="50" charset="-128"/>
              </a:rPr>
              <a:t>”</a:t>
            </a:r>
          </a:p>
        </p:txBody>
      </p:sp>
    </p:spTree>
    <p:extLst>
      <p:ext uri="{BB962C8B-B14F-4D97-AF65-F5344CB8AC3E}">
        <p14:creationId xmlns:p14="http://schemas.microsoft.com/office/powerpoint/2010/main" val="3239452803"/>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Box 2"/>
          <p:cNvSpPr txBox="1">
            <a:spLocks noChangeArrowheads="1"/>
          </p:cNvSpPr>
          <p:nvPr/>
        </p:nvSpPr>
        <p:spPr bwMode="auto">
          <a:xfrm>
            <a:off x="78130" y="532798"/>
            <a:ext cx="3793859" cy="373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l" eaLnBrk="1" hangingPunct="1">
              <a:lnSpc>
                <a:spcPct val="130000"/>
              </a:lnSpc>
            </a:pPr>
            <a:r>
              <a:rPr lang="en-US" altLang="ja-JP" sz="1600" b="1" u="sng">
                <a:solidFill>
                  <a:srgbClr val="000000"/>
                </a:solidFill>
                <a:latin typeface="Meiryo UI" panose="020B0604030504040204" pitchFamily="50" charset="-128"/>
                <a:ea typeface="Meiryo UI" panose="020B0604030504040204" pitchFamily="50" charset="-128"/>
                <a:cs typeface="Meiryo UI" panose="020B0604030504040204" pitchFamily="50" charset="-128"/>
              </a:rPr>
              <a:t>Rewrite Verification and Approval</a:t>
            </a:r>
          </a:p>
        </p:txBody>
      </p:sp>
      <p:sp>
        <p:nvSpPr>
          <p:cNvPr id="7" name="Text Box 2"/>
          <p:cNvSpPr txBox="1">
            <a:spLocks noChangeArrowheads="1"/>
          </p:cNvSpPr>
          <p:nvPr/>
        </p:nvSpPr>
        <p:spPr bwMode="auto">
          <a:xfrm>
            <a:off x="250829" y="96703"/>
            <a:ext cx="88931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1800" dirty="0">
                <a:solidFill>
                  <a:srgbClr val="FFFFFF"/>
                </a:solidFill>
                <a:latin typeface="Meiryo UI" panose="020B0604030504040204" pitchFamily="50" charset="-128"/>
                <a:ea typeface="Meiryo UI" panose="020B0604030504040204" pitchFamily="50" charset="-128"/>
                <a:cs typeface="Arial" pitchFamily="34" charset="0"/>
              </a:rPr>
              <a:t>17. EMS Report Maturity and Quality Verification (28/31)</a:t>
            </a:r>
            <a:endParaRPr lang="en-US" altLang="ja-JP" sz="1050" dirty="0">
              <a:solidFill>
                <a:srgbClr val="FFFFFF"/>
              </a:solidFill>
              <a:latin typeface="HGPｺﾞｼｯｸE" pitchFamily="50" charset="-128"/>
              <a:ea typeface="HGPｺﾞｼｯｸE" pitchFamily="50" charset="-128"/>
              <a:cs typeface="Arial" pitchFamily="34" charset="0"/>
            </a:endParaRPr>
          </a:p>
        </p:txBody>
      </p:sp>
      <p:sp>
        <p:nvSpPr>
          <p:cNvPr id="8" name="Text Box 2"/>
          <p:cNvSpPr txBox="1">
            <a:spLocks noChangeArrowheads="1"/>
          </p:cNvSpPr>
          <p:nvPr/>
        </p:nvSpPr>
        <p:spPr bwMode="auto">
          <a:xfrm>
            <a:off x="7849" y="925182"/>
            <a:ext cx="9274629" cy="46166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360363" indent="-360363" algn="l">
              <a:spcBef>
                <a:spcPts val="600"/>
              </a:spcBef>
            </a:pPr>
            <a:r>
              <a:rPr lang="en-US" altLang="ja-JP" sz="1400" dirty="0">
                <a:solidFill>
                  <a:srgbClr val="000000"/>
                </a:solidFill>
                <a:latin typeface="Meiryo UI" panose="020B0604030504040204" pitchFamily="50" charset="-128"/>
                <a:ea typeface="Meiryo UI" panose="020B0604030504040204" pitchFamily="50" charset="-128"/>
              </a:rPr>
              <a:t>Method</a:t>
            </a:r>
          </a:p>
          <a:p>
            <a:pPr marL="360363" indent="-360363" algn="l">
              <a:spcBef>
                <a:spcPts val="600"/>
              </a:spcBef>
            </a:pPr>
            <a:r>
              <a:rPr lang="en-US" altLang="ja-JP" sz="1400" dirty="0">
                <a:solidFill>
                  <a:srgbClr val="000000"/>
                </a:solidFill>
                <a:latin typeface="Meiryo UI" panose="020B0604030504040204" pitchFamily="50" charset="-128"/>
                <a:ea typeface="Meiryo UI" panose="020B0604030504040204" pitchFamily="50" charset="-128"/>
              </a:rPr>
              <a:t>	After agreement with Honda on software and data sets (MP data) to be applied to mass production, </a:t>
            </a:r>
          </a:p>
          <a:p>
            <a:pPr marL="360363" indent="-360363" algn="l">
              <a:spcBef>
                <a:spcPts val="600"/>
              </a:spcBef>
            </a:pPr>
            <a:r>
              <a:rPr lang="en-US" altLang="ja-JP" sz="1400" dirty="0">
                <a:solidFill>
                  <a:srgbClr val="000000"/>
                </a:solidFill>
                <a:latin typeface="Meiryo UI" panose="020B0604030504040204" pitchFamily="50" charset="-128"/>
                <a:ea typeface="Meiryo UI" panose="020B0604030504040204" pitchFamily="50" charset="-128"/>
              </a:rPr>
              <a:t>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dirty="0">
                <a:solidFill>
                  <a:srgbClr val="000000"/>
                </a:solidFill>
                <a:latin typeface="Meiryo UI" panose="020B0604030504040204" pitchFamily="50" charset="-128"/>
                <a:ea typeface="Meiryo UI" panose="020B0604030504040204" pitchFamily="50" charset="-128"/>
              </a:rPr>
              <a:t> performs necessary mass production processing on the MP data before applying it</a:t>
            </a:r>
          </a:p>
          <a:p>
            <a:pPr marL="360363" indent="-360363" algn="l">
              <a:spcBef>
                <a:spcPts val="600"/>
              </a:spcBef>
            </a:pPr>
            <a:r>
              <a:rPr lang="ja-JP" altLang="en-US" sz="1400" dirty="0">
                <a:solidFill>
                  <a:srgbClr val="000000"/>
                </a:solidFill>
                <a:latin typeface="Meiryo UI" panose="020B0604030504040204" pitchFamily="50" charset="-128"/>
                <a:ea typeface="Meiryo UI" panose="020B0604030504040204" pitchFamily="50" charset="-128"/>
              </a:rPr>
              <a:t>     </a:t>
            </a:r>
            <a:r>
              <a:rPr lang="en-US" altLang="ja-JP" sz="1400" dirty="0">
                <a:solidFill>
                  <a:srgbClr val="000000"/>
                </a:solidFill>
                <a:latin typeface="Meiryo UI" panose="020B0604030504040204" pitchFamily="50" charset="-128"/>
                <a:ea typeface="Meiryo UI" panose="020B0604030504040204" pitchFamily="50" charset="-128"/>
              </a:rPr>
              <a:t> to ECU manufacturing plant.</a:t>
            </a:r>
          </a:p>
          <a:p>
            <a:pPr marL="360363" indent="-360363" algn="l">
              <a:spcBef>
                <a:spcPts val="600"/>
              </a:spcBef>
            </a:pPr>
            <a:r>
              <a:rPr lang="en-US" altLang="ja-JP" sz="1400" dirty="0">
                <a:solidFill>
                  <a:srgbClr val="000000"/>
                </a:solidFill>
                <a:latin typeface="Meiryo UI" panose="020B0604030504040204" pitchFamily="50" charset="-128"/>
                <a:ea typeface="Meiryo UI" panose="020B0604030504040204" pitchFamily="50" charset="-128"/>
              </a:rPr>
              <a:t>	The final MP data is used to verify that the mass production rewrite function in</a:t>
            </a:r>
          </a:p>
          <a:p>
            <a:pPr marL="360363" indent="-360363" algn="l">
              <a:spcBef>
                <a:spcPts val="600"/>
              </a:spcBef>
            </a:pPr>
            <a:r>
              <a:rPr lang="ja-JP" altLang="en-US" sz="1400" dirty="0">
                <a:solidFill>
                  <a:srgbClr val="000000"/>
                </a:solidFill>
                <a:latin typeface="Meiryo UI" panose="020B0604030504040204" pitchFamily="50" charset="-128"/>
                <a:ea typeface="Meiryo UI" panose="020B0604030504040204" pitchFamily="50" charset="-128"/>
              </a:rPr>
              <a:t>     </a:t>
            </a:r>
            <a:r>
              <a:rPr lang="en-US" altLang="ja-JP" sz="1400" dirty="0">
                <a:solidFill>
                  <a:srgbClr val="000000"/>
                </a:solidFill>
                <a:latin typeface="Meiryo UI" panose="020B0604030504040204" pitchFamily="50" charset="-128"/>
                <a:ea typeface="Meiryo UI" panose="020B0604030504040204" pitchFamily="50" charset="-128"/>
              </a:rPr>
              <a:t> market works properly.</a:t>
            </a:r>
          </a:p>
          <a:p>
            <a:pPr marL="360363" indent="-360363" algn="l">
              <a:spcBef>
                <a:spcPts val="600"/>
              </a:spcBef>
            </a:pPr>
            <a:r>
              <a:rPr lang="en-US" altLang="ja-JP" sz="1400" dirty="0">
                <a:solidFill>
                  <a:srgbClr val="000000"/>
                </a:solidFill>
                <a:latin typeface="Meiryo UI" panose="020B0604030504040204" pitchFamily="50" charset="-128"/>
                <a:ea typeface="Meiryo UI" panose="020B0604030504040204" pitchFamily="50" charset="-128"/>
              </a:rPr>
              <a:t>	As a result of the verification,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dirty="0">
                <a:solidFill>
                  <a:srgbClr val="000000"/>
                </a:solidFill>
                <a:latin typeface="Meiryo UI" panose="020B0604030504040204" pitchFamily="50" charset="-128"/>
                <a:ea typeface="Meiryo UI" panose="020B0604030504040204" pitchFamily="50" charset="-128"/>
              </a:rPr>
              <a:t> provides the following deliverables to Honda.</a:t>
            </a:r>
          </a:p>
          <a:p>
            <a:pPr marL="360363" indent="-360363" algn="l">
              <a:spcBef>
                <a:spcPts val="600"/>
              </a:spcBef>
            </a:pPr>
            <a:r>
              <a:rPr lang="en-US" altLang="ja-JP" sz="1400" dirty="0">
                <a:solidFill>
                  <a:srgbClr val="000000"/>
                </a:solidFill>
                <a:latin typeface="Meiryo UI" panose="020B0604030504040204" pitchFamily="50" charset="-128"/>
                <a:ea typeface="Meiryo UI" panose="020B0604030504040204" pitchFamily="50" charset="-128"/>
              </a:rPr>
              <a:t>	</a:t>
            </a:r>
            <a:r>
              <a:rPr lang="ja-JP" altLang="en-US" sz="1400" dirty="0">
                <a:solidFill>
                  <a:srgbClr val="000000"/>
                </a:solidFill>
                <a:latin typeface="Meiryo UI" panose="020B0604030504040204" pitchFamily="50" charset="-128"/>
                <a:ea typeface="Meiryo UI" panose="020B0604030504040204" pitchFamily="50" charset="-128"/>
              </a:rPr>
              <a:t> 　</a:t>
            </a:r>
            <a:r>
              <a:rPr lang="en-US" altLang="ja-JP" sz="1400" dirty="0">
                <a:solidFill>
                  <a:srgbClr val="000000"/>
                </a:solidFill>
                <a:latin typeface="Meiryo UI" panose="020B0604030504040204" pitchFamily="50" charset="-128"/>
                <a:ea typeface="Meiryo UI" panose="020B0604030504040204" pitchFamily="50" charset="-128"/>
              </a:rPr>
              <a:t>-MP</a:t>
            </a:r>
            <a:r>
              <a:rPr lang="ja-JP" altLang="en-US" sz="1400" dirty="0">
                <a:solidFill>
                  <a:srgbClr val="000000"/>
                </a:solidFill>
                <a:latin typeface="Meiryo UI" panose="020B0604030504040204" pitchFamily="50" charset="-128"/>
                <a:ea typeface="Meiryo UI" panose="020B0604030504040204" pitchFamily="50" charset="-128"/>
              </a:rPr>
              <a:t> </a:t>
            </a:r>
            <a:r>
              <a:rPr lang="en-US" altLang="ja-JP" sz="1400" dirty="0">
                <a:solidFill>
                  <a:srgbClr val="000000"/>
                </a:solidFill>
                <a:latin typeface="Meiryo UI" panose="020B0604030504040204" pitchFamily="50" charset="-128"/>
                <a:ea typeface="Meiryo UI" panose="020B0604030504040204" pitchFamily="50" charset="-128"/>
              </a:rPr>
              <a:t>data </a:t>
            </a:r>
            <a:r>
              <a:rPr lang="ja-JP" altLang="en-US" sz="1400" dirty="0">
                <a:solidFill>
                  <a:srgbClr val="000000"/>
                </a:solidFill>
                <a:latin typeface="Meiryo UI" panose="020B0604030504040204" pitchFamily="50" charset="-128"/>
                <a:ea typeface="Meiryo UI" panose="020B0604030504040204" pitchFamily="50" charset="-128"/>
              </a:rPr>
              <a:t>（</a:t>
            </a:r>
            <a:r>
              <a:rPr lang="en-US" altLang="ja-JP" sz="1400" dirty="0" err="1">
                <a:solidFill>
                  <a:srgbClr val="000000"/>
                </a:solidFill>
                <a:latin typeface="Meiryo UI" panose="020B0604030504040204" pitchFamily="50" charset="-128"/>
                <a:ea typeface="Meiryo UI" panose="020B0604030504040204" pitchFamily="50" charset="-128"/>
              </a:rPr>
              <a:t>Clean.hex</a:t>
            </a:r>
            <a:r>
              <a:rPr lang="ja-JP" altLang="en-US" sz="1400" dirty="0">
                <a:solidFill>
                  <a:srgbClr val="000000"/>
                </a:solidFill>
                <a:latin typeface="Meiryo UI" panose="020B0604030504040204" pitchFamily="50" charset="-128"/>
                <a:ea typeface="Meiryo UI" panose="020B0604030504040204" pitchFamily="50" charset="-128"/>
              </a:rPr>
              <a:t>）</a:t>
            </a:r>
            <a:endParaRPr lang="en-US" altLang="ja-JP" sz="1400" dirty="0">
              <a:solidFill>
                <a:srgbClr val="000000"/>
              </a:solidFill>
              <a:latin typeface="Meiryo UI" panose="020B0604030504040204" pitchFamily="50" charset="-128"/>
              <a:ea typeface="Meiryo UI" panose="020B0604030504040204" pitchFamily="50" charset="-128"/>
            </a:endParaRPr>
          </a:p>
          <a:p>
            <a:pPr marL="360363" indent="-360363" algn="l">
              <a:spcBef>
                <a:spcPts val="600"/>
              </a:spcBef>
            </a:pPr>
            <a:r>
              <a:rPr lang="en-US" altLang="ja-JP" sz="1400" dirty="0">
                <a:solidFill>
                  <a:srgbClr val="000000"/>
                </a:solidFill>
                <a:latin typeface="Meiryo UI" panose="020B0604030504040204" pitchFamily="50" charset="-128"/>
                <a:ea typeface="Meiryo UI" panose="020B0604030504040204" pitchFamily="50" charset="-128"/>
              </a:rPr>
              <a:t>	</a:t>
            </a:r>
            <a:r>
              <a:rPr lang="ja-JP" altLang="en-US" sz="1400" dirty="0">
                <a:solidFill>
                  <a:srgbClr val="000000"/>
                </a:solidFill>
                <a:latin typeface="Meiryo UI" panose="020B0604030504040204" pitchFamily="50" charset="-128"/>
                <a:ea typeface="Meiryo UI" panose="020B0604030504040204" pitchFamily="50" charset="-128"/>
              </a:rPr>
              <a:t> 　</a:t>
            </a:r>
            <a:r>
              <a:rPr lang="en-US" altLang="ja-JP" sz="1400" dirty="0">
                <a:solidFill>
                  <a:srgbClr val="000000"/>
                </a:solidFill>
                <a:latin typeface="Meiryo UI" panose="020B0604030504040204" pitchFamily="50" charset="-128"/>
                <a:ea typeface="Meiryo UI" panose="020B0604030504040204" pitchFamily="50" charset="-128"/>
              </a:rPr>
              <a:t>-result of rewrite verification </a:t>
            </a:r>
          </a:p>
          <a:p>
            <a:pPr marL="360363" indent="-360363" algn="l">
              <a:spcBef>
                <a:spcPts val="600"/>
              </a:spcBef>
            </a:pPr>
            <a:r>
              <a:rPr lang="en-US" altLang="ja-JP" sz="1400" dirty="0">
                <a:solidFill>
                  <a:srgbClr val="000000"/>
                </a:solidFill>
                <a:latin typeface="Meiryo UI" panose="020B0604030504040204" pitchFamily="50" charset="-128"/>
                <a:ea typeface="Meiryo UI" panose="020B0604030504040204" pitchFamily="50" charset="-128"/>
              </a:rPr>
              <a:t>	</a:t>
            </a:r>
            <a:r>
              <a:rPr lang="ja-JP" altLang="en-US" sz="1400" dirty="0">
                <a:solidFill>
                  <a:srgbClr val="000000"/>
                </a:solidFill>
                <a:latin typeface="Meiryo UI" panose="020B0604030504040204" pitchFamily="50" charset="-128"/>
                <a:ea typeface="Meiryo UI" panose="020B0604030504040204" pitchFamily="50" charset="-128"/>
              </a:rPr>
              <a:t> 　</a:t>
            </a:r>
            <a:r>
              <a:rPr lang="en-US" altLang="ja-JP" sz="1400" dirty="0">
                <a:solidFill>
                  <a:srgbClr val="000000"/>
                </a:solidFill>
                <a:latin typeface="Meiryo UI" panose="020B0604030504040204" pitchFamily="50" charset="-128"/>
                <a:ea typeface="Meiryo UI" panose="020B0604030504040204" pitchFamily="50" charset="-128"/>
              </a:rPr>
              <a:t>-output confirmation result of such as ECU</a:t>
            </a:r>
            <a:r>
              <a:rPr lang="ja-JP" altLang="en-US" sz="1400" dirty="0">
                <a:solidFill>
                  <a:srgbClr val="000000"/>
                </a:solidFill>
                <a:latin typeface="Meiryo UI" panose="020B0604030504040204" pitchFamily="50" charset="-128"/>
                <a:ea typeface="Meiryo UI" panose="020B0604030504040204" pitchFamily="50" charset="-128"/>
              </a:rPr>
              <a:t> </a:t>
            </a:r>
            <a:r>
              <a:rPr lang="en-US" altLang="ja-JP" sz="1400" dirty="0">
                <a:solidFill>
                  <a:srgbClr val="000000"/>
                </a:solidFill>
                <a:latin typeface="Meiryo UI" panose="020B0604030504040204" pitchFamily="50" charset="-128"/>
                <a:ea typeface="Meiryo UI" panose="020B0604030504040204" pitchFamily="50" charset="-128"/>
              </a:rPr>
              <a:t>ID</a:t>
            </a:r>
          </a:p>
          <a:p>
            <a:pPr marL="360363" indent="-360363" algn="l">
              <a:spcBef>
                <a:spcPts val="600"/>
              </a:spcBef>
            </a:pPr>
            <a:r>
              <a:rPr lang="en-US" altLang="ja-JP" sz="1400" dirty="0">
                <a:solidFill>
                  <a:srgbClr val="000000"/>
                </a:solidFill>
                <a:latin typeface="Meiryo UI" panose="020B0604030504040204" pitchFamily="50" charset="-128"/>
                <a:ea typeface="Meiryo UI" panose="020B0604030504040204" pitchFamily="50" charset="-128"/>
              </a:rPr>
              <a:t>	Honda confirms and approves that the mass production rewrite function is guaranteed from</a:t>
            </a:r>
          </a:p>
          <a:p>
            <a:pPr marL="360363" indent="-360363" algn="l">
              <a:spcBef>
                <a:spcPts val="600"/>
              </a:spcBef>
            </a:pPr>
            <a:r>
              <a:rPr lang="ja-JP" altLang="en-US" sz="1400" dirty="0">
                <a:solidFill>
                  <a:srgbClr val="000000"/>
                </a:solidFill>
                <a:latin typeface="Meiryo UI" panose="020B0604030504040204" pitchFamily="50" charset="-128"/>
                <a:ea typeface="Meiryo UI" panose="020B0604030504040204" pitchFamily="50" charset="-128"/>
              </a:rPr>
              <a:t>     </a:t>
            </a:r>
            <a:r>
              <a:rPr lang="en-US" altLang="ja-JP" sz="1400" dirty="0">
                <a:solidFill>
                  <a:srgbClr val="000000"/>
                </a:solidFill>
                <a:latin typeface="Meiryo UI" panose="020B0604030504040204" pitchFamily="50" charset="-128"/>
                <a:ea typeface="Meiryo UI" panose="020B0604030504040204" pitchFamily="50" charset="-128"/>
              </a:rPr>
              <a:t> result of rewrite verification, signs the approval on Form-B, and provides it to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dirty="0">
                <a:solidFill>
                  <a:srgbClr val="000000"/>
                </a:solidFill>
                <a:latin typeface="Meiryo UI" panose="020B0604030504040204" pitchFamily="50" charset="-128"/>
                <a:ea typeface="Meiryo UI" panose="020B0604030504040204" pitchFamily="50" charset="-128"/>
              </a:rPr>
              <a:t>.</a:t>
            </a:r>
          </a:p>
          <a:p>
            <a:pPr marL="360363" indent="-360363" algn="l">
              <a:spcBef>
                <a:spcPts val="600"/>
              </a:spcBef>
            </a:pPr>
            <a:r>
              <a:rPr lang="en-US" altLang="ja-JP" sz="1400" dirty="0">
                <a:solidFill>
                  <a:srgbClr val="000000"/>
                </a:solidFill>
                <a:latin typeface="Meiryo UI" panose="020B0604030504040204" pitchFamily="50" charset="-128"/>
                <a:ea typeface="Meiryo UI" panose="020B0604030504040204" pitchFamily="50" charset="-128"/>
              </a:rPr>
              <a:t>	After receiving Form-B,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dirty="0">
                <a:solidFill>
                  <a:srgbClr val="000000"/>
                </a:solidFill>
                <a:latin typeface="Meiryo UI" panose="020B0604030504040204" pitchFamily="50" charset="-128"/>
                <a:ea typeface="Meiryo UI" panose="020B0604030504040204" pitchFamily="50" charset="-128"/>
              </a:rPr>
              <a:t> applies MP data to the ECU manufacturing plant.</a:t>
            </a:r>
          </a:p>
          <a:p>
            <a:pPr marL="360363" indent="-360363" algn="l">
              <a:spcBef>
                <a:spcPts val="600"/>
              </a:spcBef>
            </a:pPr>
            <a:endParaRPr lang="en-US" altLang="ja-JP" sz="1400" dirty="0">
              <a:solidFill>
                <a:srgbClr val="000000"/>
              </a:solidFill>
              <a:latin typeface="Meiryo UI" panose="020B0604030504040204" pitchFamily="50" charset="-128"/>
              <a:ea typeface="Meiryo UI" panose="020B0604030504040204" pitchFamily="50" charset="-128"/>
              <a:cs typeface="Meiryo UI" pitchFamily="50" charset="-128"/>
            </a:endParaRPr>
          </a:p>
          <a:p>
            <a:pPr marL="360363" indent="-360363" algn="l">
              <a:spcBef>
                <a:spcPts val="600"/>
              </a:spcBef>
            </a:pPr>
            <a:r>
              <a:rPr lang="en-US" altLang="ja-JP" sz="1400" dirty="0">
                <a:solidFill>
                  <a:srgbClr val="000000"/>
                </a:solidFill>
                <a:latin typeface="Meiryo UI" panose="020B0604030504040204" pitchFamily="50" charset="-128"/>
                <a:ea typeface="Meiryo UI" panose="020B0604030504040204" pitchFamily="50" charset="-128"/>
                <a:cs typeface="Meiryo UI" pitchFamily="50" charset="-128"/>
              </a:rPr>
              <a:t>Method / timing / verification item</a:t>
            </a:r>
            <a:r>
              <a:rPr lang="ja-JP" altLang="en-US" sz="1400" dirty="0">
                <a:solidFill>
                  <a:srgbClr val="000000"/>
                </a:solidFill>
                <a:latin typeface="Meiryo UI" panose="020B0604030504040204" pitchFamily="50" charset="-128"/>
                <a:ea typeface="Meiryo UI" panose="020B0604030504040204" pitchFamily="50" charset="-128"/>
                <a:cs typeface="Meiryo UI" pitchFamily="50" charset="-128"/>
              </a:rPr>
              <a:t>　</a:t>
            </a:r>
            <a:br>
              <a:rPr lang="en-US" altLang="ja-JP" sz="1400" dirty="0">
                <a:solidFill>
                  <a:srgbClr val="000000"/>
                </a:solidFill>
                <a:latin typeface="Meiryo UI" panose="020B0604030504040204" pitchFamily="50" charset="-128"/>
                <a:ea typeface="Meiryo UI" panose="020B0604030504040204" pitchFamily="50" charset="-128"/>
                <a:cs typeface="Meiryo UI" pitchFamily="50" charset="-128"/>
              </a:rPr>
            </a:br>
            <a:r>
              <a:rPr lang="ja-JP" altLang="en-US" sz="1400" dirty="0">
                <a:solidFill>
                  <a:srgbClr val="000000"/>
                </a:solidFill>
                <a:latin typeface="Meiryo UI" panose="020B0604030504040204" pitchFamily="50" charset="-128"/>
                <a:ea typeface="Meiryo UI" panose="020B0604030504040204" pitchFamily="50" charset="-128"/>
                <a:cs typeface="Meiryo UI" pitchFamily="50" charset="-128"/>
              </a:rPr>
              <a:t>：</a:t>
            </a:r>
            <a:r>
              <a:rPr lang="en-US" altLang="ja-JP" sz="1400" dirty="0">
                <a:solidFill>
                  <a:srgbClr val="000000"/>
                </a:solidFill>
                <a:latin typeface="Meiryo UI" panose="020B0604030504040204" pitchFamily="50" charset="-128"/>
                <a:ea typeface="Meiryo UI" panose="020B0604030504040204" pitchFamily="50" charset="-128"/>
                <a:cs typeface="Meiryo UI" pitchFamily="50" charset="-128"/>
              </a:rPr>
              <a:t>The reprogramming is done by Honda. BOOT ID setting is done by BOSCH.</a:t>
            </a:r>
          </a:p>
        </p:txBody>
      </p:sp>
    </p:spTree>
    <p:extLst>
      <p:ext uri="{BB962C8B-B14F-4D97-AF65-F5344CB8AC3E}">
        <p14:creationId xmlns:p14="http://schemas.microsoft.com/office/powerpoint/2010/main" val="2568538984"/>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Box 2"/>
          <p:cNvSpPr txBox="1">
            <a:spLocks noChangeArrowheads="1"/>
          </p:cNvSpPr>
          <p:nvPr/>
        </p:nvSpPr>
        <p:spPr bwMode="auto">
          <a:xfrm>
            <a:off x="52251" y="522939"/>
            <a:ext cx="2382383" cy="373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l" eaLnBrk="1" hangingPunct="1">
              <a:lnSpc>
                <a:spcPct val="130000"/>
              </a:lnSpc>
            </a:pPr>
            <a:r>
              <a:rPr lang="ja-JP" altLang="en-US" sz="1600" b="1" u="sng">
                <a:solidFill>
                  <a:srgbClr val="000000"/>
                </a:solidFill>
                <a:latin typeface="Meiryo UI" panose="020B0604030504040204" pitchFamily="50" charset="-128"/>
                <a:ea typeface="Meiryo UI" panose="020B0604030504040204" pitchFamily="50" charset="-128"/>
                <a:cs typeface="Meiryo UI" pitchFamily="50" charset="-128"/>
              </a:rPr>
              <a:t>書換機能検証と承認手法</a:t>
            </a:r>
            <a:endParaRPr lang="en-US" altLang="ja-JP" sz="1600" b="1" u="sng">
              <a:solidFill>
                <a:srgbClr val="000000"/>
              </a:solidFill>
              <a:latin typeface="Meiryo UI" panose="020B0604030504040204" pitchFamily="50" charset="-128"/>
              <a:ea typeface="Meiryo UI" panose="020B0604030504040204" pitchFamily="50" charset="-128"/>
              <a:cs typeface="Meiryo UI" pitchFamily="50" charset="-128"/>
            </a:endParaRPr>
          </a:p>
        </p:txBody>
      </p:sp>
      <p:sp>
        <p:nvSpPr>
          <p:cNvPr id="10" name="Text Box 2"/>
          <p:cNvSpPr txBox="1">
            <a:spLocks noChangeArrowheads="1"/>
          </p:cNvSpPr>
          <p:nvPr/>
        </p:nvSpPr>
        <p:spPr bwMode="auto">
          <a:xfrm>
            <a:off x="52251" y="896923"/>
            <a:ext cx="8566601" cy="40318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360363" indent="-360363" algn="l">
              <a:spcBef>
                <a:spcPts val="600"/>
              </a:spcBef>
            </a:pPr>
            <a:r>
              <a:rPr lang="ja-JP" altLang="en-US" sz="1400" dirty="0">
                <a:solidFill>
                  <a:srgbClr val="000000"/>
                </a:solidFill>
                <a:latin typeface="Meiryo UI" panose="020B0604030504040204" pitchFamily="50" charset="-128"/>
                <a:ea typeface="Meiryo UI" panose="020B0604030504040204" pitchFamily="50" charset="-128"/>
              </a:rPr>
              <a:t>検証内容</a:t>
            </a:r>
            <a:endParaRPr lang="en-US" altLang="ja-JP" sz="1400" dirty="0">
              <a:solidFill>
                <a:srgbClr val="000000"/>
              </a:solidFill>
              <a:latin typeface="Meiryo UI" panose="020B0604030504040204" pitchFamily="50" charset="-128"/>
              <a:ea typeface="Meiryo UI" panose="020B0604030504040204" pitchFamily="50" charset="-128"/>
            </a:endParaRPr>
          </a:p>
          <a:p>
            <a:pPr marL="360363" indent="-360363" algn="l">
              <a:spcBef>
                <a:spcPts val="600"/>
              </a:spcBef>
            </a:pPr>
            <a:r>
              <a:rPr lang="en-US" altLang="ja-JP" sz="1400" dirty="0">
                <a:solidFill>
                  <a:srgbClr val="000000"/>
                </a:solidFill>
                <a:latin typeface="Meiryo UI" panose="020B0604030504040204" pitchFamily="50" charset="-128"/>
                <a:ea typeface="Meiryo UI" panose="020B0604030504040204" pitchFamily="50" charset="-128"/>
              </a:rPr>
              <a:t>	</a:t>
            </a:r>
            <a:r>
              <a:rPr lang="ja-JP" altLang="en-US" sz="1400" dirty="0">
                <a:solidFill>
                  <a:srgbClr val="000000"/>
                </a:solidFill>
                <a:latin typeface="Meiryo UI" panose="020B0604030504040204" pitchFamily="50" charset="-128"/>
                <a:ea typeface="Meiryo UI" panose="020B0604030504040204" pitchFamily="50" charset="-128"/>
              </a:rPr>
              <a:t>量産に適用するソフトウェアとデータセット（</a:t>
            </a:r>
            <a:r>
              <a:rPr lang="en-US" altLang="ja-JP" sz="1400" dirty="0">
                <a:solidFill>
                  <a:srgbClr val="000000"/>
                </a:solidFill>
                <a:latin typeface="Meiryo UI" panose="020B0604030504040204" pitchFamily="50" charset="-128"/>
                <a:ea typeface="Meiryo UI" panose="020B0604030504040204" pitchFamily="50" charset="-128"/>
              </a:rPr>
              <a:t>MP</a:t>
            </a:r>
            <a:r>
              <a:rPr lang="ja-JP" altLang="en-US" sz="1400" dirty="0">
                <a:solidFill>
                  <a:srgbClr val="000000"/>
                </a:solidFill>
                <a:latin typeface="Meiryo UI" panose="020B0604030504040204" pitchFamily="50" charset="-128"/>
                <a:ea typeface="Meiryo UI" panose="020B0604030504040204" pitchFamily="50" charset="-128"/>
              </a:rPr>
              <a:t>データ）を </a:t>
            </a:r>
            <a:r>
              <a:rPr lang="en-US" altLang="ja-JP" sz="1400" dirty="0">
                <a:solidFill>
                  <a:srgbClr val="000000"/>
                </a:solidFill>
                <a:latin typeface="Meiryo UI" panose="020B0604030504040204" pitchFamily="50" charset="-128"/>
                <a:ea typeface="Meiryo UI" panose="020B0604030504040204" pitchFamily="50" charset="-128"/>
              </a:rPr>
              <a:t>Honda</a:t>
            </a:r>
            <a:r>
              <a:rPr lang="ja-JP" altLang="en-US" sz="1400" dirty="0">
                <a:solidFill>
                  <a:srgbClr val="000000"/>
                </a:solidFill>
                <a:latin typeface="Meiryo UI" panose="020B0604030504040204" pitchFamily="50" charset="-128"/>
                <a:ea typeface="Meiryo UI" panose="020B0604030504040204" pitchFamily="50" charset="-128"/>
              </a:rPr>
              <a:t>と合意後、</a:t>
            </a:r>
            <a:endParaRPr lang="en-US" altLang="ja-JP" sz="1400" dirty="0">
              <a:solidFill>
                <a:srgbClr val="000000"/>
              </a:solidFill>
              <a:latin typeface="Meiryo UI" panose="020B0604030504040204" pitchFamily="50" charset="-128"/>
              <a:ea typeface="Meiryo UI" panose="020B0604030504040204" pitchFamily="50" charset="-128"/>
            </a:endParaRPr>
          </a:p>
          <a:p>
            <a:pPr marL="360363" indent="-360363" algn="l">
              <a:spcBef>
                <a:spcPts val="600"/>
              </a:spcBef>
            </a:pPr>
            <a:r>
              <a:rPr lang="ja-JP" altLang="en-US" sz="1400" dirty="0">
                <a:solidFill>
                  <a:srgbClr val="000000"/>
                </a:solidFill>
                <a:latin typeface="Meiryo UI" panose="020B0604030504040204" pitchFamily="50" charset="-128"/>
                <a:ea typeface="Meiryo UI" panose="020B0604030504040204" pitchFamily="50" charset="-128"/>
              </a:rPr>
              <a:t>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solidFill>
                  <a:srgbClr val="000000"/>
                </a:solidFill>
                <a:latin typeface="Meiryo UI" panose="020B0604030504040204" pitchFamily="50" charset="-128"/>
                <a:ea typeface="Meiryo UI" panose="020B0604030504040204" pitchFamily="50" charset="-128"/>
              </a:rPr>
              <a:t>は</a:t>
            </a:r>
            <a:r>
              <a:rPr lang="en-US" altLang="ja-JP" sz="1400" dirty="0">
                <a:solidFill>
                  <a:srgbClr val="000000"/>
                </a:solidFill>
                <a:latin typeface="Meiryo UI" panose="020B0604030504040204" pitchFamily="50" charset="-128"/>
                <a:ea typeface="Meiryo UI" panose="020B0604030504040204" pitchFamily="50" charset="-128"/>
              </a:rPr>
              <a:t>MP</a:t>
            </a:r>
            <a:r>
              <a:rPr lang="ja-JP" altLang="en-US" sz="1400" dirty="0">
                <a:solidFill>
                  <a:srgbClr val="000000"/>
                </a:solidFill>
                <a:latin typeface="Meiryo UI" panose="020B0604030504040204" pitchFamily="50" charset="-128"/>
                <a:ea typeface="Meiryo UI" panose="020B0604030504040204" pitchFamily="50" charset="-128"/>
              </a:rPr>
              <a:t>データに対して</a:t>
            </a:r>
            <a:r>
              <a:rPr lang="en-US" altLang="ja-JP" sz="1400" dirty="0">
                <a:solidFill>
                  <a:srgbClr val="000000"/>
                </a:solidFill>
                <a:latin typeface="Meiryo UI" panose="020B0604030504040204" pitchFamily="50" charset="-128"/>
                <a:ea typeface="Meiryo UI" panose="020B0604030504040204" pitchFamily="50" charset="-128"/>
              </a:rPr>
              <a:t>ECU</a:t>
            </a:r>
            <a:r>
              <a:rPr lang="ja-JP" altLang="en-US" sz="1400" dirty="0">
                <a:solidFill>
                  <a:srgbClr val="000000"/>
                </a:solidFill>
                <a:latin typeface="Meiryo UI" panose="020B0604030504040204" pitchFamily="50" charset="-128"/>
                <a:ea typeface="Meiryo UI" panose="020B0604030504040204" pitchFamily="50" charset="-128"/>
              </a:rPr>
              <a:t>製造工場に適用する前に必要な量産化処理を行う。</a:t>
            </a:r>
            <a:endParaRPr lang="en-US" altLang="ja-JP" sz="1400" dirty="0">
              <a:solidFill>
                <a:srgbClr val="000000"/>
              </a:solidFill>
              <a:latin typeface="Meiryo UI" panose="020B0604030504040204" pitchFamily="50" charset="-128"/>
              <a:ea typeface="Meiryo UI" panose="020B0604030504040204" pitchFamily="50" charset="-128"/>
            </a:endParaRPr>
          </a:p>
          <a:p>
            <a:pPr marL="360363" indent="-360363" algn="l">
              <a:spcBef>
                <a:spcPts val="600"/>
              </a:spcBef>
            </a:pPr>
            <a:r>
              <a:rPr lang="ja-JP" altLang="en-US" sz="1400" dirty="0">
                <a:solidFill>
                  <a:srgbClr val="000000"/>
                </a:solidFill>
                <a:latin typeface="Meiryo UI" panose="020B0604030504040204" pitchFamily="50" charset="-128"/>
                <a:ea typeface="Meiryo UI" panose="020B0604030504040204" pitchFamily="50" charset="-128"/>
              </a:rPr>
              <a:t>　　　その最終的な</a:t>
            </a:r>
            <a:r>
              <a:rPr lang="en-US" altLang="ja-JP" sz="1400" dirty="0">
                <a:solidFill>
                  <a:srgbClr val="000000"/>
                </a:solidFill>
                <a:latin typeface="Meiryo UI" panose="020B0604030504040204" pitchFamily="50" charset="-128"/>
                <a:ea typeface="Meiryo UI" panose="020B0604030504040204" pitchFamily="50" charset="-128"/>
              </a:rPr>
              <a:t>MP</a:t>
            </a:r>
            <a:r>
              <a:rPr lang="ja-JP" altLang="en-US" sz="1400" dirty="0">
                <a:solidFill>
                  <a:srgbClr val="000000"/>
                </a:solidFill>
                <a:latin typeface="Meiryo UI" panose="020B0604030504040204" pitchFamily="50" charset="-128"/>
                <a:ea typeface="Meiryo UI" panose="020B0604030504040204" pitchFamily="50" charset="-128"/>
              </a:rPr>
              <a:t>データを用いて、市場での量産書換機能が適切に機能することを検証する。</a:t>
            </a:r>
            <a:endParaRPr lang="en-US" altLang="ja-JP" sz="1400" dirty="0">
              <a:solidFill>
                <a:srgbClr val="000000"/>
              </a:solidFill>
              <a:latin typeface="Meiryo UI" panose="020B0604030504040204" pitchFamily="50" charset="-128"/>
              <a:ea typeface="Meiryo UI" panose="020B0604030504040204" pitchFamily="50" charset="-128"/>
            </a:endParaRPr>
          </a:p>
          <a:p>
            <a:pPr marL="360363" indent="-360363" algn="l">
              <a:spcBef>
                <a:spcPts val="600"/>
              </a:spcBef>
            </a:pPr>
            <a:r>
              <a:rPr lang="en-US" altLang="ja-JP" sz="1400" dirty="0">
                <a:solidFill>
                  <a:srgbClr val="000000"/>
                </a:solidFill>
                <a:latin typeface="Meiryo UI" panose="020B0604030504040204" pitchFamily="50" charset="-128"/>
                <a:ea typeface="Meiryo UI" panose="020B0604030504040204" pitchFamily="50" charset="-128"/>
              </a:rPr>
              <a:t>	</a:t>
            </a:r>
            <a:r>
              <a:rPr lang="ja-JP" altLang="en-US" sz="1400" dirty="0">
                <a:solidFill>
                  <a:srgbClr val="000000"/>
                </a:solidFill>
                <a:latin typeface="Meiryo UI" panose="020B0604030504040204" pitchFamily="50" charset="-128"/>
                <a:ea typeface="Meiryo UI" panose="020B0604030504040204" pitchFamily="50" charset="-128"/>
              </a:rPr>
              <a:t>検証結果として</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solidFill>
                  <a:srgbClr val="000000"/>
                </a:solidFill>
                <a:latin typeface="Meiryo UI" panose="020B0604030504040204" pitchFamily="50" charset="-128"/>
                <a:ea typeface="Meiryo UI" panose="020B0604030504040204" pitchFamily="50" charset="-128"/>
              </a:rPr>
              <a:t>は次の成果物を </a:t>
            </a:r>
            <a:r>
              <a:rPr lang="en-US" altLang="ja-JP" sz="1400" dirty="0">
                <a:solidFill>
                  <a:srgbClr val="000000"/>
                </a:solidFill>
                <a:latin typeface="Meiryo UI" panose="020B0604030504040204" pitchFamily="50" charset="-128"/>
                <a:ea typeface="Meiryo UI" panose="020B0604030504040204" pitchFamily="50" charset="-128"/>
              </a:rPr>
              <a:t>Honda</a:t>
            </a:r>
            <a:r>
              <a:rPr lang="ja-JP" altLang="en-US" sz="1400" dirty="0">
                <a:solidFill>
                  <a:srgbClr val="000000"/>
                </a:solidFill>
                <a:latin typeface="Meiryo UI" panose="020B0604030504040204" pitchFamily="50" charset="-128"/>
                <a:ea typeface="Meiryo UI" panose="020B0604030504040204" pitchFamily="50" charset="-128"/>
              </a:rPr>
              <a:t>へ供給する。</a:t>
            </a:r>
            <a:endParaRPr lang="en-US" altLang="ja-JP" sz="1400" dirty="0">
              <a:solidFill>
                <a:srgbClr val="000000"/>
              </a:solidFill>
              <a:latin typeface="Meiryo UI" panose="020B0604030504040204" pitchFamily="50" charset="-128"/>
              <a:ea typeface="Meiryo UI" panose="020B0604030504040204" pitchFamily="50" charset="-128"/>
            </a:endParaRPr>
          </a:p>
          <a:p>
            <a:pPr marL="360363" indent="-360363" algn="l">
              <a:spcBef>
                <a:spcPts val="600"/>
              </a:spcBef>
            </a:pPr>
            <a:r>
              <a:rPr lang="en-US" altLang="ja-JP" sz="1400" dirty="0">
                <a:solidFill>
                  <a:srgbClr val="000000"/>
                </a:solidFill>
                <a:latin typeface="Meiryo UI" panose="020B0604030504040204" pitchFamily="50" charset="-128"/>
                <a:ea typeface="Meiryo UI" panose="020B0604030504040204" pitchFamily="50" charset="-128"/>
              </a:rPr>
              <a:t>	</a:t>
            </a:r>
            <a:r>
              <a:rPr lang="ja-JP" altLang="en-US" sz="1400" dirty="0">
                <a:solidFill>
                  <a:srgbClr val="000000"/>
                </a:solidFill>
                <a:latin typeface="Meiryo UI" panose="020B0604030504040204" pitchFamily="50" charset="-128"/>
                <a:ea typeface="Meiryo UI" panose="020B0604030504040204" pitchFamily="50" charset="-128"/>
              </a:rPr>
              <a:t>　</a:t>
            </a:r>
            <a:r>
              <a:rPr lang="en-US" altLang="ja-JP" sz="1400" dirty="0">
                <a:solidFill>
                  <a:srgbClr val="000000"/>
                </a:solidFill>
                <a:latin typeface="Meiryo UI" panose="020B0604030504040204" pitchFamily="50" charset="-128"/>
                <a:ea typeface="Meiryo UI" panose="020B0604030504040204" pitchFamily="50" charset="-128"/>
              </a:rPr>
              <a:t>-MP</a:t>
            </a:r>
            <a:r>
              <a:rPr lang="ja-JP" altLang="en-US" sz="1400" dirty="0">
                <a:solidFill>
                  <a:srgbClr val="000000"/>
                </a:solidFill>
                <a:latin typeface="Meiryo UI" panose="020B0604030504040204" pitchFamily="50" charset="-128"/>
                <a:ea typeface="Meiryo UI" panose="020B0604030504040204" pitchFamily="50" charset="-128"/>
              </a:rPr>
              <a:t>データ（</a:t>
            </a:r>
            <a:r>
              <a:rPr lang="en-US" altLang="ja-JP" sz="1400" dirty="0" err="1">
                <a:solidFill>
                  <a:srgbClr val="000000"/>
                </a:solidFill>
                <a:latin typeface="Meiryo UI" panose="020B0604030504040204" pitchFamily="50" charset="-128"/>
                <a:ea typeface="Meiryo UI" panose="020B0604030504040204" pitchFamily="50" charset="-128"/>
              </a:rPr>
              <a:t>Clean.hex</a:t>
            </a:r>
            <a:r>
              <a:rPr lang="ja-JP" altLang="en-US" sz="1400" dirty="0">
                <a:solidFill>
                  <a:srgbClr val="000000"/>
                </a:solidFill>
                <a:latin typeface="Meiryo UI" panose="020B0604030504040204" pitchFamily="50" charset="-128"/>
                <a:ea typeface="Meiryo UI" panose="020B0604030504040204" pitchFamily="50" charset="-128"/>
              </a:rPr>
              <a:t>）</a:t>
            </a:r>
            <a:endParaRPr lang="en-US" altLang="ja-JP" sz="1400" dirty="0">
              <a:solidFill>
                <a:srgbClr val="000000"/>
              </a:solidFill>
              <a:latin typeface="Meiryo UI" panose="020B0604030504040204" pitchFamily="50" charset="-128"/>
              <a:ea typeface="Meiryo UI" panose="020B0604030504040204" pitchFamily="50" charset="-128"/>
            </a:endParaRPr>
          </a:p>
          <a:p>
            <a:pPr marL="360363" indent="-360363" algn="l">
              <a:spcBef>
                <a:spcPts val="600"/>
              </a:spcBef>
            </a:pPr>
            <a:r>
              <a:rPr lang="en-US" altLang="ja-JP" sz="1400" dirty="0">
                <a:solidFill>
                  <a:srgbClr val="000000"/>
                </a:solidFill>
                <a:latin typeface="Meiryo UI" panose="020B0604030504040204" pitchFamily="50" charset="-128"/>
                <a:ea typeface="Meiryo UI" panose="020B0604030504040204" pitchFamily="50" charset="-128"/>
              </a:rPr>
              <a:t>	</a:t>
            </a:r>
            <a:r>
              <a:rPr lang="ja-JP" altLang="en-US" sz="1400" dirty="0">
                <a:solidFill>
                  <a:srgbClr val="000000"/>
                </a:solidFill>
                <a:latin typeface="Meiryo UI" panose="020B0604030504040204" pitchFamily="50" charset="-128"/>
                <a:ea typeface="Meiryo UI" panose="020B0604030504040204" pitchFamily="50" charset="-128"/>
              </a:rPr>
              <a:t>　</a:t>
            </a:r>
            <a:r>
              <a:rPr lang="en-US" altLang="ja-JP" sz="1400" dirty="0">
                <a:solidFill>
                  <a:srgbClr val="000000"/>
                </a:solidFill>
                <a:latin typeface="Meiryo UI" panose="020B0604030504040204" pitchFamily="50" charset="-128"/>
                <a:ea typeface="Meiryo UI" panose="020B0604030504040204" pitchFamily="50" charset="-128"/>
              </a:rPr>
              <a:t>-</a:t>
            </a:r>
            <a:r>
              <a:rPr lang="ja-JP" altLang="en-US" sz="1400" dirty="0">
                <a:solidFill>
                  <a:srgbClr val="000000"/>
                </a:solidFill>
                <a:latin typeface="Meiryo UI" panose="020B0604030504040204" pitchFamily="50" charset="-128"/>
                <a:ea typeface="Meiryo UI" panose="020B0604030504040204" pitchFamily="50" charset="-128"/>
              </a:rPr>
              <a:t>書換検証結果</a:t>
            </a:r>
            <a:endParaRPr lang="en-US" altLang="ja-JP" sz="1400" dirty="0">
              <a:solidFill>
                <a:srgbClr val="000000"/>
              </a:solidFill>
              <a:latin typeface="Meiryo UI" panose="020B0604030504040204" pitchFamily="50" charset="-128"/>
              <a:ea typeface="Meiryo UI" panose="020B0604030504040204" pitchFamily="50" charset="-128"/>
            </a:endParaRPr>
          </a:p>
          <a:p>
            <a:pPr marL="360363" indent="-360363" algn="l">
              <a:spcBef>
                <a:spcPts val="600"/>
              </a:spcBef>
            </a:pPr>
            <a:r>
              <a:rPr lang="en-US" altLang="ja-JP" sz="1400" dirty="0">
                <a:solidFill>
                  <a:srgbClr val="000000"/>
                </a:solidFill>
                <a:latin typeface="Meiryo UI" panose="020B0604030504040204" pitchFamily="50" charset="-128"/>
                <a:ea typeface="Meiryo UI" panose="020B0604030504040204" pitchFamily="50" charset="-128"/>
              </a:rPr>
              <a:t>	</a:t>
            </a:r>
            <a:r>
              <a:rPr lang="ja-JP" altLang="en-US" sz="1400" dirty="0">
                <a:solidFill>
                  <a:srgbClr val="000000"/>
                </a:solidFill>
                <a:latin typeface="Meiryo UI" panose="020B0604030504040204" pitchFamily="50" charset="-128"/>
                <a:ea typeface="Meiryo UI" panose="020B0604030504040204" pitchFamily="50" charset="-128"/>
              </a:rPr>
              <a:t>　</a:t>
            </a:r>
            <a:r>
              <a:rPr lang="en-US" altLang="ja-JP" sz="1400" dirty="0">
                <a:solidFill>
                  <a:srgbClr val="000000"/>
                </a:solidFill>
                <a:latin typeface="Meiryo UI" panose="020B0604030504040204" pitchFamily="50" charset="-128"/>
                <a:ea typeface="Meiryo UI" panose="020B0604030504040204" pitchFamily="50" charset="-128"/>
              </a:rPr>
              <a:t>-ECU ID</a:t>
            </a:r>
            <a:r>
              <a:rPr lang="ja-JP" altLang="en-US" sz="1400" dirty="0">
                <a:solidFill>
                  <a:srgbClr val="000000"/>
                </a:solidFill>
                <a:latin typeface="Meiryo UI" panose="020B0604030504040204" pitchFamily="50" charset="-128"/>
                <a:ea typeface="Meiryo UI" panose="020B0604030504040204" pitchFamily="50" charset="-128"/>
              </a:rPr>
              <a:t>等の出力確認結果</a:t>
            </a:r>
            <a:endParaRPr lang="en-US" altLang="ja-JP" sz="1400" dirty="0">
              <a:solidFill>
                <a:srgbClr val="000000"/>
              </a:solidFill>
              <a:latin typeface="Meiryo UI" panose="020B0604030504040204" pitchFamily="50" charset="-128"/>
              <a:ea typeface="Meiryo UI" panose="020B0604030504040204" pitchFamily="50" charset="-128"/>
            </a:endParaRPr>
          </a:p>
          <a:p>
            <a:pPr marL="360363" indent="-360363" algn="l">
              <a:spcBef>
                <a:spcPts val="600"/>
              </a:spcBef>
            </a:pPr>
            <a:r>
              <a:rPr lang="en-US" altLang="ja-JP" sz="1400" dirty="0">
                <a:solidFill>
                  <a:srgbClr val="000000"/>
                </a:solidFill>
                <a:latin typeface="Meiryo UI" panose="020B0604030504040204" pitchFamily="50" charset="-128"/>
                <a:ea typeface="Meiryo UI" panose="020B0604030504040204" pitchFamily="50" charset="-128"/>
              </a:rPr>
              <a:t>		</a:t>
            </a:r>
          </a:p>
          <a:p>
            <a:pPr marL="360363" indent="-360363" algn="l">
              <a:spcBef>
                <a:spcPts val="600"/>
              </a:spcBef>
            </a:pPr>
            <a:r>
              <a:rPr lang="en-US" altLang="ja-JP" sz="1400" dirty="0">
                <a:solidFill>
                  <a:srgbClr val="000000"/>
                </a:solidFill>
                <a:latin typeface="Meiryo UI" panose="020B0604030504040204" pitchFamily="50" charset="-128"/>
                <a:ea typeface="Meiryo UI" panose="020B0604030504040204" pitchFamily="50" charset="-128"/>
              </a:rPr>
              <a:t>	Honda</a:t>
            </a:r>
            <a:r>
              <a:rPr lang="ja-JP" altLang="en-US" sz="1400" dirty="0">
                <a:solidFill>
                  <a:srgbClr val="000000"/>
                </a:solidFill>
                <a:latin typeface="Meiryo UI" panose="020B0604030504040204" pitchFamily="50" charset="-128"/>
                <a:ea typeface="Meiryo UI" panose="020B0604030504040204" pitchFamily="50" charset="-128"/>
              </a:rPr>
              <a:t>は書換検証結果から量産書換機能が保証されていることを確認・承認し、</a:t>
            </a:r>
            <a:r>
              <a:rPr lang="en-US" altLang="ja-JP" sz="1400" dirty="0">
                <a:solidFill>
                  <a:srgbClr val="000000"/>
                </a:solidFill>
                <a:latin typeface="Meiryo UI" panose="020B0604030504040204" pitchFamily="50" charset="-128"/>
                <a:ea typeface="Meiryo UI" panose="020B0604030504040204" pitchFamily="50" charset="-128"/>
              </a:rPr>
              <a:t>Form-B</a:t>
            </a:r>
            <a:r>
              <a:rPr lang="ja-JP" altLang="en-US" sz="1400" dirty="0">
                <a:solidFill>
                  <a:srgbClr val="000000"/>
                </a:solidFill>
                <a:latin typeface="Meiryo UI" panose="020B0604030504040204" pitchFamily="50" charset="-128"/>
                <a:ea typeface="Meiryo UI" panose="020B0604030504040204" pitchFamily="50" charset="-128"/>
              </a:rPr>
              <a:t>に承認サインを入れ、</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solidFill>
                  <a:srgbClr val="000000"/>
                </a:solidFill>
                <a:latin typeface="Meiryo UI" panose="020B0604030504040204" pitchFamily="50" charset="-128"/>
                <a:ea typeface="Meiryo UI" panose="020B0604030504040204" pitchFamily="50" charset="-128"/>
              </a:rPr>
              <a:t>へ供給する。</a:t>
            </a:r>
            <a:endParaRPr lang="en-US" altLang="ja-JP" sz="1400" dirty="0">
              <a:solidFill>
                <a:srgbClr val="000000"/>
              </a:solidFill>
              <a:latin typeface="Meiryo UI" panose="020B0604030504040204" pitchFamily="50" charset="-128"/>
              <a:ea typeface="Meiryo UI" panose="020B0604030504040204" pitchFamily="50" charset="-128"/>
            </a:endParaRPr>
          </a:p>
          <a:p>
            <a:pPr marL="360363" indent="-360363" algn="l">
              <a:spcBef>
                <a:spcPts val="600"/>
              </a:spcBef>
            </a:pPr>
            <a:r>
              <a:rPr lang="en-US" altLang="ja-JP" sz="1400" dirty="0">
                <a:solidFill>
                  <a:srgbClr val="000000"/>
                </a:solidFill>
                <a:latin typeface="Meiryo UI" panose="020B0604030504040204" pitchFamily="50" charset="-128"/>
                <a:ea typeface="Meiryo UI" panose="020B0604030504040204" pitchFamily="50" charset="-128"/>
              </a:rPr>
              <a:t>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solidFill>
                  <a:srgbClr val="000000"/>
                </a:solidFill>
                <a:latin typeface="Meiryo UI" panose="020B0604030504040204" pitchFamily="50" charset="-128"/>
                <a:ea typeface="Meiryo UI" panose="020B0604030504040204" pitchFamily="50" charset="-128"/>
              </a:rPr>
              <a:t>は</a:t>
            </a:r>
            <a:r>
              <a:rPr lang="en-US" altLang="ja-JP" sz="1400" dirty="0">
                <a:solidFill>
                  <a:srgbClr val="000000"/>
                </a:solidFill>
                <a:latin typeface="Meiryo UI" panose="020B0604030504040204" pitchFamily="50" charset="-128"/>
                <a:ea typeface="Meiryo UI" panose="020B0604030504040204" pitchFamily="50" charset="-128"/>
              </a:rPr>
              <a:t>Form-B</a:t>
            </a:r>
            <a:r>
              <a:rPr lang="ja-JP" altLang="en-US" sz="1400" dirty="0">
                <a:solidFill>
                  <a:srgbClr val="000000"/>
                </a:solidFill>
                <a:latin typeface="Meiryo UI" panose="020B0604030504040204" pitchFamily="50" charset="-128"/>
                <a:ea typeface="Meiryo UI" panose="020B0604030504040204" pitchFamily="50" charset="-128"/>
              </a:rPr>
              <a:t>の受領をもって、</a:t>
            </a:r>
            <a:r>
              <a:rPr lang="en-US" altLang="ja-JP" sz="1400" dirty="0">
                <a:solidFill>
                  <a:srgbClr val="000000"/>
                </a:solidFill>
                <a:latin typeface="Meiryo UI" panose="020B0604030504040204" pitchFamily="50" charset="-128"/>
                <a:ea typeface="Meiryo UI" panose="020B0604030504040204" pitchFamily="50" charset="-128"/>
              </a:rPr>
              <a:t>MP</a:t>
            </a:r>
            <a:r>
              <a:rPr lang="ja-JP" altLang="en-US" sz="1400" dirty="0">
                <a:solidFill>
                  <a:srgbClr val="000000"/>
                </a:solidFill>
                <a:latin typeface="Meiryo UI" panose="020B0604030504040204" pitchFamily="50" charset="-128"/>
                <a:ea typeface="Meiryo UI" panose="020B0604030504040204" pitchFamily="50" charset="-128"/>
              </a:rPr>
              <a:t>データを</a:t>
            </a:r>
            <a:r>
              <a:rPr lang="en-US" altLang="ja-JP" sz="1400" dirty="0">
                <a:solidFill>
                  <a:srgbClr val="000000"/>
                </a:solidFill>
                <a:latin typeface="Meiryo UI" panose="020B0604030504040204" pitchFamily="50" charset="-128"/>
                <a:ea typeface="Meiryo UI" panose="020B0604030504040204" pitchFamily="50" charset="-128"/>
              </a:rPr>
              <a:t>ECU</a:t>
            </a:r>
            <a:r>
              <a:rPr lang="ja-JP" altLang="en-US" sz="1400" dirty="0">
                <a:solidFill>
                  <a:srgbClr val="000000"/>
                </a:solidFill>
                <a:latin typeface="Meiryo UI" panose="020B0604030504040204" pitchFamily="50" charset="-128"/>
                <a:ea typeface="Meiryo UI" panose="020B0604030504040204" pitchFamily="50" charset="-128"/>
              </a:rPr>
              <a:t>製造工場に適用する。</a:t>
            </a:r>
            <a:endParaRPr lang="en-US" altLang="ja-JP" sz="1400" dirty="0">
              <a:solidFill>
                <a:srgbClr val="000000"/>
              </a:solidFill>
              <a:latin typeface="Meiryo UI" panose="020B0604030504040204" pitchFamily="50" charset="-128"/>
              <a:ea typeface="Meiryo UI" panose="020B0604030504040204" pitchFamily="50" charset="-128"/>
            </a:endParaRPr>
          </a:p>
          <a:p>
            <a:pPr algn="l" eaLnBrk="1" hangingPunct="1">
              <a:spcBef>
                <a:spcPts val="600"/>
              </a:spcBef>
            </a:pPr>
            <a:endParaRPr lang="en-US" altLang="ja-JP" sz="1400" dirty="0">
              <a:solidFill>
                <a:srgbClr val="000000"/>
              </a:solidFill>
              <a:latin typeface="Meiryo UI" panose="020B0604030504040204" pitchFamily="50" charset="-128"/>
              <a:ea typeface="Meiryo UI" panose="020B0604030504040204" pitchFamily="50" charset="-128"/>
              <a:cs typeface="Meiryo UI" pitchFamily="50" charset="-128"/>
            </a:endParaRPr>
          </a:p>
          <a:p>
            <a:pPr algn="l" eaLnBrk="1" hangingPunct="1">
              <a:spcBef>
                <a:spcPts val="600"/>
              </a:spcBef>
            </a:pPr>
            <a:r>
              <a:rPr lang="ja-JP" altLang="en-US" sz="1400" dirty="0">
                <a:solidFill>
                  <a:srgbClr val="000000"/>
                </a:solidFill>
                <a:latin typeface="Meiryo UI" panose="020B0604030504040204" pitchFamily="50" charset="-128"/>
                <a:ea typeface="Meiryo UI" panose="020B0604030504040204" pitchFamily="50" charset="-128"/>
                <a:cs typeface="Meiryo UI" pitchFamily="50" charset="-128"/>
              </a:rPr>
              <a:t>手法・タイミング・検証項目　：書き換えは</a:t>
            </a:r>
            <a:r>
              <a:rPr lang="en-US" altLang="ja-JP" sz="1400" dirty="0">
                <a:solidFill>
                  <a:srgbClr val="000000"/>
                </a:solidFill>
                <a:latin typeface="Meiryo UI" panose="020B0604030504040204" pitchFamily="50" charset="-128"/>
                <a:ea typeface="Meiryo UI" panose="020B0604030504040204" pitchFamily="50" charset="-128"/>
                <a:cs typeface="Meiryo UI" pitchFamily="50" charset="-128"/>
              </a:rPr>
              <a:t>Honda</a:t>
            </a:r>
            <a:r>
              <a:rPr lang="ja-JP" altLang="en-US" sz="1400" dirty="0">
                <a:solidFill>
                  <a:srgbClr val="000000"/>
                </a:solidFill>
                <a:latin typeface="Meiryo UI" panose="020B0604030504040204" pitchFamily="50" charset="-128"/>
                <a:ea typeface="Meiryo UI" panose="020B0604030504040204" pitchFamily="50" charset="-128"/>
                <a:cs typeface="Meiryo UI" pitchFamily="50" charset="-128"/>
              </a:rPr>
              <a:t>で実施。</a:t>
            </a:r>
            <a:r>
              <a:rPr lang="en-US" altLang="ja-JP" sz="1400" dirty="0">
                <a:solidFill>
                  <a:srgbClr val="000000"/>
                </a:solidFill>
                <a:latin typeface="Meiryo UI" panose="020B0604030504040204" pitchFamily="50" charset="-128"/>
                <a:ea typeface="Meiryo UI" panose="020B0604030504040204" pitchFamily="50" charset="-128"/>
                <a:cs typeface="Meiryo UI" pitchFamily="50" charset="-128"/>
              </a:rPr>
              <a:t>BOOT</a:t>
            </a:r>
            <a:r>
              <a:rPr lang="ja-JP" altLang="en-US" sz="1400" dirty="0">
                <a:solidFill>
                  <a:srgbClr val="000000"/>
                </a:solidFill>
                <a:latin typeface="Meiryo UI" panose="020B0604030504040204" pitchFamily="50" charset="-128"/>
                <a:ea typeface="Meiryo UI" panose="020B0604030504040204" pitchFamily="50" charset="-128"/>
                <a:cs typeface="Meiryo UI" pitchFamily="50" charset="-128"/>
              </a:rPr>
              <a:t>　</a:t>
            </a:r>
            <a:r>
              <a:rPr lang="en-US" altLang="ja-JP" sz="1400" dirty="0">
                <a:solidFill>
                  <a:srgbClr val="000000"/>
                </a:solidFill>
                <a:latin typeface="Meiryo UI" panose="020B0604030504040204" pitchFamily="50" charset="-128"/>
                <a:ea typeface="Meiryo UI" panose="020B0604030504040204" pitchFamily="50" charset="-128"/>
                <a:cs typeface="Meiryo UI" pitchFamily="50" charset="-128"/>
              </a:rPr>
              <a:t>ID</a:t>
            </a:r>
            <a:r>
              <a:rPr lang="ja-JP" altLang="en-US" sz="1400" dirty="0">
                <a:solidFill>
                  <a:srgbClr val="000000"/>
                </a:solidFill>
                <a:latin typeface="Meiryo UI" panose="020B0604030504040204" pitchFamily="50" charset="-128"/>
                <a:ea typeface="Meiryo UI" panose="020B0604030504040204" pitchFamily="50" charset="-128"/>
                <a:cs typeface="Meiryo UI" pitchFamily="50" charset="-128"/>
              </a:rPr>
              <a:t>セッティングは</a:t>
            </a:r>
            <a:r>
              <a:rPr lang="en-US" altLang="ja-JP" sz="1400" dirty="0">
                <a:solidFill>
                  <a:srgbClr val="000000"/>
                </a:solidFill>
                <a:latin typeface="Meiryo UI" panose="020B0604030504040204" pitchFamily="50" charset="-128"/>
                <a:ea typeface="Meiryo UI" panose="020B0604030504040204" pitchFamily="50" charset="-128"/>
                <a:cs typeface="Meiryo UI" pitchFamily="50" charset="-128"/>
              </a:rPr>
              <a:t>BOSCH</a:t>
            </a:r>
            <a:r>
              <a:rPr lang="ja-JP" altLang="en-US" sz="1400" dirty="0">
                <a:solidFill>
                  <a:srgbClr val="000000"/>
                </a:solidFill>
                <a:latin typeface="Meiryo UI" panose="020B0604030504040204" pitchFamily="50" charset="-128"/>
                <a:ea typeface="Meiryo UI" panose="020B0604030504040204" pitchFamily="50" charset="-128"/>
                <a:cs typeface="Meiryo UI" pitchFamily="50" charset="-128"/>
              </a:rPr>
              <a:t>が行う</a:t>
            </a:r>
            <a:endParaRPr lang="en-US" altLang="ja-JP" sz="1400" dirty="0">
              <a:solidFill>
                <a:srgbClr val="000000"/>
              </a:solidFill>
              <a:latin typeface="Meiryo UI" panose="020B0604030504040204" pitchFamily="50" charset="-128"/>
              <a:ea typeface="Meiryo UI" panose="020B0604030504040204" pitchFamily="50" charset="-128"/>
              <a:cs typeface="Meiryo UI" pitchFamily="50" charset="-128"/>
            </a:endParaRPr>
          </a:p>
        </p:txBody>
      </p:sp>
      <p:sp>
        <p:nvSpPr>
          <p:cNvPr id="7" name="Text Box 2"/>
          <p:cNvSpPr txBox="1">
            <a:spLocks noChangeArrowheads="1"/>
          </p:cNvSpPr>
          <p:nvPr/>
        </p:nvSpPr>
        <p:spPr bwMode="auto">
          <a:xfrm>
            <a:off x="250829" y="96703"/>
            <a:ext cx="88931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1800" dirty="0">
                <a:solidFill>
                  <a:srgbClr val="FFFFFF"/>
                </a:solidFill>
                <a:latin typeface="Meiryo UI" panose="020B0604030504040204" pitchFamily="50" charset="-128"/>
                <a:ea typeface="Meiryo UI" panose="020B0604030504040204" pitchFamily="50" charset="-128"/>
                <a:cs typeface="Arial" pitchFamily="34" charset="0"/>
              </a:rPr>
              <a:t>17. EMS Report Maturity and Quality Verification (30/31)</a:t>
            </a:r>
            <a:endParaRPr lang="en-US" altLang="ja-JP" sz="1050" dirty="0">
              <a:solidFill>
                <a:srgbClr val="FFFFFF"/>
              </a:solidFill>
              <a:latin typeface="HGPｺﾞｼｯｸE" pitchFamily="50" charset="-128"/>
              <a:ea typeface="HGPｺﾞｼｯｸE" pitchFamily="50" charset="-128"/>
              <a:cs typeface="Arial" pitchFamily="34" charset="0"/>
            </a:endParaRPr>
          </a:p>
        </p:txBody>
      </p:sp>
    </p:spTree>
    <p:extLst>
      <p:ext uri="{BB962C8B-B14F-4D97-AF65-F5344CB8AC3E}">
        <p14:creationId xmlns:p14="http://schemas.microsoft.com/office/powerpoint/2010/main" val="1779588566"/>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 Box 2"/>
          <p:cNvSpPr txBox="1">
            <a:spLocks noChangeArrowheads="1"/>
          </p:cNvSpPr>
          <p:nvPr/>
        </p:nvSpPr>
        <p:spPr bwMode="auto">
          <a:xfrm>
            <a:off x="146327" y="558422"/>
            <a:ext cx="494818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l" eaLnBrk="1" hangingPunct="1"/>
            <a:r>
              <a:rPr lang="en-US" altLang="ja-JP" sz="1800" b="1" u="sng" dirty="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800" b="1" u="sng" dirty="0">
                <a:latin typeface="Meiryo UI" panose="020B0604030504040204" pitchFamily="50" charset="-128"/>
                <a:ea typeface="Meiryo UI" panose="020B0604030504040204" pitchFamily="50" charset="-128"/>
                <a:cs typeface="Arial" pitchFamily="34" charset="0"/>
              </a:rPr>
              <a:t> Internal Test Trip Report</a:t>
            </a:r>
            <a:endParaRPr lang="en-US" altLang="ja-JP" sz="1050" b="1" u="sng" dirty="0">
              <a:latin typeface="HGPｺﾞｼｯｸE" pitchFamily="50" charset="-128"/>
              <a:ea typeface="HGPｺﾞｼｯｸE" pitchFamily="50" charset="-128"/>
              <a:cs typeface="Arial" pitchFamily="34" charset="0"/>
            </a:endParaRPr>
          </a:p>
        </p:txBody>
      </p:sp>
      <p:sp>
        <p:nvSpPr>
          <p:cNvPr id="2" name="テキスト ボックス 1"/>
          <p:cNvSpPr txBox="1"/>
          <p:nvPr/>
        </p:nvSpPr>
        <p:spPr>
          <a:xfrm>
            <a:off x="250829" y="894124"/>
            <a:ext cx="8438607" cy="3323987"/>
          </a:xfrm>
          <a:prstGeom prst="rect">
            <a:avLst/>
          </a:prstGeom>
          <a:noFill/>
        </p:spPr>
        <p:txBody>
          <a:bodyPr wrap="square" rtlCol="0">
            <a:spAutoFit/>
          </a:bodyPr>
          <a:lstStyle/>
          <a:p>
            <a:pPr algn="l"/>
            <a:r>
              <a:rPr lang="en-US" altLang="ja-JP" sz="1400" dirty="0">
                <a:latin typeface="Meiryo UI" panose="020B0604030504040204" pitchFamily="50" charset="-128"/>
                <a:ea typeface="+mj-ea"/>
                <a:cs typeface="Arial" panose="020B0604020202020204" pitchFamily="34" charset="0"/>
              </a:rPr>
              <a:t>&lt;Before test trip&gt;</a:t>
            </a:r>
          </a:p>
          <a:p>
            <a:pPr algn="l"/>
            <a:r>
              <a:rPr lang="en-US" altLang="ja-JP" sz="1400" dirty="0">
                <a:latin typeface="Meiryo UI" panose="020B0604030504040204" pitchFamily="50" charset="-128"/>
                <a:ea typeface="+mj-ea"/>
                <a:cs typeface="Arial" panose="020B0604020202020204" pitchFamily="34" charset="0"/>
              </a:rPr>
              <a:t>   Due date : one week before</a:t>
            </a:r>
            <a:endParaRPr lang="ja-JP" altLang="en-US" sz="1400" dirty="0">
              <a:latin typeface="Meiryo UI" panose="020B0604030504040204" pitchFamily="50" charset="-128"/>
              <a:ea typeface="+mj-ea"/>
              <a:cs typeface="Arial" panose="020B0604020202020204" pitchFamily="34" charset="0"/>
            </a:endParaRPr>
          </a:p>
          <a:p>
            <a:pPr algn="l"/>
            <a:r>
              <a:rPr lang="en-US" altLang="ja-JP" sz="1400" dirty="0">
                <a:latin typeface="Meiryo UI" panose="020B0604030504040204" pitchFamily="50" charset="-128"/>
                <a:ea typeface="+mj-ea"/>
                <a:cs typeface="Arial" panose="020B0604020202020204" pitchFamily="34" charset="0"/>
              </a:rPr>
              <a:t>    1. Purpose</a:t>
            </a:r>
            <a:endParaRPr lang="ja-JP" altLang="en-US" sz="1400" dirty="0">
              <a:latin typeface="Meiryo UI" panose="020B0604030504040204" pitchFamily="50" charset="-128"/>
              <a:ea typeface="+mj-ea"/>
              <a:cs typeface="Arial" panose="020B0604020202020204" pitchFamily="34" charset="0"/>
            </a:endParaRPr>
          </a:p>
          <a:p>
            <a:pPr algn="l"/>
            <a:r>
              <a:rPr lang="en-US" altLang="ja-JP" sz="1400" dirty="0">
                <a:latin typeface="Meiryo UI" panose="020B0604030504040204" pitchFamily="50" charset="-128"/>
                <a:ea typeface="+mj-ea"/>
                <a:cs typeface="Arial" panose="020B0604020202020204" pitchFamily="34" charset="0"/>
              </a:rPr>
              <a:t>    2. Test schedule, member, vehicles and course(open/close)</a:t>
            </a:r>
            <a:endParaRPr lang="ja-JP" altLang="en-US" sz="1400" dirty="0">
              <a:latin typeface="Meiryo UI" panose="020B0604030504040204" pitchFamily="50" charset="-128"/>
              <a:ea typeface="+mj-ea"/>
              <a:cs typeface="Arial" panose="020B0604020202020204" pitchFamily="34" charset="0"/>
            </a:endParaRPr>
          </a:p>
          <a:p>
            <a:pPr algn="l"/>
            <a:r>
              <a:rPr lang="en-US" altLang="ja-JP" sz="1400" dirty="0">
                <a:latin typeface="Meiryo UI" panose="020B0604030504040204" pitchFamily="50" charset="-128"/>
                <a:ea typeface="+mj-ea"/>
                <a:cs typeface="Arial" panose="020B0604020202020204" pitchFamily="34" charset="0"/>
              </a:rPr>
              <a:t>    3. Calibration / Verification planned working packages</a:t>
            </a:r>
          </a:p>
          <a:p>
            <a:pPr algn="l"/>
            <a:r>
              <a:rPr lang="en-US" altLang="ja-JP" sz="1400" dirty="0">
                <a:latin typeface="Meiryo UI" panose="020B0604030504040204" pitchFamily="50" charset="-128"/>
                <a:ea typeface="+mj-ea"/>
                <a:cs typeface="Arial" panose="020B0604020202020204" pitchFamily="34" charset="0"/>
              </a:rPr>
              <a:t>&lt;After test trip&gt;</a:t>
            </a:r>
            <a:r>
              <a:rPr lang="ja-JP" altLang="en-US" sz="1400" dirty="0">
                <a:latin typeface="Meiryo UI" panose="020B0604030504040204" pitchFamily="50" charset="-128"/>
                <a:ea typeface="+mj-ea"/>
                <a:cs typeface="Arial" panose="020B0604020202020204" pitchFamily="34" charset="0"/>
              </a:rPr>
              <a:t> </a:t>
            </a:r>
            <a:endParaRPr lang="en-US" altLang="ja-JP" sz="1400" dirty="0">
              <a:latin typeface="Meiryo UI" panose="020B0604030504040204" pitchFamily="50" charset="-128"/>
              <a:ea typeface="+mj-ea"/>
              <a:cs typeface="Arial" panose="020B0604020202020204" pitchFamily="34" charset="0"/>
            </a:endParaRPr>
          </a:p>
          <a:p>
            <a:pPr algn="l"/>
            <a:r>
              <a:rPr lang="en-US" altLang="ja-JP" sz="1400" dirty="0">
                <a:latin typeface="Meiryo UI" panose="020B0604030504040204" pitchFamily="50" charset="-128"/>
                <a:ea typeface="+mj-ea"/>
                <a:cs typeface="Arial" panose="020B0604020202020204" pitchFamily="34" charset="0"/>
              </a:rPr>
              <a:t>   Due date : two weeks after the test trip</a:t>
            </a:r>
          </a:p>
          <a:p>
            <a:pPr algn="l"/>
            <a:r>
              <a:rPr lang="en-US" altLang="ja-JP" sz="1400" dirty="0">
                <a:latin typeface="Meiryo UI" panose="020B0604030504040204" pitchFamily="50" charset="-128"/>
                <a:ea typeface="+mj-ea"/>
                <a:cs typeface="Arial" panose="020B0604020202020204" pitchFamily="34" charset="0"/>
              </a:rPr>
              <a:t>    1. Purpose</a:t>
            </a:r>
            <a:endParaRPr lang="ja-JP" altLang="en-US" sz="1400" dirty="0">
              <a:latin typeface="Meiryo UI" panose="020B0604030504040204" pitchFamily="50" charset="-128"/>
              <a:ea typeface="+mj-ea"/>
              <a:cs typeface="Arial" panose="020B0604020202020204" pitchFamily="34" charset="0"/>
            </a:endParaRPr>
          </a:p>
          <a:p>
            <a:pPr algn="l"/>
            <a:r>
              <a:rPr lang="en-US" altLang="ja-JP" sz="1400" dirty="0">
                <a:latin typeface="Meiryo UI" panose="020B0604030504040204" pitchFamily="50" charset="-128"/>
                <a:ea typeface="+mj-ea"/>
                <a:cs typeface="Arial" panose="020B0604020202020204" pitchFamily="34" charset="0"/>
              </a:rPr>
              <a:t>    2. Test schedule, member, vehicles and course(open/close)</a:t>
            </a:r>
            <a:endParaRPr lang="ja-JP" altLang="en-US" sz="1400" dirty="0">
              <a:latin typeface="Meiryo UI" panose="020B0604030504040204" pitchFamily="50" charset="-128"/>
              <a:ea typeface="+mj-ea"/>
              <a:cs typeface="Arial" panose="020B0604020202020204" pitchFamily="34" charset="0"/>
            </a:endParaRPr>
          </a:p>
          <a:p>
            <a:pPr algn="l"/>
            <a:r>
              <a:rPr lang="en-US" altLang="ja-JP" sz="1400" dirty="0">
                <a:latin typeface="Meiryo UI" panose="020B0604030504040204" pitchFamily="50" charset="-128"/>
                <a:ea typeface="+mj-ea"/>
                <a:cs typeface="Arial" panose="020B0604020202020204" pitchFamily="34" charset="0"/>
              </a:rPr>
              <a:t>    3. Test condition (temperature, altitude, ….)</a:t>
            </a:r>
            <a:endParaRPr lang="ja-JP" altLang="en-US" sz="1400" dirty="0">
              <a:latin typeface="Meiryo UI" panose="020B0604030504040204" pitchFamily="50" charset="-128"/>
              <a:ea typeface="+mj-ea"/>
              <a:cs typeface="Arial" panose="020B0604020202020204" pitchFamily="34" charset="0"/>
            </a:endParaRPr>
          </a:p>
          <a:p>
            <a:pPr algn="l"/>
            <a:r>
              <a:rPr lang="en-US" altLang="ja-JP" sz="1400" dirty="0">
                <a:latin typeface="Meiryo UI" panose="020B0604030504040204" pitchFamily="50" charset="-128"/>
                <a:ea typeface="+mj-ea"/>
                <a:cs typeface="Arial" panose="020B0604020202020204" pitchFamily="34" charset="0"/>
              </a:rPr>
              <a:t>    4. Based on planned working packages</a:t>
            </a:r>
          </a:p>
          <a:p>
            <a:pPr algn="l"/>
            <a:r>
              <a:rPr lang="en-US" altLang="ja-JP" sz="1400" dirty="0">
                <a:latin typeface="Meiryo UI" panose="020B0604030504040204" pitchFamily="50" charset="-128"/>
                <a:ea typeface="+mj-ea"/>
                <a:cs typeface="Arial" panose="020B0604020202020204" pitchFamily="34" charset="0"/>
              </a:rPr>
              <a:t>	what was done</a:t>
            </a:r>
          </a:p>
          <a:p>
            <a:pPr algn="l"/>
            <a:r>
              <a:rPr lang="en-US" altLang="ja-JP" sz="1400" dirty="0">
                <a:latin typeface="Meiryo UI" panose="020B0604030504040204" pitchFamily="50" charset="-128"/>
                <a:ea typeface="+mj-ea"/>
                <a:cs typeface="Arial" panose="020B0604020202020204" pitchFamily="34" charset="0"/>
              </a:rPr>
              <a:t>	what was decided</a:t>
            </a:r>
          </a:p>
          <a:p>
            <a:pPr algn="l"/>
            <a:r>
              <a:rPr lang="en-US" altLang="ja-JP" sz="1400" dirty="0">
                <a:latin typeface="Meiryo UI" panose="020B0604030504040204" pitchFamily="50" charset="-128"/>
                <a:ea typeface="+mj-ea"/>
                <a:cs typeface="Arial" panose="020B0604020202020204" pitchFamily="34" charset="0"/>
              </a:rPr>
              <a:t>	what is open items	</a:t>
            </a:r>
          </a:p>
          <a:p>
            <a:pPr algn="l"/>
            <a:r>
              <a:rPr kumimoji="1" lang="en-US" altLang="ja-JP" sz="1400" dirty="0">
                <a:latin typeface="Meiryo UI" panose="020B0604030504040204" pitchFamily="50" charset="-128"/>
                <a:ea typeface="+mj-ea"/>
                <a:cs typeface="Arial" panose="020B0604020202020204" pitchFamily="34" charset="0"/>
              </a:rPr>
              <a:t>	open items: what will be done until when</a:t>
            </a:r>
          </a:p>
        </p:txBody>
      </p:sp>
      <p:sp>
        <p:nvSpPr>
          <p:cNvPr id="10" name="テキスト ボックス 9"/>
          <p:cNvSpPr txBox="1"/>
          <p:nvPr/>
        </p:nvSpPr>
        <p:spPr>
          <a:xfrm>
            <a:off x="250828" y="4218111"/>
            <a:ext cx="8438607" cy="2462213"/>
          </a:xfrm>
          <a:prstGeom prst="rect">
            <a:avLst/>
          </a:prstGeom>
          <a:noFill/>
        </p:spPr>
        <p:txBody>
          <a:bodyPr wrap="square" rtlCol="0">
            <a:spAutoFit/>
          </a:bodyPr>
          <a:lstStyle/>
          <a:p>
            <a:pPr algn="l"/>
            <a:r>
              <a:rPr lang="en-US" altLang="ja-JP" sz="1400">
                <a:latin typeface="Meiryo UI" panose="020B0604030504040204" pitchFamily="50" charset="-128"/>
                <a:ea typeface="Meiryo UI" panose="020B0604030504040204" pitchFamily="50" charset="-128"/>
                <a:cs typeface="Arial" panose="020B0604020202020204" pitchFamily="34" charset="0"/>
              </a:rPr>
              <a:t>&lt;</a:t>
            </a:r>
            <a:r>
              <a:rPr lang="ja-JP" altLang="en-US" sz="1400">
                <a:latin typeface="Meiryo UI" panose="020B0604030504040204" pitchFamily="50" charset="-128"/>
                <a:ea typeface="Meiryo UI" panose="020B0604030504040204" pitchFamily="50" charset="-128"/>
                <a:cs typeface="Arial" panose="020B0604020202020204" pitchFamily="34" charset="0"/>
              </a:rPr>
              <a:t>テスト</a:t>
            </a:r>
            <a:r>
              <a:rPr lang="en-US" altLang="ja-JP" sz="1400">
                <a:latin typeface="Meiryo UI" panose="020B0604030504040204" pitchFamily="50" charset="-128"/>
                <a:ea typeface="Meiryo UI" panose="020B0604030504040204" pitchFamily="50" charset="-128"/>
                <a:cs typeface="Arial" panose="020B0604020202020204" pitchFamily="34" charset="0"/>
              </a:rPr>
              <a:t>Trip</a:t>
            </a:r>
            <a:r>
              <a:rPr lang="ja-JP" altLang="en-US" sz="1400">
                <a:latin typeface="Meiryo UI" panose="020B0604030504040204" pitchFamily="50" charset="-128"/>
                <a:ea typeface="Meiryo UI" panose="020B0604030504040204" pitchFamily="50" charset="-128"/>
                <a:cs typeface="Arial" panose="020B0604020202020204" pitchFamily="34" charset="0"/>
              </a:rPr>
              <a:t>前</a:t>
            </a:r>
            <a:r>
              <a:rPr lang="en-US" altLang="ja-JP" sz="1400">
                <a:latin typeface="Meiryo UI" panose="020B0604030504040204" pitchFamily="50" charset="-128"/>
                <a:ea typeface="Meiryo UI" panose="020B0604030504040204" pitchFamily="50" charset="-128"/>
                <a:cs typeface="Arial" panose="020B0604020202020204" pitchFamily="34" charset="0"/>
              </a:rPr>
              <a:t>&gt;</a:t>
            </a:r>
          </a:p>
          <a:p>
            <a:pPr algn="l"/>
            <a:r>
              <a:rPr lang="ja-JP" altLang="en-US" sz="1400">
                <a:latin typeface="Meiryo UI" panose="020B0604030504040204" pitchFamily="50" charset="-128"/>
                <a:ea typeface="Meiryo UI" panose="020B0604030504040204" pitchFamily="50" charset="-128"/>
                <a:cs typeface="Arial" panose="020B0604020202020204" pitchFamily="34" charset="0"/>
              </a:rPr>
              <a:t>  期日：テスト</a:t>
            </a:r>
            <a:r>
              <a:rPr lang="en-US" altLang="ja-JP" sz="1400">
                <a:latin typeface="Meiryo UI" panose="020B0604030504040204" pitchFamily="50" charset="-128"/>
                <a:ea typeface="Meiryo UI" panose="020B0604030504040204" pitchFamily="50" charset="-128"/>
                <a:cs typeface="Arial" panose="020B0604020202020204" pitchFamily="34" charset="0"/>
              </a:rPr>
              <a:t>1</a:t>
            </a:r>
            <a:r>
              <a:rPr lang="ja-JP" altLang="en-US" sz="1400">
                <a:latin typeface="Meiryo UI" panose="020B0604030504040204" pitchFamily="50" charset="-128"/>
                <a:ea typeface="Meiryo UI" panose="020B0604030504040204" pitchFamily="50" charset="-128"/>
                <a:cs typeface="Arial" panose="020B0604020202020204" pitchFamily="34" charset="0"/>
              </a:rPr>
              <a:t>週間前</a:t>
            </a:r>
          </a:p>
          <a:p>
            <a:pPr algn="l"/>
            <a:r>
              <a:rPr lang="en-US" altLang="ja-JP" sz="1400">
                <a:latin typeface="Meiryo UI" panose="020B0604030504040204" pitchFamily="50" charset="-128"/>
                <a:ea typeface="Meiryo UI" panose="020B0604030504040204" pitchFamily="50" charset="-128"/>
                <a:cs typeface="Arial" panose="020B0604020202020204" pitchFamily="34" charset="0"/>
              </a:rPr>
              <a:t>    1. </a:t>
            </a:r>
            <a:r>
              <a:rPr lang="ja-JP" altLang="en-US" sz="1400">
                <a:latin typeface="Meiryo UI" panose="020B0604030504040204" pitchFamily="50" charset="-128"/>
                <a:ea typeface="Meiryo UI" panose="020B0604030504040204" pitchFamily="50" charset="-128"/>
                <a:cs typeface="Arial" panose="020B0604020202020204" pitchFamily="34" charset="0"/>
              </a:rPr>
              <a:t>目的</a:t>
            </a:r>
          </a:p>
          <a:p>
            <a:pPr algn="l"/>
            <a:r>
              <a:rPr lang="en-US" altLang="ja-JP" sz="1400">
                <a:latin typeface="Meiryo UI" panose="020B0604030504040204" pitchFamily="50" charset="-128"/>
                <a:ea typeface="Meiryo UI" panose="020B0604030504040204" pitchFamily="50" charset="-128"/>
                <a:cs typeface="Arial" panose="020B0604020202020204" pitchFamily="34" charset="0"/>
              </a:rPr>
              <a:t>    2. </a:t>
            </a:r>
            <a:r>
              <a:rPr lang="ja-JP" altLang="en-US" sz="1400">
                <a:latin typeface="Meiryo UI" panose="020B0604030504040204" pitchFamily="50" charset="-128"/>
                <a:ea typeface="Meiryo UI" panose="020B0604030504040204" pitchFamily="50" charset="-128"/>
                <a:cs typeface="Arial" panose="020B0604020202020204" pitchFamily="34" charset="0"/>
              </a:rPr>
              <a:t>日程、メンバー、車両とコースの情報</a:t>
            </a:r>
          </a:p>
          <a:p>
            <a:pPr algn="l"/>
            <a:r>
              <a:rPr lang="en-US" altLang="ja-JP" sz="1400">
                <a:latin typeface="Meiryo UI" panose="020B0604030504040204" pitchFamily="50" charset="-128"/>
                <a:ea typeface="Meiryo UI" panose="020B0604030504040204" pitchFamily="50" charset="-128"/>
                <a:cs typeface="Arial" panose="020B0604020202020204" pitchFamily="34" charset="0"/>
              </a:rPr>
              <a:t>    3. </a:t>
            </a:r>
            <a:r>
              <a:rPr lang="ja-JP" altLang="en-US" sz="1400">
                <a:latin typeface="Meiryo UI" panose="020B0604030504040204" pitchFamily="50" charset="-128"/>
                <a:ea typeface="Meiryo UI" panose="020B0604030504040204" pitchFamily="50" charset="-128"/>
                <a:cs typeface="Arial" panose="020B0604020202020204" pitchFamily="34" charset="0"/>
              </a:rPr>
              <a:t>適合、検証の時系列計画</a:t>
            </a:r>
            <a:endParaRPr lang="en-US" altLang="ja-JP" sz="1400">
              <a:latin typeface="Meiryo UI" panose="020B0604030504040204" pitchFamily="50" charset="-128"/>
              <a:ea typeface="Meiryo UI" panose="020B0604030504040204" pitchFamily="50" charset="-128"/>
              <a:cs typeface="Arial" panose="020B0604020202020204" pitchFamily="34" charset="0"/>
            </a:endParaRPr>
          </a:p>
          <a:p>
            <a:pPr algn="l"/>
            <a:r>
              <a:rPr lang="en-US" altLang="ja-JP" sz="1400">
                <a:latin typeface="Meiryo UI" panose="020B0604030504040204" pitchFamily="50" charset="-128"/>
                <a:ea typeface="Meiryo UI" panose="020B0604030504040204" pitchFamily="50" charset="-128"/>
                <a:cs typeface="Arial" panose="020B0604020202020204" pitchFamily="34" charset="0"/>
              </a:rPr>
              <a:t>&lt;</a:t>
            </a:r>
            <a:r>
              <a:rPr lang="ja-JP" altLang="en-US" sz="1400">
                <a:latin typeface="Meiryo UI" panose="020B0604030504040204" pitchFamily="50" charset="-128"/>
                <a:ea typeface="Meiryo UI" panose="020B0604030504040204" pitchFamily="50" charset="-128"/>
                <a:cs typeface="Arial" panose="020B0604020202020204" pitchFamily="34" charset="0"/>
              </a:rPr>
              <a:t>テスト</a:t>
            </a:r>
            <a:r>
              <a:rPr lang="en-US" altLang="ja-JP" sz="1400">
                <a:latin typeface="Meiryo UI" panose="020B0604030504040204" pitchFamily="50" charset="-128"/>
                <a:ea typeface="Meiryo UI" panose="020B0604030504040204" pitchFamily="50" charset="-128"/>
                <a:cs typeface="Arial" panose="020B0604020202020204" pitchFamily="34" charset="0"/>
              </a:rPr>
              <a:t>Trip</a:t>
            </a:r>
            <a:r>
              <a:rPr lang="ja-JP" altLang="en-US" sz="1400">
                <a:latin typeface="Meiryo UI" panose="020B0604030504040204" pitchFamily="50" charset="-128"/>
                <a:ea typeface="Meiryo UI" panose="020B0604030504040204" pitchFamily="50" charset="-128"/>
                <a:cs typeface="Arial" panose="020B0604020202020204" pitchFamily="34" charset="0"/>
              </a:rPr>
              <a:t>後</a:t>
            </a:r>
            <a:r>
              <a:rPr lang="en-US" altLang="ja-JP" sz="1400">
                <a:latin typeface="Meiryo UI" panose="020B0604030504040204" pitchFamily="50" charset="-128"/>
                <a:ea typeface="Meiryo UI" panose="020B0604030504040204" pitchFamily="50" charset="-128"/>
                <a:cs typeface="Arial" panose="020B0604020202020204" pitchFamily="34" charset="0"/>
              </a:rPr>
              <a:t>&gt;</a:t>
            </a:r>
            <a:r>
              <a:rPr lang="ja-JP" altLang="en-US" sz="1400">
                <a:latin typeface="Meiryo UI" panose="020B0604030504040204" pitchFamily="50" charset="-128"/>
                <a:ea typeface="Meiryo UI" panose="020B0604030504040204" pitchFamily="50" charset="-128"/>
                <a:cs typeface="Arial" panose="020B0604020202020204" pitchFamily="34" charset="0"/>
              </a:rPr>
              <a:t> </a:t>
            </a:r>
            <a:endParaRPr lang="en-US" altLang="ja-JP" sz="1400">
              <a:latin typeface="Meiryo UI" panose="020B0604030504040204" pitchFamily="50" charset="-128"/>
              <a:ea typeface="Meiryo UI" panose="020B0604030504040204" pitchFamily="50" charset="-128"/>
              <a:cs typeface="Arial" panose="020B0604020202020204" pitchFamily="34" charset="0"/>
            </a:endParaRPr>
          </a:p>
          <a:p>
            <a:pPr algn="l"/>
            <a:r>
              <a:rPr lang="ja-JP" altLang="en-US" sz="1400">
                <a:latin typeface="Meiryo UI" panose="020B0604030504040204" pitchFamily="50" charset="-128"/>
                <a:ea typeface="Meiryo UI" panose="020B0604030504040204" pitchFamily="50" charset="-128"/>
                <a:cs typeface="Arial" panose="020B0604020202020204" pitchFamily="34" charset="0"/>
              </a:rPr>
              <a:t>  期日：テスト終了後</a:t>
            </a:r>
            <a:r>
              <a:rPr lang="en-US" altLang="ja-JP" sz="1400">
                <a:latin typeface="Meiryo UI" panose="020B0604030504040204" pitchFamily="50" charset="-128"/>
                <a:ea typeface="Meiryo UI" panose="020B0604030504040204" pitchFamily="50" charset="-128"/>
                <a:cs typeface="Arial" panose="020B0604020202020204" pitchFamily="34" charset="0"/>
              </a:rPr>
              <a:t>2</a:t>
            </a:r>
            <a:r>
              <a:rPr lang="ja-JP" altLang="en-US" sz="1400">
                <a:latin typeface="Meiryo UI" panose="020B0604030504040204" pitchFamily="50" charset="-128"/>
                <a:ea typeface="Meiryo UI" panose="020B0604030504040204" pitchFamily="50" charset="-128"/>
                <a:cs typeface="Arial" panose="020B0604020202020204" pitchFamily="34" charset="0"/>
              </a:rPr>
              <a:t>週間以内</a:t>
            </a:r>
            <a:endParaRPr lang="en-US" altLang="ja-JP" sz="1400">
              <a:latin typeface="Meiryo UI" panose="020B0604030504040204" pitchFamily="50" charset="-128"/>
              <a:ea typeface="Meiryo UI" panose="020B0604030504040204" pitchFamily="50" charset="-128"/>
              <a:cs typeface="Arial" panose="020B0604020202020204" pitchFamily="34" charset="0"/>
            </a:endParaRPr>
          </a:p>
          <a:p>
            <a:pPr algn="l"/>
            <a:r>
              <a:rPr lang="en-US" altLang="ja-JP" sz="1400">
                <a:latin typeface="Meiryo UI" panose="020B0604030504040204" pitchFamily="50" charset="-128"/>
                <a:ea typeface="Meiryo UI" panose="020B0604030504040204" pitchFamily="50" charset="-128"/>
                <a:cs typeface="Arial" panose="020B0604020202020204" pitchFamily="34" charset="0"/>
              </a:rPr>
              <a:t>    1. </a:t>
            </a:r>
            <a:r>
              <a:rPr lang="ja-JP" altLang="en-US" sz="1400">
                <a:latin typeface="Meiryo UI" panose="020B0604030504040204" pitchFamily="50" charset="-128"/>
                <a:ea typeface="Meiryo UI" panose="020B0604030504040204" pitchFamily="50" charset="-128"/>
                <a:cs typeface="Arial" panose="020B0604020202020204" pitchFamily="34" charset="0"/>
              </a:rPr>
              <a:t>目的</a:t>
            </a:r>
          </a:p>
          <a:p>
            <a:pPr algn="l"/>
            <a:r>
              <a:rPr lang="en-US" altLang="ja-JP" sz="1400">
                <a:latin typeface="Meiryo UI" panose="020B0604030504040204" pitchFamily="50" charset="-128"/>
                <a:ea typeface="Meiryo UI" panose="020B0604030504040204" pitchFamily="50" charset="-128"/>
                <a:cs typeface="Arial" panose="020B0604020202020204" pitchFamily="34" charset="0"/>
              </a:rPr>
              <a:t>    2.</a:t>
            </a:r>
            <a:r>
              <a:rPr lang="ja-JP" altLang="en-US" sz="1400">
                <a:latin typeface="Meiryo UI" panose="020B0604030504040204" pitchFamily="50" charset="-128"/>
                <a:ea typeface="Meiryo UI" panose="020B0604030504040204" pitchFamily="50" charset="-128"/>
                <a:cs typeface="Arial" panose="020B0604020202020204" pitchFamily="34" charset="0"/>
              </a:rPr>
              <a:t> 日程、メンバー、車両とコースの情報</a:t>
            </a:r>
          </a:p>
          <a:p>
            <a:pPr algn="l"/>
            <a:r>
              <a:rPr lang="en-US" altLang="ja-JP" sz="1400">
                <a:latin typeface="Meiryo UI" panose="020B0604030504040204" pitchFamily="50" charset="-128"/>
                <a:ea typeface="Meiryo UI" panose="020B0604030504040204" pitchFamily="50" charset="-128"/>
                <a:cs typeface="Arial" panose="020B0604020202020204" pitchFamily="34" charset="0"/>
              </a:rPr>
              <a:t>    3. </a:t>
            </a:r>
            <a:r>
              <a:rPr lang="ja-JP" altLang="en-US" sz="1400">
                <a:latin typeface="Meiryo UI" panose="020B0604030504040204" pitchFamily="50" charset="-128"/>
                <a:ea typeface="Meiryo UI" panose="020B0604030504040204" pitchFamily="50" charset="-128"/>
                <a:cs typeface="Arial" panose="020B0604020202020204" pitchFamily="34" charset="0"/>
              </a:rPr>
              <a:t>テスト時の環境状況</a:t>
            </a:r>
            <a:r>
              <a:rPr lang="en-US" altLang="ja-JP" sz="1400">
                <a:latin typeface="Meiryo UI" panose="020B0604030504040204" pitchFamily="50" charset="-128"/>
                <a:ea typeface="Meiryo UI" panose="020B0604030504040204" pitchFamily="50" charset="-128"/>
                <a:cs typeface="Arial" panose="020B0604020202020204" pitchFamily="34" charset="0"/>
              </a:rPr>
              <a:t> (</a:t>
            </a:r>
            <a:r>
              <a:rPr lang="ja-JP" altLang="en-US" sz="1400">
                <a:latin typeface="Meiryo UI" panose="020B0604030504040204" pitchFamily="50" charset="-128"/>
                <a:ea typeface="Meiryo UI" panose="020B0604030504040204" pitchFamily="50" charset="-128"/>
                <a:cs typeface="Arial" panose="020B0604020202020204" pitchFamily="34" charset="0"/>
              </a:rPr>
              <a:t>気温、高度など</a:t>
            </a:r>
            <a:r>
              <a:rPr lang="en-US" altLang="ja-JP" sz="1400">
                <a:latin typeface="Meiryo UI" panose="020B0604030504040204" pitchFamily="50" charset="-128"/>
                <a:ea typeface="Meiryo UI" panose="020B0604030504040204" pitchFamily="50" charset="-128"/>
                <a:cs typeface="Arial" panose="020B0604020202020204" pitchFamily="34" charset="0"/>
              </a:rPr>
              <a:t>)</a:t>
            </a:r>
            <a:endParaRPr lang="ja-JP" altLang="en-US" sz="1400">
              <a:latin typeface="Meiryo UI" panose="020B0604030504040204" pitchFamily="50" charset="-128"/>
              <a:ea typeface="Meiryo UI" panose="020B0604030504040204" pitchFamily="50" charset="-128"/>
              <a:cs typeface="Arial" panose="020B0604020202020204" pitchFamily="34" charset="0"/>
            </a:endParaRPr>
          </a:p>
          <a:p>
            <a:pPr algn="l"/>
            <a:r>
              <a:rPr lang="en-US" altLang="ja-JP" sz="1400">
                <a:latin typeface="Meiryo UI" panose="020B0604030504040204" pitchFamily="50" charset="-128"/>
                <a:ea typeface="Meiryo UI" panose="020B0604030504040204" pitchFamily="50" charset="-128"/>
                <a:cs typeface="Arial" panose="020B0604020202020204" pitchFamily="34" charset="0"/>
              </a:rPr>
              <a:t>    4. </a:t>
            </a:r>
            <a:r>
              <a:rPr lang="ja-JP" altLang="en-US" sz="1400">
                <a:latin typeface="Meiryo UI" panose="020B0604030504040204" pitchFamily="50" charset="-128"/>
                <a:ea typeface="Meiryo UI" panose="020B0604030504040204" pitchFamily="50" charset="-128"/>
                <a:cs typeface="Arial" panose="020B0604020202020204" pitchFamily="34" charset="0"/>
              </a:rPr>
              <a:t>適合、検証の計画に対して「完了項目」「決定事項」「</a:t>
            </a:r>
            <a:r>
              <a:rPr lang="en-US" altLang="ja-JP" sz="1400">
                <a:latin typeface="Meiryo UI" panose="020B0604030504040204" pitchFamily="50" charset="-128"/>
                <a:ea typeface="Meiryo UI" panose="020B0604030504040204" pitchFamily="50" charset="-128"/>
                <a:cs typeface="Arial" panose="020B0604020202020204" pitchFamily="34" charset="0"/>
              </a:rPr>
              <a:t>OPEN</a:t>
            </a:r>
            <a:r>
              <a:rPr lang="ja-JP" altLang="en-US" sz="1400">
                <a:latin typeface="Meiryo UI" panose="020B0604030504040204" pitchFamily="50" charset="-128"/>
                <a:ea typeface="Meiryo UI" panose="020B0604030504040204" pitchFamily="50" charset="-128"/>
                <a:cs typeface="Arial" panose="020B0604020202020204" pitchFamily="34" charset="0"/>
              </a:rPr>
              <a:t>項目またいつまでに解決するか展開」</a:t>
            </a:r>
            <a:endParaRPr lang="en-US" altLang="ja-JP" sz="1400">
              <a:latin typeface="Meiryo UI" panose="020B0604030504040204" pitchFamily="50" charset="-128"/>
              <a:ea typeface="Meiryo UI" panose="020B0604030504040204" pitchFamily="50" charset="-128"/>
              <a:cs typeface="Arial" panose="020B0604020202020204" pitchFamily="34" charset="0"/>
            </a:endParaRPr>
          </a:p>
        </p:txBody>
      </p:sp>
      <p:sp>
        <p:nvSpPr>
          <p:cNvPr id="11" name="Text Box 2"/>
          <p:cNvSpPr txBox="1">
            <a:spLocks noChangeArrowheads="1"/>
          </p:cNvSpPr>
          <p:nvPr/>
        </p:nvSpPr>
        <p:spPr bwMode="auto">
          <a:xfrm>
            <a:off x="250829" y="96703"/>
            <a:ext cx="88931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1800" dirty="0">
                <a:solidFill>
                  <a:srgbClr val="FFFFFF"/>
                </a:solidFill>
                <a:latin typeface="Meiryo UI" panose="020B0604030504040204" pitchFamily="50" charset="-128"/>
                <a:ea typeface="Meiryo UI" panose="020B0604030504040204" pitchFamily="50" charset="-128"/>
                <a:cs typeface="Arial" pitchFamily="34" charset="0"/>
              </a:rPr>
              <a:t>17. EMS Report Maturity and Quality Verification (31/31)</a:t>
            </a:r>
            <a:endParaRPr lang="en-US" altLang="ja-JP" sz="1050" dirty="0">
              <a:solidFill>
                <a:srgbClr val="FFFFFF"/>
              </a:solidFill>
              <a:latin typeface="HGPｺﾞｼｯｸE" pitchFamily="50" charset="-128"/>
              <a:ea typeface="HGPｺﾞｼｯｸE" pitchFamily="50" charset="-128"/>
              <a:cs typeface="Arial" pitchFamily="34" charset="0"/>
            </a:endParaRPr>
          </a:p>
        </p:txBody>
      </p:sp>
    </p:spTree>
    <p:extLst>
      <p:ext uri="{BB962C8B-B14F-4D97-AF65-F5344CB8AC3E}">
        <p14:creationId xmlns:p14="http://schemas.microsoft.com/office/powerpoint/2010/main" val="2614063937"/>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ext Box 2"/>
          <p:cNvSpPr txBox="1">
            <a:spLocks noChangeArrowheads="1"/>
          </p:cNvSpPr>
          <p:nvPr/>
        </p:nvSpPr>
        <p:spPr bwMode="auto">
          <a:xfrm>
            <a:off x="5017111" y="571728"/>
            <a:ext cx="4126889" cy="61247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キックオフミーティングの目的</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委託開発適用範囲</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委託元と</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Bosch</a:t>
            </a:r>
            <a:endPar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基本コンセプト</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成果物</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委託業務役割責任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RASIC</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要約）</a:t>
            </a: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前提条件</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判断（評価判断、委託完了判断・対価の判断）およびタイミング</a:t>
            </a:r>
            <a:b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b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支払い基準</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開発費定義　　　　　　　　　　　　　　　　　　　　　　　　　　　　　　　　　　　　　　　　　　　　　　</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プロジェクトマネージメント</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概要・基本諸元説明</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適用法規概要</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Engine</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Management</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System</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概要</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構成部品（</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Bosch</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部品）</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仕様差</a:t>
            </a:r>
            <a:b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b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・プロジェクト情報</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関連部品</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Spec</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説明</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車載機能・装備説明</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信頼性保証要件</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要求＆ＣＲ</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成果物検証・品質検証</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シート</a:t>
            </a:r>
            <a:endParaRPr kumimoji="1" lang="en-US" altLang="ja-JP" sz="14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エキスパート</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MTG</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について</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サポート業務</a:t>
            </a: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その他の開発ガイドライン</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開発日程</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開発体制表</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p:txBody>
      </p:sp>
      <p:sp>
        <p:nvSpPr>
          <p:cNvPr id="6" name="Text Box 2"/>
          <p:cNvSpPr txBox="1">
            <a:spLocks noChangeArrowheads="1"/>
          </p:cNvSpPr>
          <p:nvPr/>
        </p:nvSpPr>
        <p:spPr bwMode="auto">
          <a:xfrm>
            <a:off x="133262" y="44450"/>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20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Contents</a:t>
            </a:r>
            <a:r>
              <a:rPr kumimoji="1" lang="ja-JP" altLang="en-US" sz="20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　（目次）</a:t>
            </a:r>
            <a:endParaRPr kumimoji="1" lang="en-US" altLang="ja-JP" sz="1100" b="0" i="0" u="none" strike="noStrike" kern="1200" cap="none" spc="0" normalizeH="0" baseline="0" noProof="0">
              <a:ln>
                <a:noFill/>
              </a:ln>
              <a:solidFill>
                <a:srgbClr val="FFFFFF"/>
              </a:solidFill>
              <a:effectLst/>
              <a:uLnTx/>
              <a:uFillTx/>
              <a:latin typeface="HGPｺﾞｼｯｸE" pitchFamily="50" charset="-128"/>
              <a:ea typeface="HGPｺﾞｼｯｸE" pitchFamily="50" charset="-128"/>
              <a:cs typeface="Arial" pitchFamily="34" charset="0"/>
            </a:endParaRPr>
          </a:p>
        </p:txBody>
      </p:sp>
      <p:sp>
        <p:nvSpPr>
          <p:cNvPr id="7" name="Text Box 2"/>
          <p:cNvSpPr txBox="1">
            <a:spLocks noChangeArrowheads="1"/>
          </p:cNvSpPr>
          <p:nvPr/>
        </p:nvSpPr>
        <p:spPr bwMode="auto">
          <a:xfrm>
            <a:off x="106623" y="571728"/>
            <a:ext cx="4910488" cy="5909310"/>
          </a:xfrm>
          <a:prstGeom prst="rect">
            <a:avLst/>
          </a:prstGeom>
          <a:noFill/>
          <a:ln>
            <a:noFill/>
          </a:ln>
          <a:effec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Purpose of</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Kick-off Meeting</a:t>
            </a:r>
            <a:endPar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Scope of Development Work</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err="1">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Entrustor</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and </a:t>
            </a:r>
            <a:r>
              <a:rPr kumimoji="1" lang="en-US" altLang="ja-JP" sz="1400" b="0" i="0" u="none" strike="noStrike" kern="1200" cap="none" spc="0" normalizeH="0" baseline="0" noProof="0" dirty="0" err="1">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Entrustee</a:t>
            </a:r>
            <a:endPar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Basic Concept / Deliverables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Role</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&amp;</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Responsibility (Samples of RASIC)</a:t>
            </a:r>
            <a:endPar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Preconditions</a:t>
            </a:r>
          </a:p>
          <a:p>
            <a:pPr marL="450850" marR="0" lvl="0" indent="-45085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Judgments (on Evaluation, Completion of Development Work Entrusted by Honda and  Payment Amount) and Timings</a:t>
            </a:r>
            <a:b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b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Payment Criteria / Definition of Development Fee </a:t>
            </a:r>
          </a:p>
          <a:p>
            <a:pPr marL="450850" marR="0" lvl="0" indent="-45085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Project Management </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Engine Overview</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and</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Basic Specification </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Applicable Regulations Overview</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Engine</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Management</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System Overview</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 Components</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(Bosch components)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Engine Spec Comparison from Base Model</a:t>
            </a:r>
            <a:b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b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Project information / Non-Bosch</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Components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In-Vehicle</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Functions</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Relating</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ECU and Features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Reliability</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Assurance</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 Requirement and CR </a:t>
            </a:r>
            <a:endParaRPr kumimoji="1" lang="ja-JP" altLang="en-US" sz="1400" b="0" i="0" u="none" strike="dbl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anose="020B0604020202020204" pitchFamily="34" charset="0"/>
              </a:rPr>
              <a:t>EMS Report Maturity and Quality Verification</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rPr>
              <a:t>EMS Sheet</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anose="020B0604020202020204" pitchFamily="34" charset="0"/>
              </a:rPr>
              <a:t>Expert Meeting</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anose="020B0604020202020204" pitchFamily="34" charset="0"/>
              </a:rPr>
              <a:t>Necessary</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Support</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Miscellaneous Guidelines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Development Schedule</a:t>
            </a:r>
            <a:endPar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Development Organization Chart</a:t>
            </a:r>
          </a:p>
        </p:txBody>
      </p:sp>
    </p:spTree>
    <p:extLst>
      <p:ext uri="{BB962C8B-B14F-4D97-AF65-F5344CB8AC3E}">
        <p14:creationId xmlns:p14="http://schemas.microsoft.com/office/powerpoint/2010/main" val="787551144"/>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 Box 2"/>
          <p:cNvSpPr txBox="1">
            <a:spLocks noChangeArrowheads="1"/>
          </p:cNvSpPr>
          <p:nvPr/>
        </p:nvSpPr>
        <p:spPr bwMode="auto">
          <a:xfrm>
            <a:off x="93651" y="517160"/>
            <a:ext cx="4854278" cy="373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l" eaLnBrk="1" hangingPunct="1">
              <a:lnSpc>
                <a:spcPct val="130000"/>
              </a:lnSpc>
            </a:pPr>
            <a:r>
              <a:rPr lang="en-US" altLang="ja-JP" sz="1600" b="1" u="sng">
                <a:solidFill>
                  <a:srgbClr val="000000"/>
                </a:solidFill>
                <a:latin typeface="Meiryo UI" panose="020B0604030504040204" pitchFamily="50" charset="-128"/>
                <a:ea typeface="Meiryo UI" panose="020B0604030504040204" pitchFamily="50" charset="-128"/>
                <a:cs typeface="Arial" pitchFamily="34" charset="0"/>
              </a:rPr>
              <a:t>EMS</a:t>
            </a:r>
            <a:r>
              <a:rPr lang="ja-JP" altLang="en-US" sz="1600" b="1" u="sng">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600" b="1" u="sng">
                <a:solidFill>
                  <a:srgbClr val="000000"/>
                </a:solidFill>
                <a:latin typeface="Meiryo UI" panose="020B0604030504040204" pitchFamily="50" charset="-128"/>
                <a:ea typeface="Meiryo UI" panose="020B0604030504040204" pitchFamily="50" charset="-128"/>
                <a:cs typeface="Arial" pitchFamily="34" charset="0"/>
              </a:rPr>
              <a:t>Sheet Result</a:t>
            </a:r>
            <a:r>
              <a:rPr lang="ja-JP" altLang="en-US" sz="1600" b="1" u="sng">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600" b="1" u="sng">
                <a:solidFill>
                  <a:srgbClr val="000000"/>
                </a:solidFill>
                <a:latin typeface="Meiryo UI" panose="020B0604030504040204" pitchFamily="50" charset="-128"/>
                <a:ea typeface="Meiryo UI" panose="020B0604030504040204" pitchFamily="50" charset="-128"/>
                <a:cs typeface="Arial" pitchFamily="34" charset="0"/>
              </a:rPr>
              <a:t>Verification</a:t>
            </a:r>
            <a:r>
              <a:rPr lang="ja-JP" altLang="en-US" sz="1600" b="1" u="sng">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600" b="1" u="sng">
                <a:solidFill>
                  <a:srgbClr val="000000"/>
                </a:solidFill>
                <a:latin typeface="Meiryo UI" panose="020B0604030504040204" pitchFamily="50" charset="-128"/>
                <a:ea typeface="Meiryo UI" panose="020B0604030504040204" pitchFamily="50" charset="-128"/>
                <a:cs typeface="Arial" pitchFamily="34" charset="0"/>
              </a:rPr>
              <a:t>and</a:t>
            </a:r>
            <a:r>
              <a:rPr lang="ja-JP" altLang="en-US" sz="1600" b="1" u="sng">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600" b="1" u="sng">
                <a:solidFill>
                  <a:srgbClr val="000000"/>
                </a:solidFill>
                <a:latin typeface="Meiryo UI" panose="020B0604030504040204" pitchFamily="50" charset="-128"/>
                <a:ea typeface="Meiryo UI" panose="020B0604030504040204" pitchFamily="50" charset="-128"/>
                <a:cs typeface="Arial" pitchFamily="34" charset="0"/>
              </a:rPr>
              <a:t>Approval</a:t>
            </a:r>
            <a:endParaRPr lang="ja-JP" altLang="en-US" sz="1600" b="1" u="sng">
              <a:solidFill>
                <a:srgbClr val="000000"/>
              </a:solidFill>
              <a:latin typeface="Meiryo UI" panose="020B0604030504040204" pitchFamily="50" charset="-128"/>
              <a:ea typeface="Meiryo UI" panose="020B0604030504040204" pitchFamily="50" charset="-128"/>
              <a:cs typeface="Arial" pitchFamily="34" charset="0"/>
            </a:endParaRPr>
          </a:p>
        </p:txBody>
      </p:sp>
      <p:sp>
        <p:nvSpPr>
          <p:cNvPr id="9" name="Text Box 2"/>
          <p:cNvSpPr txBox="1">
            <a:spLocks noChangeArrowheads="1"/>
          </p:cNvSpPr>
          <p:nvPr/>
        </p:nvSpPr>
        <p:spPr bwMode="auto">
          <a:xfrm>
            <a:off x="78130" y="897517"/>
            <a:ext cx="9050349" cy="4396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l" eaLnBrk="1" hangingPunct="1">
              <a:lnSpc>
                <a:spcPct val="110000"/>
              </a:lnSpc>
              <a:spcBef>
                <a:spcPts val="300"/>
              </a:spcBef>
            </a:pPr>
            <a:r>
              <a:rPr lang="en-US" altLang="ja-JP" sz="1400" dirty="0">
                <a:latin typeface="Meiryo UI" panose="020B0604030504040204" pitchFamily="50" charset="-128"/>
                <a:ea typeface="Meiryo UI" panose="020B0604030504040204" pitchFamily="50" charset="-128"/>
                <a:cs typeface="Arial" pitchFamily="34" charset="0"/>
              </a:rPr>
              <a:t>Method 		: Face</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to</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face</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or</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Telecon</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Joint Evaluation</a:t>
            </a:r>
          </a:p>
          <a:p>
            <a:pPr algn="l" eaLnBrk="1" hangingPunct="1">
              <a:lnSpc>
                <a:spcPct val="110000"/>
              </a:lnSpc>
              <a:spcBef>
                <a:spcPts val="300"/>
              </a:spcBef>
            </a:pPr>
            <a:r>
              <a:rPr lang="en-US" altLang="ja-JP" sz="1400" dirty="0">
                <a:latin typeface="Meiryo UI" panose="020B0604030504040204" pitchFamily="50" charset="-128"/>
                <a:ea typeface="Meiryo UI" panose="020B0604030504040204" pitchFamily="50" charset="-128"/>
                <a:cs typeface="Arial" pitchFamily="34" charset="0"/>
              </a:rPr>
              <a:t>		</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Just issuing report is not accepted. Meeting to explain the contents</a:t>
            </a:r>
          </a:p>
          <a:p>
            <a:pPr algn="l" eaLnBrk="1" hangingPunct="1">
              <a:lnSpc>
                <a:spcPct val="110000"/>
              </a:lnSpc>
              <a:spcBef>
                <a:spcPts val="300"/>
              </a:spcBef>
            </a:pPr>
            <a:r>
              <a:rPr lang="en-US" altLang="ja-JP" sz="1400" dirty="0">
                <a:latin typeface="Meiryo UI" panose="020B0604030504040204" pitchFamily="50" charset="-128"/>
                <a:ea typeface="Meiryo UI" panose="020B0604030504040204" pitchFamily="50" charset="-128"/>
                <a:cs typeface="Arial" pitchFamily="34" charset="0"/>
              </a:rPr>
              <a:t>                                must be held.</a:t>
            </a:r>
          </a:p>
          <a:p>
            <a:pPr algn="l" eaLnBrk="1" hangingPunct="1">
              <a:lnSpc>
                <a:spcPct val="110000"/>
              </a:lnSpc>
              <a:spcBef>
                <a:spcPts val="300"/>
              </a:spcBef>
            </a:pPr>
            <a:endParaRPr lang="en-US" altLang="ja-JP" sz="1400" dirty="0">
              <a:latin typeface="Meiryo UI" panose="020B0604030504040204" pitchFamily="50" charset="-128"/>
              <a:ea typeface="Meiryo UI" panose="020B0604030504040204" pitchFamily="50" charset="-128"/>
              <a:cs typeface="Arial" pitchFamily="34" charset="0"/>
            </a:endParaRPr>
          </a:p>
          <a:p>
            <a:pPr algn="l" eaLnBrk="1" hangingPunct="1">
              <a:lnSpc>
                <a:spcPct val="110000"/>
              </a:lnSpc>
              <a:spcBef>
                <a:spcPts val="300"/>
              </a:spcBef>
            </a:pPr>
            <a:r>
              <a:rPr lang="en-US" altLang="ja-JP" sz="1400" dirty="0">
                <a:latin typeface="Meiryo UI" panose="020B0604030504040204" pitchFamily="50" charset="-128"/>
                <a:ea typeface="Meiryo UI" panose="020B0604030504040204" pitchFamily="50" charset="-128"/>
                <a:cs typeface="Arial" pitchFamily="34" charset="0"/>
              </a:rPr>
              <a:t>Timing		: When technical evaluation is held (See</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to</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development</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schedule)</a:t>
            </a:r>
            <a:r>
              <a:rPr lang="ja-JP" altLang="en-US" sz="1400" dirty="0">
                <a:latin typeface="Meiryo UI" panose="020B0604030504040204" pitchFamily="50" charset="-128"/>
                <a:ea typeface="Meiryo UI" panose="020B0604030504040204" pitchFamily="50" charset="-128"/>
                <a:cs typeface="Arial" pitchFamily="34" charset="0"/>
              </a:rPr>
              <a:t> 　</a:t>
            </a:r>
            <a:endParaRPr lang="en-US" altLang="ja-JP" sz="1400" dirty="0">
              <a:latin typeface="Meiryo UI" panose="020B0604030504040204" pitchFamily="50" charset="-128"/>
              <a:ea typeface="Meiryo UI" panose="020B0604030504040204" pitchFamily="50" charset="-128"/>
              <a:cs typeface="Arial" pitchFamily="34" charset="0"/>
            </a:endParaRPr>
          </a:p>
          <a:p>
            <a:pPr algn="l" eaLnBrk="1" hangingPunct="1">
              <a:lnSpc>
                <a:spcPct val="110000"/>
              </a:lnSpc>
              <a:spcBef>
                <a:spcPts val="300"/>
              </a:spcBef>
            </a:pPr>
            <a:r>
              <a:rPr lang="en-US" altLang="ja-JP" sz="1400" dirty="0">
                <a:latin typeface="Meiryo UI" panose="020B0604030504040204" pitchFamily="50" charset="-128"/>
                <a:ea typeface="Meiryo UI" panose="020B0604030504040204" pitchFamily="50" charset="-128"/>
                <a:cs typeface="Arial" pitchFamily="34" charset="0"/>
              </a:rPr>
              <a:t>		</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(additional joint evaluation</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will</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be</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held</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as</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needed) </a:t>
            </a:r>
          </a:p>
          <a:p>
            <a:pPr algn="l" eaLnBrk="1" hangingPunct="1">
              <a:lnSpc>
                <a:spcPct val="110000"/>
              </a:lnSpc>
              <a:spcBef>
                <a:spcPts val="300"/>
              </a:spcBef>
            </a:pPr>
            <a:r>
              <a:rPr lang="en-US" altLang="ja-JP" sz="1400" dirty="0">
                <a:latin typeface="Meiryo UI" panose="020B0604030504040204" pitchFamily="50" charset="-128"/>
                <a:ea typeface="Meiryo UI" panose="020B0604030504040204" pitchFamily="50" charset="-128"/>
                <a:cs typeface="Arial" pitchFamily="34" charset="0"/>
              </a:rPr>
              <a:t>		 Honda </a:t>
            </a:r>
            <a:r>
              <a:rPr lang="en-US" altLang="ja-JP" sz="1400" dirty="0" err="1">
                <a:latin typeface="Meiryo UI" panose="020B0604030504040204" pitchFamily="50" charset="-128"/>
                <a:ea typeface="Meiryo UI" panose="020B0604030504040204" pitchFamily="50" charset="-128"/>
              </a:rPr>
              <a:t>PjM</a:t>
            </a:r>
            <a:r>
              <a:rPr lang="en-US" altLang="ja-JP" sz="1400" dirty="0">
                <a:latin typeface="Meiryo UI" panose="020B0604030504040204" pitchFamily="50" charset="-128"/>
                <a:ea typeface="Meiryo UI" panose="020B0604030504040204" pitchFamily="50" charset="-128"/>
              </a:rPr>
              <a:t> is required to announce the due date and to make </a:t>
            </a:r>
          </a:p>
          <a:p>
            <a:pPr algn="l" eaLnBrk="1" hangingPunct="1">
              <a:lnSpc>
                <a:spcPct val="110000"/>
              </a:lnSpc>
              <a:spcBef>
                <a:spcPts val="300"/>
              </a:spcBef>
            </a:pPr>
            <a:r>
              <a:rPr lang="en-US" altLang="ja-JP" sz="1400" dirty="0">
                <a:latin typeface="Meiryo UI" panose="020B0604030504040204" pitchFamily="50" charset="-128"/>
                <a:ea typeface="Meiryo UI" panose="020B0604030504040204" pitchFamily="50" charset="-128"/>
              </a:rPr>
              <a:t>		 alignment of due date with</a:t>
            </a:r>
            <a:r>
              <a:rPr lang="ja-JP" altLang="en-US" sz="1400" dirty="0">
                <a:latin typeface="Meiryo UI" panose="020B0604030504040204" pitchFamily="50" charset="-128"/>
                <a:ea typeface="Meiryo UI" panose="020B0604030504040204" pitchFamily="50" charset="-128"/>
              </a:rPr>
              <a:t>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solidFill>
                  <a:srgbClr val="0000FF"/>
                </a:solidFill>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rPr>
              <a:t>.</a:t>
            </a:r>
          </a:p>
          <a:p>
            <a:pPr algn="l" eaLnBrk="1" hangingPunct="1">
              <a:lnSpc>
                <a:spcPct val="110000"/>
              </a:lnSpc>
              <a:spcBef>
                <a:spcPts val="300"/>
              </a:spcBef>
            </a:pPr>
            <a:r>
              <a:rPr lang="en-US" altLang="ja-JP" sz="1400" dirty="0">
                <a:latin typeface="Meiryo UI" panose="020B0604030504040204" pitchFamily="50" charset="-128"/>
                <a:ea typeface="Meiryo UI" panose="020B0604030504040204" pitchFamily="50" charset="-128"/>
                <a:cs typeface="Arial" pitchFamily="34" charset="0"/>
              </a:rPr>
              <a:t>		Only if Honda PIC accepts cancellation, explanation meeting can be cancelled.</a:t>
            </a:r>
          </a:p>
          <a:p>
            <a:pPr algn="l" eaLnBrk="1" hangingPunct="1">
              <a:lnSpc>
                <a:spcPct val="110000"/>
              </a:lnSpc>
              <a:spcBef>
                <a:spcPts val="300"/>
              </a:spcBef>
            </a:pPr>
            <a:endParaRPr lang="en-US" altLang="ja-JP" sz="1400" dirty="0">
              <a:latin typeface="Meiryo UI" panose="020B0604030504040204" pitchFamily="50" charset="-128"/>
              <a:ea typeface="Meiryo UI" panose="020B0604030504040204" pitchFamily="50" charset="-128"/>
              <a:cs typeface="Arial" pitchFamily="34" charset="0"/>
            </a:endParaRPr>
          </a:p>
          <a:p>
            <a:pPr algn="l" eaLnBrk="1" hangingPunct="1">
              <a:lnSpc>
                <a:spcPct val="110000"/>
              </a:lnSpc>
              <a:spcBef>
                <a:spcPts val="300"/>
              </a:spcBef>
            </a:pPr>
            <a:r>
              <a:rPr lang="en-US" altLang="ja-JP" sz="1400" dirty="0">
                <a:latin typeface="Meiryo UI" panose="020B0604030504040204" pitchFamily="50" charset="-128"/>
                <a:ea typeface="Meiryo UI" panose="020B0604030504040204" pitchFamily="50" charset="-128"/>
                <a:cs typeface="Arial" pitchFamily="34" charset="0"/>
              </a:rPr>
              <a:t>Evaluation item	: EMS sheets</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which are required for certain timing in the EMS sheet index.</a:t>
            </a:r>
          </a:p>
          <a:p>
            <a:pPr algn="l">
              <a:spcBef>
                <a:spcPts val="300"/>
              </a:spcBef>
            </a:pPr>
            <a:r>
              <a:rPr lang="en-US" altLang="ja-JP" sz="1400" dirty="0">
                <a:latin typeface="Meiryo UI" panose="020B0604030504040204" pitchFamily="50" charset="-128"/>
                <a:ea typeface="Meiryo UI" panose="020B0604030504040204" pitchFamily="50" charset="-128"/>
                <a:cs typeface="Arial" pitchFamily="34" charset="0"/>
              </a:rPr>
              <a:t>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dirty="0">
                <a:latin typeface="Meiryo UI" panose="020B0604030504040204" pitchFamily="50" charset="-128"/>
                <a:ea typeface="Meiryo UI" panose="020B0604030504040204" pitchFamily="50" charset="-128"/>
              </a:rPr>
              <a:t> is responsible to release EMS report before due date.</a:t>
            </a:r>
          </a:p>
          <a:p>
            <a:pPr algn="l">
              <a:spcBef>
                <a:spcPts val="300"/>
              </a:spcBef>
            </a:pPr>
            <a:r>
              <a:rPr lang="en-US" altLang="ja-JP" sz="1400" dirty="0">
                <a:latin typeface="Meiryo UI" panose="020B0604030504040204" pitchFamily="50" charset="-128"/>
                <a:ea typeface="Meiryo UI" panose="020B0604030504040204" pitchFamily="50" charset="-128"/>
              </a:rPr>
              <a:t>		Before releasing EMS report, contents to be explained by</a:t>
            </a:r>
            <a:r>
              <a:rPr lang="ja-JP" altLang="en-US" sz="1400" dirty="0">
                <a:latin typeface="Meiryo UI" panose="020B0604030504040204" pitchFamily="50" charset="-128"/>
                <a:ea typeface="Meiryo UI" panose="020B0604030504040204" pitchFamily="50" charset="-128"/>
              </a:rPr>
              <a:t>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dirty="0">
                <a:latin typeface="Meiryo UI" panose="020B0604030504040204" pitchFamily="50" charset="-128"/>
                <a:ea typeface="Meiryo UI" panose="020B0604030504040204" pitchFamily="50" charset="-128"/>
              </a:rPr>
              <a:t> PIC to</a:t>
            </a:r>
          </a:p>
          <a:p>
            <a:pPr algn="l">
              <a:spcBef>
                <a:spcPts val="300"/>
              </a:spcBef>
            </a:pPr>
            <a:r>
              <a:rPr lang="en-US" altLang="ja-JP" sz="1400" dirty="0">
                <a:latin typeface="Meiryo UI" panose="020B0604030504040204" pitchFamily="50" charset="-128"/>
                <a:ea typeface="Meiryo UI" panose="020B0604030504040204" pitchFamily="50" charset="-128"/>
              </a:rPr>
              <a:t>		Honda PIC.</a:t>
            </a:r>
            <a:endParaRPr lang="en-US" altLang="ja-JP" sz="1400" dirty="0">
              <a:latin typeface="Meiryo UI" panose="020B0604030504040204" pitchFamily="50" charset="-128"/>
              <a:ea typeface="Meiryo UI" panose="020B0604030504040204" pitchFamily="50" charset="-128"/>
              <a:cs typeface="Arial" pitchFamily="34" charset="0"/>
            </a:endParaRPr>
          </a:p>
          <a:p>
            <a:pPr algn="l" eaLnBrk="1" hangingPunct="1">
              <a:lnSpc>
                <a:spcPct val="110000"/>
              </a:lnSpc>
              <a:spcBef>
                <a:spcPts val="300"/>
              </a:spcBef>
            </a:pPr>
            <a:endParaRPr lang="en-US" altLang="ja-JP" sz="1400" dirty="0">
              <a:latin typeface="Meiryo UI" panose="020B0604030504040204" pitchFamily="50" charset="-128"/>
              <a:ea typeface="Meiryo UI" panose="020B0604030504040204" pitchFamily="50" charset="-128"/>
              <a:cs typeface="Arial" pitchFamily="34" charset="0"/>
            </a:endParaRPr>
          </a:p>
          <a:p>
            <a:pPr algn="l" eaLnBrk="1" hangingPunct="1">
              <a:lnSpc>
                <a:spcPct val="110000"/>
              </a:lnSpc>
              <a:spcBef>
                <a:spcPts val="300"/>
              </a:spcBef>
            </a:pPr>
            <a:r>
              <a:rPr lang="en-US" altLang="ja-JP" sz="1400" dirty="0">
                <a:latin typeface="Meiryo UI" panose="020B0604030504040204" pitchFamily="50" charset="-128"/>
                <a:ea typeface="Meiryo UI" panose="020B0604030504040204" pitchFamily="50" charset="-128"/>
                <a:cs typeface="Arial" pitchFamily="34" charset="0"/>
              </a:rPr>
              <a:t>Place/period	:It can be discussed with both PIC. Face to face, telecon is OK.</a:t>
            </a:r>
            <a:endParaRPr lang="ja-JP" altLang="en-US" sz="1400" dirty="0">
              <a:latin typeface="Meiryo UI" panose="020B0604030504040204" pitchFamily="50" charset="-128"/>
              <a:ea typeface="Meiryo UI" panose="020B0604030504040204" pitchFamily="50" charset="-128"/>
              <a:cs typeface="Arial" pitchFamily="34" charset="0"/>
            </a:endParaRPr>
          </a:p>
        </p:txBody>
      </p:sp>
      <p:sp>
        <p:nvSpPr>
          <p:cNvPr id="12" name="Text Box 2"/>
          <p:cNvSpPr txBox="1">
            <a:spLocks noChangeArrowheads="1"/>
          </p:cNvSpPr>
          <p:nvPr/>
        </p:nvSpPr>
        <p:spPr bwMode="auto">
          <a:xfrm>
            <a:off x="250829" y="96703"/>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2000">
                <a:solidFill>
                  <a:srgbClr val="FFFFFF"/>
                </a:solidFill>
                <a:latin typeface="Meiryo UI" panose="020B0604030504040204" pitchFamily="50" charset="-128"/>
                <a:ea typeface="Meiryo UI" panose="020B0604030504040204" pitchFamily="50" charset="-128"/>
                <a:cs typeface="Arial" pitchFamily="34" charset="0"/>
              </a:rPr>
              <a:t>18. EMS Sheet (1/6)</a:t>
            </a:r>
            <a:endParaRPr lang="en-US" altLang="ja-JP" sz="1100">
              <a:solidFill>
                <a:srgbClr val="FFFFFF"/>
              </a:solidFill>
              <a:latin typeface="HGPｺﾞｼｯｸE" pitchFamily="50" charset="-128"/>
              <a:ea typeface="HGPｺﾞｼｯｸE" pitchFamily="50" charset="-128"/>
              <a:cs typeface="Arial" pitchFamily="34" charset="0"/>
            </a:endParaRPr>
          </a:p>
        </p:txBody>
      </p:sp>
    </p:spTree>
    <p:extLst>
      <p:ext uri="{BB962C8B-B14F-4D97-AF65-F5344CB8AC3E}">
        <p14:creationId xmlns:p14="http://schemas.microsoft.com/office/powerpoint/2010/main" val="333796581"/>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2"/>
          <p:cNvSpPr txBox="1">
            <a:spLocks noChangeArrowheads="1"/>
          </p:cNvSpPr>
          <p:nvPr/>
        </p:nvSpPr>
        <p:spPr bwMode="auto">
          <a:xfrm>
            <a:off x="78130" y="556137"/>
            <a:ext cx="2969083" cy="412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l" eaLnBrk="1" hangingPunct="1">
              <a:lnSpc>
                <a:spcPct val="130000"/>
              </a:lnSpc>
            </a:pPr>
            <a:r>
              <a:rPr lang="en-US" altLang="ja-JP" sz="1600" b="1" u="sng">
                <a:solidFill>
                  <a:srgbClr val="000000"/>
                </a:solidFill>
                <a:latin typeface="Meiryo UI" panose="020B0604030504040204" pitchFamily="50" charset="-128"/>
                <a:ea typeface="Meiryo UI" panose="020B0604030504040204" pitchFamily="50" charset="-128"/>
              </a:rPr>
              <a:t>EMS</a:t>
            </a:r>
            <a:r>
              <a:rPr lang="ja-JP" altLang="en-US" sz="1600" b="1" u="sng">
                <a:solidFill>
                  <a:srgbClr val="000000"/>
                </a:solidFill>
                <a:latin typeface="Meiryo UI" panose="020B0604030504040204" pitchFamily="50" charset="-128"/>
                <a:ea typeface="Meiryo UI" panose="020B0604030504040204" pitchFamily="50" charset="-128"/>
              </a:rPr>
              <a:t>シート結果検証と承認手法</a:t>
            </a:r>
            <a:endParaRPr lang="en-US" altLang="ja-JP" sz="1600" b="1" u="sng">
              <a:solidFill>
                <a:srgbClr val="000000"/>
              </a:solidFill>
              <a:latin typeface="Meiryo UI" panose="020B0604030504040204" pitchFamily="50" charset="-128"/>
              <a:ea typeface="Meiryo UI" panose="020B0604030504040204" pitchFamily="50" charset="-128"/>
            </a:endParaRPr>
          </a:p>
        </p:txBody>
      </p:sp>
      <p:sp>
        <p:nvSpPr>
          <p:cNvPr id="8" name="Text Box 2"/>
          <p:cNvSpPr txBox="1">
            <a:spLocks noChangeArrowheads="1"/>
          </p:cNvSpPr>
          <p:nvPr/>
        </p:nvSpPr>
        <p:spPr bwMode="auto">
          <a:xfrm>
            <a:off x="93650" y="903126"/>
            <a:ext cx="7835503" cy="39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l" eaLnBrk="1" hangingPunct="1">
              <a:lnSpc>
                <a:spcPct val="110000"/>
              </a:lnSpc>
              <a:spcBef>
                <a:spcPts val="300"/>
              </a:spcBef>
            </a:pPr>
            <a:r>
              <a:rPr lang="ja-JP" altLang="en-US" sz="1400" dirty="0">
                <a:latin typeface="Meiryo UI" panose="020B0604030504040204" pitchFamily="50" charset="-128"/>
                <a:ea typeface="Meiryo UI" panose="020B0604030504040204" pitchFamily="50" charset="-128"/>
              </a:rPr>
              <a:t>手法</a:t>
            </a:r>
            <a:r>
              <a:rPr lang="en-US" altLang="ja-JP" sz="1400" dirty="0">
                <a:latin typeface="Meiryo UI" panose="020B0604030504040204" pitchFamily="50" charset="-128"/>
                <a:ea typeface="Meiryo UI" panose="020B0604030504040204" pitchFamily="50" charset="-128"/>
              </a:rPr>
              <a:t>		</a:t>
            </a:r>
            <a:r>
              <a:rPr lang="ja-JP" altLang="en-US" sz="1400" dirty="0">
                <a:latin typeface="Meiryo UI" panose="020B0604030504040204" pitchFamily="50" charset="-128"/>
                <a:ea typeface="Meiryo UI" panose="020B0604030504040204" pitchFamily="50" charset="-128"/>
              </a:rPr>
              <a:t>：</a:t>
            </a:r>
            <a:r>
              <a:rPr lang="en-US" altLang="ja-JP" sz="1400" dirty="0">
                <a:latin typeface="Meiryo UI" panose="020B0604030504040204" pitchFamily="50" charset="-128"/>
                <a:ea typeface="Meiryo UI" panose="020B0604030504040204" pitchFamily="50" charset="-128"/>
              </a:rPr>
              <a:t>Face</a:t>
            </a:r>
            <a:r>
              <a:rPr lang="ja-JP" altLang="en-US" sz="1400" dirty="0">
                <a:latin typeface="Meiryo UI" panose="020B0604030504040204" pitchFamily="50" charset="-128"/>
                <a:ea typeface="Meiryo UI" panose="020B0604030504040204" pitchFamily="50" charset="-128"/>
              </a:rPr>
              <a:t> </a:t>
            </a:r>
            <a:r>
              <a:rPr lang="en-US" altLang="ja-JP" sz="1400" dirty="0">
                <a:latin typeface="Meiryo UI" panose="020B0604030504040204" pitchFamily="50" charset="-128"/>
                <a:ea typeface="Meiryo UI" panose="020B0604030504040204" pitchFamily="50" charset="-128"/>
              </a:rPr>
              <a:t>to</a:t>
            </a:r>
            <a:r>
              <a:rPr lang="ja-JP" altLang="en-US" sz="1400" dirty="0">
                <a:latin typeface="Meiryo UI" panose="020B0604030504040204" pitchFamily="50" charset="-128"/>
                <a:ea typeface="Meiryo UI" panose="020B0604030504040204" pitchFamily="50" charset="-128"/>
              </a:rPr>
              <a:t> </a:t>
            </a:r>
            <a:r>
              <a:rPr lang="en-US" altLang="ja-JP" sz="1400" dirty="0">
                <a:latin typeface="Meiryo UI" panose="020B0604030504040204" pitchFamily="50" charset="-128"/>
                <a:ea typeface="Meiryo UI" panose="020B0604030504040204" pitchFamily="50" charset="-128"/>
              </a:rPr>
              <a:t>face</a:t>
            </a:r>
            <a:r>
              <a:rPr lang="ja-JP" altLang="en-US" sz="1400" dirty="0">
                <a:latin typeface="Meiryo UI" panose="020B0604030504040204" pitchFamily="50" charset="-128"/>
                <a:ea typeface="Meiryo UI" panose="020B0604030504040204" pitchFamily="50" charset="-128"/>
              </a:rPr>
              <a:t>もしくは電話会議による合同検証</a:t>
            </a:r>
            <a:endParaRPr lang="en-US" altLang="ja-JP" sz="1400" dirty="0">
              <a:latin typeface="Meiryo UI" panose="020B0604030504040204" pitchFamily="50" charset="-128"/>
              <a:ea typeface="Meiryo UI" panose="020B0604030504040204" pitchFamily="50" charset="-128"/>
            </a:endParaRPr>
          </a:p>
          <a:p>
            <a:pPr algn="l" eaLnBrk="1" hangingPunct="1">
              <a:lnSpc>
                <a:spcPct val="110000"/>
              </a:lnSpc>
              <a:spcBef>
                <a:spcPts val="300"/>
              </a:spcBef>
            </a:pPr>
            <a:r>
              <a:rPr lang="en-US" altLang="ja-JP" sz="1400" dirty="0">
                <a:latin typeface="Meiryo UI" panose="020B0604030504040204" pitchFamily="50" charset="-128"/>
                <a:ea typeface="Meiryo UI" panose="020B0604030504040204" pitchFamily="50" charset="-128"/>
              </a:rPr>
              <a:t> 		   </a:t>
            </a:r>
            <a:r>
              <a:rPr lang="ja-JP" altLang="en-US" sz="1400" dirty="0">
                <a:latin typeface="Meiryo UI" panose="020B0604030504040204" pitchFamily="50" charset="-128"/>
                <a:ea typeface="Meiryo UI" panose="020B0604030504040204" pitchFamily="50" charset="-128"/>
              </a:rPr>
              <a:t>レポートを送付するだけでなく、説明のための打ち合わせを持つこと</a:t>
            </a:r>
            <a:endParaRPr lang="en-US" altLang="ja-JP" sz="1400" dirty="0">
              <a:latin typeface="Meiryo UI" panose="020B0604030504040204" pitchFamily="50" charset="-128"/>
              <a:ea typeface="Meiryo UI" panose="020B0604030504040204" pitchFamily="50" charset="-128"/>
            </a:endParaRPr>
          </a:p>
          <a:p>
            <a:pPr algn="l" eaLnBrk="1" hangingPunct="1">
              <a:lnSpc>
                <a:spcPct val="110000"/>
              </a:lnSpc>
              <a:spcBef>
                <a:spcPts val="300"/>
              </a:spcBef>
            </a:pPr>
            <a:endParaRPr lang="en-US" altLang="ja-JP" sz="1400" dirty="0">
              <a:latin typeface="Meiryo UI" panose="020B0604030504040204" pitchFamily="50" charset="-128"/>
              <a:ea typeface="Meiryo UI" panose="020B0604030504040204" pitchFamily="50" charset="-128"/>
            </a:endParaRPr>
          </a:p>
          <a:p>
            <a:pPr algn="l" eaLnBrk="1" hangingPunct="1">
              <a:lnSpc>
                <a:spcPct val="110000"/>
              </a:lnSpc>
              <a:spcBef>
                <a:spcPts val="300"/>
              </a:spcBef>
            </a:pPr>
            <a:r>
              <a:rPr lang="ja-JP" altLang="en-US" sz="1400" dirty="0">
                <a:latin typeface="Meiryo UI" panose="020B0604030504040204" pitchFamily="50" charset="-128"/>
                <a:ea typeface="Meiryo UI" panose="020B0604030504040204" pitchFamily="50" charset="-128"/>
              </a:rPr>
              <a:t>タイミング</a:t>
            </a:r>
            <a:r>
              <a:rPr lang="en-US" altLang="ja-JP" sz="1400" dirty="0">
                <a:latin typeface="Meiryo UI" panose="020B0604030504040204" pitchFamily="50" charset="-128"/>
                <a:ea typeface="Meiryo UI" panose="020B0604030504040204" pitchFamily="50" charset="-128"/>
              </a:rPr>
              <a:t>		</a:t>
            </a:r>
            <a:r>
              <a:rPr lang="ja-JP" altLang="en-US" sz="1400" dirty="0">
                <a:latin typeface="Meiryo UI" panose="020B0604030504040204" pitchFamily="50" charset="-128"/>
                <a:ea typeface="Meiryo UI" panose="020B0604030504040204" pitchFamily="50" charset="-128"/>
              </a:rPr>
              <a:t>：開発スケジュールを参照のこと　</a:t>
            </a:r>
            <a:endParaRPr lang="en-US" altLang="ja-JP" sz="1400" dirty="0">
              <a:latin typeface="Meiryo UI" panose="020B0604030504040204" pitchFamily="50" charset="-128"/>
              <a:ea typeface="Meiryo UI" panose="020B0604030504040204" pitchFamily="50" charset="-128"/>
            </a:endParaRPr>
          </a:p>
          <a:p>
            <a:pPr algn="l" eaLnBrk="1" hangingPunct="1">
              <a:lnSpc>
                <a:spcPct val="110000"/>
              </a:lnSpc>
              <a:spcBef>
                <a:spcPts val="300"/>
              </a:spcBef>
            </a:pPr>
            <a:r>
              <a:rPr lang="en-US" altLang="ja-JP" sz="1400" dirty="0">
                <a:latin typeface="Meiryo UI" panose="020B0604030504040204" pitchFamily="50" charset="-128"/>
                <a:ea typeface="Meiryo UI" panose="020B0604030504040204" pitchFamily="50" charset="-128"/>
              </a:rPr>
              <a:t>		</a:t>
            </a:r>
            <a:r>
              <a:rPr lang="ja-JP" altLang="en-US" sz="1400" dirty="0">
                <a:latin typeface="Meiryo UI" panose="020B0604030504040204" pitchFamily="50" charset="-128"/>
                <a:ea typeface="Meiryo UI" panose="020B0604030504040204" pitchFamily="50" charset="-128"/>
              </a:rPr>
              <a:t>  （必要に応じて追加実施する）</a:t>
            </a:r>
            <a:endParaRPr lang="en-US" altLang="ja-JP" sz="1400" dirty="0">
              <a:latin typeface="Meiryo UI" panose="020B0604030504040204" pitchFamily="50" charset="-128"/>
              <a:ea typeface="Meiryo UI" panose="020B0604030504040204" pitchFamily="50" charset="-128"/>
            </a:endParaRPr>
          </a:p>
          <a:p>
            <a:pPr algn="l" eaLnBrk="1" hangingPunct="1">
              <a:lnSpc>
                <a:spcPct val="110000"/>
              </a:lnSpc>
              <a:spcBef>
                <a:spcPts val="300"/>
              </a:spcBef>
            </a:pPr>
            <a:r>
              <a:rPr lang="en-US" altLang="ja-JP" sz="1400" dirty="0">
                <a:latin typeface="Meiryo UI" panose="020B0604030504040204" pitchFamily="50" charset="-128"/>
                <a:ea typeface="Meiryo UI" panose="020B0604030504040204" pitchFamily="50" charset="-128"/>
              </a:rPr>
              <a:t>		</a:t>
            </a:r>
            <a:r>
              <a:rPr lang="ja-JP" altLang="en-US" sz="1400" dirty="0">
                <a:latin typeface="Meiryo UI" panose="020B0604030504040204" pitchFamily="50" charset="-128"/>
                <a:ea typeface="Meiryo UI" panose="020B0604030504040204" pitchFamily="50" charset="-128"/>
              </a:rPr>
              <a:t>    </a:t>
            </a:r>
            <a:r>
              <a:rPr lang="en-US" altLang="ja-JP" sz="1400" dirty="0">
                <a:latin typeface="Meiryo UI" panose="020B0604030504040204" pitchFamily="50" charset="-128"/>
                <a:ea typeface="Meiryo UI" panose="020B0604030504040204" pitchFamily="50" charset="-128"/>
              </a:rPr>
              <a:t>Honda</a:t>
            </a:r>
            <a:r>
              <a:rPr lang="ja-JP" altLang="en-US" sz="1400" dirty="0">
                <a:latin typeface="Meiryo UI" panose="020B0604030504040204" pitchFamily="50" charset="-128"/>
                <a:ea typeface="Meiryo UI" panose="020B0604030504040204" pitchFamily="50" charset="-128"/>
              </a:rPr>
              <a:t>の担当者が不必要とした場合のみ、打ち合わせをやらなくても良い。</a:t>
            </a:r>
            <a:endParaRPr lang="en-US" altLang="ja-JP" sz="1400" dirty="0">
              <a:latin typeface="Meiryo UI" panose="020B0604030504040204" pitchFamily="50" charset="-128"/>
              <a:ea typeface="Meiryo UI" panose="020B0604030504040204" pitchFamily="50" charset="-128"/>
            </a:endParaRPr>
          </a:p>
          <a:p>
            <a:pPr algn="l" eaLnBrk="1" hangingPunct="1">
              <a:lnSpc>
                <a:spcPct val="110000"/>
              </a:lnSpc>
              <a:spcBef>
                <a:spcPts val="300"/>
              </a:spcBef>
            </a:pPr>
            <a:r>
              <a:rPr lang="en-US" altLang="ja-JP" sz="1400" dirty="0">
                <a:latin typeface="Meiryo UI" panose="020B0604030504040204" pitchFamily="50" charset="-128"/>
                <a:ea typeface="Meiryo UI" panose="020B0604030504040204" pitchFamily="50" charset="-128"/>
              </a:rPr>
              <a:t>		 </a:t>
            </a:r>
            <a:r>
              <a:rPr lang="ja-JP" altLang="en-US" sz="1400" dirty="0">
                <a:latin typeface="Meiryo UI" panose="020B0604030504040204" pitchFamily="50" charset="-128"/>
                <a:ea typeface="Meiryo UI" panose="020B0604030504040204" pitchFamily="50" charset="-128"/>
              </a:rPr>
              <a:t>   </a:t>
            </a:r>
            <a:r>
              <a:rPr lang="en-US" altLang="ja-JP" sz="1400" dirty="0">
                <a:latin typeface="Meiryo UI" panose="020B0604030504040204" pitchFamily="50" charset="-128"/>
                <a:ea typeface="Meiryo UI" panose="020B0604030504040204" pitchFamily="50" charset="-128"/>
              </a:rPr>
              <a:t>Honda </a:t>
            </a:r>
            <a:r>
              <a:rPr lang="en-US" altLang="ja-JP" sz="1400" dirty="0" err="1">
                <a:latin typeface="Meiryo UI" panose="020B0604030504040204" pitchFamily="50" charset="-128"/>
                <a:ea typeface="Meiryo UI" panose="020B0604030504040204" pitchFamily="50" charset="-128"/>
              </a:rPr>
              <a:t>PjM</a:t>
            </a:r>
            <a:r>
              <a:rPr lang="ja-JP" altLang="en-US" sz="1400" dirty="0">
                <a:latin typeface="Meiryo UI" panose="020B0604030504040204" pitchFamily="50" charset="-128"/>
                <a:ea typeface="Meiryo UI" panose="020B0604030504040204" pitchFamily="50" charset="-128"/>
              </a:rPr>
              <a:t>は</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latin typeface="Meiryo UI" panose="020B0604030504040204" pitchFamily="50" charset="-128"/>
                <a:ea typeface="Meiryo UI" panose="020B0604030504040204" pitchFamily="50" charset="-128"/>
              </a:rPr>
              <a:t>に提出〆切りを連絡し、</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latin typeface="Meiryo UI" panose="020B0604030504040204" pitchFamily="50" charset="-128"/>
                <a:ea typeface="Meiryo UI" panose="020B0604030504040204" pitchFamily="50" charset="-128"/>
              </a:rPr>
              <a:t>と整合する。</a:t>
            </a:r>
            <a:endParaRPr lang="en-US" altLang="ja-JP" sz="1400" dirty="0">
              <a:latin typeface="Meiryo UI" panose="020B0604030504040204" pitchFamily="50" charset="-128"/>
              <a:ea typeface="Meiryo UI" panose="020B0604030504040204" pitchFamily="50" charset="-128"/>
            </a:endParaRPr>
          </a:p>
          <a:p>
            <a:pPr algn="l" eaLnBrk="1" hangingPunct="1">
              <a:lnSpc>
                <a:spcPct val="110000"/>
              </a:lnSpc>
              <a:spcBef>
                <a:spcPts val="300"/>
              </a:spcBef>
            </a:pPr>
            <a:endParaRPr lang="en-US" altLang="ja-JP" sz="1400" dirty="0">
              <a:latin typeface="Meiryo UI" panose="020B0604030504040204" pitchFamily="50" charset="-128"/>
              <a:ea typeface="Meiryo UI" panose="020B0604030504040204" pitchFamily="50" charset="-128"/>
            </a:endParaRPr>
          </a:p>
          <a:p>
            <a:pPr algn="l" eaLnBrk="1" hangingPunct="1">
              <a:lnSpc>
                <a:spcPct val="110000"/>
              </a:lnSpc>
              <a:spcBef>
                <a:spcPts val="300"/>
              </a:spcBef>
            </a:pPr>
            <a:r>
              <a:rPr lang="ja-JP" altLang="en-US" sz="1400" dirty="0">
                <a:latin typeface="Meiryo UI" panose="020B0604030504040204" pitchFamily="50" charset="-128"/>
                <a:ea typeface="Meiryo UI" panose="020B0604030504040204" pitchFamily="50" charset="-128"/>
              </a:rPr>
              <a:t>検証項目</a:t>
            </a:r>
            <a:r>
              <a:rPr lang="en-US" altLang="ja-JP" sz="1400" dirty="0">
                <a:latin typeface="Meiryo UI" panose="020B0604030504040204" pitchFamily="50" charset="-128"/>
                <a:ea typeface="Meiryo UI" panose="020B0604030504040204" pitchFamily="50" charset="-128"/>
              </a:rPr>
              <a:t>		</a:t>
            </a:r>
            <a:r>
              <a:rPr lang="ja-JP" altLang="en-US" sz="1400" dirty="0">
                <a:latin typeface="Meiryo UI" panose="020B0604030504040204" pitchFamily="50" charset="-128"/>
                <a:ea typeface="Meiryo UI" panose="020B0604030504040204" pitchFamily="50" charset="-128"/>
              </a:rPr>
              <a:t>：各検証タイミングに対し、</a:t>
            </a:r>
            <a:r>
              <a:rPr lang="en-US" altLang="ja-JP" sz="1400" dirty="0">
                <a:latin typeface="Meiryo UI" panose="020B0604030504040204" pitchFamily="50" charset="-128"/>
                <a:ea typeface="Meiryo UI" panose="020B0604030504040204" pitchFamily="50" charset="-128"/>
              </a:rPr>
              <a:t>EMS</a:t>
            </a:r>
            <a:r>
              <a:rPr lang="ja-JP" altLang="en-US" sz="1400" dirty="0">
                <a:latin typeface="Meiryo UI" panose="020B0604030504040204" pitchFamily="50" charset="-128"/>
                <a:ea typeface="Meiryo UI" panose="020B0604030504040204" pitchFamily="50" charset="-128"/>
              </a:rPr>
              <a:t>シートインデックスで要求している項目</a:t>
            </a:r>
            <a:endParaRPr lang="en-US" altLang="ja-JP" sz="1400" dirty="0">
              <a:latin typeface="Meiryo UI" panose="020B0604030504040204" pitchFamily="50" charset="-128"/>
              <a:ea typeface="Meiryo UI" panose="020B0604030504040204" pitchFamily="50" charset="-128"/>
            </a:endParaRPr>
          </a:p>
          <a:p>
            <a:pPr algn="l" eaLnBrk="1" hangingPunct="1">
              <a:lnSpc>
                <a:spcPct val="110000"/>
              </a:lnSpc>
              <a:spcBef>
                <a:spcPts val="300"/>
              </a:spcBef>
            </a:pPr>
            <a:r>
              <a:rPr lang="en-US" altLang="ja-JP" sz="1400" dirty="0">
                <a:latin typeface="Meiryo UI" panose="020B0604030504040204" pitchFamily="50" charset="-128"/>
                <a:ea typeface="Meiryo UI" panose="020B0604030504040204" pitchFamily="50" charset="-128"/>
              </a:rPr>
              <a:t>		 </a:t>
            </a:r>
            <a:r>
              <a:rPr lang="ja-JP" altLang="en-US" sz="1400" dirty="0">
                <a:latin typeface="Meiryo UI" panose="020B0604030504040204" pitchFamily="50" charset="-128"/>
                <a:ea typeface="Meiryo UI" panose="020B0604030504040204" pitchFamily="50" charset="-128"/>
              </a:rPr>
              <a:t> </a:t>
            </a:r>
            <a:r>
              <a:rPr lang="en-US" altLang="ja-JP" sz="1400" dirty="0">
                <a:latin typeface="Meiryo UI" panose="020B0604030504040204" pitchFamily="50" charset="-128"/>
                <a:ea typeface="Meiryo UI" panose="020B0604030504040204" pitchFamily="50" charset="-128"/>
              </a:rPr>
              <a:t> EMS</a:t>
            </a:r>
            <a:r>
              <a:rPr lang="ja-JP" altLang="en-US" sz="1400" dirty="0">
                <a:latin typeface="Meiryo UI" panose="020B0604030504040204" pitchFamily="50" charset="-128"/>
                <a:ea typeface="Meiryo UI" panose="020B0604030504040204" pitchFamily="50" charset="-128"/>
              </a:rPr>
              <a:t>検証は、</a:t>
            </a:r>
            <a:r>
              <a:rPr lang="en-US" altLang="ja-JP" sz="1400" dirty="0">
                <a:latin typeface="Meiryo UI" panose="020B0604030504040204" pitchFamily="50" charset="-128"/>
                <a:ea typeface="Meiryo UI" panose="020B0604030504040204" pitchFamily="50" charset="-128"/>
              </a:rPr>
              <a:t>Report</a:t>
            </a:r>
            <a:r>
              <a:rPr lang="ja-JP" altLang="en-US" sz="1400" dirty="0">
                <a:latin typeface="Meiryo UI" panose="020B0604030504040204" pitchFamily="50" charset="-128"/>
                <a:ea typeface="Meiryo UI" panose="020B0604030504040204" pitchFamily="50" charset="-128"/>
              </a:rPr>
              <a:t>記載基準を満足し、グラフ・データを提示の事</a:t>
            </a:r>
            <a:endParaRPr lang="en-US" altLang="ja-JP" sz="1400" dirty="0">
              <a:latin typeface="Meiryo UI" panose="020B0604030504040204" pitchFamily="50" charset="-128"/>
              <a:ea typeface="Meiryo UI" panose="020B0604030504040204" pitchFamily="50" charset="-128"/>
            </a:endParaRPr>
          </a:p>
          <a:p>
            <a:pPr algn="l" eaLnBrk="1" hangingPunct="1">
              <a:lnSpc>
                <a:spcPct val="110000"/>
              </a:lnSpc>
              <a:spcBef>
                <a:spcPts val="300"/>
              </a:spcBef>
            </a:pPr>
            <a:r>
              <a:rPr lang="en-US" altLang="ja-JP" sz="1400" dirty="0">
                <a:latin typeface="Meiryo UI" panose="020B0604030504040204" pitchFamily="50" charset="-128"/>
                <a:ea typeface="Meiryo UI" panose="020B0604030504040204" pitchFamily="50" charset="-128"/>
              </a:rPr>
              <a:t>		</a:t>
            </a:r>
            <a:r>
              <a:rPr lang="ja-JP" altLang="en-US" sz="1400" dirty="0">
                <a:latin typeface="Meiryo UI" panose="020B0604030504040204" pitchFamily="50" charset="-128"/>
                <a:ea typeface="Meiryo UI" panose="020B0604030504040204" pitchFamily="50" charset="-128"/>
              </a:rPr>
              <a:t>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latin typeface="Meiryo UI" panose="020B0604030504040204" pitchFamily="50" charset="-128"/>
                <a:ea typeface="Meiryo UI" panose="020B0604030504040204" pitchFamily="50" charset="-128"/>
              </a:rPr>
              <a:t>は期限内にレポートを提出のこと。</a:t>
            </a:r>
            <a:endParaRPr lang="en-US" altLang="ja-JP" sz="1400" dirty="0">
              <a:latin typeface="Meiryo UI" panose="020B0604030504040204" pitchFamily="50" charset="-128"/>
              <a:ea typeface="Meiryo UI" panose="020B0604030504040204" pitchFamily="50" charset="-128"/>
            </a:endParaRPr>
          </a:p>
          <a:p>
            <a:pPr algn="l" eaLnBrk="1" hangingPunct="1">
              <a:lnSpc>
                <a:spcPct val="110000"/>
              </a:lnSpc>
              <a:spcBef>
                <a:spcPts val="300"/>
              </a:spcBef>
            </a:pPr>
            <a:r>
              <a:rPr lang="en-US" altLang="ja-JP" sz="1400" dirty="0">
                <a:latin typeface="Meiryo UI" panose="020B0604030504040204" pitchFamily="50" charset="-128"/>
                <a:ea typeface="Meiryo UI" panose="020B0604030504040204" pitchFamily="50" charset="-128"/>
              </a:rPr>
              <a:t>		</a:t>
            </a:r>
            <a:r>
              <a:rPr lang="ja-JP" altLang="en-US" sz="1400" dirty="0">
                <a:latin typeface="Meiryo UI" panose="020B0604030504040204" pitchFamily="50" charset="-128"/>
                <a:ea typeface="Meiryo UI" panose="020B0604030504040204" pitchFamily="50" charset="-128"/>
              </a:rPr>
              <a:t>   レポート提出前に</a:t>
            </a:r>
            <a:r>
              <a:rPr lang="en-US" altLang="ja-JP" sz="1400" dirty="0">
                <a:latin typeface="Meiryo UI" panose="020B0604030504040204" pitchFamily="50" charset="-128"/>
                <a:ea typeface="Meiryo UI" panose="020B0604030504040204" pitchFamily="50" charset="-128"/>
              </a:rPr>
              <a:t>Honda</a:t>
            </a:r>
            <a:r>
              <a:rPr lang="ja-JP" altLang="en-US" sz="1400" dirty="0">
                <a:latin typeface="Meiryo UI" panose="020B0604030504040204" pitchFamily="50" charset="-128"/>
                <a:ea typeface="Meiryo UI" panose="020B0604030504040204" pitchFamily="50" charset="-128"/>
              </a:rPr>
              <a:t>担当者に内容を説明すること</a:t>
            </a:r>
            <a:endParaRPr lang="en-US" altLang="ja-JP" sz="1400" dirty="0">
              <a:latin typeface="Meiryo UI" panose="020B0604030504040204" pitchFamily="50" charset="-128"/>
              <a:ea typeface="Meiryo UI" panose="020B0604030504040204" pitchFamily="50" charset="-128"/>
            </a:endParaRPr>
          </a:p>
          <a:p>
            <a:pPr algn="l" eaLnBrk="1" hangingPunct="1">
              <a:lnSpc>
                <a:spcPct val="110000"/>
              </a:lnSpc>
              <a:spcBef>
                <a:spcPts val="300"/>
              </a:spcBef>
            </a:pPr>
            <a:endParaRPr lang="en-US" altLang="ja-JP" sz="1400" dirty="0">
              <a:latin typeface="Meiryo UI" panose="020B0604030504040204" pitchFamily="50" charset="-128"/>
              <a:ea typeface="Meiryo UI" panose="020B0604030504040204" pitchFamily="50" charset="-128"/>
            </a:endParaRPr>
          </a:p>
          <a:p>
            <a:pPr algn="l" eaLnBrk="1" hangingPunct="1">
              <a:lnSpc>
                <a:spcPct val="110000"/>
              </a:lnSpc>
              <a:spcBef>
                <a:spcPts val="300"/>
              </a:spcBef>
            </a:pPr>
            <a:r>
              <a:rPr lang="ja-JP" altLang="en-US" sz="1400" dirty="0">
                <a:latin typeface="Meiryo UI" panose="020B0604030504040204" pitchFamily="50" charset="-128"/>
                <a:ea typeface="Meiryo UI" panose="020B0604030504040204" pitchFamily="50" charset="-128"/>
              </a:rPr>
              <a:t>場所</a:t>
            </a:r>
            <a:r>
              <a:rPr lang="en-US" altLang="ja-JP" sz="1400" dirty="0">
                <a:latin typeface="Meiryo UI" panose="020B0604030504040204" pitchFamily="50" charset="-128"/>
                <a:ea typeface="Meiryo UI" panose="020B0604030504040204" pitchFamily="50" charset="-128"/>
              </a:rPr>
              <a:t>/</a:t>
            </a:r>
            <a:r>
              <a:rPr lang="ja-JP" altLang="en-US" sz="1400" dirty="0">
                <a:latin typeface="Meiryo UI" panose="020B0604030504040204" pitchFamily="50" charset="-128"/>
                <a:ea typeface="Meiryo UI" panose="020B0604030504040204" pitchFamily="50" charset="-128"/>
              </a:rPr>
              <a:t>期間</a:t>
            </a:r>
            <a:r>
              <a:rPr lang="en-US" altLang="ja-JP" sz="1400" dirty="0">
                <a:latin typeface="Meiryo UI" panose="020B0604030504040204" pitchFamily="50" charset="-128"/>
                <a:ea typeface="Meiryo UI" panose="020B0604030504040204" pitchFamily="50" charset="-128"/>
              </a:rPr>
              <a:t>		</a:t>
            </a:r>
            <a:r>
              <a:rPr lang="ja-JP" altLang="en-US" sz="1400" dirty="0">
                <a:latin typeface="Meiryo UI" panose="020B0604030504040204" pitchFamily="50" charset="-128"/>
                <a:ea typeface="Meiryo UI" panose="020B0604030504040204" pitchFamily="50" charset="-128"/>
              </a:rPr>
              <a:t>：担当者間で協議。直接会って説明、テレコンなど。</a:t>
            </a:r>
          </a:p>
        </p:txBody>
      </p:sp>
      <p:sp>
        <p:nvSpPr>
          <p:cNvPr id="11" name="Text Box 2"/>
          <p:cNvSpPr txBox="1">
            <a:spLocks noChangeArrowheads="1"/>
          </p:cNvSpPr>
          <p:nvPr/>
        </p:nvSpPr>
        <p:spPr bwMode="auto">
          <a:xfrm>
            <a:off x="250829" y="96703"/>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2000">
                <a:solidFill>
                  <a:srgbClr val="FFFFFF"/>
                </a:solidFill>
                <a:latin typeface="Meiryo UI" panose="020B0604030504040204" pitchFamily="50" charset="-128"/>
                <a:ea typeface="Meiryo UI" panose="020B0604030504040204" pitchFamily="50" charset="-128"/>
                <a:cs typeface="Arial" pitchFamily="34" charset="0"/>
              </a:rPr>
              <a:t>18. EMS Sheet (2/6)</a:t>
            </a:r>
            <a:endParaRPr lang="en-US" altLang="ja-JP" sz="1100">
              <a:solidFill>
                <a:srgbClr val="FFFFFF"/>
              </a:solidFill>
              <a:latin typeface="HGPｺﾞｼｯｸE" pitchFamily="50" charset="-128"/>
              <a:ea typeface="HGPｺﾞｼｯｸE" pitchFamily="50" charset="-128"/>
              <a:cs typeface="Arial" pitchFamily="34" charset="0"/>
            </a:endParaRPr>
          </a:p>
        </p:txBody>
      </p:sp>
    </p:spTree>
    <p:extLst>
      <p:ext uri="{BB962C8B-B14F-4D97-AF65-F5344CB8AC3E}">
        <p14:creationId xmlns:p14="http://schemas.microsoft.com/office/powerpoint/2010/main" val="2233013495"/>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p:cNvSpPr>
            <a:spLocks noChangeArrowheads="1"/>
          </p:cNvSpPr>
          <p:nvPr/>
        </p:nvSpPr>
        <p:spPr bwMode="auto">
          <a:xfrm>
            <a:off x="2077280" y="2539568"/>
            <a:ext cx="2749471" cy="338554"/>
          </a:xfrm>
          <a:prstGeom prst="rect">
            <a:avLst/>
          </a:prstGeom>
          <a:solidFill>
            <a:schemeClr val="bg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ja-JP" sz="1600">
                <a:solidFill>
                  <a:srgbClr val="000000"/>
                </a:solidFill>
                <a:latin typeface="Meiryo UI" panose="020B0604030504040204" pitchFamily="50" charset="-128"/>
                <a:ea typeface="Meiryo UI" panose="020B0604030504040204" pitchFamily="50" charset="-128"/>
                <a:cs typeface="Arial" pitchFamily="34" charset="0"/>
              </a:rPr>
              <a:t>EMS sheet index</a:t>
            </a:r>
            <a:r>
              <a:rPr lang="ja-JP" altLang="en-US" sz="1600">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600">
                <a:solidFill>
                  <a:srgbClr val="000000"/>
                </a:solidFill>
                <a:latin typeface="Meiryo UI" panose="020B0604030504040204" pitchFamily="50" charset="-128"/>
                <a:ea typeface="Meiryo UI" panose="020B0604030504040204" pitchFamily="50" charset="-128"/>
                <a:cs typeface="Arial" pitchFamily="34" charset="0"/>
              </a:rPr>
              <a:t>example</a:t>
            </a:r>
          </a:p>
        </p:txBody>
      </p:sp>
      <p:sp>
        <p:nvSpPr>
          <p:cNvPr id="10" name="Rectangle 13"/>
          <p:cNvSpPr>
            <a:spLocks noChangeArrowheads="1"/>
          </p:cNvSpPr>
          <p:nvPr/>
        </p:nvSpPr>
        <p:spPr bwMode="auto">
          <a:xfrm>
            <a:off x="142879" y="530565"/>
            <a:ext cx="8269602"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en-US" altLang="ja-JP" sz="1600" b="1" u="sng">
                <a:latin typeface="Meiryo UI" panose="020B0604030504040204" pitchFamily="50" charset="-128"/>
                <a:ea typeface="Meiryo UI" panose="020B0604030504040204" pitchFamily="50" charset="-128"/>
                <a:cs typeface="Arial" pitchFamily="34" charset="0"/>
              </a:rPr>
              <a:t>EMS</a:t>
            </a:r>
            <a:r>
              <a:rPr lang="ja-JP" altLang="en-US" sz="1600" b="1" u="sng">
                <a:latin typeface="Meiryo UI" panose="020B0604030504040204" pitchFamily="50" charset="-128"/>
                <a:ea typeface="Meiryo UI" panose="020B0604030504040204" pitchFamily="50" charset="-128"/>
                <a:cs typeface="Arial" pitchFamily="34" charset="0"/>
              </a:rPr>
              <a:t> </a:t>
            </a:r>
            <a:r>
              <a:rPr lang="en-US" altLang="ja-JP" sz="1600" b="1" u="sng">
                <a:latin typeface="Meiryo UI" panose="020B0604030504040204" pitchFamily="50" charset="-128"/>
                <a:ea typeface="Meiryo UI" panose="020B0604030504040204" pitchFamily="50" charset="-128"/>
                <a:cs typeface="Arial" pitchFamily="34" charset="0"/>
              </a:rPr>
              <a:t>Sheet</a:t>
            </a:r>
            <a:r>
              <a:rPr lang="ja-JP" altLang="en-US" sz="1600" b="1" u="sng">
                <a:latin typeface="Meiryo UI" panose="020B0604030504040204" pitchFamily="50" charset="-128"/>
                <a:ea typeface="Meiryo UI" panose="020B0604030504040204" pitchFamily="50" charset="-128"/>
                <a:cs typeface="Arial" pitchFamily="34" charset="0"/>
              </a:rPr>
              <a:t> </a:t>
            </a:r>
            <a:r>
              <a:rPr lang="en-US" altLang="ja-JP" sz="1600" b="1" u="sng">
                <a:latin typeface="Meiryo UI" panose="020B0604030504040204" pitchFamily="50" charset="-128"/>
                <a:ea typeface="Meiryo UI" panose="020B0604030504040204" pitchFamily="50" charset="-128"/>
                <a:cs typeface="Arial" pitchFamily="34" charset="0"/>
              </a:rPr>
              <a:t>Index</a:t>
            </a:r>
            <a:endParaRPr lang="ja-JP" altLang="en-US" sz="1600" b="1" u="sng">
              <a:latin typeface="Meiryo UI" panose="020B0604030504040204" pitchFamily="50" charset="-128"/>
              <a:ea typeface="Meiryo UI" panose="020B0604030504040204" pitchFamily="50" charset="-128"/>
              <a:cs typeface="Arial" pitchFamily="34" charset="0"/>
            </a:endParaRPr>
          </a:p>
          <a:p>
            <a:pPr marL="552450" lvl="1" indent="-285750" algn="l">
              <a:buFontTx/>
              <a:buChar char="-"/>
            </a:pPr>
            <a:r>
              <a:rPr lang="en-US" altLang="ja-JP" sz="1400">
                <a:latin typeface="Meiryo UI" panose="020B0604030504040204" pitchFamily="50" charset="-128"/>
                <a:ea typeface="Meiryo UI" panose="020B0604030504040204" pitchFamily="50" charset="-128"/>
                <a:cs typeface="Arial" pitchFamily="34" charset="0"/>
              </a:rPr>
              <a:t>Report documents shall be issued according to the EMS sheet index.</a:t>
            </a:r>
            <a:endParaRPr lang="ja-JP" altLang="en-US" sz="1400">
              <a:latin typeface="Meiryo UI" panose="020B0604030504040204" pitchFamily="50" charset="-128"/>
              <a:ea typeface="Meiryo UI" panose="020B0604030504040204" pitchFamily="50" charset="-128"/>
              <a:cs typeface="Arial" pitchFamily="34" charset="0"/>
            </a:endParaRPr>
          </a:p>
        </p:txBody>
      </p:sp>
      <p:sp>
        <p:nvSpPr>
          <p:cNvPr id="8" name="Rectangle 13"/>
          <p:cNvSpPr>
            <a:spLocks noChangeArrowheads="1"/>
          </p:cNvSpPr>
          <p:nvPr/>
        </p:nvSpPr>
        <p:spPr bwMode="auto">
          <a:xfrm>
            <a:off x="142878" y="1512317"/>
            <a:ext cx="8426356"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en-US" altLang="ja-JP" sz="1600" b="1" u="sng">
                <a:latin typeface="+mn-ea"/>
                <a:ea typeface="+mn-ea"/>
              </a:rPr>
              <a:t>EMS</a:t>
            </a:r>
            <a:r>
              <a:rPr lang="ja-JP" altLang="en-US" sz="1600" b="1" u="sng">
                <a:latin typeface="+mn-ea"/>
                <a:ea typeface="+mn-ea"/>
              </a:rPr>
              <a:t>シートインデックス</a:t>
            </a:r>
            <a:endParaRPr lang="en-US" altLang="ja-JP" sz="1600" b="1">
              <a:latin typeface="+mn-ea"/>
              <a:ea typeface="+mn-ea"/>
            </a:endParaRPr>
          </a:p>
          <a:p>
            <a:pPr marL="534988" lvl="1" indent="-285750" algn="l">
              <a:buFontTx/>
              <a:buChar char="-"/>
            </a:pPr>
            <a:r>
              <a:rPr lang="ja-JP" altLang="en-US" sz="1400">
                <a:latin typeface="+mn-ea"/>
                <a:ea typeface="+mn-ea"/>
              </a:rPr>
              <a:t>このインデックスに於いて、評価イベントに必要な項目有無を一元管理するものである。</a:t>
            </a:r>
            <a:endParaRPr lang="en-US" altLang="ja-JP" sz="1400">
              <a:latin typeface="+mn-ea"/>
              <a:ea typeface="+mn-ea"/>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09186" y="2878122"/>
            <a:ext cx="5560562" cy="357947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 name="Rectangle 4"/>
          <p:cNvSpPr>
            <a:spLocks noChangeArrowheads="1"/>
          </p:cNvSpPr>
          <p:nvPr/>
        </p:nvSpPr>
        <p:spPr bwMode="auto">
          <a:xfrm>
            <a:off x="4932042" y="2539568"/>
            <a:ext cx="2185214" cy="338554"/>
          </a:xfrm>
          <a:prstGeom prst="rect">
            <a:avLst/>
          </a:prstGeom>
          <a:noFill/>
          <a:ln>
            <a:noFill/>
          </a:ln>
          <a:effectLst/>
        </p:spPr>
        <p:txBody>
          <a:bodyPr wrap="none">
            <a:spAutoFit/>
          </a:bodyPr>
          <a:lstStyle/>
          <a:p>
            <a:pPr algn="l"/>
            <a:r>
              <a:rPr lang="en-US" altLang="ja-JP" sz="1600">
                <a:latin typeface="Meiryo UI" panose="020B0604030504040204" pitchFamily="50" charset="-128"/>
                <a:ea typeface="Meiryo UI" panose="020B0604030504040204" pitchFamily="50" charset="-128"/>
              </a:rPr>
              <a:t>EMS</a:t>
            </a:r>
            <a:r>
              <a:rPr lang="ja-JP" altLang="en-US" sz="1600">
                <a:latin typeface="Meiryo UI" panose="020B0604030504040204" pitchFamily="50" charset="-128"/>
                <a:ea typeface="Meiryo UI" panose="020B0604030504040204" pitchFamily="50" charset="-128"/>
              </a:rPr>
              <a:t>シートｲﾝﾃﾞｯｸｽの例</a:t>
            </a:r>
            <a:endParaRPr lang="en-US" altLang="ja-JP" sz="1600">
              <a:latin typeface="Meiryo UI" panose="020B0604030504040204" pitchFamily="50" charset="-128"/>
              <a:ea typeface="Meiryo UI" panose="020B0604030504040204" pitchFamily="50" charset="-128"/>
            </a:endParaRPr>
          </a:p>
        </p:txBody>
      </p:sp>
      <p:sp>
        <p:nvSpPr>
          <p:cNvPr id="12" name="Text Box 2"/>
          <p:cNvSpPr txBox="1">
            <a:spLocks noChangeArrowheads="1"/>
          </p:cNvSpPr>
          <p:nvPr/>
        </p:nvSpPr>
        <p:spPr bwMode="auto">
          <a:xfrm>
            <a:off x="250829" y="96703"/>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2000">
                <a:solidFill>
                  <a:srgbClr val="FFFFFF"/>
                </a:solidFill>
                <a:latin typeface="Meiryo UI" panose="020B0604030504040204" pitchFamily="50" charset="-128"/>
                <a:ea typeface="Meiryo UI" panose="020B0604030504040204" pitchFamily="50" charset="-128"/>
                <a:cs typeface="Arial" pitchFamily="34" charset="0"/>
              </a:rPr>
              <a:t>18. EMS Sheet (3/6)</a:t>
            </a:r>
            <a:endParaRPr lang="en-US" altLang="ja-JP" sz="1100">
              <a:solidFill>
                <a:srgbClr val="FFFFFF"/>
              </a:solidFill>
              <a:latin typeface="HGPｺﾞｼｯｸE" pitchFamily="50" charset="-128"/>
              <a:ea typeface="HGPｺﾞｼｯｸE" pitchFamily="50" charset="-128"/>
              <a:cs typeface="Arial" pitchFamily="34" charset="0"/>
            </a:endParaRPr>
          </a:p>
        </p:txBody>
      </p:sp>
    </p:spTree>
    <p:extLst>
      <p:ext uri="{BB962C8B-B14F-4D97-AF65-F5344CB8AC3E}">
        <p14:creationId xmlns:p14="http://schemas.microsoft.com/office/powerpoint/2010/main" val="2808976838"/>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正方形/長方形 9"/>
          <p:cNvSpPr>
            <a:spLocks noChangeArrowheads="1"/>
          </p:cNvSpPr>
          <p:nvPr/>
        </p:nvSpPr>
        <p:spPr bwMode="auto">
          <a:xfrm>
            <a:off x="5922" y="-13529"/>
            <a:ext cx="1476375" cy="549275"/>
          </a:xfrm>
          <a:prstGeom prst="rect">
            <a:avLst/>
          </a:prstGeom>
          <a:noFill/>
          <a:ln w="25400" algn="ctr">
            <a:solidFill>
              <a:srgbClr val="1F497D"/>
            </a:solidFill>
            <a:miter lim="800000"/>
            <a:headEnd/>
            <a:tailEnd/>
          </a:ln>
          <a:extLst>
            <a:ext uri="{909E8E84-426E-40DD-AFC4-6F175D3DCCD1}">
              <a14:hiddenFill xmlns:a14="http://schemas.microsoft.com/office/drawing/2010/main">
                <a:solidFill>
                  <a:srgbClr val="FFFFFF"/>
                </a:solidFill>
              </a14:hiddenFill>
            </a:ext>
          </a:extLst>
        </p:spPr>
        <p:txBody>
          <a:bodyPr anchor="ctr"/>
          <a:lstStyle/>
          <a:p>
            <a:r>
              <a:rPr lang="en-US" altLang="ja-JP" sz="1400" dirty="0">
                <a:solidFill>
                  <a:srgbClr val="FFFFFF"/>
                </a:solidFill>
                <a:latin typeface="Meiryo UI" panose="020B0604030504040204" pitchFamily="50" charset="-128"/>
                <a:ea typeface="Meiryo UI" panose="020B0604030504040204" pitchFamily="50" charset="-128"/>
              </a:rPr>
              <a:t>Bosch-Honda</a:t>
            </a:r>
          </a:p>
          <a:p>
            <a:r>
              <a:rPr lang="en-US" altLang="ja-JP" sz="1100" dirty="0">
                <a:solidFill>
                  <a:srgbClr val="FFFFFF"/>
                </a:solidFill>
                <a:latin typeface="Meiryo UI" panose="020B0604030504040204" pitchFamily="50" charset="-128"/>
                <a:ea typeface="Meiryo UI" panose="020B0604030504040204" pitchFamily="50" charset="-128"/>
              </a:rPr>
              <a:t>Kick-Off</a:t>
            </a:r>
            <a:r>
              <a:rPr lang="ja-JP" altLang="en-US" sz="1100" dirty="0">
                <a:solidFill>
                  <a:srgbClr val="FFFFFF"/>
                </a:solidFill>
                <a:latin typeface="Meiryo UI" panose="020B0604030504040204" pitchFamily="50" charset="-128"/>
                <a:ea typeface="Meiryo UI" panose="020B0604030504040204" pitchFamily="50" charset="-128"/>
              </a:rPr>
              <a:t> </a:t>
            </a:r>
            <a:r>
              <a:rPr lang="en-US" altLang="ja-JP" sz="1100" dirty="0">
                <a:solidFill>
                  <a:srgbClr val="FFFFFF"/>
                </a:solidFill>
                <a:latin typeface="Meiryo UI" panose="020B0604030504040204" pitchFamily="50" charset="-128"/>
                <a:ea typeface="Meiryo UI" panose="020B0604030504040204" pitchFamily="50" charset="-128"/>
              </a:rPr>
              <a:t>MTG</a:t>
            </a:r>
            <a:endParaRPr lang="ja-JP" altLang="en-US" sz="1100" dirty="0">
              <a:solidFill>
                <a:srgbClr val="FFFFFF"/>
              </a:solidFill>
              <a:latin typeface="Meiryo UI" panose="020B0604030504040204" pitchFamily="50" charset="-128"/>
              <a:ea typeface="Meiryo UI" panose="020B0604030504040204" pitchFamily="50" charset="-128"/>
            </a:endParaRPr>
          </a:p>
        </p:txBody>
      </p:sp>
      <p:sp>
        <p:nvSpPr>
          <p:cNvPr id="8" name="Text Box 2"/>
          <p:cNvSpPr txBox="1">
            <a:spLocks noChangeArrowheads="1"/>
          </p:cNvSpPr>
          <p:nvPr/>
        </p:nvSpPr>
        <p:spPr bwMode="auto">
          <a:xfrm>
            <a:off x="109970" y="489270"/>
            <a:ext cx="3575594" cy="3546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2400">
                <a:solidFill>
                  <a:schemeClr val="tx1"/>
                </a:solidFill>
                <a:latin typeface="Times New Roman" pitchFamily="18" charset="0"/>
                <a:ea typeface="ＭＳ Ｐゴシック" pitchFamily="50" charset="-128"/>
              </a:defRPr>
            </a:lvl1pPr>
            <a:lvl2pPr marL="742950" indent="-285750" eaLnBrk="0" hangingPunct="0">
              <a:defRPr kumimoji="1" sz="2400">
                <a:solidFill>
                  <a:schemeClr val="tx1"/>
                </a:solidFill>
                <a:latin typeface="Times New Roman" pitchFamily="18" charset="0"/>
                <a:ea typeface="ＭＳ Ｐゴシック" pitchFamily="50" charset="-128"/>
              </a:defRPr>
            </a:lvl2pPr>
            <a:lvl3pPr marL="1143000" indent="-228600" eaLnBrk="0" hangingPunct="0">
              <a:defRPr kumimoji="1" sz="2400">
                <a:solidFill>
                  <a:schemeClr val="tx1"/>
                </a:solidFill>
                <a:latin typeface="Times New Roman" pitchFamily="18" charset="0"/>
                <a:ea typeface="ＭＳ Ｐゴシック" pitchFamily="50" charset="-128"/>
              </a:defRPr>
            </a:lvl3pPr>
            <a:lvl4pPr marL="1600200" indent="-228600" eaLnBrk="0" hangingPunct="0">
              <a:defRPr kumimoji="1" sz="2400">
                <a:solidFill>
                  <a:schemeClr val="tx1"/>
                </a:solidFill>
                <a:latin typeface="Times New Roman" pitchFamily="18" charset="0"/>
                <a:ea typeface="ＭＳ Ｐゴシック" pitchFamily="50" charset="-128"/>
              </a:defRPr>
            </a:lvl4pPr>
            <a:lvl5pPr marL="2057400" indent="-228600" eaLnBrk="0" hangingPunct="0">
              <a:defRPr kumimoji="1" sz="2400">
                <a:solidFill>
                  <a:schemeClr val="tx1"/>
                </a:solidFill>
                <a:latin typeface="Times New Roman" pitchFamily="18" charset="0"/>
                <a:ea typeface="ＭＳ Ｐゴシック" pitchFamily="50"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9pPr>
          </a:lstStyle>
          <a:p>
            <a:pPr marL="442913" indent="-442913" algn="l" eaLnBrk="1" hangingPunct="1">
              <a:lnSpc>
                <a:spcPct val="120000"/>
              </a:lnSpc>
              <a:defRPr/>
            </a:pPr>
            <a:r>
              <a:rPr lang="en-US" altLang="ja-JP" sz="1600" b="1" u="sng">
                <a:solidFill>
                  <a:srgbClr val="000000"/>
                </a:solidFill>
                <a:latin typeface="Meiryo UI" panose="020B0604030504040204" pitchFamily="50" charset="-128"/>
                <a:ea typeface="Meiryo UI" panose="020B0604030504040204" pitchFamily="50" charset="-128"/>
                <a:cs typeface="Arial" pitchFamily="34" charset="0"/>
              </a:rPr>
              <a:t>EMS Report Submission Timing</a:t>
            </a:r>
            <a:endParaRPr lang="en-US" altLang="ja-JP" sz="1400" b="1">
              <a:solidFill>
                <a:srgbClr val="000000"/>
              </a:solidFill>
              <a:latin typeface="Meiryo UI" panose="020B0604030504040204" pitchFamily="50" charset="-128"/>
              <a:ea typeface="Meiryo UI" panose="020B0604030504040204" pitchFamily="50" charset="-128"/>
              <a:cs typeface="Arial" pitchFamily="34" charset="0"/>
            </a:endParaRPr>
          </a:p>
        </p:txBody>
      </p:sp>
      <p:graphicFrame>
        <p:nvGraphicFramePr>
          <p:cNvPr id="10" name="表 9"/>
          <p:cNvGraphicFramePr>
            <a:graphicFrameLocks noGrp="1"/>
          </p:cNvGraphicFramePr>
          <p:nvPr>
            <p:extLst>
              <p:ext uri="{D42A27DB-BD31-4B8C-83A1-F6EECF244321}">
                <p14:modId xmlns:p14="http://schemas.microsoft.com/office/powerpoint/2010/main" val="2278575268"/>
              </p:ext>
            </p:extLst>
          </p:nvPr>
        </p:nvGraphicFramePr>
        <p:xfrm>
          <a:off x="107504" y="1445272"/>
          <a:ext cx="8928986" cy="4752528"/>
        </p:xfrm>
        <a:graphic>
          <a:graphicData uri="http://schemas.openxmlformats.org/drawingml/2006/table">
            <a:tbl>
              <a:tblPr firstRow="1" bandRow="1">
                <a:tableStyleId>{5C22544A-7EE6-4342-B048-85BDC9FD1C3A}</a:tableStyleId>
              </a:tblPr>
              <a:tblGrid>
                <a:gridCol w="405863">
                  <a:extLst>
                    <a:ext uri="{9D8B030D-6E8A-4147-A177-3AD203B41FA5}">
                      <a16:colId xmlns:a16="http://schemas.microsoft.com/office/drawing/2014/main" val="20000"/>
                    </a:ext>
                  </a:extLst>
                </a:gridCol>
                <a:gridCol w="405863">
                  <a:extLst>
                    <a:ext uri="{9D8B030D-6E8A-4147-A177-3AD203B41FA5}">
                      <a16:colId xmlns:a16="http://schemas.microsoft.com/office/drawing/2014/main" val="20001"/>
                    </a:ext>
                  </a:extLst>
                </a:gridCol>
                <a:gridCol w="405863">
                  <a:extLst>
                    <a:ext uri="{9D8B030D-6E8A-4147-A177-3AD203B41FA5}">
                      <a16:colId xmlns:a16="http://schemas.microsoft.com/office/drawing/2014/main" val="20002"/>
                    </a:ext>
                  </a:extLst>
                </a:gridCol>
                <a:gridCol w="405863">
                  <a:extLst>
                    <a:ext uri="{9D8B030D-6E8A-4147-A177-3AD203B41FA5}">
                      <a16:colId xmlns:a16="http://schemas.microsoft.com/office/drawing/2014/main" val="20003"/>
                    </a:ext>
                  </a:extLst>
                </a:gridCol>
                <a:gridCol w="405863">
                  <a:extLst>
                    <a:ext uri="{9D8B030D-6E8A-4147-A177-3AD203B41FA5}">
                      <a16:colId xmlns:a16="http://schemas.microsoft.com/office/drawing/2014/main" val="20004"/>
                    </a:ext>
                  </a:extLst>
                </a:gridCol>
                <a:gridCol w="405863">
                  <a:extLst>
                    <a:ext uri="{9D8B030D-6E8A-4147-A177-3AD203B41FA5}">
                      <a16:colId xmlns:a16="http://schemas.microsoft.com/office/drawing/2014/main" val="20005"/>
                    </a:ext>
                  </a:extLst>
                </a:gridCol>
                <a:gridCol w="405863">
                  <a:extLst>
                    <a:ext uri="{9D8B030D-6E8A-4147-A177-3AD203B41FA5}">
                      <a16:colId xmlns:a16="http://schemas.microsoft.com/office/drawing/2014/main" val="20006"/>
                    </a:ext>
                  </a:extLst>
                </a:gridCol>
                <a:gridCol w="405863">
                  <a:extLst>
                    <a:ext uri="{9D8B030D-6E8A-4147-A177-3AD203B41FA5}">
                      <a16:colId xmlns:a16="http://schemas.microsoft.com/office/drawing/2014/main" val="20007"/>
                    </a:ext>
                  </a:extLst>
                </a:gridCol>
                <a:gridCol w="405863">
                  <a:extLst>
                    <a:ext uri="{9D8B030D-6E8A-4147-A177-3AD203B41FA5}">
                      <a16:colId xmlns:a16="http://schemas.microsoft.com/office/drawing/2014/main" val="20008"/>
                    </a:ext>
                  </a:extLst>
                </a:gridCol>
                <a:gridCol w="405863">
                  <a:extLst>
                    <a:ext uri="{9D8B030D-6E8A-4147-A177-3AD203B41FA5}">
                      <a16:colId xmlns:a16="http://schemas.microsoft.com/office/drawing/2014/main" val="20009"/>
                    </a:ext>
                  </a:extLst>
                </a:gridCol>
                <a:gridCol w="405863">
                  <a:extLst>
                    <a:ext uri="{9D8B030D-6E8A-4147-A177-3AD203B41FA5}">
                      <a16:colId xmlns:a16="http://schemas.microsoft.com/office/drawing/2014/main" val="20010"/>
                    </a:ext>
                  </a:extLst>
                </a:gridCol>
                <a:gridCol w="405863">
                  <a:extLst>
                    <a:ext uri="{9D8B030D-6E8A-4147-A177-3AD203B41FA5}">
                      <a16:colId xmlns:a16="http://schemas.microsoft.com/office/drawing/2014/main" val="20011"/>
                    </a:ext>
                  </a:extLst>
                </a:gridCol>
                <a:gridCol w="405863">
                  <a:extLst>
                    <a:ext uri="{9D8B030D-6E8A-4147-A177-3AD203B41FA5}">
                      <a16:colId xmlns:a16="http://schemas.microsoft.com/office/drawing/2014/main" val="20012"/>
                    </a:ext>
                  </a:extLst>
                </a:gridCol>
                <a:gridCol w="405863">
                  <a:extLst>
                    <a:ext uri="{9D8B030D-6E8A-4147-A177-3AD203B41FA5}">
                      <a16:colId xmlns:a16="http://schemas.microsoft.com/office/drawing/2014/main" val="20013"/>
                    </a:ext>
                  </a:extLst>
                </a:gridCol>
                <a:gridCol w="405863">
                  <a:extLst>
                    <a:ext uri="{9D8B030D-6E8A-4147-A177-3AD203B41FA5}">
                      <a16:colId xmlns:a16="http://schemas.microsoft.com/office/drawing/2014/main" val="20014"/>
                    </a:ext>
                  </a:extLst>
                </a:gridCol>
                <a:gridCol w="405863">
                  <a:extLst>
                    <a:ext uri="{9D8B030D-6E8A-4147-A177-3AD203B41FA5}">
                      <a16:colId xmlns:a16="http://schemas.microsoft.com/office/drawing/2014/main" val="20015"/>
                    </a:ext>
                  </a:extLst>
                </a:gridCol>
                <a:gridCol w="405863">
                  <a:extLst>
                    <a:ext uri="{9D8B030D-6E8A-4147-A177-3AD203B41FA5}">
                      <a16:colId xmlns:a16="http://schemas.microsoft.com/office/drawing/2014/main" val="20016"/>
                    </a:ext>
                  </a:extLst>
                </a:gridCol>
                <a:gridCol w="405863">
                  <a:extLst>
                    <a:ext uri="{9D8B030D-6E8A-4147-A177-3AD203B41FA5}">
                      <a16:colId xmlns:a16="http://schemas.microsoft.com/office/drawing/2014/main" val="20017"/>
                    </a:ext>
                  </a:extLst>
                </a:gridCol>
                <a:gridCol w="405863">
                  <a:extLst>
                    <a:ext uri="{9D8B030D-6E8A-4147-A177-3AD203B41FA5}">
                      <a16:colId xmlns:a16="http://schemas.microsoft.com/office/drawing/2014/main" val="20018"/>
                    </a:ext>
                  </a:extLst>
                </a:gridCol>
                <a:gridCol w="405863">
                  <a:extLst>
                    <a:ext uri="{9D8B030D-6E8A-4147-A177-3AD203B41FA5}">
                      <a16:colId xmlns:a16="http://schemas.microsoft.com/office/drawing/2014/main" val="20019"/>
                    </a:ext>
                  </a:extLst>
                </a:gridCol>
                <a:gridCol w="405863">
                  <a:extLst>
                    <a:ext uri="{9D8B030D-6E8A-4147-A177-3AD203B41FA5}">
                      <a16:colId xmlns:a16="http://schemas.microsoft.com/office/drawing/2014/main" val="20020"/>
                    </a:ext>
                  </a:extLst>
                </a:gridCol>
                <a:gridCol w="405863">
                  <a:extLst>
                    <a:ext uri="{9D8B030D-6E8A-4147-A177-3AD203B41FA5}">
                      <a16:colId xmlns:a16="http://schemas.microsoft.com/office/drawing/2014/main" val="20021"/>
                    </a:ext>
                  </a:extLst>
                </a:gridCol>
              </a:tblGrid>
              <a:tr h="432048">
                <a:tc gridSpan="22">
                  <a:txBody>
                    <a:bodyPr/>
                    <a:lstStyle/>
                    <a:p>
                      <a:pPr algn="ctr"/>
                      <a:r>
                        <a:rPr kumimoji="1" lang="en-US" altLang="ja-JP" sz="1600" b="0">
                          <a:solidFill>
                            <a:schemeClr val="tx1"/>
                          </a:solidFill>
                          <a:latin typeface="Meiryo UI" panose="020B0604030504040204" pitchFamily="50" charset="-128"/>
                          <a:ea typeface="Meiryo UI" pitchFamily="50" charset="-128"/>
                          <a:cs typeface="Arial" pitchFamily="34" charset="0"/>
                        </a:rPr>
                        <a:t>Work days before technical evaluation</a:t>
                      </a:r>
                      <a:endParaRPr kumimoji="1" lang="ja-JP" altLang="en-US" sz="1600" b="0">
                        <a:solidFill>
                          <a:schemeClr val="tx1"/>
                        </a:solidFill>
                        <a:latin typeface="Meiryo UI" panose="020B0604030504040204" pitchFamily="50" charset="-128"/>
                        <a:ea typeface="Meiryo UI" pitchFamily="50" charset="-128"/>
                        <a:cs typeface="Arial" pitchFamily="34"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2A7"/>
                    </a:solidFill>
                  </a:tcPr>
                </a:tc>
                <a:tc hMerge="1">
                  <a:txBody>
                    <a:bodyPr/>
                    <a:lstStyle/>
                    <a:p>
                      <a:endParaRPr kumimoji="1" lang="ja-JP" altLang="en-US" sz="1400" b="0">
                        <a:latin typeface="Meiryo UI" pitchFamily="50" charset="-128"/>
                        <a:ea typeface="Meiryo UI" pitchFamily="50" charset="-128"/>
                        <a:cs typeface="Meiryo UI" pitchFamily="50" charset="-128"/>
                      </a:endParaRPr>
                    </a:p>
                  </a:txBody>
                  <a:tcPr/>
                </a:tc>
                <a:tc hMerge="1">
                  <a:txBody>
                    <a:bodyPr/>
                    <a:lstStyle/>
                    <a:p>
                      <a:endParaRPr kumimoji="1" lang="ja-JP" altLang="en-US" sz="1400" b="0">
                        <a:latin typeface="Meiryo UI" pitchFamily="50" charset="-128"/>
                        <a:ea typeface="Meiryo UI" pitchFamily="50" charset="-128"/>
                        <a:cs typeface="Meiryo UI" pitchFamily="50" charset="-128"/>
                      </a:endParaRPr>
                    </a:p>
                  </a:txBody>
                  <a:tcPr/>
                </a:tc>
                <a:tc hMerge="1">
                  <a:txBody>
                    <a:bodyPr/>
                    <a:lstStyle/>
                    <a:p>
                      <a:endParaRPr kumimoji="1" lang="ja-JP" altLang="en-US" sz="1400" b="0">
                        <a:latin typeface="Meiryo UI" pitchFamily="50" charset="-128"/>
                        <a:ea typeface="Meiryo UI" pitchFamily="50" charset="-128"/>
                        <a:cs typeface="Meiryo UI" pitchFamily="50" charset="-128"/>
                      </a:endParaRPr>
                    </a:p>
                  </a:txBody>
                  <a:tcPr/>
                </a:tc>
                <a:tc hMerge="1">
                  <a:txBody>
                    <a:bodyPr/>
                    <a:lstStyle/>
                    <a:p>
                      <a:endParaRPr kumimoji="1" lang="ja-JP" altLang="en-US" sz="1400" b="0">
                        <a:latin typeface="Meiryo UI" pitchFamily="50" charset="-128"/>
                        <a:ea typeface="Meiryo UI" pitchFamily="50" charset="-128"/>
                        <a:cs typeface="Meiryo UI" pitchFamily="50" charset="-128"/>
                      </a:endParaRPr>
                    </a:p>
                  </a:txBody>
                  <a:tcPr/>
                </a:tc>
                <a:tc hMerge="1">
                  <a:txBody>
                    <a:bodyPr/>
                    <a:lstStyle/>
                    <a:p>
                      <a:endParaRPr kumimoji="1" lang="ja-JP" altLang="en-US" sz="1400" b="0">
                        <a:latin typeface="Meiryo UI" pitchFamily="50" charset="-128"/>
                        <a:ea typeface="Meiryo UI" pitchFamily="50" charset="-128"/>
                        <a:cs typeface="Meiryo UI" pitchFamily="50" charset="-128"/>
                      </a:endParaRPr>
                    </a:p>
                  </a:txBody>
                  <a:tcPr/>
                </a:tc>
                <a:tc hMerge="1">
                  <a:txBody>
                    <a:bodyPr/>
                    <a:lstStyle/>
                    <a:p>
                      <a:endParaRPr kumimoji="1" lang="ja-JP" altLang="en-US" sz="1400" b="0">
                        <a:latin typeface="Meiryo UI" pitchFamily="50" charset="-128"/>
                        <a:ea typeface="Meiryo UI" pitchFamily="50" charset="-128"/>
                        <a:cs typeface="Meiryo UI" pitchFamily="50" charset="-128"/>
                      </a:endParaRPr>
                    </a:p>
                  </a:txBody>
                  <a:tcPr/>
                </a:tc>
                <a:tc hMerge="1">
                  <a:txBody>
                    <a:bodyPr/>
                    <a:lstStyle/>
                    <a:p>
                      <a:endParaRPr kumimoji="1" lang="ja-JP" altLang="en-US" sz="1400" b="0">
                        <a:latin typeface="Meiryo UI" pitchFamily="50" charset="-128"/>
                        <a:ea typeface="Meiryo UI" pitchFamily="50" charset="-128"/>
                        <a:cs typeface="Meiryo UI" pitchFamily="50" charset="-128"/>
                      </a:endParaRPr>
                    </a:p>
                  </a:txBody>
                  <a:tcPr/>
                </a:tc>
                <a:tc hMerge="1">
                  <a:txBody>
                    <a:bodyPr/>
                    <a:lstStyle/>
                    <a:p>
                      <a:endParaRPr kumimoji="1" lang="ja-JP" altLang="en-US" sz="1400" b="0">
                        <a:latin typeface="Meiryo UI" pitchFamily="50" charset="-128"/>
                        <a:ea typeface="Meiryo UI" pitchFamily="50" charset="-128"/>
                        <a:cs typeface="Meiryo UI" pitchFamily="50" charset="-128"/>
                      </a:endParaRPr>
                    </a:p>
                  </a:txBody>
                  <a:tcPr/>
                </a:tc>
                <a:tc hMerge="1">
                  <a:txBody>
                    <a:bodyPr/>
                    <a:lstStyle/>
                    <a:p>
                      <a:endParaRPr kumimoji="1" lang="ja-JP" altLang="en-US" sz="1400" b="0">
                        <a:latin typeface="Meiryo UI" pitchFamily="50" charset="-128"/>
                        <a:ea typeface="Meiryo UI" pitchFamily="50" charset="-128"/>
                        <a:cs typeface="Meiryo UI" pitchFamily="50" charset="-128"/>
                      </a:endParaRPr>
                    </a:p>
                  </a:txBody>
                  <a:tcPr/>
                </a:tc>
                <a:tc hMerge="1">
                  <a:txBody>
                    <a:bodyPr/>
                    <a:lstStyle/>
                    <a:p>
                      <a:endParaRPr kumimoji="1" lang="ja-JP" altLang="en-US" sz="1400" b="0">
                        <a:latin typeface="Meiryo UI" pitchFamily="50" charset="-128"/>
                        <a:ea typeface="Meiryo UI" pitchFamily="50" charset="-128"/>
                        <a:cs typeface="Meiryo UI" pitchFamily="50" charset="-128"/>
                      </a:endParaRPr>
                    </a:p>
                  </a:txBody>
                  <a:tcPr/>
                </a:tc>
                <a:tc hMerge="1">
                  <a:txBody>
                    <a:bodyPr/>
                    <a:lstStyle/>
                    <a:p>
                      <a:endParaRPr kumimoji="1" lang="ja-JP" altLang="en-US" sz="1400" b="0">
                        <a:latin typeface="Meiryo UI" pitchFamily="50" charset="-128"/>
                        <a:ea typeface="Meiryo UI" pitchFamily="50" charset="-128"/>
                        <a:cs typeface="Meiryo UI" pitchFamily="50" charset="-128"/>
                      </a:endParaRPr>
                    </a:p>
                  </a:txBody>
                  <a:tcPr/>
                </a:tc>
                <a:tc hMerge="1">
                  <a:txBody>
                    <a:bodyPr/>
                    <a:lstStyle/>
                    <a:p>
                      <a:endParaRPr kumimoji="1" lang="ja-JP" altLang="en-US" sz="1400" b="0">
                        <a:latin typeface="Meiryo UI" pitchFamily="50" charset="-128"/>
                        <a:ea typeface="Meiryo UI" pitchFamily="50" charset="-128"/>
                        <a:cs typeface="Meiryo UI" pitchFamily="50" charset="-128"/>
                      </a:endParaRPr>
                    </a:p>
                  </a:txBody>
                  <a:tcPr/>
                </a:tc>
                <a:tc hMerge="1">
                  <a:txBody>
                    <a:bodyPr/>
                    <a:lstStyle/>
                    <a:p>
                      <a:endParaRPr kumimoji="1" lang="ja-JP" altLang="en-US" sz="1400" b="0">
                        <a:latin typeface="Meiryo UI" pitchFamily="50" charset="-128"/>
                        <a:ea typeface="Meiryo UI" pitchFamily="50" charset="-128"/>
                        <a:cs typeface="Meiryo UI" pitchFamily="50" charset="-128"/>
                      </a:endParaRPr>
                    </a:p>
                  </a:txBody>
                  <a:tcPr/>
                </a:tc>
                <a:tc hMerge="1">
                  <a:txBody>
                    <a:bodyPr/>
                    <a:lstStyle/>
                    <a:p>
                      <a:endParaRPr kumimoji="1" lang="ja-JP" altLang="en-US" sz="1400" b="0">
                        <a:latin typeface="Meiryo UI" pitchFamily="50" charset="-128"/>
                        <a:ea typeface="Meiryo UI" pitchFamily="50" charset="-128"/>
                        <a:cs typeface="Meiryo UI" pitchFamily="50" charset="-128"/>
                      </a:endParaRPr>
                    </a:p>
                  </a:txBody>
                  <a:tcPr/>
                </a:tc>
                <a:tc hMerge="1">
                  <a:txBody>
                    <a:bodyPr/>
                    <a:lstStyle/>
                    <a:p>
                      <a:endParaRPr kumimoji="1" lang="ja-JP" altLang="en-US" sz="1400" b="0">
                        <a:latin typeface="Meiryo UI" pitchFamily="50" charset="-128"/>
                        <a:ea typeface="Meiryo UI" pitchFamily="50" charset="-128"/>
                        <a:cs typeface="Meiryo UI" pitchFamily="50" charset="-128"/>
                      </a:endParaRPr>
                    </a:p>
                  </a:txBody>
                  <a:tcPr/>
                </a:tc>
                <a:tc hMerge="1">
                  <a:txBody>
                    <a:bodyPr/>
                    <a:lstStyle/>
                    <a:p>
                      <a:endParaRPr kumimoji="1" lang="ja-JP" altLang="en-US" sz="1400" b="0">
                        <a:latin typeface="Meiryo UI" pitchFamily="50" charset="-128"/>
                        <a:ea typeface="Meiryo UI" pitchFamily="50" charset="-128"/>
                        <a:cs typeface="Meiryo UI" pitchFamily="50" charset="-128"/>
                      </a:endParaRPr>
                    </a:p>
                  </a:txBody>
                  <a:tcPr/>
                </a:tc>
                <a:tc hMerge="1">
                  <a:txBody>
                    <a:bodyPr/>
                    <a:lstStyle/>
                    <a:p>
                      <a:endParaRPr kumimoji="1" lang="ja-JP" altLang="en-US" sz="1400" b="0">
                        <a:latin typeface="Meiryo UI" pitchFamily="50" charset="-128"/>
                        <a:ea typeface="Meiryo UI" pitchFamily="50" charset="-128"/>
                        <a:cs typeface="Meiryo UI" pitchFamily="50" charset="-128"/>
                      </a:endParaRPr>
                    </a:p>
                  </a:txBody>
                  <a:tcPr/>
                </a:tc>
                <a:tc hMerge="1">
                  <a:txBody>
                    <a:bodyPr/>
                    <a:lstStyle/>
                    <a:p>
                      <a:endParaRPr kumimoji="1" lang="ja-JP" altLang="en-US" sz="1400" b="0">
                        <a:latin typeface="Meiryo UI" pitchFamily="50" charset="-128"/>
                        <a:ea typeface="Meiryo UI" pitchFamily="50" charset="-128"/>
                        <a:cs typeface="Meiryo UI" pitchFamily="50" charset="-128"/>
                      </a:endParaRPr>
                    </a:p>
                  </a:txBody>
                  <a:tcPr/>
                </a:tc>
                <a:tc hMerge="1">
                  <a:txBody>
                    <a:bodyPr/>
                    <a:lstStyle/>
                    <a:p>
                      <a:endParaRPr kumimoji="1" lang="ja-JP" altLang="en-US" sz="1400" b="0">
                        <a:latin typeface="Meiryo UI" pitchFamily="50" charset="-128"/>
                        <a:ea typeface="Meiryo UI" pitchFamily="50" charset="-128"/>
                        <a:cs typeface="Meiryo UI" pitchFamily="50" charset="-128"/>
                      </a:endParaRPr>
                    </a:p>
                  </a:txBody>
                  <a:tcPr/>
                </a:tc>
                <a:tc hMerge="1">
                  <a:txBody>
                    <a:bodyPr/>
                    <a:lstStyle/>
                    <a:p>
                      <a:endParaRPr kumimoji="1" lang="ja-JP" altLang="en-US" sz="1400" b="0">
                        <a:latin typeface="Meiryo UI" pitchFamily="50" charset="-128"/>
                        <a:ea typeface="Meiryo UI" pitchFamily="50" charset="-128"/>
                        <a:cs typeface="Meiryo UI" pitchFamily="50" charset="-128"/>
                      </a:endParaRPr>
                    </a:p>
                  </a:txBody>
                  <a:tcPr/>
                </a:tc>
                <a:tc hMerge="1">
                  <a:txBody>
                    <a:bodyPr/>
                    <a:lstStyle/>
                    <a:p>
                      <a:endParaRPr kumimoji="1" lang="ja-JP" altLang="en-US" sz="1400" b="0">
                        <a:latin typeface="Meiryo UI" pitchFamily="50" charset="-128"/>
                        <a:ea typeface="Meiryo UI" pitchFamily="50" charset="-128"/>
                        <a:cs typeface="Meiryo UI" pitchFamily="50" charset="-128"/>
                      </a:endParaRPr>
                    </a:p>
                  </a:txBody>
                  <a:tcPr/>
                </a:tc>
                <a:extLst>
                  <a:ext uri="{0D108BD9-81ED-4DB2-BD59-A6C34878D82A}">
                    <a16:rowId xmlns:a16="http://schemas.microsoft.com/office/drawing/2014/main" val="10000"/>
                  </a:ext>
                </a:extLst>
              </a:tr>
              <a:tr h="432048">
                <a:tc gridSpan="2">
                  <a:txBody>
                    <a:bodyPr/>
                    <a:lstStyle/>
                    <a:p>
                      <a:pPr algn="ctr"/>
                      <a:r>
                        <a:rPr kumimoji="1" lang="ja-JP" altLang="en-US" sz="1400" b="0">
                          <a:latin typeface="Meiryo UI" panose="020B0604030504040204" pitchFamily="50" charset="-128"/>
                          <a:ea typeface="Meiryo UI" pitchFamily="50" charset="-128"/>
                          <a:cs typeface="Arial" pitchFamily="34" charset="0"/>
                        </a:rPr>
                        <a:t>・・・</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2A7"/>
                    </a:solidFill>
                  </a:tcPr>
                </a:tc>
                <a:tc hMerge="1">
                  <a:txBody>
                    <a:bodyPr/>
                    <a:lstStyle/>
                    <a:p>
                      <a:endParaRPr kumimoji="1" lang="ja-JP" altLang="en-US" sz="1400" b="0">
                        <a:latin typeface="Meiryo UI" pitchFamily="50" charset="-128"/>
                        <a:ea typeface="Meiryo UI" pitchFamily="50" charset="-128"/>
                        <a:cs typeface="Meiryo UI" pitchFamily="50" charset="-128"/>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kumimoji="1" lang="en-US" altLang="ja-JP" sz="1600" b="0">
                          <a:latin typeface="Arial Narrow" pitchFamily="34" charset="0"/>
                          <a:ea typeface="Meiryo UI" pitchFamily="50" charset="-128"/>
                          <a:cs typeface="Arial" pitchFamily="34" charset="0"/>
                        </a:rPr>
                        <a:t>19</a:t>
                      </a:r>
                      <a:endParaRPr kumimoji="1" lang="ja-JP" altLang="en-US" sz="1600" b="0">
                        <a:latin typeface="Arial Narrow" pitchFamily="34" charset="0"/>
                        <a:ea typeface="Meiryo UI" pitchFamily="50" charset="-128"/>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2A7"/>
                    </a:solidFill>
                  </a:tcPr>
                </a:tc>
                <a:tc>
                  <a:txBody>
                    <a:bodyPr/>
                    <a:lstStyle/>
                    <a:p>
                      <a:pPr algn="ctr"/>
                      <a:r>
                        <a:rPr kumimoji="1" lang="en-US" altLang="ja-JP" sz="1600" b="0">
                          <a:latin typeface="Arial Narrow" pitchFamily="34" charset="0"/>
                          <a:ea typeface="Meiryo UI" pitchFamily="50" charset="-128"/>
                          <a:cs typeface="Arial" pitchFamily="34" charset="0"/>
                        </a:rPr>
                        <a:t>18</a:t>
                      </a:r>
                      <a:endParaRPr kumimoji="1" lang="ja-JP" altLang="en-US" sz="1600" b="0">
                        <a:latin typeface="Arial Narrow" pitchFamily="34" charset="0"/>
                        <a:ea typeface="Meiryo UI" pitchFamily="50" charset="-128"/>
                        <a:cs typeface="Arial" pitchFamily="34" charset="0"/>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2A7"/>
                    </a:solidFill>
                  </a:tcPr>
                </a:tc>
                <a:tc>
                  <a:txBody>
                    <a:bodyPr/>
                    <a:lstStyle/>
                    <a:p>
                      <a:pPr algn="ctr"/>
                      <a:r>
                        <a:rPr kumimoji="1" lang="en-US" altLang="ja-JP" sz="1600" b="0">
                          <a:latin typeface="Arial Narrow" pitchFamily="34" charset="0"/>
                          <a:ea typeface="Meiryo UI" pitchFamily="50" charset="-128"/>
                          <a:cs typeface="Arial" pitchFamily="34" charset="0"/>
                        </a:rPr>
                        <a:t>17</a:t>
                      </a:r>
                      <a:endParaRPr kumimoji="1" lang="ja-JP" altLang="en-US" sz="1600" b="0">
                        <a:latin typeface="Arial Narrow" pitchFamily="34" charset="0"/>
                        <a:ea typeface="Meiryo UI" pitchFamily="50" charset="-128"/>
                        <a:cs typeface="Arial" pitchFamily="34" charset="0"/>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2A7"/>
                    </a:solidFill>
                  </a:tcPr>
                </a:tc>
                <a:tc>
                  <a:txBody>
                    <a:bodyPr/>
                    <a:lstStyle/>
                    <a:p>
                      <a:pPr algn="ctr"/>
                      <a:r>
                        <a:rPr kumimoji="1" lang="en-US" altLang="ja-JP" sz="1600" b="0">
                          <a:latin typeface="Arial Narrow" pitchFamily="34" charset="0"/>
                          <a:ea typeface="Meiryo UI" pitchFamily="50" charset="-128"/>
                          <a:cs typeface="Arial" pitchFamily="34" charset="0"/>
                        </a:rPr>
                        <a:t>16</a:t>
                      </a:r>
                      <a:endParaRPr kumimoji="1" lang="ja-JP" altLang="en-US" sz="1600" b="0">
                        <a:latin typeface="Arial Narrow" pitchFamily="34" charset="0"/>
                        <a:ea typeface="Meiryo UI" pitchFamily="50" charset="-128"/>
                        <a:cs typeface="Arial" pitchFamily="34" charset="0"/>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2A7"/>
                    </a:solidFill>
                  </a:tcPr>
                </a:tc>
                <a:tc>
                  <a:txBody>
                    <a:bodyPr/>
                    <a:lstStyle/>
                    <a:p>
                      <a:pPr algn="ctr"/>
                      <a:r>
                        <a:rPr kumimoji="1" lang="en-US" altLang="ja-JP" sz="1600" b="0">
                          <a:latin typeface="Arial Narrow" pitchFamily="34" charset="0"/>
                          <a:ea typeface="Meiryo UI" pitchFamily="50" charset="-128"/>
                          <a:cs typeface="Arial" pitchFamily="34" charset="0"/>
                        </a:rPr>
                        <a:t>15</a:t>
                      </a:r>
                      <a:endParaRPr kumimoji="1" lang="ja-JP" altLang="en-US" sz="1600" b="0">
                        <a:latin typeface="Arial Narrow" pitchFamily="34" charset="0"/>
                        <a:ea typeface="Meiryo UI" pitchFamily="50" charset="-128"/>
                        <a:cs typeface="Arial" pitchFamily="34" charset="0"/>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2A7"/>
                    </a:solidFill>
                  </a:tcPr>
                </a:tc>
                <a:tc>
                  <a:txBody>
                    <a:bodyPr/>
                    <a:lstStyle/>
                    <a:p>
                      <a:pPr algn="ctr"/>
                      <a:r>
                        <a:rPr kumimoji="1" lang="en-US" altLang="ja-JP" sz="1600" b="0">
                          <a:latin typeface="Arial Narrow" pitchFamily="34" charset="0"/>
                          <a:ea typeface="Meiryo UI" pitchFamily="50" charset="-128"/>
                          <a:cs typeface="Arial" pitchFamily="34" charset="0"/>
                        </a:rPr>
                        <a:t>14</a:t>
                      </a:r>
                      <a:endParaRPr kumimoji="1" lang="ja-JP" altLang="en-US" sz="1600" b="0">
                        <a:latin typeface="Arial Narrow" pitchFamily="34" charset="0"/>
                        <a:ea typeface="Meiryo UI" pitchFamily="50" charset="-128"/>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2A7"/>
                    </a:solidFill>
                  </a:tcPr>
                </a:tc>
                <a:tc>
                  <a:txBody>
                    <a:bodyPr/>
                    <a:lstStyle/>
                    <a:p>
                      <a:pPr algn="ctr"/>
                      <a:r>
                        <a:rPr kumimoji="1" lang="en-US" altLang="ja-JP" sz="1600" b="0">
                          <a:latin typeface="Arial Narrow" pitchFamily="34" charset="0"/>
                          <a:ea typeface="Meiryo UI" pitchFamily="50" charset="-128"/>
                          <a:cs typeface="Arial" pitchFamily="34" charset="0"/>
                        </a:rPr>
                        <a:t>13</a:t>
                      </a:r>
                      <a:endParaRPr kumimoji="1" lang="ja-JP" altLang="en-US" sz="1600" b="0">
                        <a:latin typeface="Arial Narrow" pitchFamily="34" charset="0"/>
                        <a:ea typeface="Meiryo UI" pitchFamily="50" charset="-128"/>
                        <a:cs typeface="Arial" pitchFamily="34" charset="0"/>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2A7"/>
                    </a:solidFill>
                  </a:tcPr>
                </a:tc>
                <a:tc>
                  <a:txBody>
                    <a:bodyPr/>
                    <a:lstStyle/>
                    <a:p>
                      <a:pPr algn="ctr"/>
                      <a:r>
                        <a:rPr kumimoji="1" lang="en-US" altLang="ja-JP" sz="1600" b="0">
                          <a:latin typeface="Arial Narrow" pitchFamily="34" charset="0"/>
                          <a:ea typeface="Meiryo UI" pitchFamily="50" charset="-128"/>
                          <a:cs typeface="Arial" pitchFamily="34" charset="0"/>
                        </a:rPr>
                        <a:t>12</a:t>
                      </a:r>
                      <a:endParaRPr kumimoji="1" lang="ja-JP" altLang="en-US" sz="1600" b="0">
                        <a:latin typeface="Arial Narrow" pitchFamily="34" charset="0"/>
                        <a:ea typeface="Meiryo UI" pitchFamily="50" charset="-128"/>
                        <a:cs typeface="Arial" pitchFamily="34" charset="0"/>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2A7"/>
                    </a:solidFill>
                  </a:tcPr>
                </a:tc>
                <a:tc>
                  <a:txBody>
                    <a:bodyPr/>
                    <a:lstStyle/>
                    <a:p>
                      <a:pPr algn="ctr"/>
                      <a:r>
                        <a:rPr kumimoji="1" lang="en-US" altLang="ja-JP" sz="1600" b="0">
                          <a:latin typeface="Arial Narrow" pitchFamily="34" charset="0"/>
                          <a:ea typeface="Meiryo UI" pitchFamily="50" charset="-128"/>
                          <a:cs typeface="Arial" pitchFamily="34" charset="0"/>
                        </a:rPr>
                        <a:t>11</a:t>
                      </a:r>
                      <a:endParaRPr kumimoji="1" lang="ja-JP" altLang="en-US" sz="1600" b="0">
                        <a:latin typeface="Arial Narrow" pitchFamily="34" charset="0"/>
                        <a:ea typeface="Meiryo UI" pitchFamily="50" charset="-128"/>
                        <a:cs typeface="Arial" pitchFamily="34" charset="0"/>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2A7"/>
                    </a:solidFill>
                  </a:tcPr>
                </a:tc>
                <a:tc>
                  <a:txBody>
                    <a:bodyPr/>
                    <a:lstStyle/>
                    <a:p>
                      <a:pPr algn="ctr"/>
                      <a:r>
                        <a:rPr kumimoji="1" lang="en-US" altLang="ja-JP" sz="1600" b="0">
                          <a:latin typeface="Arial Narrow" pitchFamily="34" charset="0"/>
                          <a:ea typeface="Meiryo UI" pitchFamily="50" charset="-128"/>
                          <a:cs typeface="Arial" pitchFamily="34" charset="0"/>
                        </a:rPr>
                        <a:t>10</a:t>
                      </a:r>
                      <a:endParaRPr kumimoji="1" lang="ja-JP" altLang="en-US" sz="1600" b="0">
                        <a:latin typeface="Arial Narrow" pitchFamily="34" charset="0"/>
                        <a:ea typeface="Meiryo UI" pitchFamily="50" charset="-128"/>
                        <a:cs typeface="Arial" pitchFamily="34" charset="0"/>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2A7"/>
                    </a:solidFill>
                  </a:tcPr>
                </a:tc>
                <a:tc>
                  <a:txBody>
                    <a:bodyPr/>
                    <a:lstStyle/>
                    <a:p>
                      <a:pPr algn="ctr"/>
                      <a:r>
                        <a:rPr kumimoji="1" lang="en-US" altLang="ja-JP" sz="1600" b="0">
                          <a:latin typeface="Arial Narrow" pitchFamily="34" charset="0"/>
                          <a:ea typeface="Meiryo UI" pitchFamily="50" charset="-128"/>
                          <a:cs typeface="Arial" pitchFamily="34" charset="0"/>
                        </a:rPr>
                        <a:t>9</a:t>
                      </a:r>
                      <a:endParaRPr kumimoji="1" lang="ja-JP" altLang="en-US" sz="1600" b="0">
                        <a:latin typeface="Arial Narrow" pitchFamily="34" charset="0"/>
                        <a:ea typeface="Meiryo UI" pitchFamily="50" charset="-128"/>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2A7"/>
                    </a:solidFill>
                  </a:tcPr>
                </a:tc>
                <a:tc>
                  <a:txBody>
                    <a:bodyPr/>
                    <a:lstStyle/>
                    <a:p>
                      <a:pPr algn="ctr"/>
                      <a:r>
                        <a:rPr kumimoji="1" lang="en-US" altLang="ja-JP" sz="1600" b="0">
                          <a:latin typeface="Arial Narrow" pitchFamily="34" charset="0"/>
                          <a:ea typeface="Meiryo UI" pitchFamily="50" charset="-128"/>
                          <a:cs typeface="Arial" pitchFamily="34" charset="0"/>
                        </a:rPr>
                        <a:t>8</a:t>
                      </a:r>
                      <a:endParaRPr kumimoji="1" lang="ja-JP" altLang="en-US" sz="1600" b="0">
                        <a:latin typeface="Arial Narrow" pitchFamily="34" charset="0"/>
                        <a:ea typeface="Meiryo UI" pitchFamily="50" charset="-128"/>
                        <a:cs typeface="Arial" pitchFamily="34" charset="0"/>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2A7"/>
                    </a:solidFill>
                  </a:tcPr>
                </a:tc>
                <a:tc>
                  <a:txBody>
                    <a:bodyPr/>
                    <a:lstStyle/>
                    <a:p>
                      <a:pPr algn="ctr"/>
                      <a:r>
                        <a:rPr kumimoji="1" lang="en-US" altLang="ja-JP" sz="1600" b="0">
                          <a:latin typeface="Arial Narrow" pitchFamily="34" charset="0"/>
                          <a:ea typeface="Meiryo UI" pitchFamily="50" charset="-128"/>
                          <a:cs typeface="Arial" pitchFamily="34" charset="0"/>
                        </a:rPr>
                        <a:t>7</a:t>
                      </a:r>
                      <a:endParaRPr kumimoji="1" lang="ja-JP" altLang="en-US" sz="1600" b="0">
                        <a:latin typeface="Arial Narrow" pitchFamily="34" charset="0"/>
                        <a:ea typeface="Meiryo UI" pitchFamily="50" charset="-128"/>
                        <a:cs typeface="Arial" pitchFamily="34" charset="0"/>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2A7"/>
                    </a:solidFill>
                  </a:tcPr>
                </a:tc>
                <a:tc>
                  <a:txBody>
                    <a:bodyPr/>
                    <a:lstStyle/>
                    <a:p>
                      <a:pPr algn="ctr"/>
                      <a:r>
                        <a:rPr kumimoji="1" lang="en-US" altLang="ja-JP" sz="1600" b="0">
                          <a:latin typeface="Arial Narrow" pitchFamily="34" charset="0"/>
                          <a:ea typeface="Meiryo UI" pitchFamily="50" charset="-128"/>
                          <a:cs typeface="Arial" pitchFamily="34" charset="0"/>
                        </a:rPr>
                        <a:t>6</a:t>
                      </a:r>
                      <a:endParaRPr kumimoji="1" lang="ja-JP" altLang="en-US" sz="1600" b="0">
                        <a:latin typeface="Arial Narrow" pitchFamily="34" charset="0"/>
                        <a:ea typeface="Meiryo UI" pitchFamily="50" charset="-128"/>
                        <a:cs typeface="Arial" pitchFamily="34" charset="0"/>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2A7"/>
                    </a:solidFill>
                  </a:tcPr>
                </a:tc>
                <a:tc>
                  <a:txBody>
                    <a:bodyPr/>
                    <a:lstStyle/>
                    <a:p>
                      <a:pPr algn="ctr"/>
                      <a:r>
                        <a:rPr kumimoji="1" lang="en-US" altLang="ja-JP" sz="1600" b="0">
                          <a:latin typeface="Arial Narrow" pitchFamily="34" charset="0"/>
                          <a:ea typeface="Meiryo UI" pitchFamily="50" charset="-128"/>
                          <a:cs typeface="Arial" pitchFamily="34" charset="0"/>
                        </a:rPr>
                        <a:t>5</a:t>
                      </a:r>
                      <a:endParaRPr kumimoji="1" lang="ja-JP" altLang="en-US" sz="1600" b="0">
                        <a:latin typeface="Arial Narrow" pitchFamily="34" charset="0"/>
                        <a:ea typeface="Meiryo UI" pitchFamily="50" charset="-128"/>
                        <a:cs typeface="Arial" pitchFamily="34" charset="0"/>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2A7"/>
                    </a:solidFill>
                  </a:tcPr>
                </a:tc>
                <a:tc>
                  <a:txBody>
                    <a:bodyPr/>
                    <a:lstStyle/>
                    <a:p>
                      <a:pPr algn="ctr"/>
                      <a:r>
                        <a:rPr kumimoji="1" lang="en-US" altLang="ja-JP" sz="1600" b="0">
                          <a:latin typeface="Arial Narrow" pitchFamily="34" charset="0"/>
                          <a:ea typeface="Meiryo UI" pitchFamily="50" charset="-128"/>
                          <a:cs typeface="Arial" pitchFamily="34" charset="0"/>
                        </a:rPr>
                        <a:t>4</a:t>
                      </a:r>
                      <a:endParaRPr kumimoji="1" lang="ja-JP" altLang="en-US" sz="1600" b="0">
                        <a:latin typeface="Arial Narrow" pitchFamily="34" charset="0"/>
                        <a:ea typeface="Meiryo UI" pitchFamily="50" charset="-128"/>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2A7"/>
                    </a:solidFill>
                  </a:tcPr>
                </a:tc>
                <a:tc>
                  <a:txBody>
                    <a:bodyPr/>
                    <a:lstStyle/>
                    <a:p>
                      <a:pPr algn="ctr"/>
                      <a:r>
                        <a:rPr kumimoji="1" lang="en-US" altLang="ja-JP" sz="1600" b="0">
                          <a:latin typeface="Arial Narrow" pitchFamily="34" charset="0"/>
                          <a:ea typeface="Meiryo UI" pitchFamily="50" charset="-128"/>
                          <a:cs typeface="Arial" pitchFamily="34" charset="0"/>
                        </a:rPr>
                        <a:t>3</a:t>
                      </a:r>
                      <a:endParaRPr kumimoji="1" lang="ja-JP" altLang="en-US" sz="1600" b="0">
                        <a:latin typeface="Arial Narrow" pitchFamily="34" charset="0"/>
                        <a:ea typeface="Meiryo UI" pitchFamily="50" charset="-128"/>
                        <a:cs typeface="Arial" pitchFamily="34" charset="0"/>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2A7"/>
                    </a:solidFill>
                  </a:tcPr>
                </a:tc>
                <a:tc>
                  <a:txBody>
                    <a:bodyPr/>
                    <a:lstStyle/>
                    <a:p>
                      <a:pPr algn="ctr"/>
                      <a:r>
                        <a:rPr kumimoji="1" lang="en-US" altLang="ja-JP" sz="1600" b="0">
                          <a:latin typeface="Arial Narrow" pitchFamily="34" charset="0"/>
                          <a:ea typeface="Meiryo UI" pitchFamily="50" charset="-128"/>
                          <a:cs typeface="Arial" pitchFamily="34" charset="0"/>
                        </a:rPr>
                        <a:t>2</a:t>
                      </a:r>
                      <a:endParaRPr kumimoji="1" lang="ja-JP" altLang="en-US" sz="1600" b="0">
                        <a:latin typeface="Arial Narrow" pitchFamily="34" charset="0"/>
                        <a:ea typeface="Meiryo UI" pitchFamily="50" charset="-128"/>
                        <a:cs typeface="Arial" pitchFamily="34" charset="0"/>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2A7"/>
                    </a:solidFill>
                  </a:tcPr>
                </a:tc>
                <a:tc>
                  <a:txBody>
                    <a:bodyPr/>
                    <a:lstStyle/>
                    <a:p>
                      <a:pPr algn="ctr"/>
                      <a:r>
                        <a:rPr kumimoji="1" lang="en-US" altLang="ja-JP" sz="1600" b="0">
                          <a:latin typeface="Arial Narrow" pitchFamily="34" charset="0"/>
                          <a:ea typeface="Meiryo UI" pitchFamily="50" charset="-128"/>
                          <a:cs typeface="Arial" pitchFamily="34" charset="0"/>
                        </a:rPr>
                        <a:t>1</a:t>
                      </a:r>
                      <a:endParaRPr kumimoji="1" lang="ja-JP" altLang="en-US" sz="1600" b="0">
                        <a:latin typeface="Arial Narrow" pitchFamily="34" charset="0"/>
                        <a:ea typeface="Meiryo UI" pitchFamily="50" charset="-128"/>
                        <a:cs typeface="Arial" pitchFamily="34" charset="0"/>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2A7"/>
                    </a:solidFill>
                  </a:tcPr>
                </a:tc>
                <a:tc>
                  <a:txBody>
                    <a:bodyPr/>
                    <a:lstStyle/>
                    <a:p>
                      <a:pPr algn="ctr"/>
                      <a:endParaRPr kumimoji="1" lang="ja-JP" altLang="en-US" sz="1200" b="0">
                        <a:latin typeface="Arial Narrow" pitchFamily="34" charset="0"/>
                        <a:ea typeface="Meiryo UI" pitchFamily="50" charset="-128"/>
                        <a:cs typeface="Arial" pitchFamily="34" charset="0"/>
                      </a:endParaRPr>
                    </a:p>
                  </a:txBody>
                  <a:tcPr>
                    <a:lnL w="12700" cap="flat" cmpd="sng" algn="ctr">
                      <a:solidFill>
                        <a:schemeClr val="bg1">
                          <a:lumMod val="65000"/>
                        </a:schemeClr>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2A7"/>
                    </a:solidFill>
                  </a:tcPr>
                </a:tc>
                <a:extLst>
                  <a:ext uri="{0D108BD9-81ED-4DB2-BD59-A6C34878D82A}">
                    <a16:rowId xmlns:a16="http://schemas.microsoft.com/office/drawing/2014/main" val="10001"/>
                  </a:ext>
                </a:extLst>
              </a:tr>
              <a:tr h="3888432">
                <a:tc>
                  <a:txBody>
                    <a:bodyPr/>
                    <a:lstStyle/>
                    <a:p>
                      <a:endParaRPr kumimoji="1" lang="ja-JP" altLang="en-US" sz="1400">
                        <a:latin typeface="Meiryo UI" panose="020B0604030504040204" pitchFamily="50" charset="-128"/>
                        <a:ea typeface="Meiryo UI" pitchFamily="50" charset="-128"/>
                        <a:cs typeface="Arial" pitchFamily="34" charset="0"/>
                      </a:endParaRPr>
                    </a:p>
                  </a:txBody>
                  <a:tcPr>
                    <a:lnL w="28575" cap="flat" cmpd="sng" algn="ctr">
                      <a:solidFill>
                        <a:schemeClr val="tx1"/>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endParaRPr kumimoji="1" lang="ja-JP" altLang="en-US" sz="1400">
                        <a:latin typeface="Meiryo UI" panose="020B0604030504040204" pitchFamily="50" charset="-128"/>
                        <a:ea typeface="Meiryo UI" pitchFamily="50" charset="-128"/>
                        <a:cs typeface="Arial" pitchFamily="34"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endParaRPr kumimoji="1" lang="ja-JP" altLang="en-US" sz="1400">
                        <a:latin typeface="Meiryo UI" panose="020B0604030504040204" pitchFamily="50" charset="-128"/>
                        <a:ea typeface="Meiryo UI" pitchFamily="50" charset="-128"/>
                        <a:cs typeface="Arial"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endParaRPr kumimoji="1" lang="ja-JP" altLang="en-US" sz="1400">
                        <a:latin typeface="Meiryo UI" panose="020B0604030504040204" pitchFamily="50" charset="-128"/>
                        <a:ea typeface="Meiryo UI" pitchFamily="50" charset="-128"/>
                        <a:cs typeface="Arial" pitchFamily="34"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endParaRPr kumimoji="1" lang="ja-JP" altLang="en-US" sz="1400">
                        <a:latin typeface="Meiryo UI" panose="020B0604030504040204" pitchFamily="50" charset="-128"/>
                        <a:ea typeface="Meiryo UI" pitchFamily="50" charset="-128"/>
                        <a:cs typeface="Arial" pitchFamily="34"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endParaRPr kumimoji="1" lang="ja-JP" altLang="en-US" sz="1400">
                        <a:latin typeface="Meiryo UI" panose="020B0604030504040204" pitchFamily="50" charset="-128"/>
                        <a:ea typeface="Meiryo UI" pitchFamily="50" charset="-128"/>
                        <a:cs typeface="Arial" pitchFamily="34"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endParaRPr kumimoji="1" lang="ja-JP" altLang="en-US" sz="1400">
                        <a:latin typeface="Meiryo UI" panose="020B0604030504040204" pitchFamily="50" charset="-128"/>
                        <a:ea typeface="Meiryo UI" pitchFamily="50" charset="-128"/>
                        <a:cs typeface="Arial" pitchFamily="34"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endParaRPr kumimoji="1" lang="ja-JP" altLang="en-US" sz="1400">
                        <a:latin typeface="Meiryo UI" panose="020B0604030504040204" pitchFamily="50" charset="-128"/>
                        <a:ea typeface="Meiryo UI" pitchFamily="50" charset="-128"/>
                        <a:cs typeface="Arial"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endParaRPr kumimoji="1" lang="ja-JP" altLang="en-US" sz="1400">
                        <a:latin typeface="Meiryo UI" panose="020B0604030504040204" pitchFamily="50" charset="-128"/>
                        <a:ea typeface="Meiryo UI" pitchFamily="50" charset="-128"/>
                        <a:cs typeface="Arial" pitchFamily="34"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endParaRPr kumimoji="1" lang="ja-JP" altLang="en-US" sz="1400">
                        <a:latin typeface="Meiryo UI" panose="020B0604030504040204" pitchFamily="50" charset="-128"/>
                        <a:ea typeface="Meiryo UI" pitchFamily="50" charset="-128"/>
                        <a:cs typeface="Arial" pitchFamily="34"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endParaRPr kumimoji="1" lang="ja-JP" altLang="en-US" sz="1400">
                        <a:latin typeface="Meiryo UI" panose="020B0604030504040204" pitchFamily="50" charset="-128"/>
                        <a:ea typeface="Meiryo UI" pitchFamily="50" charset="-128"/>
                        <a:cs typeface="Arial" pitchFamily="34"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endParaRPr kumimoji="1" lang="ja-JP" altLang="en-US" sz="1400">
                        <a:latin typeface="Meiryo UI" panose="020B0604030504040204" pitchFamily="50" charset="-128"/>
                        <a:ea typeface="Meiryo UI" pitchFamily="50" charset="-128"/>
                        <a:cs typeface="Arial" pitchFamily="34"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endParaRPr kumimoji="1" lang="ja-JP" altLang="en-US" sz="1400">
                        <a:latin typeface="Meiryo UI" panose="020B0604030504040204" pitchFamily="50" charset="-128"/>
                        <a:ea typeface="Meiryo UI" pitchFamily="50" charset="-128"/>
                        <a:cs typeface="Arial"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endParaRPr kumimoji="1" lang="ja-JP" altLang="en-US" sz="1400">
                        <a:latin typeface="Meiryo UI" panose="020B0604030504040204" pitchFamily="50" charset="-128"/>
                        <a:ea typeface="Meiryo UI" pitchFamily="50" charset="-128"/>
                        <a:cs typeface="Arial" pitchFamily="34"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endParaRPr kumimoji="1" lang="ja-JP" altLang="en-US" sz="1400">
                        <a:latin typeface="Meiryo UI" panose="020B0604030504040204" pitchFamily="50" charset="-128"/>
                        <a:ea typeface="Meiryo UI" pitchFamily="50" charset="-128"/>
                        <a:cs typeface="Arial" pitchFamily="34"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endParaRPr kumimoji="1" lang="ja-JP" altLang="en-US" sz="1400">
                        <a:latin typeface="Meiryo UI" panose="020B0604030504040204" pitchFamily="50" charset="-128"/>
                        <a:ea typeface="Meiryo UI" pitchFamily="50" charset="-128"/>
                        <a:cs typeface="Arial" pitchFamily="34"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endParaRPr kumimoji="1" lang="ja-JP" altLang="en-US" sz="1400">
                        <a:latin typeface="Meiryo UI" panose="020B0604030504040204" pitchFamily="50" charset="-128"/>
                        <a:ea typeface="Meiryo UI" pitchFamily="50" charset="-128"/>
                        <a:cs typeface="Arial" pitchFamily="34"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endParaRPr kumimoji="1" lang="ja-JP" altLang="en-US" sz="1400">
                        <a:latin typeface="Meiryo UI" panose="020B0604030504040204" pitchFamily="50" charset="-128"/>
                        <a:ea typeface="Meiryo UI" pitchFamily="50" charset="-128"/>
                        <a:cs typeface="Arial"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endParaRPr kumimoji="1" lang="ja-JP" altLang="en-US" sz="1400">
                        <a:latin typeface="Meiryo UI" panose="020B0604030504040204" pitchFamily="50" charset="-128"/>
                        <a:ea typeface="Meiryo UI" pitchFamily="50" charset="-128"/>
                        <a:cs typeface="Arial" pitchFamily="34"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endParaRPr kumimoji="1" lang="ja-JP" altLang="en-US" sz="1400">
                        <a:latin typeface="Meiryo UI" panose="020B0604030504040204" pitchFamily="50" charset="-128"/>
                        <a:ea typeface="Meiryo UI" pitchFamily="50" charset="-128"/>
                        <a:cs typeface="Arial" pitchFamily="34"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endParaRPr kumimoji="1" lang="ja-JP" altLang="en-US" sz="1400">
                        <a:latin typeface="Meiryo UI" panose="020B0604030504040204" pitchFamily="50" charset="-128"/>
                        <a:ea typeface="Meiryo UI" pitchFamily="50" charset="-128"/>
                        <a:cs typeface="Arial" pitchFamily="34"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endParaRPr kumimoji="1" lang="ja-JP" altLang="en-US" sz="1400">
                        <a:latin typeface="Meiryo UI" panose="020B0604030504040204" pitchFamily="50" charset="-128"/>
                        <a:ea typeface="Meiryo UI" pitchFamily="50" charset="-128"/>
                        <a:cs typeface="Arial" pitchFamily="34" charset="0"/>
                      </a:endParaRPr>
                    </a:p>
                  </a:txBody>
                  <a:tcPr>
                    <a:lnL w="12700" cap="flat" cmpd="sng" algn="ctr">
                      <a:solidFill>
                        <a:schemeClr val="bg1">
                          <a:lumMod val="65000"/>
                        </a:schemeClr>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sp>
        <p:nvSpPr>
          <p:cNvPr id="11" name="星 5 10"/>
          <p:cNvSpPr>
            <a:spLocks noChangeAspect="1"/>
          </p:cNvSpPr>
          <p:nvPr/>
        </p:nvSpPr>
        <p:spPr bwMode="auto">
          <a:xfrm>
            <a:off x="8620490" y="2384109"/>
            <a:ext cx="411886" cy="411886"/>
          </a:xfrm>
          <a:prstGeom prst="star5">
            <a:avLst/>
          </a:prstGeom>
          <a:solidFill>
            <a:srgbClr val="0000F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ja-JP" altLang="en-US">
              <a:solidFill>
                <a:srgbClr val="000000"/>
              </a:solidFill>
              <a:latin typeface="Meiryo UI" panose="020B0604030504040204" pitchFamily="50" charset="-128"/>
              <a:ea typeface="Meiryo UI" panose="020B0604030504040204" pitchFamily="50" charset="-128"/>
              <a:cs typeface="Arial" pitchFamily="34" charset="0"/>
            </a:endParaRPr>
          </a:p>
        </p:txBody>
      </p:sp>
      <p:sp>
        <p:nvSpPr>
          <p:cNvPr id="12" name="テキスト ボックス 11"/>
          <p:cNvSpPr txBox="1"/>
          <p:nvPr/>
        </p:nvSpPr>
        <p:spPr>
          <a:xfrm>
            <a:off x="8360715" y="2781742"/>
            <a:ext cx="826753" cy="369332"/>
          </a:xfrm>
          <a:prstGeom prst="rect">
            <a:avLst/>
          </a:prstGeom>
          <a:noFill/>
        </p:spPr>
        <p:txBody>
          <a:bodyPr wrap="square" rtlCol="0">
            <a:spAutoFit/>
          </a:bodyPr>
          <a:lstStyle/>
          <a:p>
            <a:r>
              <a:rPr lang="en-US" altLang="ja-JP" sz="1800" b="1">
                <a:solidFill>
                  <a:srgbClr val="0000FF"/>
                </a:solidFill>
                <a:latin typeface="Meiryo UI" panose="020B0604030504040204" pitchFamily="50" charset="-128"/>
                <a:ea typeface="Meiryo UI" pitchFamily="50" charset="-128"/>
                <a:cs typeface="Arial" pitchFamily="34" charset="0"/>
              </a:rPr>
              <a:t>T/E</a:t>
            </a:r>
            <a:endParaRPr lang="ja-JP" altLang="en-US" sz="1800" b="1">
              <a:solidFill>
                <a:srgbClr val="0000FF"/>
              </a:solidFill>
              <a:latin typeface="Meiryo UI" panose="020B0604030504040204" pitchFamily="50" charset="-128"/>
              <a:ea typeface="Meiryo UI" pitchFamily="50" charset="-128"/>
              <a:cs typeface="Arial" pitchFamily="34" charset="0"/>
            </a:endParaRPr>
          </a:p>
        </p:txBody>
      </p:sp>
      <p:cxnSp>
        <p:nvCxnSpPr>
          <p:cNvPr id="13" name="直線矢印コネクタ 12"/>
          <p:cNvCxnSpPr/>
          <p:nvPr/>
        </p:nvCxnSpPr>
        <p:spPr bwMode="auto">
          <a:xfrm>
            <a:off x="5120640" y="3029448"/>
            <a:ext cx="3377135" cy="0"/>
          </a:xfrm>
          <a:prstGeom prst="straightConnector1">
            <a:avLst/>
          </a:prstGeom>
          <a:solidFill>
            <a:schemeClr val="accent1"/>
          </a:solidFill>
          <a:ln w="9525"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 name="テキスト ボックス 13"/>
          <p:cNvSpPr txBox="1"/>
          <p:nvPr/>
        </p:nvSpPr>
        <p:spPr>
          <a:xfrm>
            <a:off x="5890853" y="2531423"/>
            <a:ext cx="1836708" cy="523220"/>
          </a:xfrm>
          <a:prstGeom prst="rect">
            <a:avLst/>
          </a:prstGeom>
          <a:noFill/>
        </p:spPr>
        <p:txBody>
          <a:bodyPr wrap="square" rtlCol="0">
            <a:spAutoFit/>
          </a:bodyPr>
          <a:lstStyle/>
          <a:p>
            <a:r>
              <a:rPr lang="en-US" altLang="ja-JP" sz="1400">
                <a:solidFill>
                  <a:srgbClr val="000000"/>
                </a:solidFill>
                <a:latin typeface="Meiryo UI" panose="020B0604030504040204" pitchFamily="50" charset="-128"/>
                <a:ea typeface="Meiryo UI" pitchFamily="50" charset="-128"/>
                <a:cs typeface="Arial" pitchFamily="34" charset="0"/>
              </a:rPr>
              <a:t>Final preparation</a:t>
            </a:r>
          </a:p>
          <a:p>
            <a:r>
              <a:rPr lang="en-US" altLang="ja-JP" sz="1400">
                <a:solidFill>
                  <a:srgbClr val="000000"/>
                </a:solidFill>
                <a:latin typeface="Meiryo UI" panose="020B0604030504040204" pitchFamily="50" charset="-128"/>
                <a:ea typeface="Meiryo UI" pitchFamily="50" charset="-128"/>
                <a:cs typeface="Arial" pitchFamily="34" charset="0"/>
              </a:rPr>
              <a:t>By vehicle team</a:t>
            </a:r>
            <a:endParaRPr lang="ja-JP" altLang="en-US" sz="1400">
              <a:solidFill>
                <a:srgbClr val="000000"/>
              </a:solidFill>
              <a:latin typeface="Meiryo UI" panose="020B0604030504040204" pitchFamily="50" charset="-128"/>
              <a:ea typeface="Meiryo UI" pitchFamily="50" charset="-128"/>
              <a:cs typeface="Arial" pitchFamily="34" charset="0"/>
            </a:endParaRPr>
          </a:p>
        </p:txBody>
      </p:sp>
      <p:cxnSp>
        <p:nvCxnSpPr>
          <p:cNvPr id="15" name="直線矢印コネクタ 14"/>
          <p:cNvCxnSpPr/>
          <p:nvPr/>
        </p:nvCxnSpPr>
        <p:spPr bwMode="auto">
          <a:xfrm>
            <a:off x="2882755" y="3732628"/>
            <a:ext cx="1549511" cy="0"/>
          </a:xfrm>
          <a:prstGeom prst="straightConnector1">
            <a:avLst/>
          </a:prstGeom>
          <a:solidFill>
            <a:schemeClr val="accent1"/>
          </a:solidFill>
          <a:ln w="9525"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 name="テキスト ボックス 15"/>
          <p:cNvSpPr txBox="1"/>
          <p:nvPr/>
        </p:nvSpPr>
        <p:spPr>
          <a:xfrm>
            <a:off x="2759593" y="3205650"/>
            <a:ext cx="1836708" cy="523220"/>
          </a:xfrm>
          <a:prstGeom prst="rect">
            <a:avLst/>
          </a:prstGeom>
          <a:noFill/>
        </p:spPr>
        <p:txBody>
          <a:bodyPr wrap="square" rtlCol="0">
            <a:spAutoFit/>
          </a:bodyPr>
          <a:lstStyle/>
          <a:p>
            <a:r>
              <a:rPr lang="en-US" altLang="ja-JP" sz="1400">
                <a:solidFill>
                  <a:srgbClr val="000000"/>
                </a:solidFill>
                <a:latin typeface="Meiryo UI" panose="020B0604030504040204" pitchFamily="50" charset="-128"/>
                <a:ea typeface="Meiryo UI" pitchFamily="50" charset="-128"/>
                <a:cs typeface="Arial" pitchFamily="34" charset="0"/>
              </a:rPr>
              <a:t>Preparation by engine department</a:t>
            </a:r>
            <a:endParaRPr lang="ja-JP" altLang="en-US" sz="1400">
              <a:solidFill>
                <a:srgbClr val="000000"/>
              </a:solidFill>
              <a:latin typeface="Meiryo UI" panose="020B0604030504040204" pitchFamily="50" charset="-128"/>
              <a:ea typeface="Meiryo UI" pitchFamily="50" charset="-128"/>
              <a:cs typeface="Arial" pitchFamily="34" charset="0"/>
            </a:endParaRPr>
          </a:p>
        </p:txBody>
      </p:sp>
      <p:sp>
        <p:nvSpPr>
          <p:cNvPr id="17" name="星 5 16"/>
          <p:cNvSpPr>
            <a:spLocks noChangeAspect="1"/>
          </p:cNvSpPr>
          <p:nvPr/>
        </p:nvSpPr>
        <p:spPr bwMode="auto">
          <a:xfrm>
            <a:off x="4639713" y="3248008"/>
            <a:ext cx="259229" cy="259229"/>
          </a:xfrm>
          <a:prstGeom prst="star5">
            <a:avLst/>
          </a:prstGeom>
          <a:solidFill>
            <a:srgbClr val="FFFF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ja-JP" altLang="en-US">
              <a:solidFill>
                <a:srgbClr val="000000"/>
              </a:solidFill>
              <a:latin typeface="Meiryo UI" panose="020B0604030504040204" pitchFamily="50" charset="-128"/>
              <a:ea typeface="Meiryo UI" panose="020B0604030504040204" pitchFamily="50" charset="-128"/>
              <a:cs typeface="Arial" pitchFamily="34" charset="0"/>
            </a:endParaRPr>
          </a:p>
        </p:txBody>
      </p:sp>
      <p:sp>
        <p:nvSpPr>
          <p:cNvPr id="18" name="テキスト ボックス 17"/>
          <p:cNvSpPr txBox="1"/>
          <p:nvPr/>
        </p:nvSpPr>
        <p:spPr>
          <a:xfrm>
            <a:off x="4772550" y="3097928"/>
            <a:ext cx="1584177" cy="738664"/>
          </a:xfrm>
          <a:prstGeom prst="rect">
            <a:avLst/>
          </a:prstGeom>
          <a:noFill/>
        </p:spPr>
        <p:txBody>
          <a:bodyPr wrap="square" rtlCol="0">
            <a:spAutoFit/>
          </a:bodyPr>
          <a:lstStyle/>
          <a:p>
            <a:r>
              <a:rPr lang="en-US" altLang="ja-JP" sz="1400" b="1">
                <a:solidFill>
                  <a:srgbClr val="000000"/>
                </a:solidFill>
                <a:latin typeface="Meiryo UI" panose="020B0604030504040204" pitchFamily="50" charset="-128"/>
                <a:ea typeface="Meiryo UI" pitchFamily="50" charset="-128"/>
                <a:cs typeface="Arial" pitchFamily="34" charset="0"/>
              </a:rPr>
              <a:t>Honda</a:t>
            </a:r>
          </a:p>
          <a:p>
            <a:r>
              <a:rPr lang="en-US" altLang="ja-JP" sz="1400" b="1">
                <a:solidFill>
                  <a:srgbClr val="000000"/>
                </a:solidFill>
                <a:latin typeface="Meiryo UI" panose="020B0604030504040204" pitchFamily="50" charset="-128"/>
                <a:ea typeface="Meiryo UI" pitchFamily="50" charset="-128"/>
                <a:cs typeface="Arial" pitchFamily="34" charset="0"/>
              </a:rPr>
              <a:t>Department</a:t>
            </a:r>
          </a:p>
          <a:p>
            <a:r>
              <a:rPr lang="en-US" altLang="ja-JP" sz="1400" b="1">
                <a:solidFill>
                  <a:srgbClr val="000000"/>
                </a:solidFill>
                <a:latin typeface="Meiryo UI" panose="020B0604030504040204" pitchFamily="50" charset="-128"/>
                <a:ea typeface="Meiryo UI" pitchFamily="50" charset="-128"/>
                <a:cs typeface="Arial" pitchFamily="34" charset="0"/>
              </a:rPr>
              <a:t>evaluation</a:t>
            </a:r>
          </a:p>
        </p:txBody>
      </p:sp>
      <p:cxnSp>
        <p:nvCxnSpPr>
          <p:cNvPr id="19" name="直線矢印コネクタ 18"/>
          <p:cNvCxnSpPr/>
          <p:nvPr/>
        </p:nvCxnSpPr>
        <p:spPr bwMode="auto">
          <a:xfrm>
            <a:off x="977578" y="4384625"/>
            <a:ext cx="1700022" cy="0"/>
          </a:xfrm>
          <a:prstGeom prst="straightConnector1">
            <a:avLst/>
          </a:prstGeom>
          <a:solidFill>
            <a:schemeClr val="accent1"/>
          </a:solidFill>
          <a:ln w="9525"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0" name="テキスト ボックス 19"/>
          <p:cNvSpPr txBox="1"/>
          <p:nvPr/>
        </p:nvSpPr>
        <p:spPr>
          <a:xfrm>
            <a:off x="1034272" y="3881064"/>
            <a:ext cx="1836708" cy="523220"/>
          </a:xfrm>
          <a:prstGeom prst="rect">
            <a:avLst/>
          </a:prstGeom>
          <a:noFill/>
        </p:spPr>
        <p:txBody>
          <a:bodyPr wrap="square" rtlCol="0">
            <a:spAutoFit/>
          </a:bodyPr>
          <a:lstStyle/>
          <a:p>
            <a:r>
              <a:rPr lang="en-US" altLang="ja-JP" sz="1400">
                <a:solidFill>
                  <a:srgbClr val="000000"/>
                </a:solidFill>
                <a:latin typeface="Meiryo UI" panose="020B0604030504040204" pitchFamily="50" charset="-128"/>
                <a:ea typeface="Meiryo UI" pitchFamily="50" charset="-128"/>
                <a:cs typeface="Arial" pitchFamily="34" charset="0"/>
              </a:rPr>
              <a:t>Q&amp;A and EMS sheet update</a:t>
            </a:r>
            <a:endParaRPr lang="ja-JP" altLang="en-US" sz="1400">
              <a:solidFill>
                <a:srgbClr val="000000"/>
              </a:solidFill>
              <a:latin typeface="Meiryo UI" panose="020B0604030504040204" pitchFamily="50" charset="-128"/>
              <a:ea typeface="Meiryo UI" pitchFamily="50" charset="-128"/>
              <a:cs typeface="Arial" pitchFamily="34" charset="0"/>
            </a:endParaRPr>
          </a:p>
        </p:txBody>
      </p:sp>
      <p:sp>
        <p:nvSpPr>
          <p:cNvPr id="21" name="星 5 20"/>
          <p:cNvSpPr>
            <a:spLocks noChangeAspect="1"/>
          </p:cNvSpPr>
          <p:nvPr/>
        </p:nvSpPr>
        <p:spPr bwMode="auto">
          <a:xfrm>
            <a:off x="2633416" y="3952107"/>
            <a:ext cx="259229" cy="259229"/>
          </a:xfrm>
          <a:prstGeom prst="star5">
            <a:avLst/>
          </a:prstGeom>
          <a:solidFill>
            <a:srgbClr val="FFFF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ja-JP" altLang="en-US">
              <a:solidFill>
                <a:srgbClr val="000000"/>
              </a:solidFill>
              <a:latin typeface="Meiryo UI" panose="020B0604030504040204" pitchFamily="50" charset="-128"/>
              <a:ea typeface="Meiryo UI" panose="020B0604030504040204" pitchFamily="50" charset="-128"/>
              <a:cs typeface="Arial" pitchFamily="34" charset="0"/>
            </a:endParaRPr>
          </a:p>
        </p:txBody>
      </p:sp>
      <p:sp>
        <p:nvSpPr>
          <p:cNvPr id="22" name="テキスト ボックス 21"/>
          <p:cNvSpPr txBox="1"/>
          <p:nvPr/>
        </p:nvSpPr>
        <p:spPr>
          <a:xfrm>
            <a:off x="2680432" y="3933164"/>
            <a:ext cx="1584177" cy="523220"/>
          </a:xfrm>
          <a:prstGeom prst="rect">
            <a:avLst/>
          </a:prstGeom>
          <a:noFill/>
        </p:spPr>
        <p:txBody>
          <a:bodyPr wrap="square" rtlCol="0">
            <a:spAutoFit/>
          </a:bodyPr>
          <a:lstStyle/>
          <a:p>
            <a:r>
              <a:rPr lang="en-US" altLang="ja-JP" sz="1400" b="1">
                <a:solidFill>
                  <a:srgbClr val="000000"/>
                </a:solidFill>
                <a:latin typeface="Meiryo UI" panose="020B0604030504040204" pitchFamily="50" charset="-128"/>
                <a:ea typeface="Meiryo UI" pitchFamily="50" charset="-128"/>
                <a:cs typeface="Arial" pitchFamily="34" charset="0"/>
              </a:rPr>
              <a:t>EMS sheet </a:t>
            </a:r>
          </a:p>
          <a:p>
            <a:r>
              <a:rPr lang="en-US" altLang="ja-JP" sz="1400" b="1">
                <a:solidFill>
                  <a:srgbClr val="000000"/>
                </a:solidFill>
                <a:latin typeface="Meiryo UI" panose="020B0604030504040204" pitchFamily="50" charset="-128"/>
                <a:ea typeface="Meiryo UI" pitchFamily="50" charset="-128"/>
                <a:cs typeface="Arial" pitchFamily="34" charset="0"/>
              </a:rPr>
              <a:t>completion</a:t>
            </a:r>
            <a:endParaRPr lang="ja-JP" altLang="en-US" sz="1400" b="1">
              <a:solidFill>
                <a:srgbClr val="000000"/>
              </a:solidFill>
              <a:latin typeface="Meiryo UI" panose="020B0604030504040204" pitchFamily="50" charset="-128"/>
              <a:ea typeface="Meiryo UI" pitchFamily="50" charset="-128"/>
              <a:cs typeface="Arial" pitchFamily="34" charset="0"/>
            </a:endParaRPr>
          </a:p>
        </p:txBody>
      </p:sp>
      <p:sp>
        <p:nvSpPr>
          <p:cNvPr id="23" name="星 5 22"/>
          <p:cNvSpPr>
            <a:spLocks noChangeAspect="1"/>
          </p:cNvSpPr>
          <p:nvPr/>
        </p:nvSpPr>
        <p:spPr bwMode="auto">
          <a:xfrm>
            <a:off x="592350" y="4821575"/>
            <a:ext cx="259229" cy="259229"/>
          </a:xfrm>
          <a:prstGeom prst="star5">
            <a:avLst/>
          </a:prstGeom>
          <a:solidFill>
            <a:srgbClr val="FFFF00"/>
          </a:solid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ja-JP" altLang="en-US">
              <a:solidFill>
                <a:srgbClr val="000000"/>
              </a:solidFill>
              <a:latin typeface="Meiryo UI" panose="020B0604030504040204" pitchFamily="50" charset="-128"/>
              <a:ea typeface="Meiryo UI" panose="020B0604030504040204" pitchFamily="50" charset="-128"/>
              <a:cs typeface="Arial" pitchFamily="34" charset="0"/>
            </a:endParaRPr>
          </a:p>
        </p:txBody>
      </p:sp>
      <p:sp>
        <p:nvSpPr>
          <p:cNvPr id="24" name="テキスト ボックス 23"/>
          <p:cNvSpPr txBox="1"/>
          <p:nvPr/>
        </p:nvSpPr>
        <p:spPr>
          <a:xfrm>
            <a:off x="761882" y="4986446"/>
            <a:ext cx="2464869" cy="523220"/>
          </a:xfrm>
          <a:prstGeom prst="rect">
            <a:avLst/>
          </a:prstGeom>
          <a:noFill/>
        </p:spPr>
        <p:txBody>
          <a:bodyPr wrap="square" rtlCol="0">
            <a:spAutoFit/>
          </a:bodyPr>
          <a:lstStyle/>
          <a:p>
            <a:r>
              <a:rPr lang="en-US" altLang="ja-JP" sz="1400" b="1">
                <a:solidFill>
                  <a:srgbClr val="000000"/>
                </a:solidFill>
                <a:latin typeface="Meiryo UI" panose="020B0604030504040204" pitchFamily="50" charset="-128"/>
                <a:ea typeface="Meiryo UI" pitchFamily="50" charset="-128"/>
                <a:cs typeface="Arial" pitchFamily="34" charset="0"/>
              </a:rPr>
              <a:t>EMS sheet Submission</a:t>
            </a:r>
          </a:p>
          <a:p>
            <a:r>
              <a:rPr lang="en-US" altLang="ja-JP" sz="1400" b="1">
                <a:solidFill>
                  <a:srgbClr val="000000"/>
                </a:solidFill>
                <a:latin typeface="Meiryo UI" panose="020B0604030504040204" pitchFamily="50" charset="-128"/>
                <a:ea typeface="Meiryo UI" pitchFamily="50" charset="-128"/>
                <a:cs typeface="Arial" pitchFamily="34" charset="0"/>
              </a:rPr>
              <a:t>And explanation</a:t>
            </a:r>
            <a:endParaRPr lang="ja-JP" altLang="en-US" sz="1400" b="1">
              <a:solidFill>
                <a:srgbClr val="000000"/>
              </a:solidFill>
              <a:latin typeface="Meiryo UI" panose="020B0604030504040204" pitchFamily="50" charset="-128"/>
              <a:ea typeface="Meiryo UI" pitchFamily="50" charset="-128"/>
              <a:cs typeface="Arial" pitchFamily="34" charset="0"/>
            </a:endParaRPr>
          </a:p>
        </p:txBody>
      </p:sp>
      <p:cxnSp>
        <p:nvCxnSpPr>
          <p:cNvPr id="25" name="直線矢印コネクタ 24"/>
          <p:cNvCxnSpPr/>
          <p:nvPr/>
        </p:nvCxnSpPr>
        <p:spPr bwMode="auto">
          <a:xfrm>
            <a:off x="107504" y="6019353"/>
            <a:ext cx="730449" cy="0"/>
          </a:xfrm>
          <a:prstGeom prst="straightConnector1">
            <a:avLst/>
          </a:prstGeom>
          <a:solidFill>
            <a:schemeClr val="accent1"/>
          </a:solidFill>
          <a:ln w="9525"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6" name="テキスト ボックス 25"/>
          <p:cNvSpPr txBox="1"/>
          <p:nvPr/>
        </p:nvSpPr>
        <p:spPr>
          <a:xfrm>
            <a:off x="119833" y="5512815"/>
            <a:ext cx="2772812" cy="523220"/>
          </a:xfrm>
          <a:prstGeom prst="rect">
            <a:avLst/>
          </a:prstGeom>
          <a:noFill/>
        </p:spPr>
        <p:txBody>
          <a:bodyPr wrap="square" rtlCol="0">
            <a:spAutoFit/>
          </a:bodyPr>
          <a:lstStyle/>
          <a:p>
            <a:pPr algn="l"/>
            <a:r>
              <a:rPr lang="en-US" altLang="ja-JP" sz="1400" dirty="0">
                <a:solidFill>
                  <a:srgbClr val="000000"/>
                </a:solidFill>
                <a:latin typeface="Meiryo UI" panose="020B0604030504040204" pitchFamily="50" charset="-128"/>
                <a:ea typeface="Meiryo UI" pitchFamily="50" charset="-128"/>
                <a:cs typeface="Arial" pitchFamily="34" charset="0"/>
              </a:rPr>
              <a:t>EMS sheet testing and</a:t>
            </a:r>
          </a:p>
          <a:p>
            <a:pPr algn="l"/>
            <a:r>
              <a:rPr lang="en-US" altLang="ja-JP" sz="1400" dirty="0">
                <a:solidFill>
                  <a:srgbClr val="000000"/>
                </a:solidFill>
                <a:latin typeface="Meiryo UI" panose="020B0604030504040204" pitchFamily="50" charset="-128"/>
                <a:ea typeface="Meiryo UI" pitchFamily="50" charset="-128"/>
                <a:cs typeface="Arial" pitchFamily="34" charset="0"/>
              </a:rPr>
              <a:t>documentation  by</a:t>
            </a:r>
            <a:r>
              <a:rPr lang="ja-JP" altLang="en-US" sz="1400" dirty="0">
                <a:solidFill>
                  <a:srgbClr val="000000"/>
                </a:solidFill>
                <a:latin typeface="Meiryo UI" panose="020B0604030504040204" pitchFamily="50" charset="-128"/>
                <a:ea typeface="Meiryo UI" pitchFamily="50" charset="-128"/>
                <a:cs typeface="Arial" pitchFamily="34" charset="0"/>
              </a:rPr>
              <a:t>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dirty="0">
                <a:solidFill>
                  <a:srgbClr val="000000"/>
                </a:solidFill>
                <a:latin typeface="Meiryo UI" panose="020B0604030504040204" pitchFamily="50" charset="-128"/>
                <a:ea typeface="Meiryo UI" pitchFamily="50" charset="-128"/>
                <a:cs typeface="Arial" pitchFamily="34" charset="0"/>
              </a:rPr>
              <a:t> </a:t>
            </a:r>
            <a:endParaRPr lang="ja-JP" altLang="en-US" sz="1400" dirty="0">
              <a:solidFill>
                <a:srgbClr val="FF0000"/>
              </a:solidFill>
              <a:latin typeface="Meiryo UI" panose="020B0604030504040204" pitchFamily="50" charset="-128"/>
              <a:ea typeface="Meiryo UI" pitchFamily="50" charset="-128"/>
              <a:cs typeface="Arial" pitchFamily="34" charset="0"/>
            </a:endParaRPr>
          </a:p>
        </p:txBody>
      </p:sp>
      <p:sp>
        <p:nvSpPr>
          <p:cNvPr id="27" name="テキスト ボックス 26"/>
          <p:cNvSpPr txBox="1"/>
          <p:nvPr/>
        </p:nvSpPr>
        <p:spPr>
          <a:xfrm>
            <a:off x="314075" y="6256842"/>
            <a:ext cx="7827271" cy="338554"/>
          </a:xfrm>
          <a:prstGeom prst="rect">
            <a:avLst/>
          </a:prstGeom>
          <a:noFill/>
        </p:spPr>
        <p:txBody>
          <a:bodyPr wrap="none" rtlCol="0">
            <a:spAutoFit/>
          </a:bodyPr>
          <a:lstStyle/>
          <a:p>
            <a:pPr algn="l"/>
            <a:r>
              <a:rPr lang="en-US" altLang="ja-JP" sz="1600">
                <a:solidFill>
                  <a:srgbClr val="000000"/>
                </a:solidFill>
                <a:latin typeface="Meiryo UI" panose="020B0604030504040204" pitchFamily="50" charset="-128"/>
                <a:ea typeface="Meiryo UI" pitchFamily="50" charset="-128"/>
                <a:cs typeface="Arial" pitchFamily="34" charset="0"/>
              </a:rPr>
              <a:t>EMS sheet shall be submitted 20 working days before technical evaluation</a:t>
            </a:r>
            <a:endParaRPr lang="ja-JP" altLang="en-US" sz="1600">
              <a:solidFill>
                <a:srgbClr val="000000"/>
              </a:solidFill>
              <a:latin typeface="Meiryo UI" panose="020B0604030504040204" pitchFamily="50" charset="-128"/>
              <a:ea typeface="Meiryo UI" pitchFamily="50" charset="-128"/>
              <a:cs typeface="Arial" pitchFamily="34" charset="0"/>
            </a:endParaRPr>
          </a:p>
        </p:txBody>
      </p:sp>
      <p:sp>
        <p:nvSpPr>
          <p:cNvPr id="28" name="テキスト ボックス 27"/>
          <p:cNvSpPr txBox="1"/>
          <p:nvPr/>
        </p:nvSpPr>
        <p:spPr>
          <a:xfrm>
            <a:off x="472728" y="810096"/>
            <a:ext cx="5921814" cy="523220"/>
          </a:xfrm>
          <a:prstGeom prst="rect">
            <a:avLst/>
          </a:prstGeom>
          <a:noFill/>
        </p:spPr>
        <p:txBody>
          <a:bodyPr wrap="none" rtlCol="0">
            <a:spAutoFit/>
          </a:bodyPr>
          <a:lstStyle/>
          <a:p>
            <a:pPr algn="l"/>
            <a:r>
              <a:rPr lang="en-US" altLang="ja-JP" sz="1400" dirty="0">
                <a:solidFill>
                  <a:srgbClr val="000000"/>
                </a:solidFill>
                <a:latin typeface="Meiryo UI" panose="020B0604030504040204" pitchFamily="50" charset="-128"/>
                <a:ea typeface="Meiryo UI" pitchFamily="50" charset="-128"/>
                <a:cs typeface="Arial" pitchFamily="34" charset="0"/>
              </a:rPr>
              <a:t>Honda </a:t>
            </a:r>
            <a:r>
              <a:rPr lang="en-US" altLang="ja-JP" sz="1400" dirty="0" err="1">
                <a:solidFill>
                  <a:srgbClr val="000000"/>
                </a:solidFill>
                <a:latin typeface="Meiryo UI" panose="020B0604030504040204" pitchFamily="50" charset="-128"/>
                <a:ea typeface="Meiryo UI" pitchFamily="50" charset="-128"/>
                <a:cs typeface="Arial" pitchFamily="34" charset="0"/>
              </a:rPr>
              <a:t>PjM</a:t>
            </a:r>
            <a:r>
              <a:rPr lang="en-US" altLang="ja-JP" sz="1400" dirty="0">
                <a:solidFill>
                  <a:srgbClr val="000000"/>
                </a:solidFill>
                <a:latin typeface="Meiryo UI" panose="020B0604030504040204" pitchFamily="50" charset="-128"/>
                <a:ea typeface="Meiryo UI" pitchFamily="50" charset="-128"/>
                <a:cs typeface="Arial" pitchFamily="34" charset="0"/>
              </a:rPr>
              <a:t> shall inform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solidFill>
                  <a:srgbClr val="0000FF"/>
                </a:solidFill>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of </a:t>
            </a:r>
            <a:r>
              <a:rPr lang="en-US" altLang="ja-JP" sz="1400" dirty="0">
                <a:solidFill>
                  <a:srgbClr val="000000"/>
                </a:solidFill>
                <a:latin typeface="Meiryo UI" panose="020B0604030504040204" pitchFamily="50" charset="-128"/>
                <a:ea typeface="Meiryo UI" pitchFamily="50" charset="-128"/>
                <a:cs typeface="Arial" pitchFamily="34" charset="0"/>
              </a:rPr>
              <a:t> the report due date.</a:t>
            </a:r>
          </a:p>
          <a:p>
            <a:pPr algn="l"/>
            <a:r>
              <a:rPr lang="en-US" altLang="ja-JP" sz="1400" dirty="0">
                <a:solidFill>
                  <a:srgbClr val="000000"/>
                </a:solidFill>
                <a:latin typeface="Meiryo UI" panose="020B0604030504040204" pitchFamily="50" charset="-128"/>
                <a:ea typeface="Meiryo UI" pitchFamily="50" charset="-128"/>
                <a:cs typeface="Arial" pitchFamily="34" charset="0"/>
              </a:rPr>
              <a:t>Honda </a:t>
            </a:r>
            <a:r>
              <a:rPr lang="ja-JP" altLang="en-US" sz="1400" dirty="0">
                <a:solidFill>
                  <a:srgbClr val="000000"/>
                </a:solidFill>
                <a:latin typeface="Meiryo UI" panose="020B0604030504040204" pitchFamily="50" charset="-128"/>
                <a:ea typeface="Meiryo UI" pitchFamily="50" charset="-128"/>
                <a:cs typeface="Arial" pitchFamily="34" charset="0"/>
              </a:rPr>
              <a:t>プロジェクトマネージャーは</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solidFill>
                  <a:srgbClr val="000000"/>
                </a:solidFill>
                <a:latin typeface="Meiryo UI" panose="020B0604030504040204" pitchFamily="50" charset="-128"/>
                <a:ea typeface="Meiryo UI" pitchFamily="50" charset="-128"/>
                <a:cs typeface="Arial" pitchFamily="34" charset="0"/>
              </a:rPr>
              <a:t>にレポート期日について情報展開する</a:t>
            </a:r>
          </a:p>
        </p:txBody>
      </p:sp>
      <p:sp>
        <p:nvSpPr>
          <p:cNvPr id="32" name="テキスト ボックス 31"/>
          <p:cNvSpPr txBox="1"/>
          <p:nvPr/>
        </p:nvSpPr>
        <p:spPr>
          <a:xfrm>
            <a:off x="677995" y="2461765"/>
            <a:ext cx="3549716" cy="523220"/>
          </a:xfrm>
          <a:prstGeom prst="rect">
            <a:avLst/>
          </a:prstGeom>
          <a:solidFill>
            <a:srgbClr val="FF99FF"/>
          </a:solidFill>
        </p:spPr>
        <p:txBody>
          <a:bodyPr wrap="square" rtlCol="0">
            <a:spAutoFit/>
          </a:bodyPr>
          <a:lstStyle/>
          <a:p>
            <a:pPr algn="l"/>
            <a:r>
              <a:rPr kumimoji="1" lang="en-US" altLang="ja-JP" sz="1400" dirty="0">
                <a:latin typeface="メイリオ" panose="020B0604030504040204" pitchFamily="50" charset="-128"/>
                <a:ea typeface="メイリオ" panose="020B0604030504040204" pitchFamily="50" charset="-128"/>
              </a:rPr>
              <a:t>If earlier</a:t>
            </a:r>
            <a:r>
              <a:rPr kumimoji="1" lang="ja-JP" altLang="en-US" sz="1400" dirty="0">
                <a:latin typeface="メイリオ" panose="020B0604030504040204" pitchFamily="50" charset="-128"/>
                <a:ea typeface="メイリオ" panose="020B0604030504040204" pitchFamily="50" charset="-128"/>
              </a:rPr>
              <a:t> </a:t>
            </a:r>
            <a:r>
              <a:rPr kumimoji="1" lang="en-US" altLang="ja-JP" sz="1400" dirty="0">
                <a:latin typeface="メイリオ" panose="020B0604030504040204" pitchFamily="50" charset="-128"/>
                <a:ea typeface="メイリオ" panose="020B0604030504040204" pitchFamily="50" charset="-128"/>
              </a:rPr>
              <a:t>request exist, Honda PIC should request</a:t>
            </a:r>
            <a:r>
              <a:rPr kumimoji="1" lang="ja-JP" altLang="en-US" sz="1400" dirty="0">
                <a:latin typeface="メイリオ" panose="020B0604030504040204" pitchFamily="50" charset="-128"/>
                <a:ea typeface="メイリオ" panose="020B0604030504040204" pitchFamily="50" charset="-128"/>
              </a:rPr>
              <a:t>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dirty="0">
                <a:solidFill>
                  <a:srgbClr val="000000"/>
                </a:solidFill>
                <a:latin typeface="Meiryo UI" panose="020B0604030504040204" pitchFamily="50" charset="-128"/>
                <a:ea typeface="Meiryo UI" pitchFamily="50" charset="-128"/>
                <a:cs typeface="Arial" pitchFamily="34" charset="0"/>
              </a:rPr>
              <a:t> </a:t>
            </a:r>
            <a:r>
              <a:rPr kumimoji="1" lang="en-US" altLang="ja-JP" sz="1400" dirty="0">
                <a:latin typeface="メイリオ" panose="020B0604030504040204" pitchFamily="50" charset="-128"/>
                <a:ea typeface="メイリオ" panose="020B0604030504040204" pitchFamily="50" charset="-128"/>
              </a:rPr>
              <a:t>PIC separately. </a:t>
            </a:r>
            <a:endParaRPr kumimoji="1" lang="ja-JP" altLang="en-US" sz="1400" dirty="0">
              <a:latin typeface="メイリオ" panose="020B0604030504040204" pitchFamily="50" charset="-128"/>
              <a:ea typeface="メイリオ" panose="020B0604030504040204" pitchFamily="50" charset="-128"/>
            </a:endParaRPr>
          </a:p>
        </p:txBody>
      </p:sp>
      <p:sp>
        <p:nvSpPr>
          <p:cNvPr id="2" name="角丸四角形吹き出し 1"/>
          <p:cNvSpPr/>
          <p:nvPr/>
        </p:nvSpPr>
        <p:spPr bwMode="auto">
          <a:xfrm>
            <a:off x="1310125" y="4642840"/>
            <a:ext cx="2646581" cy="340519"/>
          </a:xfrm>
          <a:prstGeom prst="wedgeRoundRectCallout">
            <a:avLst>
              <a:gd name="adj1" fmla="val -64972"/>
              <a:gd name="adj2" fmla="val 23158"/>
              <a:gd name="adj3" fmla="val 16667"/>
            </a:avLst>
          </a:prstGeom>
          <a:solidFill>
            <a:schemeClr val="bg1"/>
          </a:solidFill>
          <a:ln w="9525" cap="flat" cmpd="sng" algn="ctr">
            <a:solidFill>
              <a:srgbClr val="FF0000"/>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rPr>
              <a:t>Honda PjM set the due date</a:t>
            </a:r>
            <a:endParaRPr kumimoji="1" lang="ja-JP" altLang="en-US"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endParaRPr>
          </a:p>
        </p:txBody>
      </p:sp>
      <p:sp>
        <p:nvSpPr>
          <p:cNvPr id="30" name="Text Box 2"/>
          <p:cNvSpPr txBox="1">
            <a:spLocks noChangeArrowheads="1"/>
          </p:cNvSpPr>
          <p:nvPr/>
        </p:nvSpPr>
        <p:spPr bwMode="auto">
          <a:xfrm>
            <a:off x="250829" y="96703"/>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2000">
                <a:solidFill>
                  <a:srgbClr val="FFFFFF"/>
                </a:solidFill>
                <a:latin typeface="Meiryo UI" panose="020B0604030504040204" pitchFamily="50" charset="-128"/>
                <a:ea typeface="Meiryo UI" panose="020B0604030504040204" pitchFamily="50" charset="-128"/>
                <a:cs typeface="Arial" pitchFamily="34" charset="0"/>
              </a:rPr>
              <a:t>18. EMS Sheet (4/6)</a:t>
            </a:r>
            <a:endParaRPr lang="en-US" altLang="ja-JP" sz="1100">
              <a:solidFill>
                <a:srgbClr val="FFFFFF"/>
              </a:solidFill>
              <a:latin typeface="HGPｺﾞｼｯｸE" pitchFamily="50" charset="-128"/>
              <a:ea typeface="HGPｺﾞｼｯｸE" pitchFamily="50" charset="-128"/>
              <a:cs typeface="Arial" pitchFamily="34" charset="0"/>
            </a:endParaRPr>
          </a:p>
        </p:txBody>
      </p:sp>
    </p:spTree>
    <p:extLst>
      <p:ext uri="{BB962C8B-B14F-4D97-AF65-F5344CB8AC3E}">
        <p14:creationId xmlns:p14="http://schemas.microsoft.com/office/powerpoint/2010/main" val="3101415252"/>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818" name="グループ化 3"/>
          <p:cNvGrpSpPr>
            <a:grpSpLocks/>
          </p:cNvGrpSpPr>
          <p:nvPr/>
        </p:nvGrpSpPr>
        <p:grpSpPr bwMode="auto">
          <a:xfrm>
            <a:off x="664434" y="3676615"/>
            <a:ext cx="3882863" cy="3170348"/>
            <a:chOff x="261938" y="2897982"/>
            <a:chExt cx="4165600" cy="3925887"/>
          </a:xfrm>
        </p:grpSpPr>
        <p:pic>
          <p:nvPicPr>
            <p:cNvPr id="34829" name="Picture 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1938" y="2897982"/>
              <a:ext cx="4165600" cy="3925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rgbClr val="007A5C"/>
                    </a:outerShdw>
                  </a:effectLst>
                </a14:hiddenEffects>
              </a:ext>
            </a:extLst>
          </p:spPr>
        </p:pic>
        <p:sp>
          <p:nvSpPr>
            <p:cNvPr id="34830" name="正方形/長方形 2"/>
            <p:cNvSpPr>
              <a:spLocks noChangeArrowheads="1"/>
            </p:cNvSpPr>
            <p:nvPr/>
          </p:nvSpPr>
          <p:spPr bwMode="auto">
            <a:xfrm>
              <a:off x="493735" y="5195069"/>
              <a:ext cx="216024" cy="45719"/>
            </a:xfrm>
            <a:prstGeom prst="rect">
              <a:avLst/>
            </a:prstGeom>
            <a:solidFill>
              <a:schemeClr val="bg1"/>
            </a:solidFill>
            <a:ln w="9525" algn="ctr">
              <a:solidFill>
                <a:schemeClr val="bg1"/>
              </a:solidFill>
              <a:round/>
              <a:headEnd/>
              <a:tailEnd/>
            </a:ln>
          </p:spPr>
          <p:txBody>
            <a:bodyPr/>
            <a:lstStyle/>
            <a:p>
              <a:endParaRPr lang="ja-JP" altLang="en-US">
                <a:solidFill>
                  <a:srgbClr val="000000"/>
                </a:solidFill>
                <a:latin typeface="Meiryo UI" panose="020B0604030504040204" pitchFamily="50" charset="-128"/>
                <a:ea typeface="Meiryo UI" panose="020B0604030504040204" pitchFamily="50" charset="-128"/>
                <a:cs typeface="Arial" pitchFamily="34" charset="0"/>
              </a:endParaRPr>
            </a:p>
          </p:txBody>
        </p:sp>
        <p:sp>
          <p:nvSpPr>
            <p:cNvPr id="34831" name="正方形/長方形 15"/>
            <p:cNvSpPr>
              <a:spLocks noChangeArrowheads="1"/>
            </p:cNvSpPr>
            <p:nvPr/>
          </p:nvSpPr>
          <p:spPr bwMode="auto">
            <a:xfrm>
              <a:off x="505656" y="5838477"/>
              <a:ext cx="216024" cy="45719"/>
            </a:xfrm>
            <a:prstGeom prst="rect">
              <a:avLst/>
            </a:prstGeom>
            <a:solidFill>
              <a:schemeClr val="bg1"/>
            </a:solidFill>
            <a:ln w="9525" algn="ctr">
              <a:solidFill>
                <a:schemeClr val="bg1"/>
              </a:solidFill>
              <a:round/>
              <a:headEnd/>
              <a:tailEnd/>
            </a:ln>
          </p:spPr>
          <p:txBody>
            <a:bodyPr/>
            <a:lstStyle/>
            <a:p>
              <a:endParaRPr lang="ja-JP" altLang="en-US">
                <a:solidFill>
                  <a:srgbClr val="000000"/>
                </a:solidFill>
                <a:latin typeface="Meiryo UI" panose="020B0604030504040204" pitchFamily="50" charset="-128"/>
                <a:ea typeface="Meiryo UI" panose="020B0604030504040204" pitchFamily="50" charset="-128"/>
                <a:cs typeface="Arial" pitchFamily="34" charset="0"/>
              </a:endParaRPr>
            </a:p>
          </p:txBody>
        </p:sp>
        <p:sp>
          <p:nvSpPr>
            <p:cNvPr id="34832" name="正方形/長方形 16"/>
            <p:cNvSpPr>
              <a:spLocks noChangeArrowheads="1"/>
            </p:cNvSpPr>
            <p:nvPr/>
          </p:nvSpPr>
          <p:spPr bwMode="auto">
            <a:xfrm>
              <a:off x="505672" y="6476349"/>
              <a:ext cx="216024" cy="45719"/>
            </a:xfrm>
            <a:prstGeom prst="rect">
              <a:avLst/>
            </a:prstGeom>
            <a:solidFill>
              <a:schemeClr val="bg1"/>
            </a:solidFill>
            <a:ln w="9525" algn="ctr">
              <a:solidFill>
                <a:schemeClr val="bg1"/>
              </a:solidFill>
              <a:round/>
              <a:headEnd/>
              <a:tailEnd/>
            </a:ln>
          </p:spPr>
          <p:txBody>
            <a:bodyPr/>
            <a:lstStyle/>
            <a:p>
              <a:endParaRPr lang="ja-JP" altLang="en-US">
                <a:solidFill>
                  <a:srgbClr val="000000"/>
                </a:solidFill>
                <a:latin typeface="Meiryo UI" panose="020B0604030504040204" pitchFamily="50" charset="-128"/>
                <a:ea typeface="Meiryo UI" panose="020B0604030504040204" pitchFamily="50" charset="-128"/>
                <a:cs typeface="Arial" pitchFamily="34" charset="0"/>
              </a:endParaRPr>
            </a:p>
          </p:txBody>
        </p:sp>
        <p:sp>
          <p:nvSpPr>
            <p:cNvPr id="34833" name="テキスト ボックス 1"/>
            <p:cNvSpPr txBox="1">
              <a:spLocks noChangeArrowheads="1"/>
            </p:cNvSpPr>
            <p:nvPr/>
          </p:nvSpPr>
          <p:spPr bwMode="auto">
            <a:xfrm>
              <a:off x="440103" y="5782011"/>
              <a:ext cx="358048" cy="190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400" dirty="0">
                  <a:solidFill>
                    <a:srgbClr val="000000"/>
                  </a:solidFill>
                  <a:latin typeface="Meiryo UI" panose="020B0604030504040204" pitchFamily="50" charset="-128"/>
                  <a:ea typeface="ＭＳ ゴシック" pitchFamily="49" charset="-128"/>
                  <a:cs typeface="Arial" pitchFamily="34" charset="0"/>
                </a:rPr>
                <a:t>Bosch</a:t>
              </a:r>
              <a:endParaRPr lang="ja-JP" altLang="en-US" sz="400" dirty="0">
                <a:solidFill>
                  <a:srgbClr val="000000"/>
                </a:solidFill>
                <a:latin typeface="Meiryo UI" panose="020B0604030504040204" pitchFamily="50" charset="-128"/>
                <a:ea typeface="ＭＳ ゴシック" pitchFamily="49" charset="-128"/>
                <a:cs typeface="Arial" pitchFamily="34" charset="0"/>
              </a:endParaRPr>
            </a:p>
          </p:txBody>
        </p:sp>
        <p:sp>
          <p:nvSpPr>
            <p:cNvPr id="34834" name="テキスト ボックス 17"/>
            <p:cNvSpPr txBox="1">
              <a:spLocks noChangeArrowheads="1"/>
            </p:cNvSpPr>
            <p:nvPr/>
          </p:nvSpPr>
          <p:spPr bwMode="auto">
            <a:xfrm>
              <a:off x="449642" y="5144720"/>
              <a:ext cx="358048" cy="190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400" dirty="0">
                  <a:solidFill>
                    <a:srgbClr val="000000"/>
                  </a:solidFill>
                  <a:latin typeface="Meiryo UI" panose="020B0604030504040204" pitchFamily="50" charset="-128"/>
                  <a:ea typeface="ＭＳ ゴシック" pitchFamily="49" charset="-128"/>
                  <a:cs typeface="Arial" pitchFamily="34" charset="0"/>
                </a:rPr>
                <a:t>Bosch</a:t>
              </a:r>
              <a:endParaRPr lang="ja-JP" altLang="en-US" sz="400" dirty="0">
                <a:solidFill>
                  <a:srgbClr val="000000"/>
                </a:solidFill>
                <a:latin typeface="Meiryo UI" panose="020B0604030504040204" pitchFamily="50" charset="-128"/>
                <a:ea typeface="ＭＳ ゴシック" pitchFamily="49" charset="-128"/>
                <a:cs typeface="Arial" pitchFamily="34" charset="0"/>
              </a:endParaRPr>
            </a:p>
          </p:txBody>
        </p:sp>
        <p:sp>
          <p:nvSpPr>
            <p:cNvPr id="34835" name="テキスト ボックス 18"/>
            <p:cNvSpPr txBox="1">
              <a:spLocks noChangeArrowheads="1"/>
            </p:cNvSpPr>
            <p:nvPr/>
          </p:nvSpPr>
          <p:spPr bwMode="auto">
            <a:xfrm>
              <a:off x="442517" y="6421239"/>
              <a:ext cx="358048" cy="190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400" dirty="0">
                  <a:solidFill>
                    <a:srgbClr val="000000"/>
                  </a:solidFill>
                  <a:latin typeface="Meiryo UI" panose="020B0604030504040204" pitchFamily="50" charset="-128"/>
                  <a:ea typeface="ＭＳ ゴシック" pitchFamily="49" charset="-128"/>
                  <a:cs typeface="Arial" pitchFamily="34" charset="0"/>
                </a:rPr>
                <a:t>Bosch</a:t>
              </a:r>
              <a:endParaRPr lang="ja-JP" altLang="en-US" sz="400" dirty="0">
                <a:solidFill>
                  <a:srgbClr val="000000"/>
                </a:solidFill>
                <a:latin typeface="Meiryo UI" panose="020B0604030504040204" pitchFamily="50" charset="-128"/>
                <a:ea typeface="ＭＳ ゴシック" pitchFamily="49" charset="-128"/>
                <a:cs typeface="Arial" pitchFamily="34" charset="0"/>
              </a:endParaRPr>
            </a:p>
          </p:txBody>
        </p:sp>
      </p:grpSp>
      <p:pic>
        <p:nvPicPr>
          <p:cNvPr id="34819" name="Picture 2"/>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p:blipFill>
        <p:spPr bwMode="auto">
          <a:xfrm>
            <a:off x="4559231" y="3579223"/>
            <a:ext cx="4584769" cy="27174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4820" name="Rectangle 4"/>
          <p:cNvSpPr>
            <a:spLocks noChangeArrowheads="1"/>
          </p:cNvSpPr>
          <p:nvPr/>
        </p:nvSpPr>
        <p:spPr bwMode="auto">
          <a:xfrm>
            <a:off x="749815" y="3342663"/>
            <a:ext cx="1522596" cy="307777"/>
          </a:xfrm>
          <a:prstGeom prst="rect">
            <a:avLst/>
          </a:prstGeom>
          <a:noFill/>
          <a:ln>
            <a:noFill/>
          </a:ln>
          <a:effectLst/>
        </p:spPr>
        <p:txBody>
          <a:bodyPr wrap="none">
            <a:spAutoFit/>
          </a:bodyPr>
          <a:lstStyle/>
          <a:p>
            <a:pPr algn="l"/>
            <a:r>
              <a:rPr lang="en-US" altLang="ja-JP" sz="1400">
                <a:solidFill>
                  <a:srgbClr val="000000"/>
                </a:solidFill>
                <a:latin typeface="Meiryo UI" panose="020B0604030504040204" pitchFamily="50" charset="-128"/>
                <a:ea typeface="Meiryo UI" panose="020B0604030504040204" pitchFamily="50" charset="-128"/>
                <a:cs typeface="Arial" pitchFamily="34" charset="0"/>
              </a:rPr>
              <a:t>Ex.) EMS Sheet</a:t>
            </a:r>
          </a:p>
        </p:txBody>
      </p:sp>
      <p:sp>
        <p:nvSpPr>
          <p:cNvPr id="34821" name="Rectangle 5"/>
          <p:cNvSpPr>
            <a:spLocks noChangeArrowheads="1"/>
          </p:cNvSpPr>
          <p:nvPr/>
        </p:nvSpPr>
        <p:spPr bwMode="auto">
          <a:xfrm>
            <a:off x="5852358" y="3366968"/>
            <a:ext cx="1807931" cy="307777"/>
          </a:xfrm>
          <a:prstGeom prst="rect">
            <a:avLst/>
          </a:prstGeom>
          <a:noFill/>
          <a:ln>
            <a:noFill/>
          </a:ln>
          <a:effectLst/>
        </p:spPr>
        <p:txBody>
          <a:bodyPr wrap="none">
            <a:spAutoFit/>
          </a:bodyPr>
          <a:lstStyle/>
          <a:p>
            <a:pPr algn="l"/>
            <a:r>
              <a:rPr lang="en-US" altLang="ja-JP" sz="1400">
                <a:solidFill>
                  <a:srgbClr val="000000"/>
                </a:solidFill>
                <a:latin typeface="Meiryo UI" panose="020B0604030504040204" pitchFamily="50" charset="-128"/>
                <a:ea typeface="Meiryo UI" panose="020B0604030504040204" pitchFamily="50" charset="-128"/>
                <a:cs typeface="Arial" pitchFamily="34" charset="0"/>
              </a:rPr>
              <a:t>Ex.) Attached data</a:t>
            </a:r>
          </a:p>
        </p:txBody>
      </p:sp>
      <p:sp>
        <p:nvSpPr>
          <p:cNvPr id="34822" name="Rectangle 6"/>
          <p:cNvSpPr>
            <a:spLocks noChangeArrowheads="1"/>
          </p:cNvSpPr>
          <p:nvPr/>
        </p:nvSpPr>
        <p:spPr bwMode="auto">
          <a:xfrm>
            <a:off x="3167056" y="4784006"/>
            <a:ext cx="1223962" cy="276999"/>
          </a:xfrm>
          <a:prstGeom prst="rect">
            <a:avLst/>
          </a:prstGeom>
          <a:solidFill>
            <a:srgbClr val="FFFF99"/>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ja-JP" sz="1200">
                <a:solidFill>
                  <a:srgbClr val="0000FF"/>
                </a:solidFill>
                <a:latin typeface="Meiryo UI" panose="020B0604030504040204" pitchFamily="50" charset="-128"/>
                <a:ea typeface="Meiryo UI" panose="020B0604030504040204" pitchFamily="50" charset="-128"/>
                <a:cs typeface="Arial" pitchFamily="34" charset="0"/>
              </a:rPr>
              <a:t>Target value</a:t>
            </a:r>
            <a:endParaRPr lang="ja-JP" altLang="en-US" sz="1200">
              <a:solidFill>
                <a:srgbClr val="0000FF"/>
              </a:solidFill>
              <a:latin typeface="Meiryo UI" panose="020B0604030504040204" pitchFamily="50" charset="-128"/>
              <a:ea typeface="Meiryo UI" panose="020B0604030504040204" pitchFamily="50" charset="-128"/>
              <a:cs typeface="Arial" pitchFamily="34" charset="0"/>
            </a:endParaRPr>
          </a:p>
        </p:txBody>
      </p:sp>
      <p:sp>
        <p:nvSpPr>
          <p:cNvPr id="34823" name="Rectangle 7"/>
          <p:cNvSpPr>
            <a:spLocks noChangeArrowheads="1"/>
          </p:cNvSpPr>
          <p:nvPr/>
        </p:nvSpPr>
        <p:spPr bwMode="auto">
          <a:xfrm>
            <a:off x="2495021" y="5362046"/>
            <a:ext cx="1198562" cy="276999"/>
          </a:xfrm>
          <a:prstGeom prst="rect">
            <a:avLst/>
          </a:prstGeom>
          <a:solidFill>
            <a:srgbClr val="FFFF99"/>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nchorCtr="0">
            <a:noAutofit/>
          </a:bodyPr>
          <a:lstStyle/>
          <a:p>
            <a:r>
              <a:rPr lang="en-US" altLang="ja-JP" sz="1200">
                <a:solidFill>
                  <a:srgbClr val="0000FF"/>
                </a:solidFill>
                <a:latin typeface="Meiryo UI" panose="020B0604030504040204" pitchFamily="50" charset="-128"/>
                <a:ea typeface="Meiryo UI" panose="020B0604030504040204" pitchFamily="50" charset="-128"/>
                <a:cs typeface="Arial" pitchFamily="34" charset="0"/>
              </a:rPr>
              <a:t>Results </a:t>
            </a:r>
            <a:endParaRPr lang="ja-JP" altLang="en-US" sz="1200">
              <a:solidFill>
                <a:srgbClr val="0000FF"/>
              </a:solidFill>
              <a:latin typeface="Meiryo UI" panose="020B0604030504040204" pitchFamily="50" charset="-128"/>
              <a:ea typeface="Meiryo UI" panose="020B0604030504040204" pitchFamily="50" charset="-128"/>
              <a:cs typeface="Arial" pitchFamily="34" charset="0"/>
            </a:endParaRPr>
          </a:p>
        </p:txBody>
      </p:sp>
      <p:sp>
        <p:nvSpPr>
          <p:cNvPr id="34824" name="Rectangle 8"/>
          <p:cNvSpPr>
            <a:spLocks noChangeArrowheads="1"/>
          </p:cNvSpPr>
          <p:nvPr/>
        </p:nvSpPr>
        <p:spPr bwMode="auto">
          <a:xfrm>
            <a:off x="981179" y="4654001"/>
            <a:ext cx="1427162" cy="461665"/>
          </a:xfrm>
          <a:prstGeom prst="rect">
            <a:avLst/>
          </a:prstGeom>
          <a:solidFill>
            <a:srgbClr val="FFFF99"/>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ja-JP" sz="1200">
                <a:solidFill>
                  <a:srgbClr val="0000FF"/>
                </a:solidFill>
                <a:latin typeface="Meiryo UI" panose="020B0604030504040204" pitchFamily="50" charset="-128"/>
                <a:ea typeface="Meiryo UI" panose="020B0604030504040204" pitchFamily="50" charset="-128"/>
                <a:cs typeface="Arial" pitchFamily="34" charset="0"/>
              </a:rPr>
              <a:t>Requirement content</a:t>
            </a:r>
            <a:endParaRPr lang="ja-JP" altLang="en-US" sz="1200">
              <a:solidFill>
                <a:srgbClr val="0000FF"/>
              </a:solidFill>
              <a:latin typeface="Meiryo UI" panose="020B0604030504040204" pitchFamily="50" charset="-128"/>
              <a:ea typeface="Meiryo UI" panose="020B0604030504040204" pitchFamily="50" charset="-128"/>
              <a:cs typeface="Arial" pitchFamily="34" charset="0"/>
            </a:endParaRPr>
          </a:p>
        </p:txBody>
      </p:sp>
      <p:sp>
        <p:nvSpPr>
          <p:cNvPr id="34825" name="Rectangle 9"/>
          <p:cNvSpPr>
            <a:spLocks noChangeArrowheads="1"/>
          </p:cNvSpPr>
          <p:nvPr/>
        </p:nvSpPr>
        <p:spPr bwMode="auto">
          <a:xfrm>
            <a:off x="5039549" y="6088349"/>
            <a:ext cx="3852932" cy="646331"/>
          </a:xfrm>
          <a:prstGeom prst="rect">
            <a:avLst/>
          </a:prstGeom>
          <a:solidFill>
            <a:srgbClr val="FFFF99"/>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en-US" altLang="ja-JP" sz="1200">
                <a:solidFill>
                  <a:srgbClr val="0000FF"/>
                </a:solidFill>
                <a:latin typeface="Meiryo UI" panose="020B0604030504040204" pitchFamily="50" charset="-128"/>
                <a:ea typeface="Meiryo UI" panose="020B0604030504040204" pitchFamily="50" charset="-128"/>
                <a:cs typeface="Arial" pitchFamily="34" charset="0"/>
              </a:rPr>
              <a:t>Cross-check the performance of requirement using Consigned Development Requirement Sheet </a:t>
            </a:r>
            <a:r>
              <a:rPr lang="ja-JP" altLang="en-US" sz="1200">
                <a:solidFill>
                  <a:srgbClr val="0000FF"/>
                </a:solidFill>
                <a:latin typeface="Meiryo UI" panose="020B0604030504040204" pitchFamily="50" charset="-128"/>
                <a:ea typeface="Meiryo UI" panose="020B0604030504040204" pitchFamily="50" charset="-128"/>
                <a:cs typeface="Arial" pitchFamily="34" charset="0"/>
              </a:rPr>
              <a:t>（</a:t>
            </a:r>
            <a:r>
              <a:rPr lang="en-US" altLang="ja-JP" sz="1200">
                <a:solidFill>
                  <a:srgbClr val="0000FF"/>
                </a:solidFill>
                <a:latin typeface="Meiryo UI" panose="020B0604030504040204" pitchFamily="50" charset="-128"/>
                <a:ea typeface="Meiryo UI" panose="020B0604030504040204" pitchFamily="50" charset="-128"/>
                <a:cs typeface="Arial" pitchFamily="34" charset="0"/>
              </a:rPr>
              <a:t>EMS Sheet</a:t>
            </a:r>
            <a:r>
              <a:rPr lang="ja-JP" altLang="en-US" sz="1200">
                <a:solidFill>
                  <a:srgbClr val="0000FF"/>
                </a:solidFill>
                <a:latin typeface="Meiryo UI" panose="020B0604030504040204" pitchFamily="50" charset="-128"/>
                <a:ea typeface="Meiryo UI" panose="020B0604030504040204" pitchFamily="50" charset="-128"/>
                <a:cs typeface="Arial" pitchFamily="34" charset="0"/>
              </a:rPr>
              <a:t>）</a:t>
            </a:r>
          </a:p>
        </p:txBody>
      </p:sp>
      <p:sp>
        <p:nvSpPr>
          <p:cNvPr id="34826" name="Rectangle 13"/>
          <p:cNvSpPr>
            <a:spLocks noChangeArrowheads="1"/>
          </p:cNvSpPr>
          <p:nvPr/>
        </p:nvSpPr>
        <p:spPr bwMode="auto">
          <a:xfrm>
            <a:off x="61056" y="531226"/>
            <a:ext cx="9109075" cy="27622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ts val="300"/>
              </a:spcBef>
            </a:pPr>
            <a:r>
              <a:rPr lang="en-US" altLang="ja-JP" sz="1600" b="1" u="sng" dirty="0">
                <a:solidFill>
                  <a:srgbClr val="000000"/>
                </a:solidFill>
                <a:latin typeface="Meiryo UI" panose="020B0604030504040204" pitchFamily="50" charset="-128"/>
                <a:ea typeface="Meiryo UI" panose="020B0604030504040204" pitchFamily="50" charset="-128"/>
                <a:cs typeface="Arial" pitchFamily="34" charset="0"/>
              </a:rPr>
              <a:t>Outline</a:t>
            </a:r>
            <a:r>
              <a:rPr lang="ja-JP" altLang="en-US" sz="1600" b="1" u="sng" dirty="0">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600" b="1" u="sng" dirty="0">
                <a:solidFill>
                  <a:srgbClr val="000000"/>
                </a:solidFill>
                <a:latin typeface="Meiryo UI" panose="020B0604030504040204" pitchFamily="50" charset="-128"/>
                <a:ea typeface="Meiryo UI" panose="020B0604030504040204" pitchFamily="50" charset="-128"/>
                <a:cs typeface="Arial" pitchFamily="34" charset="0"/>
              </a:rPr>
              <a:t>of</a:t>
            </a:r>
            <a:r>
              <a:rPr lang="ja-JP" altLang="en-US" sz="1600" b="1" u="sng" dirty="0">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600" b="1" u="sng" dirty="0">
                <a:solidFill>
                  <a:srgbClr val="000000"/>
                </a:solidFill>
                <a:latin typeface="Meiryo UI" panose="020B0604030504040204" pitchFamily="50" charset="-128"/>
                <a:ea typeface="Meiryo UI" panose="020B0604030504040204" pitchFamily="50" charset="-128"/>
                <a:cs typeface="Arial" pitchFamily="34" charset="0"/>
              </a:rPr>
              <a:t>EMS</a:t>
            </a:r>
            <a:r>
              <a:rPr lang="ja-JP" altLang="en-US" sz="1600" b="1" u="sng" dirty="0">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600" b="1" u="sng" dirty="0">
                <a:solidFill>
                  <a:srgbClr val="000000"/>
                </a:solidFill>
                <a:latin typeface="Meiryo UI" panose="020B0604030504040204" pitchFamily="50" charset="-128"/>
                <a:ea typeface="Meiryo UI" panose="020B0604030504040204" pitchFamily="50" charset="-128"/>
                <a:cs typeface="Arial" pitchFamily="34" charset="0"/>
              </a:rPr>
              <a:t>Sheet</a:t>
            </a:r>
            <a:r>
              <a:rPr lang="ja-JP" altLang="en-US" sz="1600" b="1" u="sng" dirty="0">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600" b="1" u="sng" dirty="0">
                <a:solidFill>
                  <a:srgbClr val="000000"/>
                </a:solidFill>
                <a:latin typeface="Meiryo UI" panose="020B0604030504040204" pitchFamily="50" charset="-128"/>
                <a:ea typeface="Meiryo UI" panose="020B0604030504040204" pitchFamily="50" charset="-128"/>
                <a:cs typeface="Arial" pitchFamily="34" charset="0"/>
              </a:rPr>
              <a:t>(Development Work Requirement Sheet)</a:t>
            </a:r>
            <a:endParaRPr lang="ja-JP" altLang="en-US" sz="1600" b="1" u="sng" dirty="0">
              <a:solidFill>
                <a:srgbClr val="000000"/>
              </a:solidFill>
              <a:latin typeface="Meiryo UI" panose="020B0604030504040204" pitchFamily="50" charset="-128"/>
              <a:ea typeface="Meiryo UI" panose="020B0604030504040204" pitchFamily="50" charset="-128"/>
              <a:cs typeface="Arial" pitchFamily="34" charset="0"/>
            </a:endParaRPr>
          </a:p>
          <a:p>
            <a:pPr marL="552450" lvl="1" indent="-285750" algn="l">
              <a:spcBef>
                <a:spcPts val="300"/>
              </a:spcBef>
              <a:buFontTx/>
              <a:buChar char="-"/>
            </a:pPr>
            <a:r>
              <a:rPr lang="en-US" altLang="ja-JP" sz="1400" dirty="0">
                <a:solidFill>
                  <a:srgbClr val="000000"/>
                </a:solidFill>
                <a:latin typeface="Meiryo UI" panose="020B0604030504040204" pitchFamily="50" charset="-128"/>
                <a:ea typeface="Meiryo UI" panose="020B0604030504040204" pitchFamily="50" charset="-128"/>
                <a:cs typeface="Arial" pitchFamily="34" charset="0"/>
              </a:rPr>
              <a:t>Verification of</a:t>
            </a:r>
            <a:r>
              <a:rPr lang="ja-JP" altLang="en-US" sz="1400" dirty="0">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dirty="0">
                <a:solidFill>
                  <a:srgbClr val="000000"/>
                </a:solidFill>
                <a:latin typeface="Meiryo UI" panose="020B0604030504040204" pitchFamily="50" charset="-128"/>
                <a:ea typeface="Meiryo UI" panose="020B0604030504040204" pitchFamily="50" charset="-128"/>
                <a:cs typeface="Arial" pitchFamily="34" charset="0"/>
              </a:rPr>
              <a:t> component reliability</a:t>
            </a:r>
            <a:br>
              <a:rPr lang="en-US" altLang="ja-JP" sz="1400" dirty="0">
                <a:solidFill>
                  <a:srgbClr val="000000"/>
                </a:solidFill>
                <a:latin typeface="Meiryo UI" panose="020B0604030504040204" pitchFamily="50" charset="-128"/>
                <a:ea typeface="Meiryo UI" panose="020B0604030504040204" pitchFamily="50" charset="-128"/>
                <a:cs typeface="Arial" pitchFamily="34" charset="0"/>
              </a:rPr>
            </a:br>
            <a:r>
              <a:rPr lang="en-US" altLang="ja-JP" sz="1400" dirty="0">
                <a:solidFill>
                  <a:srgbClr val="000000"/>
                </a:solidFill>
                <a:latin typeface="Meiryo UI" panose="020B0604030504040204" pitchFamily="50" charset="-128"/>
                <a:ea typeface="Meiryo UI" panose="020B0604030504040204" pitchFamily="50" charset="-128"/>
                <a:cs typeface="Arial" pitchFamily="34" charset="0"/>
              </a:rPr>
              <a:t>Results from the reliability/failure rate verifications of respective</a:t>
            </a:r>
            <a:r>
              <a:rPr lang="ja-JP" altLang="en-US" sz="1400" dirty="0">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dirty="0">
                <a:solidFill>
                  <a:srgbClr val="000000"/>
                </a:solidFill>
                <a:latin typeface="Meiryo UI" panose="020B0604030504040204" pitchFamily="50" charset="-128"/>
                <a:ea typeface="Meiryo UI" panose="020B0604030504040204" pitchFamily="50" charset="-128"/>
                <a:cs typeface="Arial" pitchFamily="34" charset="0"/>
              </a:rPr>
              <a:t> components for the reliability target</a:t>
            </a:r>
          </a:p>
          <a:p>
            <a:pPr marL="552450" lvl="1" indent="-285750" algn="l">
              <a:spcBef>
                <a:spcPts val="300"/>
              </a:spcBef>
              <a:buFontTx/>
              <a:buChar char="-"/>
            </a:pPr>
            <a:r>
              <a:rPr lang="en-US" altLang="ja-JP" sz="1400" dirty="0">
                <a:solidFill>
                  <a:srgbClr val="000000"/>
                </a:solidFill>
                <a:latin typeface="Meiryo UI" panose="020B0604030504040204" pitchFamily="50" charset="-128"/>
                <a:ea typeface="Meiryo UI" panose="020B0604030504040204" pitchFamily="50" charset="-128"/>
                <a:cs typeface="Arial" pitchFamily="34" charset="0"/>
              </a:rPr>
              <a:t>Verification of conformity to vehicle environment including heat, water and vibration.</a:t>
            </a:r>
            <a:br>
              <a:rPr lang="en-US" altLang="ja-JP" sz="1400" dirty="0">
                <a:solidFill>
                  <a:srgbClr val="000000"/>
                </a:solidFill>
                <a:latin typeface="Meiryo UI" panose="020B0604030504040204" pitchFamily="50" charset="-128"/>
                <a:ea typeface="Meiryo UI" panose="020B0604030504040204" pitchFamily="50" charset="-128"/>
                <a:cs typeface="Arial" pitchFamily="34" charset="0"/>
              </a:rPr>
            </a:br>
            <a:r>
              <a:rPr lang="en-US" altLang="ja-JP" sz="1400" dirty="0">
                <a:solidFill>
                  <a:srgbClr val="000000"/>
                </a:solidFill>
                <a:latin typeface="Meiryo UI" panose="020B0604030504040204" pitchFamily="50" charset="-128"/>
                <a:ea typeface="Meiryo UI" panose="020B0604030504040204" pitchFamily="50" charset="-128"/>
                <a:cs typeface="Arial" pitchFamily="34" charset="0"/>
              </a:rPr>
              <a:t>Check as to whether</a:t>
            </a:r>
            <a:r>
              <a:rPr lang="ja-JP" altLang="en-US" sz="1400" dirty="0">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dirty="0">
                <a:solidFill>
                  <a:srgbClr val="000000"/>
                </a:solidFill>
                <a:latin typeface="Meiryo UI" panose="020B0604030504040204" pitchFamily="50" charset="-128"/>
                <a:ea typeface="Meiryo UI" panose="020B0604030504040204" pitchFamily="50" charset="-128"/>
                <a:cs typeface="Arial" pitchFamily="34" charset="0"/>
              </a:rPr>
              <a:t> components are used in</a:t>
            </a:r>
            <a:r>
              <a:rPr lang="ja-JP" altLang="en-US" sz="1400" dirty="0">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dirty="0">
                <a:solidFill>
                  <a:srgbClr val="000000"/>
                </a:solidFill>
                <a:latin typeface="Meiryo UI" panose="020B0604030504040204" pitchFamily="50" charset="-128"/>
                <a:ea typeface="Meiryo UI" panose="020B0604030504040204" pitchFamily="50" charset="-128"/>
                <a:cs typeface="Arial" pitchFamily="34" charset="0"/>
              </a:rPr>
              <a:t> specifications.</a:t>
            </a:r>
          </a:p>
          <a:p>
            <a:pPr marL="552450" lvl="1" indent="-285750" algn="l">
              <a:spcBef>
                <a:spcPts val="300"/>
              </a:spcBef>
              <a:buFontTx/>
              <a:buChar char="-"/>
            </a:pPr>
            <a:r>
              <a:rPr lang="en-US" altLang="ja-JP" sz="1400" dirty="0">
                <a:solidFill>
                  <a:srgbClr val="000000"/>
                </a:solidFill>
                <a:latin typeface="Meiryo UI" panose="020B0604030504040204" pitchFamily="50" charset="-128"/>
                <a:ea typeface="Meiryo UI" panose="020B0604030504040204" pitchFamily="50" charset="-128"/>
                <a:cs typeface="Arial" pitchFamily="34" charset="0"/>
              </a:rPr>
              <a:t>Power, Ignition timing, knock control</a:t>
            </a:r>
          </a:p>
          <a:p>
            <a:pPr marL="552450" lvl="1" indent="-285750" algn="l">
              <a:spcBef>
                <a:spcPts val="300"/>
              </a:spcBef>
              <a:buFontTx/>
              <a:buChar char="-"/>
            </a:pPr>
            <a:r>
              <a:rPr lang="en-US" altLang="ja-JP" sz="1400" dirty="0">
                <a:solidFill>
                  <a:srgbClr val="000000"/>
                </a:solidFill>
                <a:latin typeface="Meiryo UI" panose="020B0604030504040204" pitchFamily="50" charset="-128"/>
                <a:ea typeface="Meiryo UI" panose="020B0604030504040204" pitchFamily="50" charset="-128"/>
                <a:cs typeface="Arial" pitchFamily="34" charset="0"/>
              </a:rPr>
              <a:t>Emission, fuel consumption, OBD2, startability, idle stability, drivability, etc.</a:t>
            </a:r>
          </a:p>
          <a:p>
            <a:pPr marL="552450" lvl="1" indent="-285750" algn="l">
              <a:spcBef>
                <a:spcPts val="300"/>
              </a:spcBef>
              <a:buFontTx/>
              <a:buChar char="-"/>
            </a:pPr>
            <a:r>
              <a:rPr lang="en-US" altLang="ja-JP" sz="1400" dirty="0">
                <a:solidFill>
                  <a:srgbClr val="000000"/>
                </a:solidFill>
                <a:latin typeface="Meiryo UI" panose="020B0604030504040204" pitchFamily="50" charset="-128"/>
                <a:ea typeface="Meiryo UI" panose="020B0604030504040204" pitchFamily="50" charset="-128"/>
                <a:cs typeface="Arial" pitchFamily="34" charset="0"/>
              </a:rPr>
              <a:t>Judgment definition	</a:t>
            </a:r>
            <a:r>
              <a:rPr lang="ja-JP" altLang="en-US" sz="1400" dirty="0">
                <a:solidFill>
                  <a:srgbClr val="000000"/>
                </a:solidFill>
                <a:latin typeface="Meiryo UI" panose="020B0604030504040204" pitchFamily="50" charset="-128"/>
                <a:ea typeface="Meiryo UI" panose="020B0604030504040204" pitchFamily="50" charset="-128"/>
                <a:cs typeface="Arial" pitchFamily="34" charset="0"/>
              </a:rPr>
              <a:t>〇</a:t>
            </a:r>
            <a:r>
              <a:rPr lang="en-US" altLang="ja-JP" sz="1400" dirty="0">
                <a:solidFill>
                  <a:srgbClr val="000000"/>
                </a:solidFill>
                <a:latin typeface="Meiryo UI" panose="020B0604030504040204" pitchFamily="50" charset="-128"/>
                <a:ea typeface="Meiryo UI" panose="020B0604030504040204" pitchFamily="50" charset="-128"/>
                <a:cs typeface="Arial" pitchFamily="34" charset="0"/>
              </a:rPr>
              <a:t> : Target</a:t>
            </a:r>
            <a:r>
              <a:rPr lang="ja-JP" altLang="en-US" sz="1400" dirty="0">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400" dirty="0">
                <a:solidFill>
                  <a:srgbClr val="000000"/>
                </a:solidFill>
                <a:latin typeface="Meiryo UI" panose="020B0604030504040204" pitchFamily="50" charset="-128"/>
                <a:ea typeface="Meiryo UI" panose="020B0604030504040204" pitchFamily="50" charset="-128"/>
                <a:cs typeface="Arial" pitchFamily="34" charset="0"/>
              </a:rPr>
              <a:t>achieved, Complete </a:t>
            </a:r>
          </a:p>
          <a:p>
            <a:pPr marL="266700" lvl="1" algn="l">
              <a:spcBef>
                <a:spcPts val="300"/>
              </a:spcBef>
            </a:pPr>
            <a:r>
              <a:rPr lang="en-US" altLang="ja-JP" sz="1400" dirty="0">
                <a:solidFill>
                  <a:srgbClr val="000000"/>
                </a:solidFill>
                <a:latin typeface="Meiryo UI" panose="020B0604030504040204" pitchFamily="50" charset="-128"/>
                <a:ea typeface="Meiryo UI" panose="020B0604030504040204" pitchFamily="50" charset="-128"/>
                <a:cs typeface="Arial" pitchFamily="34" charset="0"/>
              </a:rPr>
              <a:t>			 A : Target achieved, reconfirm by the next confirmation timing</a:t>
            </a:r>
          </a:p>
          <a:p>
            <a:pPr marL="266700" lvl="1" algn="l">
              <a:spcBef>
                <a:spcPts val="300"/>
              </a:spcBef>
            </a:pPr>
            <a:r>
              <a:rPr lang="en-US" altLang="ja-JP" sz="1400" dirty="0">
                <a:solidFill>
                  <a:srgbClr val="000000"/>
                </a:solidFill>
                <a:latin typeface="Meiryo UI" panose="020B0604030504040204" pitchFamily="50" charset="-128"/>
                <a:ea typeface="Meiryo UI" panose="020B0604030504040204" pitchFamily="50" charset="-128"/>
                <a:cs typeface="Arial" pitchFamily="34" charset="0"/>
              </a:rPr>
              <a:t>			 B : Target not achieved</a:t>
            </a:r>
            <a:endParaRPr lang="ja-JP" altLang="en-US" sz="1400" dirty="0">
              <a:solidFill>
                <a:srgbClr val="000000"/>
              </a:solidFill>
              <a:latin typeface="Meiryo UI" panose="020B0604030504040204" pitchFamily="50" charset="-128"/>
              <a:ea typeface="Meiryo UI" panose="020B0604030504040204" pitchFamily="50" charset="-128"/>
              <a:cs typeface="Arial" pitchFamily="34" charset="0"/>
            </a:endParaRPr>
          </a:p>
        </p:txBody>
      </p:sp>
      <p:sp>
        <p:nvSpPr>
          <p:cNvPr id="19" name="Rectangle 7"/>
          <p:cNvSpPr>
            <a:spLocks noChangeArrowheads="1"/>
          </p:cNvSpPr>
          <p:nvPr/>
        </p:nvSpPr>
        <p:spPr bwMode="auto">
          <a:xfrm>
            <a:off x="2484388" y="5868231"/>
            <a:ext cx="1198562" cy="276999"/>
          </a:xfrm>
          <a:prstGeom prst="rect">
            <a:avLst/>
          </a:prstGeom>
          <a:solidFill>
            <a:srgbClr val="FFFF99"/>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nchorCtr="0">
            <a:noAutofit/>
          </a:bodyPr>
          <a:lstStyle/>
          <a:p>
            <a:r>
              <a:rPr lang="en-US" altLang="ja-JP" sz="1200">
                <a:solidFill>
                  <a:srgbClr val="0000FF"/>
                </a:solidFill>
                <a:latin typeface="Meiryo UI" panose="020B0604030504040204" pitchFamily="50" charset="-128"/>
                <a:ea typeface="Meiryo UI" panose="020B0604030504040204" pitchFamily="50" charset="-128"/>
                <a:cs typeface="Arial" pitchFamily="34" charset="0"/>
              </a:rPr>
              <a:t>Results </a:t>
            </a:r>
            <a:endParaRPr lang="ja-JP" altLang="en-US" sz="1200">
              <a:solidFill>
                <a:srgbClr val="0000FF"/>
              </a:solidFill>
              <a:latin typeface="Meiryo UI" panose="020B0604030504040204" pitchFamily="50" charset="-128"/>
              <a:ea typeface="Meiryo UI" panose="020B0604030504040204" pitchFamily="50" charset="-128"/>
              <a:cs typeface="Arial" pitchFamily="34" charset="0"/>
            </a:endParaRPr>
          </a:p>
        </p:txBody>
      </p:sp>
      <p:sp>
        <p:nvSpPr>
          <p:cNvPr id="21" name="Rectangle 7"/>
          <p:cNvSpPr>
            <a:spLocks noChangeArrowheads="1"/>
          </p:cNvSpPr>
          <p:nvPr/>
        </p:nvSpPr>
        <p:spPr bwMode="auto">
          <a:xfrm>
            <a:off x="2486524" y="6437925"/>
            <a:ext cx="1198562" cy="276999"/>
          </a:xfrm>
          <a:prstGeom prst="rect">
            <a:avLst/>
          </a:prstGeom>
          <a:solidFill>
            <a:srgbClr val="FFFF99"/>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nchorCtr="0">
            <a:noAutofit/>
          </a:bodyPr>
          <a:lstStyle/>
          <a:p>
            <a:r>
              <a:rPr lang="en-US" altLang="ja-JP" sz="1200">
                <a:solidFill>
                  <a:srgbClr val="0000FF"/>
                </a:solidFill>
                <a:latin typeface="Meiryo UI" panose="020B0604030504040204" pitchFamily="50" charset="-128"/>
                <a:ea typeface="Meiryo UI" panose="020B0604030504040204" pitchFamily="50" charset="-128"/>
                <a:cs typeface="Arial" pitchFamily="34" charset="0"/>
              </a:rPr>
              <a:t>Results </a:t>
            </a:r>
            <a:endParaRPr lang="ja-JP" altLang="en-US" sz="1200">
              <a:solidFill>
                <a:srgbClr val="0000FF"/>
              </a:solidFill>
              <a:latin typeface="Meiryo UI" panose="020B0604030504040204" pitchFamily="50" charset="-128"/>
              <a:ea typeface="Meiryo UI" panose="020B0604030504040204" pitchFamily="50" charset="-128"/>
              <a:cs typeface="Arial" pitchFamily="34" charset="0"/>
            </a:endParaRPr>
          </a:p>
        </p:txBody>
      </p:sp>
      <p:sp>
        <p:nvSpPr>
          <p:cNvPr id="22" name="Text Box 2"/>
          <p:cNvSpPr txBox="1">
            <a:spLocks noChangeArrowheads="1"/>
          </p:cNvSpPr>
          <p:nvPr/>
        </p:nvSpPr>
        <p:spPr bwMode="auto">
          <a:xfrm>
            <a:off x="250829" y="96703"/>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2000">
                <a:solidFill>
                  <a:srgbClr val="FFFFFF"/>
                </a:solidFill>
                <a:latin typeface="Meiryo UI" panose="020B0604030504040204" pitchFamily="50" charset="-128"/>
                <a:ea typeface="Meiryo UI" panose="020B0604030504040204" pitchFamily="50" charset="-128"/>
                <a:cs typeface="Arial" pitchFamily="34" charset="0"/>
              </a:rPr>
              <a:t>18. EMS Sheet (5/6)</a:t>
            </a:r>
            <a:endParaRPr lang="en-US" altLang="ja-JP" sz="1100">
              <a:solidFill>
                <a:srgbClr val="FFFFFF"/>
              </a:solidFill>
              <a:latin typeface="HGPｺﾞｼｯｸE" pitchFamily="50" charset="-128"/>
              <a:ea typeface="HGPｺﾞｼｯｸE" pitchFamily="50" charset="-128"/>
              <a:cs typeface="Arial" pitchFamily="34" charset="0"/>
            </a:endParaRPr>
          </a:p>
        </p:txBody>
      </p:sp>
    </p:spTree>
    <p:extLst>
      <p:ext uri="{BB962C8B-B14F-4D97-AF65-F5344CB8AC3E}">
        <p14:creationId xmlns:p14="http://schemas.microsoft.com/office/powerpoint/2010/main" val="1978441918"/>
      </p:ext>
    </p:extLst>
  </p:cSld>
  <p:clrMapOvr>
    <a:masterClrMapping/>
  </p:clrMapOvr>
  <p:transition/>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Rectangle 4"/>
          <p:cNvSpPr>
            <a:spLocks noChangeArrowheads="1"/>
          </p:cNvSpPr>
          <p:nvPr/>
        </p:nvSpPr>
        <p:spPr bwMode="auto">
          <a:xfrm>
            <a:off x="1781229" y="3218397"/>
            <a:ext cx="1888659" cy="369332"/>
          </a:xfrm>
          <a:prstGeom prst="rect">
            <a:avLst/>
          </a:prstGeom>
          <a:noFill/>
          <a:ln>
            <a:noFill/>
          </a:ln>
          <a:effectLst/>
        </p:spPr>
        <p:txBody>
          <a:bodyPr wrap="none" anchor="ctr" anchorCtr="0">
            <a:noAutofit/>
          </a:bodyPr>
          <a:lstStyle/>
          <a:p>
            <a:pPr algn="l"/>
            <a:r>
              <a:rPr lang="en-US" altLang="ja-JP" sz="1600">
                <a:latin typeface="Meiryo UI" panose="020B0604030504040204" pitchFamily="50" charset="-128"/>
                <a:ea typeface="Meiryo UI" panose="020B0604030504040204" pitchFamily="50" charset="-128"/>
              </a:rPr>
              <a:t>&lt;EMS</a:t>
            </a:r>
            <a:r>
              <a:rPr lang="ja-JP" altLang="en-US" sz="1600">
                <a:latin typeface="Meiryo UI" panose="020B0604030504040204" pitchFamily="50" charset="-128"/>
                <a:ea typeface="Meiryo UI" panose="020B0604030504040204" pitchFamily="50" charset="-128"/>
              </a:rPr>
              <a:t>シートの例</a:t>
            </a:r>
            <a:r>
              <a:rPr lang="en-US" altLang="ja-JP" sz="1600">
                <a:latin typeface="Meiryo UI" panose="020B0604030504040204" pitchFamily="50" charset="-128"/>
                <a:ea typeface="Meiryo UI" panose="020B0604030504040204" pitchFamily="50" charset="-128"/>
              </a:rPr>
              <a:t>&gt;</a:t>
            </a:r>
          </a:p>
        </p:txBody>
      </p:sp>
      <p:sp>
        <p:nvSpPr>
          <p:cNvPr id="33796" name="Rectangle 5"/>
          <p:cNvSpPr>
            <a:spLocks noChangeArrowheads="1"/>
          </p:cNvSpPr>
          <p:nvPr/>
        </p:nvSpPr>
        <p:spPr bwMode="auto">
          <a:xfrm>
            <a:off x="5872332" y="3211142"/>
            <a:ext cx="1972015" cy="368835"/>
          </a:xfrm>
          <a:prstGeom prst="rect">
            <a:avLst/>
          </a:prstGeom>
          <a:noFill/>
          <a:ln>
            <a:noFill/>
          </a:ln>
          <a:effectLst/>
        </p:spPr>
        <p:txBody>
          <a:bodyPr wrap="none" anchor="ctr" anchorCtr="0">
            <a:noAutofit/>
          </a:bodyPr>
          <a:lstStyle/>
          <a:p>
            <a:pPr algn="l"/>
            <a:r>
              <a:rPr lang="en-US" altLang="ja-JP" sz="1600">
                <a:latin typeface="Meiryo UI" panose="020B0604030504040204" pitchFamily="50" charset="-128"/>
                <a:ea typeface="Meiryo UI" panose="020B0604030504040204" pitchFamily="50" charset="-128"/>
              </a:rPr>
              <a:t>&lt;</a:t>
            </a:r>
            <a:r>
              <a:rPr lang="ja-JP" altLang="en-US" sz="1600">
                <a:latin typeface="Meiryo UI" panose="020B0604030504040204" pitchFamily="50" charset="-128"/>
                <a:ea typeface="Meiryo UI" panose="020B0604030504040204" pitchFamily="50" charset="-128"/>
              </a:rPr>
              <a:t>添付データの例</a:t>
            </a:r>
            <a:r>
              <a:rPr lang="en-US" altLang="ja-JP" sz="1600">
                <a:latin typeface="Meiryo UI" panose="020B0604030504040204" pitchFamily="50" charset="-128"/>
                <a:ea typeface="Meiryo UI" panose="020B0604030504040204" pitchFamily="50" charset="-128"/>
              </a:rPr>
              <a:t>&gt;</a:t>
            </a:r>
          </a:p>
        </p:txBody>
      </p:sp>
      <p:sp>
        <p:nvSpPr>
          <p:cNvPr id="33801" name="Rectangle 13"/>
          <p:cNvSpPr>
            <a:spLocks noChangeArrowheads="1"/>
          </p:cNvSpPr>
          <p:nvPr/>
        </p:nvSpPr>
        <p:spPr bwMode="auto">
          <a:xfrm>
            <a:off x="35496" y="605006"/>
            <a:ext cx="9108504" cy="25468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ts val="300"/>
              </a:spcBef>
            </a:pPr>
            <a:r>
              <a:rPr lang="en-US" altLang="ja-JP" sz="1600" b="1" u="sng" dirty="0">
                <a:solidFill>
                  <a:srgbClr val="000000"/>
                </a:solidFill>
                <a:latin typeface="Meiryo UI" panose="020B0604030504040204" pitchFamily="50" charset="-128"/>
                <a:ea typeface="Meiryo UI" panose="020B0604030504040204" pitchFamily="50" charset="-128"/>
              </a:rPr>
              <a:t>EMS</a:t>
            </a:r>
            <a:r>
              <a:rPr lang="ja-JP" altLang="en-US" sz="1600" b="1" u="sng" dirty="0">
                <a:solidFill>
                  <a:srgbClr val="000000"/>
                </a:solidFill>
                <a:latin typeface="Meiryo UI" panose="020B0604030504040204" pitchFamily="50" charset="-128"/>
                <a:ea typeface="Meiryo UI" panose="020B0604030504040204" pitchFamily="50" charset="-128"/>
              </a:rPr>
              <a:t>シート</a:t>
            </a:r>
            <a:r>
              <a:rPr lang="en-US" altLang="ja-JP" sz="1600" b="1" u="sng" dirty="0">
                <a:solidFill>
                  <a:srgbClr val="000000"/>
                </a:solidFill>
                <a:latin typeface="Meiryo UI" panose="020B0604030504040204" pitchFamily="50" charset="-128"/>
                <a:ea typeface="Meiryo UI" panose="020B0604030504040204" pitchFamily="50" charset="-128"/>
              </a:rPr>
              <a:t>(</a:t>
            </a:r>
            <a:r>
              <a:rPr lang="ja-JP" altLang="en-US" sz="1600" b="1" u="sng" dirty="0">
                <a:solidFill>
                  <a:srgbClr val="000000"/>
                </a:solidFill>
                <a:latin typeface="Meiryo UI" panose="020B0604030504040204" pitchFamily="50" charset="-128"/>
                <a:ea typeface="Meiryo UI" panose="020B0604030504040204" pitchFamily="50" charset="-128"/>
              </a:rPr>
              <a:t>委託開発要求仕様書</a:t>
            </a:r>
            <a:r>
              <a:rPr lang="en-US" altLang="ja-JP" sz="1600" b="1" u="sng" dirty="0">
                <a:solidFill>
                  <a:srgbClr val="000000"/>
                </a:solidFill>
                <a:latin typeface="Meiryo UI" panose="020B0604030504040204" pitchFamily="50" charset="-128"/>
                <a:ea typeface="Meiryo UI" panose="020B0604030504040204" pitchFamily="50" charset="-128"/>
              </a:rPr>
              <a:t>)</a:t>
            </a:r>
            <a:r>
              <a:rPr lang="ja-JP" altLang="en-US" sz="1600" b="1" u="sng" dirty="0">
                <a:solidFill>
                  <a:srgbClr val="000000"/>
                </a:solidFill>
                <a:latin typeface="Meiryo UI" panose="020B0604030504040204" pitchFamily="50" charset="-128"/>
                <a:ea typeface="Meiryo UI" panose="020B0604030504040204" pitchFamily="50" charset="-128"/>
              </a:rPr>
              <a:t>の概要</a:t>
            </a:r>
          </a:p>
          <a:p>
            <a:pPr marL="534988" lvl="1" indent="-285750" algn="l">
              <a:spcBef>
                <a:spcPts val="300"/>
              </a:spcBef>
              <a:buFontTx/>
              <a:buChar char="-"/>
            </a:pPr>
            <a:r>
              <a:rPr lang="ja-JP" altLang="en-US" sz="1400" dirty="0">
                <a:solidFill>
                  <a:srgbClr val="000000"/>
                </a:solidFill>
                <a:latin typeface="Meiryo UI" panose="020B0604030504040204" pitchFamily="50" charset="-128"/>
                <a:ea typeface="Meiryo UI" panose="020B0604030504040204" pitchFamily="50" charset="-128"/>
              </a:rPr>
              <a:t>部品信頼性検証</a:t>
            </a:r>
            <a:br>
              <a:rPr lang="en-US" altLang="ja-JP" sz="1400" dirty="0">
                <a:solidFill>
                  <a:srgbClr val="000000"/>
                </a:solidFill>
                <a:latin typeface="Meiryo UI" panose="020B0604030504040204" pitchFamily="50" charset="-128"/>
                <a:ea typeface="Meiryo UI" panose="020B0604030504040204" pitchFamily="50" charset="-128"/>
              </a:rPr>
            </a:br>
            <a:r>
              <a:rPr lang="ja-JP" altLang="en-US" sz="1400" dirty="0">
                <a:solidFill>
                  <a:srgbClr val="000000"/>
                </a:solidFill>
                <a:latin typeface="Meiryo UI" panose="020B0604030504040204" pitchFamily="50" charset="-128"/>
                <a:ea typeface="Meiryo UI" panose="020B0604030504040204" pitchFamily="50" charset="-128"/>
              </a:rPr>
              <a:t>信頼性目標に対する、</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solidFill>
                  <a:srgbClr val="000000"/>
                </a:solidFill>
                <a:latin typeface="Meiryo UI" panose="020B0604030504040204" pitchFamily="50" charset="-128"/>
                <a:ea typeface="Meiryo UI" panose="020B0604030504040204" pitchFamily="50" charset="-128"/>
              </a:rPr>
              <a:t>各部品の信頼性検証結果・故障率検証結果を提示</a:t>
            </a:r>
            <a:endParaRPr lang="en-US" altLang="ja-JP" sz="1400" dirty="0">
              <a:solidFill>
                <a:srgbClr val="000000"/>
              </a:solidFill>
              <a:latin typeface="Meiryo UI" panose="020B0604030504040204" pitchFamily="50" charset="-128"/>
              <a:ea typeface="Meiryo UI" panose="020B0604030504040204" pitchFamily="50" charset="-128"/>
            </a:endParaRPr>
          </a:p>
          <a:p>
            <a:pPr marL="534988" lvl="1" indent="-285750" algn="l">
              <a:spcBef>
                <a:spcPts val="300"/>
              </a:spcBef>
              <a:buFontTx/>
              <a:buChar char="-"/>
            </a:pPr>
            <a:r>
              <a:rPr lang="ja-JP" altLang="en-US" sz="1400" dirty="0">
                <a:solidFill>
                  <a:srgbClr val="000000"/>
                </a:solidFill>
                <a:latin typeface="Meiryo UI" panose="020B0604030504040204" pitchFamily="50" charset="-128"/>
                <a:ea typeface="Meiryo UI" panose="020B0604030504040204" pitchFamily="50" charset="-128"/>
              </a:rPr>
              <a:t>実車搭載環境適合性検証（熱、水、振動など）</a:t>
            </a:r>
            <a:br>
              <a:rPr lang="en-US" altLang="ja-JP" sz="1400" dirty="0">
                <a:solidFill>
                  <a:srgbClr val="000000"/>
                </a:solidFill>
                <a:latin typeface="Meiryo UI" panose="020B0604030504040204" pitchFamily="50" charset="-128"/>
                <a:ea typeface="Meiryo UI" panose="020B0604030504040204" pitchFamily="50" charset="-128"/>
              </a:rPr>
            </a:br>
            <a:r>
              <a:rPr lang="en-US" altLang="ja-JP" sz="1400" dirty="0">
                <a:solidFill>
                  <a:srgbClr val="000000"/>
                </a:solidFill>
                <a:latin typeface="Meiryo UI" panose="020B0604030504040204" pitchFamily="50" charset="-128"/>
                <a:ea typeface="Meiryo UI" panose="020B0604030504040204" pitchFamily="50" charset="-128"/>
              </a:rPr>
              <a:t>SPEC</a:t>
            </a:r>
            <a:r>
              <a:rPr lang="ja-JP" altLang="en-US" sz="1400" dirty="0">
                <a:solidFill>
                  <a:srgbClr val="000000"/>
                </a:solidFill>
                <a:latin typeface="Meiryo UI" panose="020B0604030504040204" pitchFamily="50" charset="-128"/>
                <a:ea typeface="Meiryo UI" panose="020B0604030504040204" pitchFamily="50" charset="-128"/>
              </a:rPr>
              <a:t>又は要求仕様書の目標値を満足し、検証結果を提示</a:t>
            </a:r>
            <a:endParaRPr lang="en-US" altLang="ja-JP" sz="1400" dirty="0">
              <a:solidFill>
                <a:srgbClr val="000000"/>
              </a:solidFill>
              <a:latin typeface="Meiryo UI" panose="020B0604030504040204" pitchFamily="50" charset="-128"/>
              <a:ea typeface="Meiryo UI" panose="020B0604030504040204" pitchFamily="50" charset="-128"/>
            </a:endParaRPr>
          </a:p>
          <a:p>
            <a:pPr marL="534988" lvl="1" indent="-285750" algn="l">
              <a:spcBef>
                <a:spcPts val="300"/>
              </a:spcBef>
              <a:buFontTx/>
              <a:buChar char="-"/>
            </a:pPr>
            <a:r>
              <a:rPr lang="ja-JP" altLang="en-US" sz="1400" dirty="0">
                <a:solidFill>
                  <a:srgbClr val="000000"/>
                </a:solidFill>
                <a:latin typeface="Meiryo UI" panose="020B0604030504040204" pitchFamily="50" charset="-128"/>
                <a:ea typeface="Meiryo UI" panose="020B0604030504040204" pitchFamily="50" charset="-128"/>
              </a:rPr>
              <a:t>出力、点火時期設定、ノック商品性の要求テスト手法に沿って結果を提示</a:t>
            </a:r>
            <a:endParaRPr lang="en-US" altLang="ja-JP" sz="1400" dirty="0">
              <a:solidFill>
                <a:srgbClr val="000000"/>
              </a:solidFill>
              <a:latin typeface="Meiryo UI" panose="020B0604030504040204" pitchFamily="50" charset="-128"/>
              <a:ea typeface="Meiryo UI" panose="020B0604030504040204" pitchFamily="50" charset="-128"/>
            </a:endParaRPr>
          </a:p>
          <a:p>
            <a:pPr marL="534988" lvl="1" indent="-285750" algn="l">
              <a:spcBef>
                <a:spcPts val="300"/>
              </a:spcBef>
              <a:buFontTx/>
              <a:buChar char="-"/>
            </a:pPr>
            <a:r>
              <a:rPr lang="en-US" altLang="ja-JP" sz="1400" dirty="0">
                <a:solidFill>
                  <a:srgbClr val="000000"/>
                </a:solidFill>
                <a:latin typeface="Meiryo UI" panose="020B0604030504040204" pitchFamily="50" charset="-128"/>
                <a:ea typeface="Meiryo UI" panose="020B0604030504040204" pitchFamily="50" charset="-128"/>
              </a:rPr>
              <a:t>EM</a:t>
            </a:r>
            <a:r>
              <a:rPr lang="ja-JP" altLang="en-US" sz="1400" dirty="0">
                <a:solidFill>
                  <a:srgbClr val="000000"/>
                </a:solidFill>
                <a:latin typeface="Meiryo UI" panose="020B0604030504040204" pitchFamily="50" charset="-128"/>
                <a:ea typeface="Meiryo UI" panose="020B0604030504040204" pitchFamily="50" charset="-128"/>
              </a:rPr>
              <a:t>、燃費、</a:t>
            </a:r>
            <a:r>
              <a:rPr lang="en-US" altLang="ja-JP" sz="1400" dirty="0">
                <a:solidFill>
                  <a:srgbClr val="000000"/>
                </a:solidFill>
                <a:latin typeface="Meiryo UI" panose="020B0604030504040204" pitchFamily="50" charset="-128"/>
                <a:ea typeface="Meiryo UI" panose="020B0604030504040204" pitchFamily="50" charset="-128"/>
              </a:rPr>
              <a:t>OBD2</a:t>
            </a:r>
            <a:r>
              <a:rPr lang="ja-JP" altLang="en-US" sz="1400" dirty="0">
                <a:solidFill>
                  <a:srgbClr val="000000"/>
                </a:solidFill>
                <a:latin typeface="Meiryo UI" panose="020B0604030504040204" pitchFamily="50" charset="-128"/>
                <a:ea typeface="Meiryo UI" panose="020B0604030504040204" pitchFamily="50" charset="-128"/>
              </a:rPr>
              <a:t>、始動性、アイドル安定性、ドライバビリティ、</a:t>
            </a:r>
            <a:r>
              <a:rPr lang="en-US" altLang="ja-JP" sz="1400" dirty="0">
                <a:solidFill>
                  <a:srgbClr val="000000"/>
                </a:solidFill>
                <a:latin typeface="Meiryo UI" panose="020B0604030504040204" pitchFamily="50" charset="-128"/>
                <a:ea typeface="Meiryo UI" panose="020B0604030504040204" pitchFamily="50" charset="-128"/>
              </a:rPr>
              <a:t>NV</a:t>
            </a:r>
            <a:r>
              <a:rPr lang="ja-JP" altLang="en-US" sz="1400" dirty="0">
                <a:solidFill>
                  <a:srgbClr val="000000"/>
                </a:solidFill>
                <a:latin typeface="Meiryo UI" panose="020B0604030504040204" pitchFamily="50" charset="-128"/>
                <a:ea typeface="Meiryo UI" panose="020B0604030504040204" pitchFamily="50" charset="-128"/>
              </a:rPr>
              <a:t>商品性など、テスト結果を提示</a:t>
            </a:r>
            <a:endParaRPr lang="en-US" altLang="ja-JP" sz="1400" dirty="0">
              <a:solidFill>
                <a:srgbClr val="000000"/>
              </a:solidFill>
              <a:latin typeface="Meiryo UI" panose="020B0604030504040204" pitchFamily="50" charset="-128"/>
              <a:ea typeface="Meiryo UI" panose="020B0604030504040204" pitchFamily="50" charset="-128"/>
            </a:endParaRPr>
          </a:p>
          <a:p>
            <a:pPr marL="552450" lvl="1" indent="-285750" algn="l">
              <a:spcBef>
                <a:spcPts val="300"/>
              </a:spcBef>
              <a:buFontTx/>
              <a:buChar char="-"/>
            </a:pPr>
            <a:r>
              <a:rPr lang="ja-JP" altLang="en-US" sz="1400" dirty="0">
                <a:solidFill>
                  <a:srgbClr val="000000"/>
                </a:solidFill>
                <a:latin typeface="Meiryo UI" panose="020B0604030504040204" pitchFamily="50" charset="-128"/>
                <a:ea typeface="Meiryo UI" panose="020B0604030504040204" pitchFamily="50" charset="-128"/>
                <a:cs typeface="Arial" pitchFamily="34" charset="0"/>
              </a:rPr>
              <a:t>判定　</a:t>
            </a:r>
            <a:r>
              <a:rPr lang="en-US" altLang="ja-JP" sz="1400" dirty="0">
                <a:solidFill>
                  <a:srgbClr val="000000"/>
                </a:solidFill>
                <a:latin typeface="Meiryo UI" panose="020B0604030504040204" pitchFamily="50" charset="-128"/>
                <a:ea typeface="Meiryo UI" panose="020B0604030504040204" pitchFamily="50" charset="-128"/>
                <a:cs typeface="Arial" pitchFamily="34" charset="0"/>
              </a:rPr>
              <a:t>	</a:t>
            </a:r>
            <a:r>
              <a:rPr lang="ja-JP" altLang="en-US" sz="1400" dirty="0">
                <a:solidFill>
                  <a:srgbClr val="000000"/>
                </a:solidFill>
                <a:latin typeface="Meiryo UI" panose="020B0604030504040204" pitchFamily="50" charset="-128"/>
                <a:ea typeface="Meiryo UI" panose="020B0604030504040204" pitchFamily="50" charset="-128"/>
                <a:cs typeface="Arial" pitchFamily="34" charset="0"/>
              </a:rPr>
              <a:t>〇</a:t>
            </a:r>
            <a:r>
              <a:rPr lang="en-US" altLang="ja-JP" sz="1400" dirty="0">
                <a:solidFill>
                  <a:srgbClr val="000000"/>
                </a:solidFill>
                <a:latin typeface="Meiryo UI" panose="020B0604030504040204" pitchFamily="50" charset="-128"/>
                <a:ea typeface="Meiryo UI" panose="020B0604030504040204" pitchFamily="50" charset="-128"/>
                <a:cs typeface="Arial" pitchFamily="34" charset="0"/>
              </a:rPr>
              <a:t> : </a:t>
            </a:r>
            <a:r>
              <a:rPr lang="ja-JP" altLang="en-US" sz="1400" dirty="0">
                <a:solidFill>
                  <a:srgbClr val="000000"/>
                </a:solidFill>
                <a:latin typeface="Meiryo UI" panose="020B0604030504040204" pitchFamily="50" charset="-128"/>
                <a:ea typeface="Meiryo UI" panose="020B0604030504040204" pitchFamily="50" charset="-128"/>
                <a:cs typeface="Arial" pitchFamily="34" charset="0"/>
              </a:rPr>
              <a:t>目標値を満たしており、完了</a:t>
            </a:r>
            <a:endParaRPr lang="en-US" altLang="ja-JP" sz="1400" dirty="0">
              <a:solidFill>
                <a:srgbClr val="000000"/>
              </a:solidFill>
              <a:latin typeface="Meiryo UI" panose="020B0604030504040204" pitchFamily="50" charset="-128"/>
              <a:ea typeface="Meiryo UI" panose="020B0604030504040204" pitchFamily="50" charset="-128"/>
              <a:cs typeface="Arial" pitchFamily="34" charset="0"/>
            </a:endParaRPr>
          </a:p>
          <a:p>
            <a:pPr marL="266700" lvl="1" algn="l">
              <a:spcBef>
                <a:spcPts val="300"/>
              </a:spcBef>
            </a:pPr>
            <a:r>
              <a:rPr lang="en-US" altLang="ja-JP" sz="1400" dirty="0">
                <a:solidFill>
                  <a:srgbClr val="000000"/>
                </a:solidFill>
                <a:latin typeface="Meiryo UI" panose="020B0604030504040204" pitchFamily="50" charset="-128"/>
                <a:ea typeface="Meiryo UI" panose="020B0604030504040204" pitchFamily="50" charset="-128"/>
                <a:cs typeface="Arial" pitchFamily="34" charset="0"/>
              </a:rPr>
              <a:t>	</a:t>
            </a:r>
            <a:r>
              <a:rPr lang="ja-JP" altLang="en-US" sz="1400" dirty="0">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400" dirty="0">
                <a:solidFill>
                  <a:srgbClr val="000000"/>
                </a:solidFill>
                <a:latin typeface="Meiryo UI" panose="020B0604030504040204" pitchFamily="50" charset="-128"/>
                <a:ea typeface="Meiryo UI" panose="020B0604030504040204" pitchFamily="50" charset="-128"/>
                <a:cs typeface="Arial" pitchFamily="34" charset="0"/>
              </a:rPr>
              <a:t>	 A : </a:t>
            </a:r>
            <a:r>
              <a:rPr lang="ja-JP" altLang="en-US" sz="1400" dirty="0">
                <a:solidFill>
                  <a:srgbClr val="000000"/>
                </a:solidFill>
                <a:latin typeface="Meiryo UI" panose="020B0604030504040204" pitchFamily="50" charset="-128"/>
                <a:ea typeface="Meiryo UI" panose="020B0604030504040204" pitchFamily="50" charset="-128"/>
                <a:cs typeface="Arial" pitchFamily="34" charset="0"/>
              </a:rPr>
              <a:t>目標値を満たしているが、次の確認タイミングまでに再度確認</a:t>
            </a:r>
            <a:endParaRPr lang="en-US" altLang="ja-JP" sz="1400" dirty="0">
              <a:solidFill>
                <a:srgbClr val="000000"/>
              </a:solidFill>
              <a:latin typeface="Meiryo UI" panose="020B0604030504040204" pitchFamily="50" charset="-128"/>
              <a:ea typeface="Meiryo UI" panose="020B0604030504040204" pitchFamily="50" charset="-128"/>
              <a:cs typeface="Arial" pitchFamily="34" charset="0"/>
            </a:endParaRPr>
          </a:p>
          <a:p>
            <a:pPr marL="266700" lvl="1" algn="l">
              <a:spcBef>
                <a:spcPts val="300"/>
              </a:spcBef>
            </a:pPr>
            <a:r>
              <a:rPr lang="en-US" altLang="ja-JP" sz="1400" dirty="0">
                <a:solidFill>
                  <a:srgbClr val="000000"/>
                </a:solidFill>
                <a:latin typeface="Meiryo UI" panose="020B0604030504040204" pitchFamily="50" charset="-128"/>
                <a:ea typeface="Meiryo UI" panose="020B0604030504040204" pitchFamily="50" charset="-128"/>
                <a:cs typeface="Arial" pitchFamily="34" charset="0"/>
              </a:rPr>
              <a:t>		 B :</a:t>
            </a:r>
            <a:r>
              <a:rPr lang="ja-JP" altLang="en-US" sz="1400" dirty="0">
                <a:solidFill>
                  <a:srgbClr val="000000"/>
                </a:solidFill>
                <a:latin typeface="Meiryo UI" panose="020B0604030504040204" pitchFamily="50" charset="-128"/>
                <a:ea typeface="Meiryo UI" panose="020B0604030504040204" pitchFamily="50" charset="-128"/>
                <a:cs typeface="Arial" pitchFamily="34" charset="0"/>
              </a:rPr>
              <a:t> 目標値を満たしていない</a:t>
            </a:r>
            <a:endParaRPr lang="ja-JP" altLang="en-US" sz="1400" dirty="0">
              <a:solidFill>
                <a:srgbClr val="000000"/>
              </a:solidFill>
              <a:latin typeface="Meiryo UI" panose="020B0604030504040204" pitchFamily="50" charset="-128"/>
              <a:ea typeface="Meiryo UI" panose="020B0604030504040204" pitchFamily="50" charset="-128"/>
            </a:endParaRPr>
          </a:p>
        </p:txBody>
      </p:sp>
      <p:grpSp>
        <p:nvGrpSpPr>
          <p:cNvPr id="33803" name="Group 14"/>
          <p:cNvGrpSpPr>
            <a:grpSpLocks noChangeAspect="1"/>
          </p:cNvGrpSpPr>
          <p:nvPr/>
        </p:nvGrpSpPr>
        <p:grpSpPr bwMode="auto">
          <a:xfrm>
            <a:off x="893355" y="3531150"/>
            <a:ext cx="3447893" cy="3247159"/>
            <a:chOff x="161" y="1845"/>
            <a:chExt cx="2628" cy="2475"/>
          </a:xfrm>
        </p:grpSpPr>
        <p:sp>
          <p:nvSpPr>
            <p:cNvPr id="33804" name="AutoShape 13"/>
            <p:cNvSpPr>
              <a:spLocks noChangeAspect="1" noChangeArrowheads="1" noTextEdit="1"/>
            </p:cNvSpPr>
            <p:nvPr/>
          </p:nvSpPr>
          <p:spPr bwMode="auto">
            <a:xfrm>
              <a:off x="165" y="1847"/>
              <a:ext cx="2624" cy="24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grpSp>
          <p:nvGrpSpPr>
            <p:cNvPr id="33805" name="Group 215"/>
            <p:cNvGrpSpPr>
              <a:grpSpLocks/>
            </p:cNvGrpSpPr>
            <p:nvPr/>
          </p:nvGrpSpPr>
          <p:grpSpPr bwMode="auto">
            <a:xfrm>
              <a:off x="161" y="1845"/>
              <a:ext cx="2557" cy="2430"/>
              <a:chOff x="161" y="1845"/>
              <a:chExt cx="2557" cy="2430"/>
            </a:xfrm>
          </p:grpSpPr>
          <p:sp>
            <p:nvSpPr>
              <p:cNvPr id="33830" name="Rectangle 15"/>
              <p:cNvSpPr>
                <a:spLocks noChangeArrowheads="1"/>
              </p:cNvSpPr>
              <p:nvPr/>
            </p:nvSpPr>
            <p:spPr bwMode="auto">
              <a:xfrm>
                <a:off x="351" y="1865"/>
                <a:ext cx="1257" cy="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ja-JP" altLang="ja-JP" sz="500" b="1">
                    <a:solidFill>
                      <a:srgbClr val="000000"/>
                    </a:solidFill>
                    <a:latin typeface="Meiryo UI" panose="020B0604030504040204" pitchFamily="50" charset="-128"/>
                    <a:ea typeface="Meiryo UI" panose="020B0604030504040204" pitchFamily="50" charset="-128"/>
                  </a:rPr>
                  <a:t>EMS Commission Development Requirement List</a:t>
                </a:r>
                <a:endParaRPr lang="ja-JP" altLang="ja-JP">
                  <a:solidFill>
                    <a:srgbClr val="000000"/>
                  </a:solidFill>
                  <a:latin typeface="Meiryo UI" panose="020B0604030504040204" pitchFamily="50" charset="-128"/>
                  <a:ea typeface="Meiryo UI" panose="020B0604030504040204" pitchFamily="50" charset="-128"/>
                </a:endParaRPr>
              </a:p>
            </p:txBody>
          </p:sp>
          <p:sp>
            <p:nvSpPr>
              <p:cNvPr id="33831" name="Rectangle 16"/>
              <p:cNvSpPr>
                <a:spLocks noChangeArrowheads="1"/>
              </p:cNvSpPr>
              <p:nvPr/>
            </p:nvSpPr>
            <p:spPr bwMode="auto">
              <a:xfrm>
                <a:off x="2294" y="1865"/>
                <a:ext cx="282" cy="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ja-JP" altLang="ja-JP" sz="500">
                    <a:solidFill>
                      <a:srgbClr val="000000"/>
                    </a:solidFill>
                    <a:latin typeface="Meiryo UI" panose="020B0604030504040204" pitchFamily="50" charset="-128"/>
                    <a:ea typeface="Meiryo UI" panose="020B0604030504040204" pitchFamily="50" charset="-128"/>
                  </a:rPr>
                  <a:t>Engine type</a:t>
                </a:r>
                <a:endParaRPr lang="ja-JP" altLang="ja-JP">
                  <a:solidFill>
                    <a:srgbClr val="000000"/>
                  </a:solidFill>
                  <a:latin typeface="Meiryo UI" panose="020B0604030504040204" pitchFamily="50" charset="-128"/>
                  <a:ea typeface="Meiryo UI" panose="020B0604030504040204" pitchFamily="50" charset="-128"/>
                </a:endParaRPr>
              </a:p>
            </p:txBody>
          </p:sp>
          <p:sp>
            <p:nvSpPr>
              <p:cNvPr id="33832" name="Rectangle 17"/>
              <p:cNvSpPr>
                <a:spLocks noChangeArrowheads="1"/>
              </p:cNvSpPr>
              <p:nvPr/>
            </p:nvSpPr>
            <p:spPr bwMode="auto">
              <a:xfrm>
                <a:off x="370" y="1970"/>
                <a:ext cx="154" cy="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ja-JP" sz="500" b="1" dirty="0">
                    <a:solidFill>
                      <a:srgbClr val="000000"/>
                    </a:solidFill>
                    <a:latin typeface="Meiryo UI" panose="020B0604030504040204" pitchFamily="50" charset="-128"/>
                    <a:ea typeface="Meiryo UI" panose="020B0604030504040204" pitchFamily="50" charset="-128"/>
                  </a:rPr>
                  <a:t>Bosch</a:t>
                </a:r>
                <a:endParaRPr lang="ja-JP" altLang="ja-JP" dirty="0">
                  <a:solidFill>
                    <a:srgbClr val="000000"/>
                  </a:solidFill>
                  <a:latin typeface="Meiryo UI" panose="020B0604030504040204" pitchFamily="50" charset="-128"/>
                  <a:ea typeface="Meiryo UI" panose="020B0604030504040204" pitchFamily="50" charset="-128"/>
                </a:endParaRPr>
              </a:p>
            </p:txBody>
          </p:sp>
          <p:sp>
            <p:nvSpPr>
              <p:cNvPr id="33833" name="Rectangle 18"/>
              <p:cNvSpPr>
                <a:spLocks noChangeArrowheads="1"/>
              </p:cNvSpPr>
              <p:nvPr/>
            </p:nvSpPr>
            <p:spPr bwMode="auto">
              <a:xfrm>
                <a:off x="1185" y="1970"/>
                <a:ext cx="142" cy="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ja-JP" sz="500" dirty="0">
                    <a:solidFill>
                      <a:srgbClr val="000000"/>
                    </a:solidFill>
                    <a:latin typeface="Meiryo UI" panose="020B0604030504040204" pitchFamily="50" charset="-128"/>
                    <a:ea typeface="Meiryo UI" panose="020B0604030504040204" pitchFamily="50" charset="-128"/>
                  </a:rPr>
                  <a:t>Bosch</a:t>
                </a:r>
                <a:endParaRPr lang="ja-JP" altLang="ja-JP" sz="500" dirty="0">
                  <a:solidFill>
                    <a:srgbClr val="000000"/>
                  </a:solidFill>
                  <a:latin typeface="Meiryo UI" panose="020B0604030504040204" pitchFamily="50" charset="-128"/>
                  <a:ea typeface="Meiryo UI" panose="020B0604030504040204" pitchFamily="50" charset="-128"/>
                </a:endParaRPr>
              </a:p>
            </p:txBody>
          </p:sp>
          <p:sp>
            <p:nvSpPr>
              <p:cNvPr id="33834" name="Rectangle 19"/>
              <p:cNvSpPr>
                <a:spLocks noChangeArrowheads="1"/>
              </p:cNvSpPr>
              <p:nvPr/>
            </p:nvSpPr>
            <p:spPr bwMode="auto">
              <a:xfrm>
                <a:off x="296" y="2062"/>
                <a:ext cx="233" cy="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ja-JP" altLang="ja-JP" sz="500" b="1">
                    <a:solidFill>
                      <a:srgbClr val="000000"/>
                    </a:solidFill>
                    <a:latin typeface="Meiryo UI" panose="020B0604030504040204" pitchFamily="50" charset="-128"/>
                    <a:ea typeface="Meiryo UI" panose="020B0604030504040204" pitchFamily="50" charset="-128"/>
                  </a:rPr>
                  <a:t>Category</a:t>
                </a:r>
                <a:endParaRPr lang="ja-JP" altLang="ja-JP">
                  <a:solidFill>
                    <a:srgbClr val="000000"/>
                  </a:solidFill>
                  <a:latin typeface="Meiryo UI" panose="020B0604030504040204" pitchFamily="50" charset="-128"/>
                  <a:ea typeface="Meiryo UI" panose="020B0604030504040204" pitchFamily="50" charset="-128"/>
                </a:endParaRPr>
              </a:p>
            </p:txBody>
          </p:sp>
          <p:sp>
            <p:nvSpPr>
              <p:cNvPr id="33835" name="Rectangle 20"/>
              <p:cNvSpPr>
                <a:spLocks noChangeArrowheads="1"/>
              </p:cNvSpPr>
              <p:nvPr/>
            </p:nvSpPr>
            <p:spPr bwMode="auto">
              <a:xfrm>
                <a:off x="1097" y="2062"/>
                <a:ext cx="336" cy="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ja-JP" altLang="ja-JP" sz="500" b="1">
                    <a:solidFill>
                      <a:srgbClr val="000000"/>
                    </a:solidFill>
                    <a:latin typeface="Meiryo UI" panose="020B0604030504040204" pitchFamily="50" charset="-128"/>
                    <a:ea typeface="Meiryo UI" panose="020B0604030504040204" pitchFamily="50" charset="-128"/>
                  </a:rPr>
                  <a:t>Requirement</a:t>
                </a:r>
                <a:endParaRPr lang="ja-JP" altLang="ja-JP">
                  <a:solidFill>
                    <a:srgbClr val="000000"/>
                  </a:solidFill>
                  <a:latin typeface="Meiryo UI" panose="020B0604030504040204" pitchFamily="50" charset="-128"/>
                  <a:ea typeface="Meiryo UI" panose="020B0604030504040204" pitchFamily="50" charset="-128"/>
                </a:endParaRPr>
              </a:p>
            </p:txBody>
          </p:sp>
          <p:sp>
            <p:nvSpPr>
              <p:cNvPr id="33836" name="Rectangle 21"/>
              <p:cNvSpPr>
                <a:spLocks noChangeArrowheads="1"/>
              </p:cNvSpPr>
              <p:nvPr/>
            </p:nvSpPr>
            <p:spPr bwMode="auto">
              <a:xfrm>
                <a:off x="2083" y="2062"/>
                <a:ext cx="530" cy="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ja-JP" altLang="ja-JP" sz="500" b="1">
                    <a:solidFill>
                      <a:srgbClr val="000000"/>
                    </a:solidFill>
                    <a:latin typeface="Meiryo UI" panose="020B0604030504040204" pitchFamily="50" charset="-128"/>
                    <a:ea typeface="Meiryo UI" panose="020B0604030504040204" pitchFamily="50" charset="-128"/>
                  </a:rPr>
                  <a:t>Confirmation Timing</a:t>
                </a:r>
                <a:endParaRPr lang="ja-JP" altLang="ja-JP">
                  <a:solidFill>
                    <a:srgbClr val="000000"/>
                  </a:solidFill>
                  <a:latin typeface="Meiryo UI" panose="020B0604030504040204" pitchFamily="50" charset="-128"/>
                  <a:ea typeface="Meiryo UI" panose="020B0604030504040204" pitchFamily="50" charset="-128"/>
                </a:endParaRPr>
              </a:p>
            </p:txBody>
          </p:sp>
          <p:sp>
            <p:nvSpPr>
              <p:cNvPr id="33837" name="Rectangle 22"/>
              <p:cNvSpPr>
                <a:spLocks noChangeArrowheads="1"/>
              </p:cNvSpPr>
              <p:nvPr/>
            </p:nvSpPr>
            <p:spPr bwMode="auto">
              <a:xfrm>
                <a:off x="2174" y="2111"/>
                <a:ext cx="60" cy="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ja-JP" altLang="ja-JP" sz="500">
                    <a:solidFill>
                      <a:srgbClr val="000000"/>
                    </a:solidFill>
                    <a:latin typeface="Meiryo UI" panose="020B0604030504040204" pitchFamily="50" charset="-128"/>
                    <a:ea typeface="Meiryo UI" panose="020B0604030504040204" pitchFamily="50" charset="-128"/>
                  </a:rPr>
                  <a:t>P2</a:t>
                </a:r>
                <a:endParaRPr lang="ja-JP" altLang="ja-JP">
                  <a:solidFill>
                    <a:srgbClr val="000000"/>
                  </a:solidFill>
                  <a:latin typeface="Meiryo UI" panose="020B0604030504040204" pitchFamily="50" charset="-128"/>
                  <a:ea typeface="Meiryo UI" panose="020B0604030504040204" pitchFamily="50" charset="-128"/>
                </a:endParaRPr>
              </a:p>
            </p:txBody>
          </p:sp>
          <p:sp>
            <p:nvSpPr>
              <p:cNvPr id="33838" name="Rectangle 23"/>
              <p:cNvSpPr>
                <a:spLocks noChangeArrowheads="1"/>
              </p:cNvSpPr>
              <p:nvPr/>
            </p:nvSpPr>
            <p:spPr bwMode="auto">
              <a:xfrm>
                <a:off x="2386" y="2111"/>
                <a:ext cx="64" cy="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ja-JP" altLang="ja-JP" sz="500">
                    <a:solidFill>
                      <a:srgbClr val="000000"/>
                    </a:solidFill>
                    <a:latin typeface="Meiryo UI" panose="020B0604030504040204" pitchFamily="50" charset="-128"/>
                    <a:ea typeface="Meiryo UI" panose="020B0604030504040204" pitchFamily="50" charset="-128"/>
                  </a:rPr>
                  <a:t>C1</a:t>
                </a:r>
                <a:endParaRPr lang="ja-JP" altLang="ja-JP">
                  <a:solidFill>
                    <a:srgbClr val="000000"/>
                  </a:solidFill>
                  <a:latin typeface="Meiryo UI" panose="020B0604030504040204" pitchFamily="50" charset="-128"/>
                  <a:ea typeface="Meiryo UI" panose="020B0604030504040204" pitchFamily="50" charset="-128"/>
                </a:endParaRPr>
              </a:p>
            </p:txBody>
          </p:sp>
          <p:sp>
            <p:nvSpPr>
              <p:cNvPr id="33839" name="Rectangle 24"/>
              <p:cNvSpPr>
                <a:spLocks noChangeArrowheads="1"/>
              </p:cNvSpPr>
              <p:nvPr/>
            </p:nvSpPr>
            <p:spPr bwMode="auto">
              <a:xfrm>
                <a:off x="2615" y="2111"/>
                <a:ext cx="31" cy="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ja-JP" altLang="ja-JP" sz="500">
                    <a:solidFill>
                      <a:srgbClr val="000000"/>
                    </a:solidFill>
                    <a:latin typeface="Meiryo UI" panose="020B0604030504040204" pitchFamily="50" charset="-128"/>
                    <a:ea typeface="Meiryo UI" panose="020B0604030504040204" pitchFamily="50" charset="-128"/>
                  </a:rPr>
                  <a:t>T</a:t>
                </a:r>
                <a:endParaRPr lang="ja-JP" altLang="ja-JP">
                  <a:solidFill>
                    <a:srgbClr val="000000"/>
                  </a:solidFill>
                  <a:latin typeface="Meiryo UI" panose="020B0604030504040204" pitchFamily="50" charset="-128"/>
                  <a:ea typeface="Meiryo UI" panose="020B0604030504040204" pitchFamily="50" charset="-128"/>
                </a:endParaRPr>
              </a:p>
            </p:txBody>
          </p:sp>
          <p:sp>
            <p:nvSpPr>
              <p:cNvPr id="33840" name="Rectangle 25"/>
              <p:cNvSpPr>
                <a:spLocks noChangeArrowheads="1"/>
              </p:cNvSpPr>
              <p:nvPr/>
            </p:nvSpPr>
            <p:spPr bwMode="auto">
              <a:xfrm>
                <a:off x="2186" y="2163"/>
                <a:ext cx="37" cy="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ja-JP" altLang="ja-JP" sz="500">
                    <a:solidFill>
                      <a:srgbClr val="000000"/>
                    </a:solidFill>
                    <a:latin typeface="Meiryo UI" panose="020B0604030504040204" pitchFamily="50" charset="-128"/>
                    <a:ea typeface="Meiryo UI" panose="020B0604030504040204" pitchFamily="50" charset="-128"/>
                  </a:rPr>
                  <a:t>O</a:t>
                </a:r>
                <a:endParaRPr lang="ja-JP" altLang="ja-JP">
                  <a:solidFill>
                    <a:srgbClr val="000000"/>
                  </a:solidFill>
                  <a:latin typeface="Meiryo UI" panose="020B0604030504040204" pitchFamily="50" charset="-128"/>
                  <a:ea typeface="Meiryo UI" panose="020B0604030504040204" pitchFamily="50" charset="-128"/>
                </a:endParaRPr>
              </a:p>
            </p:txBody>
          </p:sp>
          <p:sp>
            <p:nvSpPr>
              <p:cNvPr id="33841" name="Rectangle 26"/>
              <p:cNvSpPr>
                <a:spLocks noChangeArrowheads="1"/>
              </p:cNvSpPr>
              <p:nvPr/>
            </p:nvSpPr>
            <p:spPr bwMode="auto">
              <a:xfrm>
                <a:off x="2369" y="2167"/>
                <a:ext cx="49" cy="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ja-JP" altLang="ja-JP" sz="500">
                    <a:solidFill>
                      <a:srgbClr val="000000"/>
                    </a:solidFill>
                    <a:latin typeface="Meiryo UI" panose="020B0604030504040204" pitchFamily="50" charset="-128"/>
                    <a:ea typeface="Meiryo UI" panose="020B0604030504040204" pitchFamily="50" charset="-128"/>
                  </a:rPr>
                  <a:t>◎</a:t>
                </a:r>
                <a:endParaRPr lang="ja-JP" altLang="ja-JP">
                  <a:solidFill>
                    <a:srgbClr val="000000"/>
                  </a:solidFill>
                  <a:latin typeface="Meiryo UI" panose="020B0604030504040204" pitchFamily="50" charset="-128"/>
                  <a:ea typeface="Meiryo UI" panose="020B0604030504040204" pitchFamily="50" charset="-128"/>
                </a:endParaRPr>
              </a:p>
            </p:txBody>
          </p:sp>
          <p:sp>
            <p:nvSpPr>
              <p:cNvPr id="33842" name="Rectangle 27"/>
              <p:cNvSpPr>
                <a:spLocks noChangeArrowheads="1"/>
              </p:cNvSpPr>
              <p:nvPr/>
            </p:nvSpPr>
            <p:spPr bwMode="auto">
              <a:xfrm>
                <a:off x="2611" y="2163"/>
                <a:ext cx="37" cy="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ja-JP" altLang="ja-JP" sz="500">
                    <a:solidFill>
                      <a:srgbClr val="000000"/>
                    </a:solidFill>
                    <a:latin typeface="Meiryo UI" panose="020B0604030504040204" pitchFamily="50" charset="-128"/>
                    <a:ea typeface="Meiryo UI" panose="020B0604030504040204" pitchFamily="50" charset="-128"/>
                  </a:rPr>
                  <a:t>O</a:t>
                </a:r>
                <a:endParaRPr lang="ja-JP" altLang="ja-JP">
                  <a:solidFill>
                    <a:srgbClr val="000000"/>
                  </a:solidFill>
                  <a:latin typeface="Meiryo UI" panose="020B0604030504040204" pitchFamily="50" charset="-128"/>
                  <a:ea typeface="Meiryo UI" panose="020B0604030504040204" pitchFamily="50" charset="-128"/>
                </a:endParaRPr>
              </a:p>
            </p:txBody>
          </p:sp>
          <p:sp>
            <p:nvSpPr>
              <p:cNvPr id="33843" name="Rectangle 28"/>
              <p:cNvSpPr>
                <a:spLocks noChangeArrowheads="1"/>
              </p:cNvSpPr>
              <p:nvPr/>
            </p:nvSpPr>
            <p:spPr bwMode="auto">
              <a:xfrm>
                <a:off x="304" y="2368"/>
                <a:ext cx="211" cy="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ja-JP" altLang="ja-JP" sz="500" b="1">
                    <a:solidFill>
                      <a:srgbClr val="000000"/>
                    </a:solidFill>
                    <a:latin typeface="Meiryo UI" panose="020B0604030504040204" pitchFamily="50" charset="-128"/>
                    <a:ea typeface="Meiryo UI" panose="020B0604030504040204" pitchFamily="50" charset="-128"/>
                  </a:rPr>
                  <a:t>Purpose</a:t>
                </a:r>
                <a:endParaRPr lang="ja-JP" altLang="ja-JP">
                  <a:solidFill>
                    <a:srgbClr val="000000"/>
                  </a:solidFill>
                  <a:latin typeface="Meiryo UI" panose="020B0604030504040204" pitchFamily="50" charset="-128"/>
                  <a:ea typeface="Meiryo UI" panose="020B0604030504040204" pitchFamily="50" charset="-128"/>
                </a:endParaRPr>
              </a:p>
            </p:txBody>
          </p:sp>
          <p:sp>
            <p:nvSpPr>
              <p:cNvPr id="33844" name="Rectangle 29"/>
              <p:cNvSpPr>
                <a:spLocks noChangeArrowheads="1"/>
              </p:cNvSpPr>
              <p:nvPr/>
            </p:nvSpPr>
            <p:spPr bwMode="auto">
              <a:xfrm>
                <a:off x="187" y="2469"/>
                <a:ext cx="57" cy="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ja-JP" altLang="ja-JP" sz="400" b="1">
                    <a:solidFill>
                      <a:srgbClr val="000000"/>
                    </a:solidFill>
                    <a:latin typeface="Meiryo UI" panose="020B0604030504040204" pitchFamily="50" charset="-128"/>
                    <a:ea typeface="Meiryo UI" panose="020B0604030504040204" pitchFamily="50" charset="-128"/>
                  </a:rPr>
                  <a:t>No</a:t>
                </a:r>
                <a:endParaRPr lang="ja-JP" altLang="ja-JP">
                  <a:solidFill>
                    <a:srgbClr val="000000"/>
                  </a:solidFill>
                  <a:latin typeface="Meiryo UI" panose="020B0604030504040204" pitchFamily="50" charset="-128"/>
                  <a:ea typeface="Meiryo UI" panose="020B0604030504040204" pitchFamily="50" charset="-128"/>
                </a:endParaRPr>
              </a:p>
            </p:txBody>
          </p:sp>
          <p:sp>
            <p:nvSpPr>
              <p:cNvPr id="33845" name="Rectangle 30"/>
              <p:cNvSpPr>
                <a:spLocks noChangeArrowheads="1"/>
              </p:cNvSpPr>
              <p:nvPr/>
            </p:nvSpPr>
            <p:spPr bwMode="auto">
              <a:xfrm>
                <a:off x="379" y="2469"/>
                <a:ext cx="1003" cy="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ja-JP" altLang="ja-JP" sz="400" b="1">
                    <a:solidFill>
                      <a:srgbClr val="000000"/>
                    </a:solidFill>
                    <a:latin typeface="Meiryo UI" panose="020B0604030504040204" pitchFamily="50" charset="-128"/>
                    <a:ea typeface="Meiryo UI" panose="020B0604030504040204" pitchFamily="50" charset="-128"/>
                  </a:rPr>
                  <a:t>Confirmation Means and Submitting Documents</a:t>
                </a:r>
                <a:endParaRPr lang="ja-JP" altLang="ja-JP">
                  <a:solidFill>
                    <a:srgbClr val="000000"/>
                  </a:solidFill>
                  <a:latin typeface="Meiryo UI" panose="020B0604030504040204" pitchFamily="50" charset="-128"/>
                  <a:ea typeface="Meiryo UI" panose="020B0604030504040204" pitchFamily="50" charset="-128"/>
                </a:endParaRPr>
              </a:p>
            </p:txBody>
          </p:sp>
          <p:sp>
            <p:nvSpPr>
              <p:cNvPr id="33846" name="Rectangle 31"/>
              <p:cNvSpPr>
                <a:spLocks noChangeArrowheads="1"/>
              </p:cNvSpPr>
              <p:nvPr/>
            </p:nvSpPr>
            <p:spPr bwMode="auto">
              <a:xfrm>
                <a:off x="1462" y="2469"/>
                <a:ext cx="57" cy="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ja-JP" altLang="ja-JP" sz="400" b="1">
                    <a:solidFill>
                      <a:srgbClr val="000000"/>
                    </a:solidFill>
                    <a:latin typeface="Meiryo UI" panose="020B0604030504040204" pitchFamily="50" charset="-128"/>
                    <a:ea typeface="Meiryo UI" panose="020B0604030504040204" pitchFamily="50" charset="-128"/>
                  </a:rPr>
                  <a:t>No</a:t>
                </a:r>
                <a:endParaRPr lang="ja-JP" altLang="ja-JP">
                  <a:solidFill>
                    <a:srgbClr val="000000"/>
                  </a:solidFill>
                  <a:latin typeface="Meiryo UI" panose="020B0604030504040204" pitchFamily="50" charset="-128"/>
                  <a:ea typeface="Meiryo UI" panose="020B0604030504040204" pitchFamily="50" charset="-128"/>
                </a:endParaRPr>
              </a:p>
            </p:txBody>
          </p:sp>
          <p:sp>
            <p:nvSpPr>
              <p:cNvPr id="33847" name="Rectangle 32"/>
              <p:cNvSpPr>
                <a:spLocks noChangeArrowheads="1"/>
              </p:cNvSpPr>
              <p:nvPr/>
            </p:nvSpPr>
            <p:spPr bwMode="auto">
              <a:xfrm>
                <a:off x="1904" y="2469"/>
                <a:ext cx="472" cy="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ja-JP" altLang="ja-JP" sz="400" b="1">
                    <a:solidFill>
                      <a:srgbClr val="000000"/>
                    </a:solidFill>
                    <a:latin typeface="Meiryo UI" panose="020B0604030504040204" pitchFamily="50" charset="-128"/>
                    <a:ea typeface="Meiryo UI" panose="020B0604030504040204" pitchFamily="50" charset="-128"/>
                  </a:rPr>
                  <a:t>Target of Performance</a:t>
                </a:r>
                <a:endParaRPr lang="ja-JP" altLang="ja-JP">
                  <a:solidFill>
                    <a:srgbClr val="000000"/>
                  </a:solidFill>
                  <a:latin typeface="Meiryo UI" panose="020B0604030504040204" pitchFamily="50" charset="-128"/>
                  <a:ea typeface="Meiryo UI" panose="020B0604030504040204" pitchFamily="50" charset="-128"/>
                </a:endParaRPr>
              </a:p>
            </p:txBody>
          </p:sp>
          <p:sp>
            <p:nvSpPr>
              <p:cNvPr id="33848" name="Rectangle 33"/>
              <p:cNvSpPr>
                <a:spLocks noChangeArrowheads="1"/>
              </p:cNvSpPr>
              <p:nvPr/>
            </p:nvSpPr>
            <p:spPr bwMode="auto">
              <a:xfrm>
                <a:off x="205" y="2514"/>
                <a:ext cx="24" cy="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ja-JP" altLang="ja-JP" sz="400">
                    <a:solidFill>
                      <a:srgbClr val="000000"/>
                    </a:solidFill>
                    <a:latin typeface="Meiryo UI" panose="020B0604030504040204" pitchFamily="50" charset="-128"/>
                    <a:ea typeface="Meiryo UI" panose="020B0604030504040204" pitchFamily="50" charset="-128"/>
                  </a:rPr>
                  <a:t>1</a:t>
                </a:r>
                <a:endParaRPr lang="ja-JP" altLang="ja-JP">
                  <a:solidFill>
                    <a:srgbClr val="000000"/>
                  </a:solidFill>
                  <a:latin typeface="Meiryo UI" panose="020B0604030504040204" pitchFamily="50" charset="-128"/>
                  <a:ea typeface="Meiryo UI" panose="020B0604030504040204" pitchFamily="50" charset="-128"/>
                </a:endParaRPr>
              </a:p>
            </p:txBody>
          </p:sp>
          <p:sp>
            <p:nvSpPr>
              <p:cNvPr id="33849" name="Rectangle 34"/>
              <p:cNvSpPr>
                <a:spLocks noChangeArrowheads="1"/>
              </p:cNvSpPr>
              <p:nvPr/>
            </p:nvSpPr>
            <p:spPr bwMode="auto">
              <a:xfrm>
                <a:off x="1480" y="2514"/>
                <a:ext cx="24" cy="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ja-JP" altLang="ja-JP" sz="400">
                    <a:solidFill>
                      <a:srgbClr val="000000"/>
                    </a:solidFill>
                    <a:latin typeface="Meiryo UI" panose="020B0604030504040204" pitchFamily="50" charset="-128"/>
                    <a:ea typeface="Meiryo UI" panose="020B0604030504040204" pitchFamily="50" charset="-128"/>
                  </a:rPr>
                  <a:t>1</a:t>
                </a:r>
                <a:endParaRPr lang="ja-JP" altLang="ja-JP">
                  <a:solidFill>
                    <a:srgbClr val="000000"/>
                  </a:solidFill>
                  <a:latin typeface="Meiryo UI" panose="020B0604030504040204" pitchFamily="50" charset="-128"/>
                  <a:ea typeface="Meiryo UI" panose="020B0604030504040204" pitchFamily="50" charset="-128"/>
                </a:endParaRPr>
              </a:p>
            </p:txBody>
          </p:sp>
          <p:sp>
            <p:nvSpPr>
              <p:cNvPr id="33850" name="Rectangle 35"/>
              <p:cNvSpPr>
                <a:spLocks noChangeArrowheads="1"/>
              </p:cNvSpPr>
              <p:nvPr/>
            </p:nvSpPr>
            <p:spPr bwMode="auto">
              <a:xfrm>
                <a:off x="1480" y="2648"/>
                <a:ext cx="24" cy="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ja-JP" altLang="ja-JP" sz="400">
                    <a:solidFill>
                      <a:srgbClr val="000000"/>
                    </a:solidFill>
                    <a:latin typeface="Meiryo UI" panose="020B0604030504040204" pitchFamily="50" charset="-128"/>
                    <a:ea typeface="Meiryo UI" panose="020B0604030504040204" pitchFamily="50" charset="-128"/>
                  </a:rPr>
                  <a:t>2</a:t>
                </a:r>
                <a:endParaRPr lang="ja-JP" altLang="ja-JP">
                  <a:solidFill>
                    <a:srgbClr val="000000"/>
                  </a:solidFill>
                  <a:latin typeface="Meiryo UI" panose="020B0604030504040204" pitchFamily="50" charset="-128"/>
                  <a:ea typeface="Meiryo UI" panose="020B0604030504040204" pitchFamily="50" charset="-128"/>
                </a:endParaRPr>
              </a:p>
            </p:txBody>
          </p:sp>
          <p:sp>
            <p:nvSpPr>
              <p:cNvPr id="33851" name="Rectangle 36"/>
              <p:cNvSpPr>
                <a:spLocks noChangeArrowheads="1"/>
              </p:cNvSpPr>
              <p:nvPr/>
            </p:nvSpPr>
            <p:spPr bwMode="auto">
              <a:xfrm>
                <a:off x="201" y="3071"/>
                <a:ext cx="35" cy="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ja-JP" altLang="ja-JP" sz="300">
                    <a:solidFill>
                      <a:srgbClr val="000000"/>
                    </a:solidFill>
                    <a:latin typeface="Meiryo UI" panose="020B0604030504040204" pitchFamily="50" charset="-128"/>
                    <a:ea typeface="Meiryo UI" panose="020B0604030504040204" pitchFamily="50" charset="-128"/>
                  </a:rPr>
                  <a:t>P2</a:t>
                </a:r>
                <a:endParaRPr lang="ja-JP" altLang="ja-JP">
                  <a:solidFill>
                    <a:srgbClr val="000000"/>
                  </a:solidFill>
                  <a:latin typeface="Meiryo UI" panose="020B0604030504040204" pitchFamily="50" charset="-128"/>
                  <a:ea typeface="Meiryo UI" panose="020B0604030504040204" pitchFamily="50" charset="-128"/>
                </a:endParaRPr>
              </a:p>
            </p:txBody>
          </p:sp>
          <p:sp>
            <p:nvSpPr>
              <p:cNvPr id="33852" name="Rectangle 37"/>
              <p:cNvSpPr>
                <a:spLocks noChangeArrowheads="1"/>
              </p:cNvSpPr>
              <p:nvPr/>
            </p:nvSpPr>
            <p:spPr bwMode="auto">
              <a:xfrm>
                <a:off x="900" y="3069"/>
                <a:ext cx="908" cy="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ja-JP" altLang="ja-JP" sz="400">
                    <a:solidFill>
                      <a:srgbClr val="000000"/>
                    </a:solidFill>
                    <a:latin typeface="Meiryo UI" panose="020B0604030504040204" pitchFamily="50" charset="-128"/>
                    <a:ea typeface="Meiryo UI" panose="020B0604030504040204" pitchFamily="50" charset="-128"/>
                  </a:rPr>
                  <a:t>* Prospect and further actions at A/B judgment</a:t>
                </a:r>
                <a:endParaRPr lang="ja-JP" altLang="ja-JP">
                  <a:solidFill>
                    <a:srgbClr val="000000"/>
                  </a:solidFill>
                  <a:latin typeface="Meiryo UI" panose="020B0604030504040204" pitchFamily="50" charset="-128"/>
                  <a:ea typeface="Meiryo UI" panose="020B0604030504040204" pitchFamily="50" charset="-128"/>
                </a:endParaRPr>
              </a:p>
            </p:txBody>
          </p:sp>
          <p:sp>
            <p:nvSpPr>
              <p:cNvPr id="33853" name="Rectangle 38"/>
              <p:cNvSpPr>
                <a:spLocks noChangeArrowheads="1"/>
              </p:cNvSpPr>
              <p:nvPr/>
            </p:nvSpPr>
            <p:spPr bwMode="auto">
              <a:xfrm>
                <a:off x="214" y="3116"/>
                <a:ext cx="90" cy="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ja-JP" altLang="ja-JP" sz="300">
                    <a:solidFill>
                      <a:srgbClr val="000000"/>
                    </a:solidFill>
                    <a:latin typeface="Meiryo UI" panose="020B0604030504040204" pitchFamily="50" charset="-128"/>
                    <a:ea typeface="Meiryo UI" panose="020B0604030504040204" pitchFamily="50" charset="-128"/>
                  </a:rPr>
                  <a:t>Status</a:t>
                </a:r>
                <a:endParaRPr lang="ja-JP" altLang="ja-JP">
                  <a:solidFill>
                    <a:srgbClr val="000000"/>
                  </a:solidFill>
                  <a:latin typeface="Meiryo UI" panose="020B0604030504040204" pitchFamily="50" charset="-128"/>
                  <a:ea typeface="Meiryo UI" panose="020B0604030504040204" pitchFamily="50" charset="-128"/>
                </a:endParaRPr>
              </a:p>
            </p:txBody>
          </p:sp>
          <p:sp>
            <p:nvSpPr>
              <p:cNvPr id="33854" name="Rectangle 39"/>
              <p:cNvSpPr>
                <a:spLocks noChangeArrowheads="1"/>
              </p:cNvSpPr>
              <p:nvPr/>
            </p:nvSpPr>
            <p:spPr bwMode="auto">
              <a:xfrm>
                <a:off x="360" y="3116"/>
                <a:ext cx="104" cy="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ja-JP" altLang="ja-JP" sz="300">
                    <a:solidFill>
                      <a:srgbClr val="000000"/>
                    </a:solidFill>
                    <a:latin typeface="Meiryo UI" panose="020B0604030504040204" pitchFamily="50" charset="-128"/>
                    <a:ea typeface="Meiryo UI" panose="020B0604030504040204" pitchFamily="50" charset="-128"/>
                  </a:rPr>
                  <a:t>Criteria</a:t>
                </a:r>
                <a:endParaRPr lang="ja-JP" altLang="ja-JP">
                  <a:solidFill>
                    <a:srgbClr val="000000"/>
                  </a:solidFill>
                  <a:latin typeface="Meiryo UI" panose="020B0604030504040204" pitchFamily="50" charset="-128"/>
                  <a:ea typeface="Meiryo UI" panose="020B0604030504040204" pitchFamily="50" charset="-128"/>
                </a:endParaRPr>
              </a:p>
            </p:txBody>
          </p:sp>
          <p:sp>
            <p:nvSpPr>
              <p:cNvPr id="33855" name="Rectangle 40"/>
              <p:cNvSpPr>
                <a:spLocks noChangeArrowheads="1"/>
              </p:cNvSpPr>
              <p:nvPr/>
            </p:nvSpPr>
            <p:spPr bwMode="auto">
              <a:xfrm>
                <a:off x="412" y="3161"/>
                <a:ext cx="272" cy="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ja-JP" altLang="ja-JP" sz="300">
                    <a:solidFill>
                      <a:srgbClr val="000000"/>
                    </a:solidFill>
                    <a:latin typeface="Meiryo UI" panose="020B0604030504040204" pitchFamily="50" charset="-128"/>
                    <a:ea typeface="Meiryo UI" panose="020B0604030504040204" pitchFamily="50" charset="-128"/>
                  </a:rPr>
                  <a:t>O  Target achieved</a:t>
                </a:r>
                <a:endParaRPr lang="ja-JP" altLang="ja-JP">
                  <a:solidFill>
                    <a:srgbClr val="000000"/>
                  </a:solidFill>
                  <a:latin typeface="Meiryo UI" panose="020B0604030504040204" pitchFamily="50" charset="-128"/>
                  <a:ea typeface="Meiryo UI" panose="020B0604030504040204" pitchFamily="50" charset="-128"/>
                </a:endParaRPr>
              </a:p>
            </p:txBody>
          </p:sp>
          <p:sp>
            <p:nvSpPr>
              <p:cNvPr id="33856" name="Rectangle 41"/>
              <p:cNvSpPr>
                <a:spLocks noChangeArrowheads="1"/>
              </p:cNvSpPr>
              <p:nvPr/>
            </p:nvSpPr>
            <p:spPr bwMode="auto">
              <a:xfrm>
                <a:off x="441" y="3205"/>
                <a:ext cx="384" cy="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ja-JP" altLang="ja-JP" sz="300">
                    <a:solidFill>
                      <a:srgbClr val="000000"/>
                    </a:solidFill>
                    <a:latin typeface="Meiryo UI" panose="020B0604030504040204" pitchFamily="50" charset="-128"/>
                    <a:ea typeface="Meiryo UI" panose="020B0604030504040204" pitchFamily="50" charset="-128"/>
                  </a:rPr>
                  <a:t>A   Positive but open items</a:t>
                </a:r>
                <a:endParaRPr lang="ja-JP" altLang="ja-JP">
                  <a:solidFill>
                    <a:srgbClr val="000000"/>
                  </a:solidFill>
                  <a:latin typeface="Meiryo UI" panose="020B0604030504040204" pitchFamily="50" charset="-128"/>
                  <a:ea typeface="Meiryo UI" panose="020B0604030504040204" pitchFamily="50" charset="-128"/>
                </a:endParaRPr>
              </a:p>
            </p:txBody>
          </p:sp>
          <p:sp>
            <p:nvSpPr>
              <p:cNvPr id="33857" name="Rectangle 42"/>
              <p:cNvSpPr>
                <a:spLocks noChangeArrowheads="1"/>
              </p:cNvSpPr>
              <p:nvPr/>
            </p:nvSpPr>
            <p:spPr bwMode="auto">
              <a:xfrm>
                <a:off x="372" y="3250"/>
                <a:ext cx="145" cy="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ja-JP" altLang="ja-JP" sz="300">
                    <a:solidFill>
                      <a:srgbClr val="000000"/>
                    </a:solidFill>
                    <a:latin typeface="Meiryo UI" panose="020B0604030504040204" pitchFamily="50" charset="-128"/>
                    <a:ea typeface="Meiryo UI" panose="020B0604030504040204" pitchFamily="50" charset="-128"/>
                  </a:rPr>
                  <a:t>B   Critical</a:t>
                </a:r>
                <a:endParaRPr lang="ja-JP" altLang="ja-JP">
                  <a:solidFill>
                    <a:srgbClr val="000000"/>
                  </a:solidFill>
                  <a:latin typeface="Meiryo UI" panose="020B0604030504040204" pitchFamily="50" charset="-128"/>
                  <a:ea typeface="Meiryo UI" panose="020B0604030504040204" pitchFamily="50" charset="-128"/>
                </a:endParaRPr>
              </a:p>
            </p:txBody>
          </p:sp>
          <p:sp>
            <p:nvSpPr>
              <p:cNvPr id="33858" name="Rectangle 43"/>
              <p:cNvSpPr>
                <a:spLocks noChangeArrowheads="1"/>
              </p:cNvSpPr>
              <p:nvPr/>
            </p:nvSpPr>
            <p:spPr bwMode="auto">
              <a:xfrm>
                <a:off x="372" y="3295"/>
                <a:ext cx="84" cy="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ja-JP" sz="300" dirty="0">
                    <a:solidFill>
                      <a:srgbClr val="000000"/>
                    </a:solidFill>
                    <a:latin typeface="Meiryo UI" panose="020B0604030504040204" pitchFamily="50" charset="-128"/>
                    <a:ea typeface="Meiryo UI" panose="020B0604030504040204" pitchFamily="50" charset="-128"/>
                  </a:rPr>
                  <a:t>Bosch</a:t>
                </a:r>
                <a:endParaRPr lang="ja-JP" altLang="ja-JP" dirty="0">
                  <a:solidFill>
                    <a:srgbClr val="000000"/>
                  </a:solidFill>
                  <a:latin typeface="Meiryo UI" panose="020B0604030504040204" pitchFamily="50" charset="-128"/>
                  <a:ea typeface="Meiryo UI" panose="020B0604030504040204" pitchFamily="50" charset="-128"/>
                </a:endParaRPr>
              </a:p>
            </p:txBody>
          </p:sp>
          <p:sp>
            <p:nvSpPr>
              <p:cNvPr id="33859" name="Rectangle 44"/>
              <p:cNvSpPr>
                <a:spLocks noChangeArrowheads="1"/>
              </p:cNvSpPr>
              <p:nvPr/>
            </p:nvSpPr>
            <p:spPr bwMode="auto">
              <a:xfrm>
                <a:off x="683" y="3295"/>
                <a:ext cx="93" cy="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ja-JP" altLang="ja-JP" sz="300">
                    <a:solidFill>
                      <a:srgbClr val="000000"/>
                    </a:solidFill>
                    <a:latin typeface="Meiryo UI" panose="020B0604030504040204" pitchFamily="50" charset="-128"/>
                    <a:ea typeface="Meiryo UI" panose="020B0604030504040204" pitchFamily="50" charset="-128"/>
                  </a:rPr>
                  <a:t>Honda</a:t>
                </a:r>
                <a:endParaRPr lang="ja-JP" altLang="ja-JP">
                  <a:solidFill>
                    <a:srgbClr val="000000"/>
                  </a:solidFill>
                  <a:latin typeface="Meiryo UI" panose="020B0604030504040204" pitchFamily="50" charset="-128"/>
                  <a:ea typeface="Meiryo UI" panose="020B0604030504040204" pitchFamily="50" charset="-128"/>
                </a:endParaRPr>
              </a:p>
            </p:txBody>
          </p:sp>
          <p:sp>
            <p:nvSpPr>
              <p:cNvPr id="33860" name="Rectangle 45"/>
              <p:cNvSpPr>
                <a:spLocks noChangeArrowheads="1"/>
              </p:cNvSpPr>
              <p:nvPr/>
            </p:nvSpPr>
            <p:spPr bwMode="auto">
              <a:xfrm>
                <a:off x="272" y="3340"/>
                <a:ext cx="49" cy="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ja-JP" altLang="ja-JP" sz="300">
                    <a:solidFill>
                      <a:srgbClr val="000000"/>
                    </a:solidFill>
                    <a:latin typeface="Meiryo UI" panose="020B0604030504040204" pitchFamily="50" charset="-128"/>
                    <a:ea typeface="Meiryo UI" panose="020B0604030504040204" pitchFamily="50" charset="-128"/>
                  </a:rPr>
                  <a:t>PIC</a:t>
                </a:r>
                <a:endParaRPr lang="ja-JP" altLang="ja-JP">
                  <a:solidFill>
                    <a:srgbClr val="000000"/>
                  </a:solidFill>
                  <a:latin typeface="Meiryo UI" panose="020B0604030504040204" pitchFamily="50" charset="-128"/>
                  <a:ea typeface="Meiryo UI" panose="020B0604030504040204" pitchFamily="50" charset="-128"/>
                </a:endParaRPr>
              </a:p>
            </p:txBody>
          </p:sp>
          <p:sp>
            <p:nvSpPr>
              <p:cNvPr id="33861" name="Rectangle 46"/>
              <p:cNvSpPr>
                <a:spLocks noChangeArrowheads="1"/>
              </p:cNvSpPr>
              <p:nvPr/>
            </p:nvSpPr>
            <p:spPr bwMode="auto">
              <a:xfrm>
                <a:off x="458" y="3340"/>
                <a:ext cx="127" cy="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ja-JP" altLang="ja-JP" sz="300">
                    <a:solidFill>
                      <a:srgbClr val="000000"/>
                    </a:solidFill>
                    <a:latin typeface="Meiryo UI" panose="020B0604030504040204" pitchFamily="50" charset="-128"/>
                    <a:ea typeface="Meiryo UI" panose="020B0604030504040204" pitchFamily="50" charset="-128"/>
                  </a:rPr>
                  <a:t>Approval</a:t>
                </a:r>
                <a:endParaRPr lang="ja-JP" altLang="ja-JP">
                  <a:solidFill>
                    <a:srgbClr val="000000"/>
                  </a:solidFill>
                  <a:latin typeface="Meiryo UI" panose="020B0604030504040204" pitchFamily="50" charset="-128"/>
                  <a:ea typeface="Meiryo UI" panose="020B0604030504040204" pitchFamily="50" charset="-128"/>
                </a:endParaRPr>
              </a:p>
            </p:txBody>
          </p:sp>
          <p:sp>
            <p:nvSpPr>
              <p:cNvPr id="33862" name="Rectangle 47"/>
              <p:cNvSpPr>
                <a:spLocks noChangeArrowheads="1"/>
              </p:cNvSpPr>
              <p:nvPr/>
            </p:nvSpPr>
            <p:spPr bwMode="auto">
              <a:xfrm>
                <a:off x="675" y="3340"/>
                <a:ext cx="121" cy="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ja-JP" altLang="ja-JP" sz="300">
                    <a:solidFill>
                      <a:srgbClr val="000000"/>
                    </a:solidFill>
                    <a:latin typeface="Meiryo UI" panose="020B0604030504040204" pitchFamily="50" charset="-128"/>
                    <a:ea typeface="Meiryo UI" panose="020B0604030504040204" pitchFamily="50" charset="-128"/>
                  </a:rPr>
                  <a:t>received</a:t>
                </a:r>
                <a:endParaRPr lang="ja-JP" altLang="ja-JP">
                  <a:solidFill>
                    <a:srgbClr val="000000"/>
                  </a:solidFill>
                  <a:latin typeface="Meiryo UI" panose="020B0604030504040204" pitchFamily="50" charset="-128"/>
                  <a:ea typeface="Meiryo UI" panose="020B0604030504040204" pitchFamily="50" charset="-128"/>
                </a:endParaRPr>
              </a:p>
            </p:txBody>
          </p:sp>
          <p:sp>
            <p:nvSpPr>
              <p:cNvPr id="33863" name="Rectangle 48"/>
              <p:cNvSpPr>
                <a:spLocks noChangeArrowheads="1"/>
              </p:cNvSpPr>
              <p:nvPr/>
            </p:nvSpPr>
            <p:spPr bwMode="auto">
              <a:xfrm>
                <a:off x="202" y="3474"/>
                <a:ext cx="38" cy="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ja-JP" altLang="ja-JP" sz="300">
                    <a:solidFill>
                      <a:srgbClr val="000000"/>
                    </a:solidFill>
                    <a:latin typeface="Meiryo UI" panose="020B0604030504040204" pitchFamily="50" charset="-128"/>
                    <a:ea typeface="Meiryo UI" panose="020B0604030504040204" pitchFamily="50" charset="-128"/>
                  </a:rPr>
                  <a:t>C1</a:t>
                </a:r>
                <a:endParaRPr lang="ja-JP" altLang="ja-JP">
                  <a:solidFill>
                    <a:srgbClr val="000000"/>
                  </a:solidFill>
                  <a:latin typeface="Meiryo UI" panose="020B0604030504040204" pitchFamily="50" charset="-128"/>
                  <a:ea typeface="Meiryo UI" panose="020B0604030504040204" pitchFamily="50" charset="-128"/>
                </a:endParaRPr>
              </a:p>
            </p:txBody>
          </p:sp>
          <p:sp>
            <p:nvSpPr>
              <p:cNvPr id="33864" name="Rectangle 49"/>
              <p:cNvSpPr>
                <a:spLocks noChangeArrowheads="1"/>
              </p:cNvSpPr>
              <p:nvPr/>
            </p:nvSpPr>
            <p:spPr bwMode="auto">
              <a:xfrm>
                <a:off x="900" y="3472"/>
                <a:ext cx="908" cy="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ja-JP" altLang="ja-JP" sz="400">
                    <a:solidFill>
                      <a:srgbClr val="000000"/>
                    </a:solidFill>
                    <a:latin typeface="Meiryo UI" panose="020B0604030504040204" pitchFamily="50" charset="-128"/>
                    <a:ea typeface="Meiryo UI" panose="020B0604030504040204" pitchFamily="50" charset="-128"/>
                  </a:rPr>
                  <a:t>* Prospect and further actions at A/B judgment</a:t>
                </a:r>
                <a:endParaRPr lang="ja-JP" altLang="ja-JP">
                  <a:solidFill>
                    <a:srgbClr val="000000"/>
                  </a:solidFill>
                  <a:latin typeface="Meiryo UI" panose="020B0604030504040204" pitchFamily="50" charset="-128"/>
                  <a:ea typeface="Meiryo UI" panose="020B0604030504040204" pitchFamily="50" charset="-128"/>
                </a:endParaRPr>
              </a:p>
            </p:txBody>
          </p:sp>
          <p:sp>
            <p:nvSpPr>
              <p:cNvPr id="33865" name="Rectangle 50"/>
              <p:cNvSpPr>
                <a:spLocks noChangeArrowheads="1"/>
              </p:cNvSpPr>
              <p:nvPr/>
            </p:nvSpPr>
            <p:spPr bwMode="auto">
              <a:xfrm>
                <a:off x="214" y="3519"/>
                <a:ext cx="90" cy="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ja-JP" altLang="ja-JP" sz="300">
                    <a:solidFill>
                      <a:srgbClr val="000000"/>
                    </a:solidFill>
                    <a:latin typeface="Meiryo UI" panose="020B0604030504040204" pitchFamily="50" charset="-128"/>
                    <a:ea typeface="Meiryo UI" panose="020B0604030504040204" pitchFamily="50" charset="-128"/>
                  </a:rPr>
                  <a:t>Status</a:t>
                </a:r>
                <a:endParaRPr lang="ja-JP" altLang="ja-JP">
                  <a:solidFill>
                    <a:srgbClr val="000000"/>
                  </a:solidFill>
                  <a:latin typeface="Meiryo UI" panose="020B0604030504040204" pitchFamily="50" charset="-128"/>
                  <a:ea typeface="Meiryo UI" panose="020B0604030504040204" pitchFamily="50" charset="-128"/>
                </a:endParaRPr>
              </a:p>
            </p:txBody>
          </p:sp>
          <p:sp>
            <p:nvSpPr>
              <p:cNvPr id="33866" name="Rectangle 51"/>
              <p:cNvSpPr>
                <a:spLocks noChangeArrowheads="1"/>
              </p:cNvSpPr>
              <p:nvPr/>
            </p:nvSpPr>
            <p:spPr bwMode="auto">
              <a:xfrm>
                <a:off x="360" y="3519"/>
                <a:ext cx="104" cy="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ja-JP" altLang="ja-JP" sz="300">
                    <a:solidFill>
                      <a:srgbClr val="000000"/>
                    </a:solidFill>
                    <a:latin typeface="Meiryo UI" panose="020B0604030504040204" pitchFamily="50" charset="-128"/>
                    <a:ea typeface="Meiryo UI" panose="020B0604030504040204" pitchFamily="50" charset="-128"/>
                  </a:rPr>
                  <a:t>Criteria</a:t>
                </a:r>
                <a:endParaRPr lang="ja-JP" altLang="ja-JP">
                  <a:solidFill>
                    <a:srgbClr val="000000"/>
                  </a:solidFill>
                  <a:latin typeface="Meiryo UI" panose="020B0604030504040204" pitchFamily="50" charset="-128"/>
                  <a:ea typeface="Meiryo UI" panose="020B0604030504040204" pitchFamily="50" charset="-128"/>
                </a:endParaRPr>
              </a:p>
            </p:txBody>
          </p:sp>
          <p:sp>
            <p:nvSpPr>
              <p:cNvPr id="33867" name="Rectangle 52"/>
              <p:cNvSpPr>
                <a:spLocks noChangeArrowheads="1"/>
              </p:cNvSpPr>
              <p:nvPr/>
            </p:nvSpPr>
            <p:spPr bwMode="auto">
              <a:xfrm>
                <a:off x="412" y="3564"/>
                <a:ext cx="272" cy="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ja-JP" altLang="ja-JP" sz="300">
                    <a:solidFill>
                      <a:srgbClr val="000000"/>
                    </a:solidFill>
                    <a:latin typeface="Meiryo UI" panose="020B0604030504040204" pitchFamily="50" charset="-128"/>
                    <a:ea typeface="Meiryo UI" panose="020B0604030504040204" pitchFamily="50" charset="-128"/>
                  </a:rPr>
                  <a:t>O  Target achieved</a:t>
                </a:r>
                <a:endParaRPr lang="ja-JP" altLang="ja-JP">
                  <a:solidFill>
                    <a:srgbClr val="000000"/>
                  </a:solidFill>
                  <a:latin typeface="Meiryo UI" panose="020B0604030504040204" pitchFamily="50" charset="-128"/>
                  <a:ea typeface="Meiryo UI" panose="020B0604030504040204" pitchFamily="50" charset="-128"/>
                </a:endParaRPr>
              </a:p>
            </p:txBody>
          </p:sp>
          <p:sp>
            <p:nvSpPr>
              <p:cNvPr id="33868" name="Rectangle 53"/>
              <p:cNvSpPr>
                <a:spLocks noChangeArrowheads="1"/>
              </p:cNvSpPr>
              <p:nvPr/>
            </p:nvSpPr>
            <p:spPr bwMode="auto">
              <a:xfrm>
                <a:off x="441" y="3608"/>
                <a:ext cx="384" cy="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ja-JP" altLang="ja-JP" sz="300">
                    <a:solidFill>
                      <a:srgbClr val="000000"/>
                    </a:solidFill>
                    <a:latin typeface="Meiryo UI" panose="020B0604030504040204" pitchFamily="50" charset="-128"/>
                    <a:ea typeface="Meiryo UI" panose="020B0604030504040204" pitchFamily="50" charset="-128"/>
                  </a:rPr>
                  <a:t>A   Positive but open items</a:t>
                </a:r>
                <a:endParaRPr lang="ja-JP" altLang="ja-JP">
                  <a:solidFill>
                    <a:srgbClr val="000000"/>
                  </a:solidFill>
                  <a:latin typeface="Meiryo UI" panose="020B0604030504040204" pitchFamily="50" charset="-128"/>
                  <a:ea typeface="Meiryo UI" panose="020B0604030504040204" pitchFamily="50" charset="-128"/>
                </a:endParaRPr>
              </a:p>
            </p:txBody>
          </p:sp>
          <p:sp>
            <p:nvSpPr>
              <p:cNvPr id="33869" name="Rectangle 54"/>
              <p:cNvSpPr>
                <a:spLocks noChangeArrowheads="1"/>
              </p:cNvSpPr>
              <p:nvPr/>
            </p:nvSpPr>
            <p:spPr bwMode="auto">
              <a:xfrm>
                <a:off x="372" y="3653"/>
                <a:ext cx="145" cy="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ja-JP" altLang="ja-JP" sz="300">
                    <a:solidFill>
                      <a:srgbClr val="000000"/>
                    </a:solidFill>
                    <a:latin typeface="Meiryo UI" panose="020B0604030504040204" pitchFamily="50" charset="-128"/>
                    <a:ea typeface="Meiryo UI" panose="020B0604030504040204" pitchFamily="50" charset="-128"/>
                  </a:rPr>
                  <a:t>B   Critical</a:t>
                </a:r>
                <a:endParaRPr lang="ja-JP" altLang="ja-JP">
                  <a:solidFill>
                    <a:srgbClr val="000000"/>
                  </a:solidFill>
                  <a:latin typeface="Meiryo UI" panose="020B0604030504040204" pitchFamily="50" charset="-128"/>
                  <a:ea typeface="Meiryo UI" panose="020B0604030504040204" pitchFamily="50" charset="-128"/>
                </a:endParaRPr>
              </a:p>
            </p:txBody>
          </p:sp>
          <p:sp>
            <p:nvSpPr>
              <p:cNvPr id="33870" name="Rectangle 55"/>
              <p:cNvSpPr>
                <a:spLocks noChangeArrowheads="1"/>
              </p:cNvSpPr>
              <p:nvPr/>
            </p:nvSpPr>
            <p:spPr bwMode="auto">
              <a:xfrm>
                <a:off x="370" y="3698"/>
                <a:ext cx="84" cy="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ja-JP" sz="300" dirty="0">
                    <a:solidFill>
                      <a:srgbClr val="000000"/>
                    </a:solidFill>
                    <a:latin typeface="Meiryo UI" panose="020B0604030504040204" pitchFamily="50" charset="-128"/>
                    <a:ea typeface="Meiryo UI" panose="020B0604030504040204" pitchFamily="50" charset="-128"/>
                  </a:rPr>
                  <a:t>Bosch</a:t>
                </a:r>
                <a:endParaRPr lang="ja-JP" altLang="ja-JP" dirty="0">
                  <a:solidFill>
                    <a:srgbClr val="000000"/>
                  </a:solidFill>
                  <a:latin typeface="Meiryo UI" panose="020B0604030504040204" pitchFamily="50" charset="-128"/>
                  <a:ea typeface="Meiryo UI" panose="020B0604030504040204" pitchFamily="50" charset="-128"/>
                </a:endParaRPr>
              </a:p>
            </p:txBody>
          </p:sp>
          <p:sp>
            <p:nvSpPr>
              <p:cNvPr id="33871" name="Rectangle 56"/>
              <p:cNvSpPr>
                <a:spLocks noChangeArrowheads="1"/>
              </p:cNvSpPr>
              <p:nvPr/>
            </p:nvSpPr>
            <p:spPr bwMode="auto">
              <a:xfrm>
                <a:off x="683" y="3698"/>
                <a:ext cx="93" cy="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ja-JP" altLang="ja-JP" sz="300">
                    <a:solidFill>
                      <a:srgbClr val="000000"/>
                    </a:solidFill>
                    <a:latin typeface="Meiryo UI" panose="020B0604030504040204" pitchFamily="50" charset="-128"/>
                    <a:ea typeface="Meiryo UI" panose="020B0604030504040204" pitchFamily="50" charset="-128"/>
                  </a:rPr>
                  <a:t>Honda</a:t>
                </a:r>
                <a:endParaRPr lang="ja-JP" altLang="ja-JP">
                  <a:solidFill>
                    <a:srgbClr val="000000"/>
                  </a:solidFill>
                  <a:latin typeface="Meiryo UI" panose="020B0604030504040204" pitchFamily="50" charset="-128"/>
                  <a:ea typeface="Meiryo UI" panose="020B0604030504040204" pitchFamily="50" charset="-128"/>
                </a:endParaRPr>
              </a:p>
            </p:txBody>
          </p:sp>
          <p:sp>
            <p:nvSpPr>
              <p:cNvPr id="33872" name="Rectangle 57"/>
              <p:cNvSpPr>
                <a:spLocks noChangeArrowheads="1"/>
              </p:cNvSpPr>
              <p:nvPr/>
            </p:nvSpPr>
            <p:spPr bwMode="auto">
              <a:xfrm>
                <a:off x="272" y="3743"/>
                <a:ext cx="49" cy="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ja-JP" altLang="ja-JP" sz="300">
                    <a:solidFill>
                      <a:srgbClr val="000000"/>
                    </a:solidFill>
                    <a:latin typeface="Meiryo UI" panose="020B0604030504040204" pitchFamily="50" charset="-128"/>
                    <a:ea typeface="Meiryo UI" panose="020B0604030504040204" pitchFamily="50" charset="-128"/>
                  </a:rPr>
                  <a:t>PIC</a:t>
                </a:r>
                <a:endParaRPr lang="ja-JP" altLang="ja-JP">
                  <a:solidFill>
                    <a:srgbClr val="000000"/>
                  </a:solidFill>
                  <a:latin typeface="Meiryo UI" panose="020B0604030504040204" pitchFamily="50" charset="-128"/>
                  <a:ea typeface="Meiryo UI" panose="020B0604030504040204" pitchFamily="50" charset="-128"/>
                </a:endParaRPr>
              </a:p>
            </p:txBody>
          </p:sp>
          <p:sp>
            <p:nvSpPr>
              <p:cNvPr id="33873" name="Rectangle 58"/>
              <p:cNvSpPr>
                <a:spLocks noChangeArrowheads="1"/>
              </p:cNvSpPr>
              <p:nvPr/>
            </p:nvSpPr>
            <p:spPr bwMode="auto">
              <a:xfrm>
                <a:off x="458" y="3743"/>
                <a:ext cx="127" cy="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ja-JP" altLang="ja-JP" sz="300">
                    <a:solidFill>
                      <a:srgbClr val="000000"/>
                    </a:solidFill>
                    <a:latin typeface="Meiryo UI" panose="020B0604030504040204" pitchFamily="50" charset="-128"/>
                    <a:ea typeface="Meiryo UI" panose="020B0604030504040204" pitchFamily="50" charset="-128"/>
                  </a:rPr>
                  <a:t>Approval</a:t>
                </a:r>
                <a:endParaRPr lang="ja-JP" altLang="ja-JP">
                  <a:solidFill>
                    <a:srgbClr val="000000"/>
                  </a:solidFill>
                  <a:latin typeface="Meiryo UI" panose="020B0604030504040204" pitchFamily="50" charset="-128"/>
                  <a:ea typeface="Meiryo UI" panose="020B0604030504040204" pitchFamily="50" charset="-128"/>
                </a:endParaRPr>
              </a:p>
            </p:txBody>
          </p:sp>
          <p:sp>
            <p:nvSpPr>
              <p:cNvPr id="33874" name="Rectangle 59"/>
              <p:cNvSpPr>
                <a:spLocks noChangeArrowheads="1"/>
              </p:cNvSpPr>
              <p:nvPr/>
            </p:nvSpPr>
            <p:spPr bwMode="auto">
              <a:xfrm>
                <a:off x="675" y="3743"/>
                <a:ext cx="121" cy="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ja-JP" altLang="ja-JP" sz="300">
                    <a:solidFill>
                      <a:srgbClr val="000000"/>
                    </a:solidFill>
                    <a:latin typeface="Meiryo UI" panose="020B0604030504040204" pitchFamily="50" charset="-128"/>
                    <a:ea typeface="Meiryo UI" panose="020B0604030504040204" pitchFamily="50" charset="-128"/>
                  </a:rPr>
                  <a:t>received</a:t>
                </a:r>
                <a:endParaRPr lang="ja-JP" altLang="ja-JP">
                  <a:solidFill>
                    <a:srgbClr val="000000"/>
                  </a:solidFill>
                  <a:latin typeface="Meiryo UI" panose="020B0604030504040204" pitchFamily="50" charset="-128"/>
                  <a:ea typeface="Meiryo UI" panose="020B0604030504040204" pitchFamily="50" charset="-128"/>
                </a:endParaRPr>
              </a:p>
            </p:txBody>
          </p:sp>
          <p:sp>
            <p:nvSpPr>
              <p:cNvPr id="33875" name="Rectangle 60"/>
              <p:cNvSpPr>
                <a:spLocks noChangeArrowheads="1"/>
              </p:cNvSpPr>
              <p:nvPr/>
            </p:nvSpPr>
            <p:spPr bwMode="auto">
              <a:xfrm>
                <a:off x="194" y="3877"/>
                <a:ext cx="18" cy="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ja-JP" altLang="ja-JP" sz="300">
                    <a:solidFill>
                      <a:srgbClr val="000000"/>
                    </a:solidFill>
                    <a:latin typeface="Meiryo UI" panose="020B0604030504040204" pitchFamily="50" charset="-128"/>
                    <a:ea typeface="Meiryo UI" panose="020B0604030504040204" pitchFamily="50" charset="-128"/>
                  </a:rPr>
                  <a:t>T</a:t>
                </a:r>
                <a:endParaRPr lang="ja-JP" altLang="ja-JP">
                  <a:solidFill>
                    <a:srgbClr val="000000"/>
                  </a:solidFill>
                  <a:latin typeface="Meiryo UI" panose="020B0604030504040204" pitchFamily="50" charset="-128"/>
                  <a:ea typeface="Meiryo UI" panose="020B0604030504040204" pitchFamily="50" charset="-128"/>
                </a:endParaRPr>
              </a:p>
            </p:txBody>
          </p:sp>
          <p:sp>
            <p:nvSpPr>
              <p:cNvPr id="33876" name="Rectangle 61"/>
              <p:cNvSpPr>
                <a:spLocks noChangeArrowheads="1"/>
              </p:cNvSpPr>
              <p:nvPr/>
            </p:nvSpPr>
            <p:spPr bwMode="auto">
              <a:xfrm>
                <a:off x="900" y="3875"/>
                <a:ext cx="908" cy="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ja-JP" altLang="ja-JP" sz="400">
                    <a:solidFill>
                      <a:srgbClr val="000000"/>
                    </a:solidFill>
                    <a:latin typeface="Meiryo UI" panose="020B0604030504040204" pitchFamily="50" charset="-128"/>
                    <a:ea typeface="Meiryo UI" panose="020B0604030504040204" pitchFamily="50" charset="-128"/>
                  </a:rPr>
                  <a:t>* Prospect and further actions at A/B judgment</a:t>
                </a:r>
                <a:endParaRPr lang="ja-JP" altLang="ja-JP">
                  <a:solidFill>
                    <a:srgbClr val="000000"/>
                  </a:solidFill>
                  <a:latin typeface="Meiryo UI" panose="020B0604030504040204" pitchFamily="50" charset="-128"/>
                  <a:ea typeface="Meiryo UI" panose="020B0604030504040204" pitchFamily="50" charset="-128"/>
                </a:endParaRPr>
              </a:p>
            </p:txBody>
          </p:sp>
          <p:sp>
            <p:nvSpPr>
              <p:cNvPr id="33877" name="Rectangle 62"/>
              <p:cNvSpPr>
                <a:spLocks noChangeArrowheads="1"/>
              </p:cNvSpPr>
              <p:nvPr/>
            </p:nvSpPr>
            <p:spPr bwMode="auto">
              <a:xfrm>
                <a:off x="214" y="3922"/>
                <a:ext cx="90" cy="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ja-JP" altLang="ja-JP" sz="300">
                    <a:solidFill>
                      <a:srgbClr val="000000"/>
                    </a:solidFill>
                    <a:latin typeface="Meiryo UI" panose="020B0604030504040204" pitchFamily="50" charset="-128"/>
                    <a:ea typeface="Meiryo UI" panose="020B0604030504040204" pitchFamily="50" charset="-128"/>
                  </a:rPr>
                  <a:t>Status</a:t>
                </a:r>
                <a:endParaRPr lang="ja-JP" altLang="ja-JP">
                  <a:solidFill>
                    <a:srgbClr val="000000"/>
                  </a:solidFill>
                  <a:latin typeface="Meiryo UI" panose="020B0604030504040204" pitchFamily="50" charset="-128"/>
                  <a:ea typeface="Meiryo UI" panose="020B0604030504040204" pitchFamily="50" charset="-128"/>
                </a:endParaRPr>
              </a:p>
            </p:txBody>
          </p:sp>
          <p:sp>
            <p:nvSpPr>
              <p:cNvPr id="33878" name="Rectangle 63"/>
              <p:cNvSpPr>
                <a:spLocks noChangeArrowheads="1"/>
              </p:cNvSpPr>
              <p:nvPr/>
            </p:nvSpPr>
            <p:spPr bwMode="auto">
              <a:xfrm>
                <a:off x="360" y="3922"/>
                <a:ext cx="104" cy="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ja-JP" altLang="ja-JP" sz="300">
                    <a:solidFill>
                      <a:srgbClr val="000000"/>
                    </a:solidFill>
                    <a:latin typeface="Meiryo UI" panose="020B0604030504040204" pitchFamily="50" charset="-128"/>
                    <a:ea typeface="Meiryo UI" panose="020B0604030504040204" pitchFamily="50" charset="-128"/>
                  </a:rPr>
                  <a:t>Criteria</a:t>
                </a:r>
                <a:endParaRPr lang="ja-JP" altLang="ja-JP">
                  <a:solidFill>
                    <a:srgbClr val="000000"/>
                  </a:solidFill>
                  <a:latin typeface="Meiryo UI" panose="020B0604030504040204" pitchFamily="50" charset="-128"/>
                  <a:ea typeface="Meiryo UI" panose="020B0604030504040204" pitchFamily="50" charset="-128"/>
                </a:endParaRPr>
              </a:p>
            </p:txBody>
          </p:sp>
          <p:sp>
            <p:nvSpPr>
              <p:cNvPr id="33879" name="Rectangle 64"/>
              <p:cNvSpPr>
                <a:spLocks noChangeArrowheads="1"/>
              </p:cNvSpPr>
              <p:nvPr/>
            </p:nvSpPr>
            <p:spPr bwMode="auto">
              <a:xfrm>
                <a:off x="412" y="3966"/>
                <a:ext cx="272" cy="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ja-JP" altLang="ja-JP" sz="300">
                    <a:solidFill>
                      <a:srgbClr val="000000"/>
                    </a:solidFill>
                    <a:latin typeface="Meiryo UI" panose="020B0604030504040204" pitchFamily="50" charset="-128"/>
                    <a:ea typeface="Meiryo UI" panose="020B0604030504040204" pitchFamily="50" charset="-128"/>
                  </a:rPr>
                  <a:t>O  Target achieved</a:t>
                </a:r>
                <a:endParaRPr lang="ja-JP" altLang="ja-JP">
                  <a:solidFill>
                    <a:srgbClr val="000000"/>
                  </a:solidFill>
                  <a:latin typeface="Meiryo UI" panose="020B0604030504040204" pitchFamily="50" charset="-128"/>
                  <a:ea typeface="Meiryo UI" panose="020B0604030504040204" pitchFamily="50" charset="-128"/>
                </a:endParaRPr>
              </a:p>
            </p:txBody>
          </p:sp>
          <p:sp>
            <p:nvSpPr>
              <p:cNvPr id="33880" name="Rectangle 65"/>
              <p:cNvSpPr>
                <a:spLocks noChangeArrowheads="1"/>
              </p:cNvSpPr>
              <p:nvPr/>
            </p:nvSpPr>
            <p:spPr bwMode="auto">
              <a:xfrm>
                <a:off x="441" y="4011"/>
                <a:ext cx="384" cy="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ja-JP" altLang="ja-JP" sz="300">
                    <a:solidFill>
                      <a:srgbClr val="000000"/>
                    </a:solidFill>
                    <a:latin typeface="Meiryo UI" panose="020B0604030504040204" pitchFamily="50" charset="-128"/>
                    <a:ea typeface="Meiryo UI" panose="020B0604030504040204" pitchFamily="50" charset="-128"/>
                  </a:rPr>
                  <a:t>A   Positive but open items</a:t>
                </a:r>
                <a:endParaRPr lang="ja-JP" altLang="ja-JP">
                  <a:solidFill>
                    <a:srgbClr val="000000"/>
                  </a:solidFill>
                  <a:latin typeface="Meiryo UI" panose="020B0604030504040204" pitchFamily="50" charset="-128"/>
                  <a:ea typeface="Meiryo UI" panose="020B0604030504040204" pitchFamily="50" charset="-128"/>
                </a:endParaRPr>
              </a:p>
            </p:txBody>
          </p:sp>
          <p:sp>
            <p:nvSpPr>
              <p:cNvPr id="33881" name="Rectangle 66"/>
              <p:cNvSpPr>
                <a:spLocks noChangeArrowheads="1"/>
              </p:cNvSpPr>
              <p:nvPr/>
            </p:nvSpPr>
            <p:spPr bwMode="auto">
              <a:xfrm>
                <a:off x="372" y="4056"/>
                <a:ext cx="145" cy="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ja-JP" altLang="ja-JP" sz="300">
                    <a:solidFill>
                      <a:srgbClr val="000000"/>
                    </a:solidFill>
                    <a:latin typeface="Meiryo UI" panose="020B0604030504040204" pitchFamily="50" charset="-128"/>
                    <a:ea typeface="Meiryo UI" panose="020B0604030504040204" pitchFamily="50" charset="-128"/>
                  </a:rPr>
                  <a:t>B   Critical</a:t>
                </a:r>
                <a:endParaRPr lang="ja-JP" altLang="ja-JP">
                  <a:solidFill>
                    <a:srgbClr val="000000"/>
                  </a:solidFill>
                  <a:latin typeface="Meiryo UI" panose="020B0604030504040204" pitchFamily="50" charset="-128"/>
                  <a:ea typeface="Meiryo UI" panose="020B0604030504040204" pitchFamily="50" charset="-128"/>
                </a:endParaRPr>
              </a:p>
            </p:txBody>
          </p:sp>
          <p:sp>
            <p:nvSpPr>
              <p:cNvPr id="33882" name="Rectangle 67"/>
              <p:cNvSpPr>
                <a:spLocks noChangeArrowheads="1"/>
              </p:cNvSpPr>
              <p:nvPr/>
            </p:nvSpPr>
            <p:spPr bwMode="auto">
              <a:xfrm>
                <a:off x="370" y="4101"/>
                <a:ext cx="84" cy="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ja-JP" sz="300" dirty="0">
                    <a:solidFill>
                      <a:srgbClr val="000000"/>
                    </a:solidFill>
                    <a:latin typeface="Meiryo UI" panose="020B0604030504040204" pitchFamily="50" charset="-128"/>
                    <a:ea typeface="Meiryo UI" panose="020B0604030504040204" pitchFamily="50" charset="-128"/>
                  </a:rPr>
                  <a:t>Bosch</a:t>
                </a:r>
                <a:endParaRPr lang="ja-JP" altLang="ja-JP" dirty="0">
                  <a:solidFill>
                    <a:srgbClr val="000000"/>
                  </a:solidFill>
                  <a:latin typeface="Meiryo UI" panose="020B0604030504040204" pitchFamily="50" charset="-128"/>
                  <a:ea typeface="Meiryo UI" panose="020B0604030504040204" pitchFamily="50" charset="-128"/>
                </a:endParaRPr>
              </a:p>
            </p:txBody>
          </p:sp>
          <p:sp>
            <p:nvSpPr>
              <p:cNvPr id="33883" name="Rectangle 68"/>
              <p:cNvSpPr>
                <a:spLocks noChangeArrowheads="1"/>
              </p:cNvSpPr>
              <p:nvPr/>
            </p:nvSpPr>
            <p:spPr bwMode="auto">
              <a:xfrm>
                <a:off x="683" y="4101"/>
                <a:ext cx="93" cy="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ja-JP" altLang="ja-JP" sz="300">
                    <a:solidFill>
                      <a:srgbClr val="000000"/>
                    </a:solidFill>
                    <a:latin typeface="Meiryo UI" panose="020B0604030504040204" pitchFamily="50" charset="-128"/>
                    <a:ea typeface="Meiryo UI" panose="020B0604030504040204" pitchFamily="50" charset="-128"/>
                  </a:rPr>
                  <a:t>Honda</a:t>
                </a:r>
                <a:endParaRPr lang="ja-JP" altLang="ja-JP">
                  <a:solidFill>
                    <a:srgbClr val="000000"/>
                  </a:solidFill>
                  <a:latin typeface="Meiryo UI" panose="020B0604030504040204" pitchFamily="50" charset="-128"/>
                  <a:ea typeface="Meiryo UI" panose="020B0604030504040204" pitchFamily="50" charset="-128"/>
                </a:endParaRPr>
              </a:p>
            </p:txBody>
          </p:sp>
          <p:sp>
            <p:nvSpPr>
              <p:cNvPr id="33884" name="Rectangle 69"/>
              <p:cNvSpPr>
                <a:spLocks noChangeArrowheads="1"/>
              </p:cNvSpPr>
              <p:nvPr/>
            </p:nvSpPr>
            <p:spPr bwMode="auto">
              <a:xfrm>
                <a:off x="272" y="4145"/>
                <a:ext cx="49" cy="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ja-JP" altLang="ja-JP" sz="300">
                    <a:solidFill>
                      <a:srgbClr val="000000"/>
                    </a:solidFill>
                    <a:latin typeface="Meiryo UI" panose="020B0604030504040204" pitchFamily="50" charset="-128"/>
                    <a:ea typeface="Meiryo UI" panose="020B0604030504040204" pitchFamily="50" charset="-128"/>
                  </a:rPr>
                  <a:t>PIC</a:t>
                </a:r>
                <a:endParaRPr lang="ja-JP" altLang="ja-JP">
                  <a:solidFill>
                    <a:srgbClr val="000000"/>
                  </a:solidFill>
                  <a:latin typeface="Meiryo UI" panose="020B0604030504040204" pitchFamily="50" charset="-128"/>
                  <a:ea typeface="Meiryo UI" panose="020B0604030504040204" pitchFamily="50" charset="-128"/>
                </a:endParaRPr>
              </a:p>
            </p:txBody>
          </p:sp>
          <p:sp>
            <p:nvSpPr>
              <p:cNvPr id="33885" name="Rectangle 70"/>
              <p:cNvSpPr>
                <a:spLocks noChangeArrowheads="1"/>
              </p:cNvSpPr>
              <p:nvPr/>
            </p:nvSpPr>
            <p:spPr bwMode="auto">
              <a:xfrm>
                <a:off x="458" y="4145"/>
                <a:ext cx="127" cy="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ja-JP" altLang="ja-JP" sz="300">
                    <a:solidFill>
                      <a:srgbClr val="000000"/>
                    </a:solidFill>
                    <a:latin typeface="Meiryo UI" panose="020B0604030504040204" pitchFamily="50" charset="-128"/>
                    <a:ea typeface="Meiryo UI" panose="020B0604030504040204" pitchFamily="50" charset="-128"/>
                  </a:rPr>
                  <a:t>Approval</a:t>
                </a:r>
                <a:endParaRPr lang="ja-JP" altLang="ja-JP">
                  <a:solidFill>
                    <a:srgbClr val="000000"/>
                  </a:solidFill>
                  <a:latin typeface="Meiryo UI" panose="020B0604030504040204" pitchFamily="50" charset="-128"/>
                  <a:ea typeface="Meiryo UI" panose="020B0604030504040204" pitchFamily="50" charset="-128"/>
                </a:endParaRPr>
              </a:p>
            </p:txBody>
          </p:sp>
          <p:sp>
            <p:nvSpPr>
              <p:cNvPr id="33886" name="Rectangle 71"/>
              <p:cNvSpPr>
                <a:spLocks noChangeArrowheads="1"/>
              </p:cNvSpPr>
              <p:nvPr/>
            </p:nvSpPr>
            <p:spPr bwMode="auto">
              <a:xfrm>
                <a:off x="675" y="4145"/>
                <a:ext cx="121" cy="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ja-JP" altLang="ja-JP" sz="300">
                    <a:solidFill>
                      <a:srgbClr val="000000"/>
                    </a:solidFill>
                    <a:latin typeface="Meiryo UI" panose="020B0604030504040204" pitchFamily="50" charset="-128"/>
                    <a:ea typeface="Meiryo UI" panose="020B0604030504040204" pitchFamily="50" charset="-128"/>
                  </a:rPr>
                  <a:t>received</a:t>
                </a:r>
                <a:endParaRPr lang="ja-JP" altLang="ja-JP">
                  <a:solidFill>
                    <a:srgbClr val="000000"/>
                  </a:solidFill>
                  <a:latin typeface="Meiryo UI" panose="020B0604030504040204" pitchFamily="50" charset="-128"/>
                  <a:ea typeface="Meiryo UI" panose="020B0604030504040204" pitchFamily="50" charset="-128"/>
                </a:endParaRPr>
              </a:p>
            </p:txBody>
          </p:sp>
          <p:sp>
            <p:nvSpPr>
              <p:cNvPr id="33887" name="Rectangle 72"/>
              <p:cNvSpPr>
                <a:spLocks noChangeArrowheads="1"/>
              </p:cNvSpPr>
              <p:nvPr/>
            </p:nvSpPr>
            <p:spPr bwMode="auto">
              <a:xfrm>
                <a:off x="1238" y="3013"/>
                <a:ext cx="513" cy="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ja-JP" altLang="ja-JP" sz="500" b="1" dirty="0">
                    <a:solidFill>
                      <a:srgbClr val="000000"/>
                    </a:solidFill>
                    <a:latin typeface="Meiryo UI" panose="020B0604030504040204" pitchFamily="50" charset="-128"/>
                    <a:ea typeface="Meiryo UI" panose="020B0604030504040204" pitchFamily="50" charset="-128"/>
                  </a:rPr>
                  <a:t>Reports from </a:t>
                </a:r>
                <a:r>
                  <a:rPr lang="en-US" altLang="ja-JP" sz="500" b="1" dirty="0">
                    <a:solidFill>
                      <a:srgbClr val="000000"/>
                    </a:solidFill>
                    <a:latin typeface="Meiryo UI" panose="020B0604030504040204" pitchFamily="50" charset="-128"/>
                    <a:ea typeface="Meiryo UI" panose="020B0604030504040204" pitchFamily="50" charset="-128"/>
                  </a:rPr>
                  <a:t>Bosch</a:t>
                </a:r>
                <a:endParaRPr lang="ja-JP" altLang="ja-JP" dirty="0">
                  <a:solidFill>
                    <a:srgbClr val="000000"/>
                  </a:solidFill>
                  <a:latin typeface="Meiryo UI" panose="020B0604030504040204" pitchFamily="50" charset="-128"/>
                  <a:ea typeface="Meiryo UI" panose="020B0604030504040204" pitchFamily="50" charset="-128"/>
                </a:endParaRPr>
              </a:p>
            </p:txBody>
          </p:sp>
          <p:sp>
            <p:nvSpPr>
              <p:cNvPr id="33888" name="Rectangle 73"/>
              <p:cNvSpPr>
                <a:spLocks noChangeArrowheads="1"/>
              </p:cNvSpPr>
              <p:nvPr/>
            </p:nvSpPr>
            <p:spPr bwMode="auto">
              <a:xfrm>
                <a:off x="740" y="2368"/>
                <a:ext cx="919" cy="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ja-JP" altLang="ja-JP" sz="500">
                    <a:solidFill>
                      <a:srgbClr val="000000"/>
                    </a:solidFill>
                    <a:latin typeface="Meiryo UI" panose="020B0604030504040204" pitchFamily="50" charset="-128"/>
                    <a:ea typeface="Meiryo UI" panose="020B0604030504040204" pitchFamily="50" charset="-128"/>
                  </a:rPr>
                  <a:t>Check of Cold startability at Sea Level.</a:t>
                </a:r>
                <a:endParaRPr lang="ja-JP" altLang="ja-JP">
                  <a:solidFill>
                    <a:srgbClr val="000000"/>
                  </a:solidFill>
                  <a:latin typeface="Meiryo UI" panose="020B0604030504040204" pitchFamily="50" charset="-128"/>
                  <a:ea typeface="Meiryo UI" panose="020B0604030504040204" pitchFamily="50" charset="-128"/>
                </a:endParaRPr>
              </a:p>
            </p:txBody>
          </p:sp>
          <p:sp>
            <p:nvSpPr>
              <p:cNvPr id="33889" name="Rectangle 74"/>
              <p:cNvSpPr>
                <a:spLocks noChangeArrowheads="1"/>
              </p:cNvSpPr>
              <p:nvPr/>
            </p:nvSpPr>
            <p:spPr bwMode="auto">
              <a:xfrm>
                <a:off x="300" y="2512"/>
                <a:ext cx="464" cy="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ja-JP" altLang="ja-JP" sz="400">
                    <a:solidFill>
                      <a:srgbClr val="000000"/>
                    </a:solidFill>
                    <a:latin typeface="Meiryo UI" panose="020B0604030504040204" pitchFamily="50" charset="-128"/>
                    <a:ea typeface="Meiryo UI" panose="020B0604030504040204" pitchFamily="50" charset="-128"/>
                  </a:rPr>
                  <a:t>Startability at Sea Level.</a:t>
                </a:r>
                <a:endParaRPr lang="ja-JP" altLang="ja-JP">
                  <a:solidFill>
                    <a:srgbClr val="000000"/>
                  </a:solidFill>
                  <a:latin typeface="Meiryo UI" panose="020B0604030504040204" pitchFamily="50" charset="-128"/>
                  <a:ea typeface="Meiryo UI" panose="020B0604030504040204" pitchFamily="50" charset="-128"/>
                </a:endParaRPr>
              </a:p>
            </p:txBody>
          </p:sp>
          <p:sp>
            <p:nvSpPr>
              <p:cNvPr id="33890" name="Rectangle 75"/>
              <p:cNvSpPr>
                <a:spLocks noChangeArrowheads="1"/>
              </p:cNvSpPr>
              <p:nvPr/>
            </p:nvSpPr>
            <p:spPr bwMode="auto">
              <a:xfrm>
                <a:off x="345" y="2550"/>
                <a:ext cx="986" cy="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ja-JP" altLang="ja-JP" sz="400">
                    <a:solidFill>
                      <a:srgbClr val="000000"/>
                    </a:solidFill>
                    <a:latin typeface="Meiryo UI" panose="020B0604030504040204" pitchFamily="50" charset="-128"/>
                    <a:ea typeface="Meiryo UI" panose="020B0604030504040204" pitchFamily="50" charset="-128"/>
                  </a:rPr>
                  <a:t>Check startability with specified engine water temp.</a:t>
                </a:r>
                <a:endParaRPr lang="ja-JP" altLang="ja-JP">
                  <a:solidFill>
                    <a:srgbClr val="000000"/>
                  </a:solidFill>
                  <a:latin typeface="Meiryo UI" panose="020B0604030504040204" pitchFamily="50" charset="-128"/>
                  <a:ea typeface="Meiryo UI" panose="020B0604030504040204" pitchFamily="50" charset="-128"/>
                </a:endParaRPr>
              </a:p>
            </p:txBody>
          </p:sp>
          <p:sp>
            <p:nvSpPr>
              <p:cNvPr id="33891" name="Rectangle 76"/>
              <p:cNvSpPr>
                <a:spLocks noChangeArrowheads="1"/>
              </p:cNvSpPr>
              <p:nvPr/>
            </p:nvSpPr>
            <p:spPr bwMode="auto">
              <a:xfrm>
                <a:off x="344" y="2588"/>
                <a:ext cx="942" cy="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ja-JP" altLang="ja-JP" sz="400">
                    <a:solidFill>
                      <a:srgbClr val="000000"/>
                    </a:solidFill>
                    <a:latin typeface="Meiryo UI" panose="020B0604030504040204" pitchFamily="50" charset="-128"/>
                    <a:ea typeface="Meiryo UI" panose="020B0604030504040204" pitchFamily="50" charset="-128"/>
                  </a:rPr>
                  <a:t>- Test method, condition and measurement data.</a:t>
                </a:r>
                <a:endParaRPr lang="ja-JP" altLang="ja-JP">
                  <a:solidFill>
                    <a:srgbClr val="000000"/>
                  </a:solidFill>
                  <a:latin typeface="Meiryo UI" panose="020B0604030504040204" pitchFamily="50" charset="-128"/>
                  <a:ea typeface="Meiryo UI" panose="020B0604030504040204" pitchFamily="50" charset="-128"/>
                </a:endParaRPr>
              </a:p>
            </p:txBody>
          </p:sp>
          <p:sp>
            <p:nvSpPr>
              <p:cNvPr id="33892" name="Rectangle 77"/>
              <p:cNvSpPr>
                <a:spLocks noChangeArrowheads="1"/>
              </p:cNvSpPr>
              <p:nvPr/>
            </p:nvSpPr>
            <p:spPr bwMode="auto">
              <a:xfrm>
                <a:off x="1928" y="1865"/>
                <a:ext cx="139" cy="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ja-JP" altLang="ja-JP" sz="500">
                    <a:solidFill>
                      <a:srgbClr val="000000"/>
                    </a:solidFill>
                    <a:latin typeface="Meiryo UI" panose="020B0604030504040204" pitchFamily="50" charset="-128"/>
                    <a:ea typeface="Meiryo UI" panose="020B0604030504040204" pitchFamily="50" charset="-128"/>
                  </a:rPr>
                  <a:t>Model</a:t>
                </a:r>
                <a:endParaRPr lang="ja-JP" altLang="ja-JP">
                  <a:solidFill>
                    <a:srgbClr val="000000"/>
                  </a:solidFill>
                  <a:latin typeface="Meiryo UI" panose="020B0604030504040204" pitchFamily="50" charset="-128"/>
                  <a:ea typeface="Meiryo UI" panose="020B0604030504040204" pitchFamily="50" charset="-128"/>
                </a:endParaRPr>
              </a:p>
            </p:txBody>
          </p:sp>
          <p:sp>
            <p:nvSpPr>
              <p:cNvPr id="33893" name="Rectangle 78"/>
              <p:cNvSpPr>
                <a:spLocks noChangeArrowheads="1"/>
              </p:cNvSpPr>
              <p:nvPr/>
            </p:nvSpPr>
            <p:spPr bwMode="auto">
              <a:xfrm>
                <a:off x="2107" y="1975"/>
                <a:ext cx="0"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endParaRPr lang="ja-JP" altLang="ja-JP">
                  <a:solidFill>
                    <a:srgbClr val="000000"/>
                  </a:solidFill>
                  <a:latin typeface="Meiryo UI" panose="020B0604030504040204" pitchFamily="50" charset="-128"/>
                  <a:ea typeface="Meiryo UI" panose="020B0604030504040204" pitchFamily="50" charset="-128"/>
                </a:endParaRPr>
              </a:p>
            </p:txBody>
          </p:sp>
          <p:sp>
            <p:nvSpPr>
              <p:cNvPr id="33894" name="Rectangle 79"/>
              <p:cNvSpPr>
                <a:spLocks noChangeArrowheads="1"/>
              </p:cNvSpPr>
              <p:nvPr/>
            </p:nvSpPr>
            <p:spPr bwMode="auto">
              <a:xfrm>
                <a:off x="299" y="2140"/>
                <a:ext cx="221" cy="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ja-JP" altLang="ja-JP" sz="500" b="1">
                    <a:solidFill>
                      <a:srgbClr val="000000"/>
                    </a:solidFill>
                    <a:latin typeface="Meiryo UI" panose="020B0604030504040204" pitchFamily="50" charset="-128"/>
                    <a:ea typeface="Meiryo UI" panose="020B0604030504040204" pitchFamily="50" charset="-128"/>
                  </a:rPr>
                  <a:t>EMS-7-5</a:t>
                </a:r>
                <a:endParaRPr lang="ja-JP" altLang="ja-JP">
                  <a:solidFill>
                    <a:srgbClr val="000000"/>
                  </a:solidFill>
                  <a:latin typeface="Meiryo UI" panose="020B0604030504040204" pitchFamily="50" charset="-128"/>
                  <a:ea typeface="Meiryo UI" panose="020B0604030504040204" pitchFamily="50" charset="-128"/>
                </a:endParaRPr>
              </a:p>
            </p:txBody>
          </p:sp>
          <p:sp>
            <p:nvSpPr>
              <p:cNvPr id="33895" name="Rectangle 80"/>
              <p:cNvSpPr>
                <a:spLocks noChangeArrowheads="1"/>
              </p:cNvSpPr>
              <p:nvPr/>
            </p:nvSpPr>
            <p:spPr bwMode="auto">
              <a:xfrm>
                <a:off x="314" y="2187"/>
                <a:ext cx="186" cy="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ja-JP" altLang="ja-JP" sz="500" b="1">
                    <a:solidFill>
                      <a:srgbClr val="000000"/>
                    </a:solidFill>
                    <a:latin typeface="Meiryo UI" panose="020B0604030504040204" pitchFamily="50" charset="-128"/>
                    <a:ea typeface="Meiryo UI" panose="020B0604030504040204" pitchFamily="50" charset="-128"/>
                  </a:rPr>
                  <a:t>Vehicle</a:t>
                </a:r>
                <a:endParaRPr lang="ja-JP" altLang="ja-JP">
                  <a:solidFill>
                    <a:srgbClr val="000000"/>
                  </a:solidFill>
                  <a:latin typeface="Meiryo UI" panose="020B0604030504040204" pitchFamily="50" charset="-128"/>
                  <a:ea typeface="Meiryo UI" panose="020B0604030504040204" pitchFamily="50" charset="-128"/>
                </a:endParaRPr>
              </a:p>
            </p:txBody>
          </p:sp>
          <p:sp>
            <p:nvSpPr>
              <p:cNvPr id="33896" name="Rectangle 81"/>
              <p:cNvSpPr>
                <a:spLocks noChangeArrowheads="1"/>
              </p:cNvSpPr>
              <p:nvPr/>
            </p:nvSpPr>
            <p:spPr bwMode="auto">
              <a:xfrm>
                <a:off x="250" y="2234"/>
                <a:ext cx="337" cy="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ja-JP" altLang="ja-JP" sz="500" b="1">
                    <a:solidFill>
                      <a:srgbClr val="000000"/>
                    </a:solidFill>
                    <a:latin typeface="Meiryo UI" panose="020B0604030504040204" pitchFamily="50" charset="-128"/>
                    <a:ea typeface="Meiryo UI" panose="020B0604030504040204" pitchFamily="50" charset="-128"/>
                  </a:rPr>
                  <a:t>Marketability</a:t>
                </a:r>
                <a:endParaRPr lang="ja-JP" altLang="ja-JP">
                  <a:solidFill>
                    <a:srgbClr val="000000"/>
                  </a:solidFill>
                  <a:latin typeface="Meiryo UI" panose="020B0604030504040204" pitchFamily="50" charset="-128"/>
                  <a:ea typeface="Meiryo UI" panose="020B0604030504040204" pitchFamily="50" charset="-128"/>
                </a:endParaRPr>
              </a:p>
            </p:txBody>
          </p:sp>
          <p:sp>
            <p:nvSpPr>
              <p:cNvPr id="33897" name="Rectangle 82"/>
              <p:cNvSpPr>
                <a:spLocks noChangeArrowheads="1"/>
              </p:cNvSpPr>
              <p:nvPr/>
            </p:nvSpPr>
            <p:spPr bwMode="auto">
              <a:xfrm>
                <a:off x="754" y="2109"/>
                <a:ext cx="1079" cy="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ja-JP" altLang="ja-JP" sz="500">
                    <a:solidFill>
                      <a:srgbClr val="000000"/>
                    </a:solidFill>
                    <a:latin typeface="Meiryo UI" panose="020B0604030504040204" pitchFamily="50" charset="-128"/>
                    <a:ea typeface="Meiryo UI" panose="020B0604030504040204" pitchFamily="50" charset="-128"/>
                  </a:rPr>
                  <a:t>Startability (Until Reach Target Engine Speed</a:t>
                </a:r>
                <a:endParaRPr lang="ja-JP" altLang="ja-JP">
                  <a:solidFill>
                    <a:srgbClr val="000000"/>
                  </a:solidFill>
                  <a:latin typeface="Meiryo UI" panose="020B0604030504040204" pitchFamily="50" charset="-128"/>
                  <a:ea typeface="Meiryo UI" panose="020B0604030504040204" pitchFamily="50" charset="-128"/>
                </a:endParaRPr>
              </a:p>
            </p:txBody>
          </p:sp>
          <p:sp>
            <p:nvSpPr>
              <p:cNvPr id="33898" name="Rectangle 83"/>
              <p:cNvSpPr>
                <a:spLocks noChangeArrowheads="1"/>
              </p:cNvSpPr>
              <p:nvPr/>
            </p:nvSpPr>
            <p:spPr bwMode="auto">
              <a:xfrm>
                <a:off x="644" y="2154"/>
                <a:ext cx="277" cy="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ja-JP" altLang="ja-JP" sz="500">
                    <a:solidFill>
                      <a:srgbClr val="000000"/>
                    </a:solidFill>
                    <a:latin typeface="Meiryo UI" panose="020B0604030504040204" pitchFamily="50" charset="-128"/>
                    <a:ea typeface="Meiryo UI" panose="020B0604030504040204" pitchFamily="50" charset="-128"/>
                  </a:rPr>
                  <a:t>after start.)</a:t>
                </a:r>
                <a:endParaRPr lang="ja-JP" altLang="ja-JP">
                  <a:solidFill>
                    <a:srgbClr val="000000"/>
                  </a:solidFill>
                  <a:latin typeface="Meiryo UI" panose="020B0604030504040204" pitchFamily="50" charset="-128"/>
                  <a:ea typeface="Meiryo UI" panose="020B0604030504040204" pitchFamily="50" charset="-128"/>
                </a:endParaRPr>
              </a:p>
            </p:txBody>
          </p:sp>
          <p:sp>
            <p:nvSpPr>
              <p:cNvPr id="33899" name="Rectangle 84"/>
              <p:cNvSpPr>
                <a:spLocks noChangeArrowheads="1"/>
              </p:cNvSpPr>
              <p:nvPr/>
            </p:nvSpPr>
            <p:spPr bwMode="auto">
              <a:xfrm>
                <a:off x="667" y="2198"/>
                <a:ext cx="395" cy="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ja-JP" altLang="ja-JP" sz="500">
                    <a:solidFill>
                      <a:srgbClr val="000000"/>
                    </a:solidFill>
                    <a:latin typeface="Meiryo UI" panose="020B0604030504040204" pitchFamily="50" charset="-128"/>
                    <a:ea typeface="Meiryo UI" panose="020B0604030504040204" pitchFamily="50" charset="-128"/>
                  </a:rPr>
                  <a:t>Cold Startability.</a:t>
                </a:r>
                <a:endParaRPr lang="ja-JP" altLang="ja-JP">
                  <a:solidFill>
                    <a:srgbClr val="000000"/>
                  </a:solidFill>
                  <a:latin typeface="Meiryo UI" panose="020B0604030504040204" pitchFamily="50" charset="-128"/>
                  <a:ea typeface="Meiryo UI" panose="020B0604030504040204" pitchFamily="50" charset="-128"/>
                </a:endParaRPr>
              </a:p>
            </p:txBody>
          </p:sp>
          <p:sp>
            <p:nvSpPr>
              <p:cNvPr id="33900" name="Rectangle 85"/>
              <p:cNvSpPr>
                <a:spLocks noChangeArrowheads="1"/>
              </p:cNvSpPr>
              <p:nvPr/>
            </p:nvSpPr>
            <p:spPr bwMode="auto">
              <a:xfrm>
                <a:off x="1895" y="1975"/>
                <a:ext cx="0"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endParaRPr lang="ja-JP" altLang="ja-JP">
                  <a:solidFill>
                    <a:srgbClr val="000000"/>
                  </a:solidFill>
                  <a:latin typeface="Meiryo UI" panose="020B0604030504040204" pitchFamily="50" charset="-128"/>
                  <a:ea typeface="Meiryo UI" panose="020B0604030504040204" pitchFamily="50" charset="-128"/>
                </a:endParaRPr>
              </a:p>
            </p:txBody>
          </p:sp>
          <p:sp>
            <p:nvSpPr>
              <p:cNvPr id="33901" name="Rectangle 86"/>
              <p:cNvSpPr>
                <a:spLocks noChangeArrowheads="1"/>
              </p:cNvSpPr>
              <p:nvPr/>
            </p:nvSpPr>
            <p:spPr bwMode="auto">
              <a:xfrm>
                <a:off x="1627" y="2512"/>
                <a:ext cx="973" cy="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ja-JP" altLang="ja-JP" sz="400">
                    <a:solidFill>
                      <a:srgbClr val="000000"/>
                    </a:solidFill>
                    <a:latin typeface="Meiryo UI" panose="020B0604030504040204" pitchFamily="50" charset="-128"/>
                    <a:ea typeface="Meiryo UI" panose="020B0604030504040204" pitchFamily="50" charset="-128"/>
                  </a:rPr>
                  <a:t>Start time should keep below HONDA requirement.</a:t>
                </a:r>
                <a:endParaRPr lang="ja-JP" altLang="ja-JP">
                  <a:solidFill>
                    <a:srgbClr val="000000"/>
                  </a:solidFill>
                  <a:latin typeface="Meiryo UI" panose="020B0604030504040204" pitchFamily="50" charset="-128"/>
                  <a:ea typeface="Meiryo UI" panose="020B0604030504040204" pitchFamily="50" charset="-128"/>
                </a:endParaRPr>
              </a:p>
            </p:txBody>
          </p:sp>
          <p:sp>
            <p:nvSpPr>
              <p:cNvPr id="33902" name="Rectangle 87"/>
              <p:cNvSpPr>
                <a:spLocks noChangeArrowheads="1"/>
              </p:cNvSpPr>
              <p:nvPr/>
            </p:nvSpPr>
            <p:spPr bwMode="auto">
              <a:xfrm>
                <a:off x="1621" y="2550"/>
                <a:ext cx="921" cy="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ja-JP" altLang="ja-JP" sz="400">
                    <a:solidFill>
                      <a:srgbClr val="000000"/>
                    </a:solidFill>
                    <a:latin typeface="Meiryo UI" panose="020B0604030504040204" pitchFamily="50" charset="-128"/>
                    <a:ea typeface="Meiryo UI" panose="020B0604030504040204" pitchFamily="50" charset="-128"/>
                  </a:rPr>
                  <a:t>See "Start Time Requirement" in the next sheet.</a:t>
                </a:r>
                <a:endParaRPr lang="ja-JP" altLang="ja-JP">
                  <a:solidFill>
                    <a:srgbClr val="000000"/>
                  </a:solidFill>
                  <a:latin typeface="Meiryo UI" panose="020B0604030504040204" pitchFamily="50" charset="-128"/>
                  <a:ea typeface="Meiryo UI" panose="020B0604030504040204" pitchFamily="50" charset="-128"/>
                </a:endParaRPr>
              </a:p>
            </p:txBody>
          </p:sp>
          <p:sp>
            <p:nvSpPr>
              <p:cNvPr id="33903" name="Rectangle 88"/>
              <p:cNvSpPr>
                <a:spLocks noChangeArrowheads="1"/>
              </p:cNvSpPr>
              <p:nvPr/>
            </p:nvSpPr>
            <p:spPr bwMode="auto">
              <a:xfrm>
                <a:off x="1533" y="2588"/>
                <a:ext cx="0"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endParaRPr lang="ja-JP" altLang="ja-JP">
                  <a:solidFill>
                    <a:srgbClr val="000000"/>
                  </a:solidFill>
                  <a:latin typeface="Meiryo UI" panose="020B0604030504040204" pitchFamily="50" charset="-128"/>
                  <a:ea typeface="Meiryo UI" panose="020B0604030504040204" pitchFamily="50" charset="-128"/>
                </a:endParaRPr>
              </a:p>
            </p:txBody>
          </p:sp>
          <p:sp>
            <p:nvSpPr>
              <p:cNvPr id="33904" name="Rectangle 89"/>
              <p:cNvSpPr>
                <a:spLocks noChangeArrowheads="1"/>
              </p:cNvSpPr>
              <p:nvPr/>
            </p:nvSpPr>
            <p:spPr bwMode="auto">
              <a:xfrm>
                <a:off x="1643" y="2626"/>
                <a:ext cx="1019" cy="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ja-JP" altLang="ja-JP" sz="400">
                    <a:solidFill>
                      <a:srgbClr val="000000"/>
                    </a:solidFill>
                    <a:latin typeface="Meiryo UI" panose="020B0604030504040204" pitchFamily="50" charset="-128"/>
                    <a:ea typeface="Meiryo UI" panose="020B0604030504040204" pitchFamily="50" charset="-128"/>
                  </a:rPr>
                  <a:t>Engine should not have remarkable engine speed rise</a:t>
                </a:r>
                <a:endParaRPr lang="ja-JP" altLang="ja-JP">
                  <a:solidFill>
                    <a:srgbClr val="000000"/>
                  </a:solidFill>
                  <a:latin typeface="Meiryo UI" panose="020B0604030504040204" pitchFamily="50" charset="-128"/>
                  <a:ea typeface="Meiryo UI" panose="020B0604030504040204" pitchFamily="50" charset="-128"/>
                </a:endParaRPr>
              </a:p>
            </p:txBody>
          </p:sp>
          <p:sp>
            <p:nvSpPr>
              <p:cNvPr id="33905" name="Rectangle 90"/>
              <p:cNvSpPr>
                <a:spLocks noChangeArrowheads="1"/>
              </p:cNvSpPr>
              <p:nvPr/>
            </p:nvSpPr>
            <p:spPr bwMode="auto">
              <a:xfrm>
                <a:off x="1559" y="2664"/>
                <a:ext cx="330" cy="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ja-JP" altLang="ja-JP" sz="400">
                    <a:solidFill>
                      <a:srgbClr val="000000"/>
                    </a:solidFill>
                    <a:latin typeface="Meiryo UI" panose="020B0604030504040204" pitchFamily="50" charset="-128"/>
                    <a:ea typeface="Meiryo UI" panose="020B0604030504040204" pitchFamily="50" charset="-128"/>
                  </a:rPr>
                  <a:t>after start phase.</a:t>
                </a:r>
                <a:endParaRPr lang="ja-JP" altLang="ja-JP">
                  <a:solidFill>
                    <a:srgbClr val="000000"/>
                  </a:solidFill>
                  <a:latin typeface="Meiryo UI" panose="020B0604030504040204" pitchFamily="50" charset="-128"/>
                  <a:ea typeface="Meiryo UI" panose="020B0604030504040204" pitchFamily="50" charset="-128"/>
                </a:endParaRPr>
              </a:p>
            </p:txBody>
          </p:sp>
          <p:sp>
            <p:nvSpPr>
              <p:cNvPr id="33906" name="Rectangle 91"/>
              <p:cNvSpPr>
                <a:spLocks noChangeArrowheads="1"/>
              </p:cNvSpPr>
              <p:nvPr/>
            </p:nvSpPr>
            <p:spPr bwMode="auto">
              <a:xfrm>
                <a:off x="1533" y="2702"/>
                <a:ext cx="0"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endParaRPr lang="ja-JP" altLang="ja-JP">
                  <a:solidFill>
                    <a:srgbClr val="000000"/>
                  </a:solidFill>
                  <a:latin typeface="Meiryo UI" panose="020B0604030504040204" pitchFamily="50" charset="-128"/>
                  <a:ea typeface="Meiryo UI" panose="020B0604030504040204" pitchFamily="50" charset="-128"/>
                </a:endParaRPr>
              </a:p>
            </p:txBody>
          </p:sp>
          <p:sp>
            <p:nvSpPr>
              <p:cNvPr id="33907" name="Rectangle 92"/>
              <p:cNvSpPr>
                <a:spLocks noChangeArrowheads="1"/>
              </p:cNvSpPr>
              <p:nvPr/>
            </p:nvSpPr>
            <p:spPr bwMode="auto">
              <a:xfrm>
                <a:off x="1614" y="2740"/>
                <a:ext cx="865" cy="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ja-JP" altLang="ja-JP" sz="400">
                    <a:solidFill>
                      <a:srgbClr val="FF0000"/>
                    </a:solidFill>
                    <a:latin typeface="Meiryo UI" panose="020B0604030504040204" pitchFamily="50" charset="-128"/>
                    <a:ea typeface="Meiryo UI" panose="020B0604030504040204" pitchFamily="50" charset="-128"/>
                  </a:rPr>
                  <a:t>China:Honda require just only emission area.</a:t>
                </a:r>
                <a:endParaRPr lang="ja-JP" altLang="ja-JP">
                  <a:solidFill>
                    <a:srgbClr val="000000"/>
                  </a:solidFill>
                  <a:latin typeface="Meiryo UI" panose="020B0604030504040204" pitchFamily="50" charset="-128"/>
                  <a:ea typeface="Meiryo UI" panose="020B0604030504040204" pitchFamily="50" charset="-128"/>
                </a:endParaRPr>
              </a:p>
            </p:txBody>
          </p:sp>
          <p:sp>
            <p:nvSpPr>
              <p:cNvPr id="33908" name="Rectangle 93"/>
              <p:cNvSpPr>
                <a:spLocks noChangeArrowheads="1"/>
              </p:cNvSpPr>
              <p:nvPr/>
            </p:nvSpPr>
            <p:spPr bwMode="auto">
              <a:xfrm>
                <a:off x="1598" y="2778"/>
                <a:ext cx="948" cy="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ja-JP" altLang="ja-JP" sz="400">
                    <a:solidFill>
                      <a:srgbClr val="FF0000"/>
                    </a:solidFill>
                    <a:latin typeface="Meiryo UI" panose="020B0604030504040204" pitchFamily="50" charset="-128"/>
                    <a:ea typeface="Meiryo UI" panose="020B0604030504040204" pitchFamily="50" charset="-128"/>
                  </a:rPr>
                  <a:t>Braizil:Honda require '-5','0','+5','+10','+20' area</a:t>
                </a:r>
                <a:endParaRPr lang="ja-JP" altLang="ja-JP">
                  <a:solidFill>
                    <a:srgbClr val="000000"/>
                  </a:solidFill>
                  <a:latin typeface="Meiryo UI" panose="020B0604030504040204" pitchFamily="50" charset="-128"/>
                  <a:ea typeface="Meiryo UI" panose="020B0604030504040204" pitchFamily="50" charset="-128"/>
                </a:endParaRPr>
              </a:p>
            </p:txBody>
          </p:sp>
          <p:sp>
            <p:nvSpPr>
              <p:cNvPr id="33909" name="Rectangle 94"/>
              <p:cNvSpPr>
                <a:spLocks noChangeArrowheads="1"/>
              </p:cNvSpPr>
              <p:nvPr/>
            </p:nvSpPr>
            <p:spPr bwMode="auto">
              <a:xfrm>
                <a:off x="1549" y="2816"/>
                <a:ext cx="214" cy="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ja-JP" altLang="ja-JP" sz="400">
                    <a:solidFill>
                      <a:srgbClr val="FF0000"/>
                    </a:solidFill>
                    <a:latin typeface="Meiryo UI" panose="020B0604030504040204" pitchFamily="50" charset="-128"/>
                    <a:ea typeface="Meiryo UI" panose="020B0604030504040204" pitchFamily="50" charset="-128"/>
                  </a:rPr>
                  <a:t>startability.</a:t>
                </a:r>
                <a:endParaRPr lang="ja-JP" altLang="ja-JP">
                  <a:solidFill>
                    <a:srgbClr val="000000"/>
                  </a:solidFill>
                  <a:latin typeface="Meiryo UI" panose="020B0604030504040204" pitchFamily="50" charset="-128"/>
                  <a:ea typeface="Meiryo UI" panose="020B0604030504040204" pitchFamily="50" charset="-128"/>
                </a:endParaRPr>
              </a:p>
            </p:txBody>
          </p:sp>
          <p:sp>
            <p:nvSpPr>
              <p:cNvPr id="33910" name="Line 95"/>
              <p:cNvSpPr>
                <a:spLocks noChangeShapeType="1"/>
              </p:cNvSpPr>
              <p:nvPr/>
            </p:nvSpPr>
            <p:spPr bwMode="auto">
              <a:xfrm>
                <a:off x="1865" y="1849"/>
                <a:ext cx="0" cy="16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11" name="Rectangle 96"/>
              <p:cNvSpPr>
                <a:spLocks noChangeArrowheads="1"/>
              </p:cNvSpPr>
              <p:nvPr/>
            </p:nvSpPr>
            <p:spPr bwMode="auto">
              <a:xfrm>
                <a:off x="1865" y="1849"/>
                <a:ext cx="3" cy="16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12" name="Line 97"/>
              <p:cNvSpPr>
                <a:spLocks noChangeShapeType="1"/>
              </p:cNvSpPr>
              <p:nvPr/>
            </p:nvSpPr>
            <p:spPr bwMode="auto">
              <a:xfrm>
                <a:off x="2077" y="1849"/>
                <a:ext cx="0" cy="16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13" name="Rectangle 98"/>
              <p:cNvSpPr>
                <a:spLocks noChangeArrowheads="1"/>
              </p:cNvSpPr>
              <p:nvPr/>
            </p:nvSpPr>
            <p:spPr bwMode="auto">
              <a:xfrm>
                <a:off x="2077" y="1849"/>
                <a:ext cx="4" cy="16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14" name="Line 99"/>
              <p:cNvSpPr>
                <a:spLocks noChangeShapeType="1"/>
              </p:cNvSpPr>
              <p:nvPr/>
            </p:nvSpPr>
            <p:spPr bwMode="auto">
              <a:xfrm>
                <a:off x="236" y="2467"/>
                <a:ext cx="0" cy="4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15" name="Rectangle 100"/>
              <p:cNvSpPr>
                <a:spLocks noChangeArrowheads="1"/>
              </p:cNvSpPr>
              <p:nvPr/>
            </p:nvSpPr>
            <p:spPr bwMode="auto">
              <a:xfrm>
                <a:off x="236" y="2467"/>
                <a:ext cx="4" cy="4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16" name="Line 101"/>
              <p:cNvSpPr>
                <a:spLocks noChangeShapeType="1"/>
              </p:cNvSpPr>
              <p:nvPr/>
            </p:nvSpPr>
            <p:spPr bwMode="auto">
              <a:xfrm>
                <a:off x="1511" y="2467"/>
                <a:ext cx="0" cy="4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17" name="Rectangle 102"/>
              <p:cNvSpPr>
                <a:spLocks noChangeArrowheads="1"/>
              </p:cNvSpPr>
              <p:nvPr/>
            </p:nvSpPr>
            <p:spPr bwMode="auto">
              <a:xfrm>
                <a:off x="1511" y="2467"/>
                <a:ext cx="3" cy="4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18" name="Line 103"/>
              <p:cNvSpPr>
                <a:spLocks noChangeShapeType="1"/>
              </p:cNvSpPr>
              <p:nvPr/>
            </p:nvSpPr>
            <p:spPr bwMode="auto">
              <a:xfrm>
                <a:off x="590" y="2060"/>
                <a:ext cx="0" cy="40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19" name="Rectangle 104"/>
              <p:cNvSpPr>
                <a:spLocks noChangeArrowheads="1"/>
              </p:cNvSpPr>
              <p:nvPr/>
            </p:nvSpPr>
            <p:spPr bwMode="auto">
              <a:xfrm>
                <a:off x="590" y="2060"/>
                <a:ext cx="4" cy="40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20" name="Line 105"/>
              <p:cNvSpPr>
                <a:spLocks noChangeShapeType="1"/>
              </p:cNvSpPr>
              <p:nvPr/>
            </p:nvSpPr>
            <p:spPr bwMode="auto">
              <a:xfrm>
                <a:off x="590" y="3291"/>
                <a:ext cx="0" cy="4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21" name="Rectangle 106"/>
              <p:cNvSpPr>
                <a:spLocks noChangeArrowheads="1"/>
              </p:cNvSpPr>
              <p:nvPr/>
            </p:nvSpPr>
            <p:spPr bwMode="auto">
              <a:xfrm>
                <a:off x="590" y="3291"/>
                <a:ext cx="4"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22" name="Line 107"/>
              <p:cNvSpPr>
                <a:spLocks noChangeShapeType="1"/>
              </p:cNvSpPr>
              <p:nvPr/>
            </p:nvSpPr>
            <p:spPr bwMode="auto">
              <a:xfrm>
                <a:off x="377" y="3335"/>
                <a:ext cx="0" cy="4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23" name="Rectangle 108"/>
              <p:cNvSpPr>
                <a:spLocks noChangeArrowheads="1"/>
              </p:cNvSpPr>
              <p:nvPr/>
            </p:nvSpPr>
            <p:spPr bwMode="auto">
              <a:xfrm>
                <a:off x="377" y="3335"/>
                <a:ext cx="4" cy="4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24" name="Line 109"/>
              <p:cNvSpPr>
                <a:spLocks noChangeShapeType="1"/>
              </p:cNvSpPr>
              <p:nvPr/>
            </p:nvSpPr>
            <p:spPr bwMode="auto">
              <a:xfrm>
                <a:off x="590" y="3335"/>
                <a:ext cx="0" cy="4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25" name="Rectangle 110"/>
              <p:cNvSpPr>
                <a:spLocks noChangeArrowheads="1"/>
              </p:cNvSpPr>
              <p:nvPr/>
            </p:nvSpPr>
            <p:spPr bwMode="auto">
              <a:xfrm>
                <a:off x="590" y="3335"/>
                <a:ext cx="4" cy="4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26" name="Line 111"/>
              <p:cNvSpPr>
                <a:spLocks noChangeShapeType="1"/>
              </p:cNvSpPr>
              <p:nvPr/>
            </p:nvSpPr>
            <p:spPr bwMode="auto">
              <a:xfrm>
                <a:off x="169" y="3467"/>
                <a:ext cx="637"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27" name="Rectangle 112"/>
              <p:cNvSpPr>
                <a:spLocks noChangeArrowheads="1"/>
              </p:cNvSpPr>
              <p:nvPr/>
            </p:nvSpPr>
            <p:spPr bwMode="auto">
              <a:xfrm>
                <a:off x="169" y="3467"/>
                <a:ext cx="637" cy="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28" name="Line 113"/>
              <p:cNvSpPr>
                <a:spLocks noChangeShapeType="1"/>
              </p:cNvSpPr>
              <p:nvPr/>
            </p:nvSpPr>
            <p:spPr bwMode="auto">
              <a:xfrm>
                <a:off x="307" y="3111"/>
                <a:ext cx="0" cy="17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29" name="Rectangle 114"/>
              <p:cNvSpPr>
                <a:spLocks noChangeArrowheads="1"/>
              </p:cNvSpPr>
              <p:nvPr/>
            </p:nvSpPr>
            <p:spPr bwMode="auto">
              <a:xfrm>
                <a:off x="307" y="3111"/>
                <a:ext cx="3" cy="17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30" name="Line 115"/>
              <p:cNvSpPr>
                <a:spLocks noChangeShapeType="1"/>
              </p:cNvSpPr>
              <p:nvPr/>
            </p:nvSpPr>
            <p:spPr bwMode="auto">
              <a:xfrm>
                <a:off x="590" y="3380"/>
                <a:ext cx="0" cy="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31" name="Rectangle 116"/>
              <p:cNvSpPr>
                <a:spLocks noChangeArrowheads="1"/>
              </p:cNvSpPr>
              <p:nvPr/>
            </p:nvSpPr>
            <p:spPr bwMode="auto">
              <a:xfrm>
                <a:off x="590" y="3380"/>
                <a:ext cx="4" cy="8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32" name="Line 117"/>
              <p:cNvSpPr>
                <a:spLocks noChangeShapeType="1"/>
              </p:cNvSpPr>
              <p:nvPr/>
            </p:nvSpPr>
            <p:spPr bwMode="auto">
              <a:xfrm>
                <a:off x="377" y="3380"/>
                <a:ext cx="0" cy="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33" name="Rectangle 118"/>
              <p:cNvSpPr>
                <a:spLocks noChangeArrowheads="1"/>
              </p:cNvSpPr>
              <p:nvPr/>
            </p:nvSpPr>
            <p:spPr bwMode="auto">
              <a:xfrm>
                <a:off x="377" y="3380"/>
                <a:ext cx="4" cy="8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34" name="Line 119"/>
              <p:cNvSpPr>
                <a:spLocks noChangeShapeType="1"/>
              </p:cNvSpPr>
              <p:nvPr/>
            </p:nvSpPr>
            <p:spPr bwMode="auto">
              <a:xfrm>
                <a:off x="590" y="3693"/>
                <a:ext cx="0" cy="4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35" name="Rectangle 120"/>
              <p:cNvSpPr>
                <a:spLocks noChangeArrowheads="1"/>
              </p:cNvSpPr>
              <p:nvPr/>
            </p:nvSpPr>
            <p:spPr bwMode="auto">
              <a:xfrm>
                <a:off x="590" y="3693"/>
                <a:ext cx="4" cy="4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36" name="Line 121"/>
              <p:cNvSpPr>
                <a:spLocks noChangeShapeType="1"/>
              </p:cNvSpPr>
              <p:nvPr/>
            </p:nvSpPr>
            <p:spPr bwMode="auto">
              <a:xfrm>
                <a:off x="377" y="3738"/>
                <a:ext cx="0" cy="4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37" name="Rectangle 122"/>
              <p:cNvSpPr>
                <a:spLocks noChangeArrowheads="1"/>
              </p:cNvSpPr>
              <p:nvPr/>
            </p:nvSpPr>
            <p:spPr bwMode="auto">
              <a:xfrm>
                <a:off x="377" y="3738"/>
                <a:ext cx="4" cy="4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38" name="Line 123"/>
              <p:cNvSpPr>
                <a:spLocks noChangeShapeType="1"/>
              </p:cNvSpPr>
              <p:nvPr/>
            </p:nvSpPr>
            <p:spPr bwMode="auto">
              <a:xfrm>
                <a:off x="590" y="3738"/>
                <a:ext cx="0" cy="4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39" name="Rectangle 124"/>
              <p:cNvSpPr>
                <a:spLocks noChangeArrowheads="1"/>
              </p:cNvSpPr>
              <p:nvPr/>
            </p:nvSpPr>
            <p:spPr bwMode="auto">
              <a:xfrm>
                <a:off x="590" y="3738"/>
                <a:ext cx="4" cy="4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40" name="Line 125"/>
              <p:cNvSpPr>
                <a:spLocks noChangeShapeType="1"/>
              </p:cNvSpPr>
              <p:nvPr/>
            </p:nvSpPr>
            <p:spPr bwMode="auto">
              <a:xfrm>
                <a:off x="169" y="3870"/>
                <a:ext cx="637"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41" name="Rectangle 126"/>
              <p:cNvSpPr>
                <a:spLocks noChangeArrowheads="1"/>
              </p:cNvSpPr>
              <p:nvPr/>
            </p:nvSpPr>
            <p:spPr bwMode="auto">
              <a:xfrm>
                <a:off x="169" y="3870"/>
                <a:ext cx="637" cy="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42" name="Line 127"/>
              <p:cNvSpPr>
                <a:spLocks noChangeShapeType="1"/>
              </p:cNvSpPr>
              <p:nvPr/>
            </p:nvSpPr>
            <p:spPr bwMode="auto">
              <a:xfrm>
                <a:off x="307" y="3514"/>
                <a:ext cx="0" cy="17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43" name="Rectangle 128"/>
              <p:cNvSpPr>
                <a:spLocks noChangeArrowheads="1"/>
              </p:cNvSpPr>
              <p:nvPr/>
            </p:nvSpPr>
            <p:spPr bwMode="auto">
              <a:xfrm>
                <a:off x="307" y="3514"/>
                <a:ext cx="3" cy="17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44" name="Line 129"/>
              <p:cNvSpPr>
                <a:spLocks noChangeShapeType="1"/>
              </p:cNvSpPr>
              <p:nvPr/>
            </p:nvSpPr>
            <p:spPr bwMode="auto">
              <a:xfrm>
                <a:off x="590" y="3783"/>
                <a:ext cx="0" cy="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45" name="Rectangle 130"/>
              <p:cNvSpPr>
                <a:spLocks noChangeArrowheads="1"/>
              </p:cNvSpPr>
              <p:nvPr/>
            </p:nvSpPr>
            <p:spPr bwMode="auto">
              <a:xfrm>
                <a:off x="590" y="3783"/>
                <a:ext cx="4" cy="8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46" name="Line 131"/>
              <p:cNvSpPr>
                <a:spLocks noChangeShapeType="1"/>
              </p:cNvSpPr>
              <p:nvPr/>
            </p:nvSpPr>
            <p:spPr bwMode="auto">
              <a:xfrm>
                <a:off x="377" y="3783"/>
                <a:ext cx="0" cy="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47" name="Rectangle 132"/>
              <p:cNvSpPr>
                <a:spLocks noChangeArrowheads="1"/>
              </p:cNvSpPr>
              <p:nvPr/>
            </p:nvSpPr>
            <p:spPr bwMode="auto">
              <a:xfrm>
                <a:off x="377" y="3783"/>
                <a:ext cx="4" cy="8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48" name="Line 133"/>
              <p:cNvSpPr>
                <a:spLocks noChangeShapeType="1"/>
              </p:cNvSpPr>
              <p:nvPr/>
            </p:nvSpPr>
            <p:spPr bwMode="auto">
              <a:xfrm>
                <a:off x="590" y="4096"/>
                <a:ext cx="0" cy="4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49" name="Rectangle 134"/>
              <p:cNvSpPr>
                <a:spLocks noChangeArrowheads="1"/>
              </p:cNvSpPr>
              <p:nvPr/>
            </p:nvSpPr>
            <p:spPr bwMode="auto">
              <a:xfrm>
                <a:off x="590" y="4096"/>
                <a:ext cx="4" cy="4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50" name="Line 135"/>
              <p:cNvSpPr>
                <a:spLocks noChangeShapeType="1"/>
              </p:cNvSpPr>
              <p:nvPr/>
            </p:nvSpPr>
            <p:spPr bwMode="auto">
              <a:xfrm>
                <a:off x="377" y="4141"/>
                <a:ext cx="0" cy="4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51" name="Rectangle 136"/>
              <p:cNvSpPr>
                <a:spLocks noChangeArrowheads="1"/>
              </p:cNvSpPr>
              <p:nvPr/>
            </p:nvSpPr>
            <p:spPr bwMode="auto">
              <a:xfrm>
                <a:off x="377" y="4141"/>
                <a:ext cx="4" cy="4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52" name="Line 137"/>
              <p:cNvSpPr>
                <a:spLocks noChangeShapeType="1"/>
              </p:cNvSpPr>
              <p:nvPr/>
            </p:nvSpPr>
            <p:spPr bwMode="auto">
              <a:xfrm>
                <a:off x="590" y="4141"/>
                <a:ext cx="0" cy="4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53" name="Rectangle 138"/>
              <p:cNvSpPr>
                <a:spLocks noChangeArrowheads="1"/>
              </p:cNvSpPr>
              <p:nvPr/>
            </p:nvSpPr>
            <p:spPr bwMode="auto">
              <a:xfrm>
                <a:off x="590" y="4141"/>
                <a:ext cx="4" cy="4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54" name="Rectangle 139"/>
              <p:cNvSpPr>
                <a:spLocks noChangeArrowheads="1"/>
              </p:cNvSpPr>
              <p:nvPr/>
            </p:nvSpPr>
            <p:spPr bwMode="auto">
              <a:xfrm>
                <a:off x="161" y="1845"/>
                <a:ext cx="8" cy="243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55" name="Line 140"/>
              <p:cNvSpPr>
                <a:spLocks noChangeShapeType="1"/>
              </p:cNvSpPr>
              <p:nvPr/>
            </p:nvSpPr>
            <p:spPr bwMode="auto">
              <a:xfrm>
                <a:off x="1865" y="2060"/>
                <a:ext cx="0" cy="25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56" name="Rectangle 141"/>
              <p:cNvSpPr>
                <a:spLocks noChangeArrowheads="1"/>
              </p:cNvSpPr>
              <p:nvPr/>
            </p:nvSpPr>
            <p:spPr bwMode="auto">
              <a:xfrm>
                <a:off x="1865" y="2060"/>
                <a:ext cx="3" cy="25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57" name="Line 142"/>
              <p:cNvSpPr>
                <a:spLocks noChangeShapeType="1"/>
              </p:cNvSpPr>
              <p:nvPr/>
            </p:nvSpPr>
            <p:spPr bwMode="auto">
              <a:xfrm>
                <a:off x="2077" y="2107"/>
                <a:ext cx="0" cy="10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58" name="Rectangle 143"/>
              <p:cNvSpPr>
                <a:spLocks noChangeArrowheads="1"/>
              </p:cNvSpPr>
              <p:nvPr/>
            </p:nvSpPr>
            <p:spPr bwMode="auto">
              <a:xfrm>
                <a:off x="2077" y="2107"/>
                <a:ext cx="4" cy="10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59" name="Rectangle 144"/>
              <p:cNvSpPr>
                <a:spLocks noChangeArrowheads="1"/>
              </p:cNvSpPr>
              <p:nvPr/>
            </p:nvSpPr>
            <p:spPr bwMode="auto">
              <a:xfrm>
                <a:off x="2711" y="1849"/>
                <a:ext cx="7" cy="242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60" name="Line 145"/>
              <p:cNvSpPr>
                <a:spLocks noChangeShapeType="1"/>
              </p:cNvSpPr>
              <p:nvPr/>
            </p:nvSpPr>
            <p:spPr bwMode="auto">
              <a:xfrm>
                <a:off x="661" y="1968"/>
                <a:ext cx="0" cy="4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61" name="Rectangle 146"/>
              <p:cNvSpPr>
                <a:spLocks noChangeArrowheads="1"/>
              </p:cNvSpPr>
              <p:nvPr/>
            </p:nvSpPr>
            <p:spPr bwMode="auto">
              <a:xfrm>
                <a:off x="661" y="1968"/>
                <a:ext cx="3" cy="4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62" name="Line 147"/>
              <p:cNvSpPr>
                <a:spLocks noChangeShapeType="1"/>
              </p:cNvSpPr>
              <p:nvPr/>
            </p:nvSpPr>
            <p:spPr bwMode="auto">
              <a:xfrm>
                <a:off x="590" y="4186"/>
                <a:ext cx="0" cy="8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63" name="Rectangle 148"/>
              <p:cNvSpPr>
                <a:spLocks noChangeArrowheads="1"/>
              </p:cNvSpPr>
              <p:nvPr/>
            </p:nvSpPr>
            <p:spPr bwMode="auto">
              <a:xfrm>
                <a:off x="590" y="4186"/>
                <a:ext cx="4" cy="8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64" name="Line 149"/>
              <p:cNvSpPr>
                <a:spLocks noChangeShapeType="1"/>
              </p:cNvSpPr>
              <p:nvPr/>
            </p:nvSpPr>
            <p:spPr bwMode="auto">
              <a:xfrm>
                <a:off x="2290" y="2107"/>
                <a:ext cx="0" cy="10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65" name="Rectangle 150"/>
              <p:cNvSpPr>
                <a:spLocks noChangeArrowheads="1"/>
              </p:cNvSpPr>
              <p:nvPr/>
            </p:nvSpPr>
            <p:spPr bwMode="auto">
              <a:xfrm>
                <a:off x="2290" y="2107"/>
                <a:ext cx="3" cy="10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66" name="Line 151"/>
              <p:cNvSpPr>
                <a:spLocks noChangeShapeType="1"/>
              </p:cNvSpPr>
              <p:nvPr/>
            </p:nvSpPr>
            <p:spPr bwMode="auto">
              <a:xfrm>
                <a:off x="2502" y="2107"/>
                <a:ext cx="0" cy="10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67" name="Rectangle 152"/>
              <p:cNvSpPr>
                <a:spLocks noChangeArrowheads="1"/>
              </p:cNvSpPr>
              <p:nvPr/>
            </p:nvSpPr>
            <p:spPr bwMode="auto">
              <a:xfrm>
                <a:off x="2502" y="2107"/>
                <a:ext cx="4" cy="10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68" name="Line 153"/>
              <p:cNvSpPr>
                <a:spLocks noChangeShapeType="1"/>
              </p:cNvSpPr>
              <p:nvPr/>
            </p:nvSpPr>
            <p:spPr bwMode="auto">
              <a:xfrm>
                <a:off x="236" y="2512"/>
                <a:ext cx="0" cy="4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69" name="Rectangle 154"/>
              <p:cNvSpPr>
                <a:spLocks noChangeArrowheads="1"/>
              </p:cNvSpPr>
              <p:nvPr/>
            </p:nvSpPr>
            <p:spPr bwMode="auto">
              <a:xfrm>
                <a:off x="236" y="2512"/>
                <a:ext cx="4" cy="48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70" name="Line 155"/>
              <p:cNvSpPr>
                <a:spLocks noChangeShapeType="1"/>
              </p:cNvSpPr>
              <p:nvPr/>
            </p:nvSpPr>
            <p:spPr bwMode="auto">
              <a:xfrm>
                <a:off x="1440" y="2467"/>
                <a:ext cx="0" cy="53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71" name="Rectangle 156"/>
              <p:cNvSpPr>
                <a:spLocks noChangeArrowheads="1"/>
              </p:cNvSpPr>
              <p:nvPr/>
            </p:nvSpPr>
            <p:spPr bwMode="auto">
              <a:xfrm>
                <a:off x="1440" y="2467"/>
                <a:ext cx="3" cy="53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72" name="Line 157"/>
              <p:cNvSpPr>
                <a:spLocks noChangeShapeType="1"/>
              </p:cNvSpPr>
              <p:nvPr/>
            </p:nvSpPr>
            <p:spPr bwMode="auto">
              <a:xfrm>
                <a:off x="1511" y="2512"/>
                <a:ext cx="0" cy="4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73" name="Rectangle 158"/>
              <p:cNvSpPr>
                <a:spLocks noChangeArrowheads="1"/>
              </p:cNvSpPr>
              <p:nvPr/>
            </p:nvSpPr>
            <p:spPr bwMode="auto">
              <a:xfrm>
                <a:off x="1511" y="2512"/>
                <a:ext cx="3" cy="48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74" name="Line 159"/>
              <p:cNvSpPr>
                <a:spLocks noChangeShapeType="1"/>
              </p:cNvSpPr>
              <p:nvPr/>
            </p:nvSpPr>
            <p:spPr bwMode="auto">
              <a:xfrm>
                <a:off x="802" y="3067"/>
                <a:ext cx="0" cy="120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75" name="Rectangle 160"/>
              <p:cNvSpPr>
                <a:spLocks noChangeArrowheads="1"/>
              </p:cNvSpPr>
              <p:nvPr/>
            </p:nvSpPr>
            <p:spPr bwMode="auto">
              <a:xfrm>
                <a:off x="802" y="3067"/>
                <a:ext cx="4" cy="120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76" name="Line 161"/>
              <p:cNvSpPr>
                <a:spLocks noChangeShapeType="1"/>
              </p:cNvSpPr>
              <p:nvPr/>
            </p:nvSpPr>
            <p:spPr bwMode="auto">
              <a:xfrm>
                <a:off x="307" y="3917"/>
                <a:ext cx="0" cy="17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77" name="Rectangle 162"/>
              <p:cNvSpPr>
                <a:spLocks noChangeArrowheads="1"/>
              </p:cNvSpPr>
              <p:nvPr/>
            </p:nvSpPr>
            <p:spPr bwMode="auto">
              <a:xfrm>
                <a:off x="307" y="3917"/>
                <a:ext cx="3" cy="17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78" name="Line 163"/>
              <p:cNvSpPr>
                <a:spLocks noChangeShapeType="1"/>
              </p:cNvSpPr>
              <p:nvPr/>
            </p:nvSpPr>
            <p:spPr bwMode="auto">
              <a:xfrm>
                <a:off x="377" y="4186"/>
                <a:ext cx="0" cy="8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79" name="Rectangle 164"/>
              <p:cNvSpPr>
                <a:spLocks noChangeArrowheads="1"/>
              </p:cNvSpPr>
              <p:nvPr/>
            </p:nvSpPr>
            <p:spPr bwMode="auto">
              <a:xfrm>
                <a:off x="377" y="4186"/>
                <a:ext cx="4" cy="8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80" name="Rectangle 165"/>
              <p:cNvSpPr>
                <a:spLocks noChangeArrowheads="1"/>
              </p:cNvSpPr>
              <p:nvPr/>
            </p:nvSpPr>
            <p:spPr bwMode="auto">
              <a:xfrm>
                <a:off x="169" y="1845"/>
                <a:ext cx="2549"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81" name="Line 166"/>
              <p:cNvSpPr>
                <a:spLocks noChangeShapeType="1"/>
              </p:cNvSpPr>
              <p:nvPr/>
            </p:nvSpPr>
            <p:spPr bwMode="auto">
              <a:xfrm>
                <a:off x="169" y="1921"/>
                <a:ext cx="2542"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82" name="Rectangle 167"/>
              <p:cNvSpPr>
                <a:spLocks noChangeArrowheads="1"/>
              </p:cNvSpPr>
              <p:nvPr/>
            </p:nvSpPr>
            <p:spPr bwMode="auto">
              <a:xfrm>
                <a:off x="169" y="1921"/>
                <a:ext cx="2542" cy="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83" name="Line 168"/>
              <p:cNvSpPr>
                <a:spLocks noChangeShapeType="1"/>
              </p:cNvSpPr>
              <p:nvPr/>
            </p:nvSpPr>
            <p:spPr bwMode="auto">
              <a:xfrm>
                <a:off x="169" y="1966"/>
                <a:ext cx="1699"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84" name="Rectangle 169"/>
              <p:cNvSpPr>
                <a:spLocks noChangeArrowheads="1"/>
              </p:cNvSpPr>
              <p:nvPr/>
            </p:nvSpPr>
            <p:spPr bwMode="auto">
              <a:xfrm>
                <a:off x="169" y="1966"/>
                <a:ext cx="1699" cy="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85" name="Line 170"/>
              <p:cNvSpPr>
                <a:spLocks noChangeShapeType="1"/>
              </p:cNvSpPr>
              <p:nvPr/>
            </p:nvSpPr>
            <p:spPr bwMode="auto">
              <a:xfrm>
                <a:off x="169" y="2013"/>
                <a:ext cx="2542"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86" name="Rectangle 171"/>
              <p:cNvSpPr>
                <a:spLocks noChangeArrowheads="1"/>
              </p:cNvSpPr>
              <p:nvPr/>
            </p:nvSpPr>
            <p:spPr bwMode="auto">
              <a:xfrm>
                <a:off x="169" y="2013"/>
                <a:ext cx="2542" cy="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87" name="Line 172"/>
              <p:cNvSpPr>
                <a:spLocks noChangeShapeType="1"/>
              </p:cNvSpPr>
              <p:nvPr/>
            </p:nvSpPr>
            <p:spPr bwMode="auto">
              <a:xfrm>
                <a:off x="169" y="2057"/>
                <a:ext cx="2542"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88" name="Rectangle 173"/>
              <p:cNvSpPr>
                <a:spLocks noChangeArrowheads="1"/>
              </p:cNvSpPr>
              <p:nvPr/>
            </p:nvSpPr>
            <p:spPr bwMode="auto">
              <a:xfrm>
                <a:off x="169" y="2057"/>
                <a:ext cx="2542" cy="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89" name="Line 174"/>
              <p:cNvSpPr>
                <a:spLocks noChangeShapeType="1"/>
              </p:cNvSpPr>
              <p:nvPr/>
            </p:nvSpPr>
            <p:spPr bwMode="auto">
              <a:xfrm>
                <a:off x="169" y="2104"/>
                <a:ext cx="2542"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90" name="Rectangle 175"/>
              <p:cNvSpPr>
                <a:spLocks noChangeArrowheads="1"/>
              </p:cNvSpPr>
              <p:nvPr/>
            </p:nvSpPr>
            <p:spPr bwMode="auto">
              <a:xfrm>
                <a:off x="169" y="2104"/>
                <a:ext cx="2542" cy="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91" name="Line 176"/>
              <p:cNvSpPr>
                <a:spLocks noChangeShapeType="1"/>
              </p:cNvSpPr>
              <p:nvPr/>
            </p:nvSpPr>
            <p:spPr bwMode="auto">
              <a:xfrm>
                <a:off x="1868" y="2156"/>
                <a:ext cx="843"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92" name="Rectangle 177"/>
              <p:cNvSpPr>
                <a:spLocks noChangeArrowheads="1"/>
              </p:cNvSpPr>
              <p:nvPr/>
            </p:nvSpPr>
            <p:spPr bwMode="auto">
              <a:xfrm>
                <a:off x="1868" y="2156"/>
                <a:ext cx="843" cy="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93" name="Line 178"/>
              <p:cNvSpPr>
                <a:spLocks noChangeShapeType="1"/>
              </p:cNvSpPr>
              <p:nvPr/>
            </p:nvSpPr>
            <p:spPr bwMode="auto">
              <a:xfrm>
                <a:off x="1868" y="2207"/>
                <a:ext cx="843"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94" name="Rectangle 179"/>
              <p:cNvSpPr>
                <a:spLocks noChangeArrowheads="1"/>
              </p:cNvSpPr>
              <p:nvPr/>
            </p:nvSpPr>
            <p:spPr bwMode="auto">
              <a:xfrm>
                <a:off x="1868" y="2207"/>
                <a:ext cx="843" cy="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95" name="Line 180"/>
              <p:cNvSpPr>
                <a:spLocks noChangeShapeType="1"/>
              </p:cNvSpPr>
              <p:nvPr/>
            </p:nvSpPr>
            <p:spPr bwMode="auto">
              <a:xfrm>
                <a:off x="169" y="2310"/>
                <a:ext cx="2542"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96" name="Rectangle 181"/>
              <p:cNvSpPr>
                <a:spLocks noChangeArrowheads="1"/>
              </p:cNvSpPr>
              <p:nvPr/>
            </p:nvSpPr>
            <p:spPr bwMode="auto">
              <a:xfrm>
                <a:off x="169" y="2310"/>
                <a:ext cx="2542" cy="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97" name="Line 182"/>
              <p:cNvSpPr>
                <a:spLocks noChangeShapeType="1"/>
              </p:cNvSpPr>
              <p:nvPr/>
            </p:nvSpPr>
            <p:spPr bwMode="auto">
              <a:xfrm>
                <a:off x="169" y="2465"/>
                <a:ext cx="2542"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98" name="Rectangle 183"/>
              <p:cNvSpPr>
                <a:spLocks noChangeArrowheads="1"/>
              </p:cNvSpPr>
              <p:nvPr/>
            </p:nvSpPr>
            <p:spPr bwMode="auto">
              <a:xfrm>
                <a:off x="169" y="2465"/>
                <a:ext cx="2542" cy="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99" name="Line 184"/>
              <p:cNvSpPr>
                <a:spLocks noChangeShapeType="1"/>
              </p:cNvSpPr>
              <p:nvPr/>
            </p:nvSpPr>
            <p:spPr bwMode="auto">
              <a:xfrm>
                <a:off x="169" y="2509"/>
                <a:ext cx="2542"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4000" name="Rectangle 185"/>
              <p:cNvSpPr>
                <a:spLocks noChangeArrowheads="1"/>
              </p:cNvSpPr>
              <p:nvPr/>
            </p:nvSpPr>
            <p:spPr bwMode="auto">
              <a:xfrm>
                <a:off x="169" y="2509"/>
                <a:ext cx="2542" cy="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4001" name="Line 186"/>
              <p:cNvSpPr>
                <a:spLocks noChangeShapeType="1"/>
              </p:cNvSpPr>
              <p:nvPr/>
            </p:nvSpPr>
            <p:spPr bwMode="auto">
              <a:xfrm>
                <a:off x="169" y="3000"/>
                <a:ext cx="2542"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4002" name="Rectangle 187"/>
              <p:cNvSpPr>
                <a:spLocks noChangeArrowheads="1"/>
              </p:cNvSpPr>
              <p:nvPr/>
            </p:nvSpPr>
            <p:spPr bwMode="auto">
              <a:xfrm>
                <a:off x="169" y="3000"/>
                <a:ext cx="2542" cy="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4003" name="Line 188"/>
              <p:cNvSpPr>
                <a:spLocks noChangeShapeType="1"/>
              </p:cNvSpPr>
              <p:nvPr/>
            </p:nvSpPr>
            <p:spPr bwMode="auto">
              <a:xfrm>
                <a:off x="169" y="3004"/>
                <a:ext cx="2542"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4004" name="Rectangle 189"/>
              <p:cNvSpPr>
                <a:spLocks noChangeArrowheads="1"/>
              </p:cNvSpPr>
              <p:nvPr/>
            </p:nvSpPr>
            <p:spPr bwMode="auto">
              <a:xfrm>
                <a:off x="169" y="3004"/>
                <a:ext cx="2542" cy="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4005" name="Line 190"/>
              <p:cNvSpPr>
                <a:spLocks noChangeShapeType="1"/>
              </p:cNvSpPr>
              <p:nvPr/>
            </p:nvSpPr>
            <p:spPr bwMode="auto">
              <a:xfrm>
                <a:off x="169" y="3064"/>
                <a:ext cx="2542"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4006" name="Rectangle 191"/>
              <p:cNvSpPr>
                <a:spLocks noChangeArrowheads="1"/>
              </p:cNvSpPr>
              <p:nvPr/>
            </p:nvSpPr>
            <p:spPr bwMode="auto">
              <a:xfrm>
                <a:off x="169" y="3064"/>
                <a:ext cx="2542" cy="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4007" name="Line 192"/>
              <p:cNvSpPr>
                <a:spLocks noChangeShapeType="1"/>
              </p:cNvSpPr>
              <p:nvPr/>
            </p:nvSpPr>
            <p:spPr bwMode="auto">
              <a:xfrm>
                <a:off x="169" y="3109"/>
                <a:ext cx="637"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4008" name="Rectangle 193"/>
              <p:cNvSpPr>
                <a:spLocks noChangeArrowheads="1"/>
              </p:cNvSpPr>
              <p:nvPr/>
            </p:nvSpPr>
            <p:spPr bwMode="auto">
              <a:xfrm>
                <a:off x="169" y="3109"/>
                <a:ext cx="637" cy="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4009" name="Line 194"/>
              <p:cNvSpPr>
                <a:spLocks noChangeShapeType="1"/>
              </p:cNvSpPr>
              <p:nvPr/>
            </p:nvSpPr>
            <p:spPr bwMode="auto">
              <a:xfrm>
                <a:off x="169" y="3154"/>
                <a:ext cx="633"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4010" name="Rectangle 195"/>
              <p:cNvSpPr>
                <a:spLocks noChangeArrowheads="1"/>
              </p:cNvSpPr>
              <p:nvPr/>
            </p:nvSpPr>
            <p:spPr bwMode="auto">
              <a:xfrm>
                <a:off x="169" y="3154"/>
                <a:ext cx="633" cy="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4011" name="Line 196"/>
              <p:cNvSpPr>
                <a:spLocks noChangeShapeType="1"/>
              </p:cNvSpPr>
              <p:nvPr/>
            </p:nvSpPr>
            <p:spPr bwMode="auto">
              <a:xfrm>
                <a:off x="169" y="3199"/>
                <a:ext cx="633"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4012" name="Rectangle 197"/>
              <p:cNvSpPr>
                <a:spLocks noChangeArrowheads="1"/>
              </p:cNvSpPr>
              <p:nvPr/>
            </p:nvSpPr>
            <p:spPr bwMode="auto">
              <a:xfrm>
                <a:off x="169" y="3199"/>
                <a:ext cx="633" cy="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4013" name="Line 198"/>
              <p:cNvSpPr>
                <a:spLocks noChangeShapeType="1"/>
              </p:cNvSpPr>
              <p:nvPr/>
            </p:nvSpPr>
            <p:spPr bwMode="auto">
              <a:xfrm>
                <a:off x="169" y="3244"/>
                <a:ext cx="633"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4014" name="Rectangle 199"/>
              <p:cNvSpPr>
                <a:spLocks noChangeArrowheads="1"/>
              </p:cNvSpPr>
              <p:nvPr/>
            </p:nvSpPr>
            <p:spPr bwMode="auto">
              <a:xfrm>
                <a:off x="169" y="3244"/>
                <a:ext cx="633" cy="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4015" name="Line 200"/>
              <p:cNvSpPr>
                <a:spLocks noChangeShapeType="1"/>
              </p:cNvSpPr>
              <p:nvPr/>
            </p:nvSpPr>
            <p:spPr bwMode="auto">
              <a:xfrm>
                <a:off x="169" y="3288"/>
                <a:ext cx="637"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4016" name="Rectangle 201"/>
              <p:cNvSpPr>
                <a:spLocks noChangeArrowheads="1"/>
              </p:cNvSpPr>
              <p:nvPr/>
            </p:nvSpPr>
            <p:spPr bwMode="auto">
              <a:xfrm>
                <a:off x="169" y="3288"/>
                <a:ext cx="637" cy="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4017" name="Line 202"/>
              <p:cNvSpPr>
                <a:spLocks noChangeShapeType="1"/>
              </p:cNvSpPr>
              <p:nvPr/>
            </p:nvSpPr>
            <p:spPr bwMode="auto">
              <a:xfrm>
                <a:off x="169" y="3333"/>
                <a:ext cx="637"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4018" name="Rectangle 203"/>
              <p:cNvSpPr>
                <a:spLocks noChangeArrowheads="1"/>
              </p:cNvSpPr>
              <p:nvPr/>
            </p:nvSpPr>
            <p:spPr bwMode="auto">
              <a:xfrm>
                <a:off x="169" y="3333"/>
                <a:ext cx="637" cy="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4019" name="Line 204"/>
              <p:cNvSpPr>
                <a:spLocks noChangeShapeType="1"/>
              </p:cNvSpPr>
              <p:nvPr/>
            </p:nvSpPr>
            <p:spPr bwMode="auto">
              <a:xfrm>
                <a:off x="169" y="3378"/>
                <a:ext cx="637"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4020" name="Rectangle 205"/>
              <p:cNvSpPr>
                <a:spLocks noChangeArrowheads="1"/>
              </p:cNvSpPr>
              <p:nvPr/>
            </p:nvSpPr>
            <p:spPr bwMode="auto">
              <a:xfrm>
                <a:off x="169" y="3378"/>
                <a:ext cx="637" cy="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4021" name="Line 206"/>
              <p:cNvSpPr>
                <a:spLocks noChangeShapeType="1"/>
              </p:cNvSpPr>
              <p:nvPr/>
            </p:nvSpPr>
            <p:spPr bwMode="auto">
              <a:xfrm>
                <a:off x="873" y="3467"/>
                <a:ext cx="1838"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4022" name="Rectangle 207"/>
              <p:cNvSpPr>
                <a:spLocks noChangeArrowheads="1"/>
              </p:cNvSpPr>
              <p:nvPr/>
            </p:nvSpPr>
            <p:spPr bwMode="auto">
              <a:xfrm>
                <a:off x="873" y="3467"/>
                <a:ext cx="1838" cy="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4023" name="Line 208"/>
              <p:cNvSpPr>
                <a:spLocks noChangeShapeType="1"/>
              </p:cNvSpPr>
              <p:nvPr/>
            </p:nvSpPr>
            <p:spPr bwMode="auto">
              <a:xfrm>
                <a:off x="169" y="3512"/>
                <a:ext cx="637"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4024" name="Rectangle 209"/>
              <p:cNvSpPr>
                <a:spLocks noChangeArrowheads="1"/>
              </p:cNvSpPr>
              <p:nvPr/>
            </p:nvSpPr>
            <p:spPr bwMode="auto">
              <a:xfrm>
                <a:off x="169" y="3512"/>
                <a:ext cx="637" cy="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4025" name="Line 210"/>
              <p:cNvSpPr>
                <a:spLocks noChangeShapeType="1"/>
              </p:cNvSpPr>
              <p:nvPr/>
            </p:nvSpPr>
            <p:spPr bwMode="auto">
              <a:xfrm>
                <a:off x="169" y="3557"/>
                <a:ext cx="633"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4026" name="Rectangle 211"/>
              <p:cNvSpPr>
                <a:spLocks noChangeArrowheads="1"/>
              </p:cNvSpPr>
              <p:nvPr/>
            </p:nvSpPr>
            <p:spPr bwMode="auto">
              <a:xfrm>
                <a:off x="169" y="3557"/>
                <a:ext cx="633" cy="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4027" name="Line 212"/>
              <p:cNvSpPr>
                <a:spLocks noChangeShapeType="1"/>
              </p:cNvSpPr>
              <p:nvPr/>
            </p:nvSpPr>
            <p:spPr bwMode="auto">
              <a:xfrm>
                <a:off x="169" y="3602"/>
                <a:ext cx="633"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4028" name="Rectangle 213"/>
              <p:cNvSpPr>
                <a:spLocks noChangeArrowheads="1"/>
              </p:cNvSpPr>
              <p:nvPr/>
            </p:nvSpPr>
            <p:spPr bwMode="auto">
              <a:xfrm>
                <a:off x="169" y="3602"/>
                <a:ext cx="633" cy="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4029" name="Line 214"/>
              <p:cNvSpPr>
                <a:spLocks noChangeShapeType="1"/>
              </p:cNvSpPr>
              <p:nvPr/>
            </p:nvSpPr>
            <p:spPr bwMode="auto">
              <a:xfrm>
                <a:off x="169" y="3646"/>
                <a:ext cx="633"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grpSp>
        <p:sp>
          <p:nvSpPr>
            <p:cNvPr id="33806" name="Rectangle 216"/>
            <p:cNvSpPr>
              <a:spLocks noChangeArrowheads="1"/>
            </p:cNvSpPr>
            <p:nvPr/>
          </p:nvSpPr>
          <p:spPr bwMode="auto">
            <a:xfrm>
              <a:off x="169" y="3646"/>
              <a:ext cx="633" cy="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807" name="Line 217"/>
            <p:cNvSpPr>
              <a:spLocks noChangeShapeType="1"/>
            </p:cNvSpPr>
            <p:nvPr/>
          </p:nvSpPr>
          <p:spPr bwMode="auto">
            <a:xfrm>
              <a:off x="169" y="3691"/>
              <a:ext cx="637"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808" name="Rectangle 218"/>
            <p:cNvSpPr>
              <a:spLocks noChangeArrowheads="1"/>
            </p:cNvSpPr>
            <p:nvPr/>
          </p:nvSpPr>
          <p:spPr bwMode="auto">
            <a:xfrm>
              <a:off x="169" y="3691"/>
              <a:ext cx="637" cy="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809" name="Line 219"/>
            <p:cNvSpPr>
              <a:spLocks noChangeShapeType="1"/>
            </p:cNvSpPr>
            <p:nvPr/>
          </p:nvSpPr>
          <p:spPr bwMode="auto">
            <a:xfrm>
              <a:off x="169" y="3736"/>
              <a:ext cx="637"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810" name="Rectangle 220"/>
            <p:cNvSpPr>
              <a:spLocks noChangeArrowheads="1"/>
            </p:cNvSpPr>
            <p:nvPr/>
          </p:nvSpPr>
          <p:spPr bwMode="auto">
            <a:xfrm>
              <a:off x="169" y="3736"/>
              <a:ext cx="637" cy="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811" name="Line 221"/>
            <p:cNvSpPr>
              <a:spLocks noChangeShapeType="1"/>
            </p:cNvSpPr>
            <p:nvPr/>
          </p:nvSpPr>
          <p:spPr bwMode="auto">
            <a:xfrm>
              <a:off x="169" y="3781"/>
              <a:ext cx="637"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812" name="Rectangle 222"/>
            <p:cNvSpPr>
              <a:spLocks noChangeArrowheads="1"/>
            </p:cNvSpPr>
            <p:nvPr/>
          </p:nvSpPr>
          <p:spPr bwMode="auto">
            <a:xfrm>
              <a:off x="169" y="3781"/>
              <a:ext cx="637" cy="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813" name="Line 223"/>
            <p:cNvSpPr>
              <a:spLocks noChangeShapeType="1"/>
            </p:cNvSpPr>
            <p:nvPr/>
          </p:nvSpPr>
          <p:spPr bwMode="auto">
            <a:xfrm>
              <a:off x="873" y="3870"/>
              <a:ext cx="1838"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814" name="Rectangle 224"/>
            <p:cNvSpPr>
              <a:spLocks noChangeArrowheads="1"/>
            </p:cNvSpPr>
            <p:nvPr/>
          </p:nvSpPr>
          <p:spPr bwMode="auto">
            <a:xfrm>
              <a:off x="873" y="3870"/>
              <a:ext cx="1838" cy="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815" name="Line 225"/>
            <p:cNvSpPr>
              <a:spLocks noChangeShapeType="1"/>
            </p:cNvSpPr>
            <p:nvPr/>
          </p:nvSpPr>
          <p:spPr bwMode="auto">
            <a:xfrm>
              <a:off x="169" y="3915"/>
              <a:ext cx="637"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816" name="Rectangle 226"/>
            <p:cNvSpPr>
              <a:spLocks noChangeArrowheads="1"/>
            </p:cNvSpPr>
            <p:nvPr/>
          </p:nvSpPr>
          <p:spPr bwMode="auto">
            <a:xfrm>
              <a:off x="169" y="3915"/>
              <a:ext cx="637" cy="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817" name="Line 227"/>
            <p:cNvSpPr>
              <a:spLocks noChangeShapeType="1"/>
            </p:cNvSpPr>
            <p:nvPr/>
          </p:nvSpPr>
          <p:spPr bwMode="auto">
            <a:xfrm>
              <a:off x="169" y="3960"/>
              <a:ext cx="633"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818" name="Rectangle 228"/>
            <p:cNvSpPr>
              <a:spLocks noChangeArrowheads="1"/>
            </p:cNvSpPr>
            <p:nvPr/>
          </p:nvSpPr>
          <p:spPr bwMode="auto">
            <a:xfrm>
              <a:off x="169" y="3960"/>
              <a:ext cx="633" cy="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819" name="Line 229"/>
            <p:cNvSpPr>
              <a:spLocks noChangeShapeType="1"/>
            </p:cNvSpPr>
            <p:nvPr/>
          </p:nvSpPr>
          <p:spPr bwMode="auto">
            <a:xfrm>
              <a:off x="169" y="4004"/>
              <a:ext cx="633"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820" name="Rectangle 230"/>
            <p:cNvSpPr>
              <a:spLocks noChangeArrowheads="1"/>
            </p:cNvSpPr>
            <p:nvPr/>
          </p:nvSpPr>
          <p:spPr bwMode="auto">
            <a:xfrm>
              <a:off x="169" y="4004"/>
              <a:ext cx="633" cy="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821" name="Line 231"/>
            <p:cNvSpPr>
              <a:spLocks noChangeShapeType="1"/>
            </p:cNvSpPr>
            <p:nvPr/>
          </p:nvSpPr>
          <p:spPr bwMode="auto">
            <a:xfrm>
              <a:off x="169" y="4049"/>
              <a:ext cx="633"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822" name="Rectangle 232"/>
            <p:cNvSpPr>
              <a:spLocks noChangeArrowheads="1"/>
            </p:cNvSpPr>
            <p:nvPr/>
          </p:nvSpPr>
          <p:spPr bwMode="auto">
            <a:xfrm>
              <a:off x="169" y="4049"/>
              <a:ext cx="633" cy="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823" name="Line 233"/>
            <p:cNvSpPr>
              <a:spLocks noChangeShapeType="1"/>
            </p:cNvSpPr>
            <p:nvPr/>
          </p:nvSpPr>
          <p:spPr bwMode="auto">
            <a:xfrm>
              <a:off x="169" y="4094"/>
              <a:ext cx="637"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824" name="Rectangle 234"/>
            <p:cNvSpPr>
              <a:spLocks noChangeArrowheads="1"/>
            </p:cNvSpPr>
            <p:nvPr/>
          </p:nvSpPr>
          <p:spPr bwMode="auto">
            <a:xfrm>
              <a:off x="169" y="4094"/>
              <a:ext cx="637" cy="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825" name="Line 235"/>
            <p:cNvSpPr>
              <a:spLocks noChangeShapeType="1"/>
            </p:cNvSpPr>
            <p:nvPr/>
          </p:nvSpPr>
          <p:spPr bwMode="auto">
            <a:xfrm>
              <a:off x="169" y="4139"/>
              <a:ext cx="637"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826" name="Rectangle 236"/>
            <p:cNvSpPr>
              <a:spLocks noChangeArrowheads="1"/>
            </p:cNvSpPr>
            <p:nvPr/>
          </p:nvSpPr>
          <p:spPr bwMode="auto">
            <a:xfrm>
              <a:off x="169" y="4139"/>
              <a:ext cx="637" cy="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827" name="Line 237"/>
            <p:cNvSpPr>
              <a:spLocks noChangeShapeType="1"/>
            </p:cNvSpPr>
            <p:nvPr/>
          </p:nvSpPr>
          <p:spPr bwMode="auto">
            <a:xfrm>
              <a:off x="169" y="4183"/>
              <a:ext cx="637"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828" name="Rectangle 238"/>
            <p:cNvSpPr>
              <a:spLocks noChangeArrowheads="1"/>
            </p:cNvSpPr>
            <p:nvPr/>
          </p:nvSpPr>
          <p:spPr bwMode="auto">
            <a:xfrm>
              <a:off x="169" y="4183"/>
              <a:ext cx="637" cy="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829" name="Rectangle 239"/>
            <p:cNvSpPr>
              <a:spLocks noChangeArrowheads="1"/>
            </p:cNvSpPr>
            <p:nvPr/>
          </p:nvSpPr>
          <p:spPr bwMode="auto">
            <a:xfrm>
              <a:off x="169" y="4271"/>
              <a:ext cx="2549"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grpSp>
      <p:sp>
        <p:nvSpPr>
          <p:cNvPr id="33797" name="Rectangle 6"/>
          <p:cNvSpPr>
            <a:spLocks noChangeArrowheads="1"/>
          </p:cNvSpPr>
          <p:nvPr/>
        </p:nvSpPr>
        <p:spPr bwMode="auto">
          <a:xfrm>
            <a:off x="3191978" y="4665555"/>
            <a:ext cx="646331" cy="276999"/>
          </a:xfrm>
          <a:prstGeom prst="rect">
            <a:avLst/>
          </a:prstGeom>
          <a:solidFill>
            <a:srgbClr val="FFFF99"/>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ja-JP" altLang="en-US" sz="1200">
                <a:solidFill>
                  <a:srgbClr val="0000FF"/>
                </a:solidFill>
                <a:latin typeface="Meiryo UI" panose="020B0604030504040204" pitchFamily="50" charset="-128"/>
                <a:ea typeface="Meiryo UI" panose="020B0604030504040204" pitchFamily="50" charset="-128"/>
              </a:rPr>
              <a:t>目標値</a:t>
            </a:r>
          </a:p>
        </p:txBody>
      </p:sp>
      <p:sp>
        <p:nvSpPr>
          <p:cNvPr id="33798" name="Rectangle 7"/>
          <p:cNvSpPr>
            <a:spLocks noChangeArrowheads="1"/>
          </p:cNvSpPr>
          <p:nvPr/>
        </p:nvSpPr>
        <p:spPr bwMode="auto">
          <a:xfrm>
            <a:off x="2843125" y="5281131"/>
            <a:ext cx="492443" cy="276999"/>
          </a:xfrm>
          <a:prstGeom prst="rect">
            <a:avLst/>
          </a:prstGeom>
          <a:solidFill>
            <a:srgbClr val="FFFF99"/>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ja-JP" altLang="en-US" sz="1200">
                <a:solidFill>
                  <a:srgbClr val="0000FF"/>
                </a:solidFill>
                <a:latin typeface="Meiryo UI" panose="020B0604030504040204" pitchFamily="50" charset="-128"/>
                <a:ea typeface="Meiryo UI" panose="020B0604030504040204" pitchFamily="50" charset="-128"/>
              </a:rPr>
              <a:t>結果</a:t>
            </a:r>
          </a:p>
        </p:txBody>
      </p:sp>
      <p:sp>
        <p:nvSpPr>
          <p:cNvPr id="33799" name="Rectangle 8"/>
          <p:cNvSpPr>
            <a:spLocks noChangeArrowheads="1"/>
          </p:cNvSpPr>
          <p:nvPr/>
        </p:nvSpPr>
        <p:spPr bwMode="auto">
          <a:xfrm>
            <a:off x="1167197" y="4689651"/>
            <a:ext cx="800219" cy="276999"/>
          </a:xfrm>
          <a:prstGeom prst="rect">
            <a:avLst/>
          </a:prstGeom>
          <a:solidFill>
            <a:srgbClr val="FFFF99"/>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ja-JP" altLang="en-US" sz="1200">
                <a:solidFill>
                  <a:srgbClr val="0000FF"/>
                </a:solidFill>
                <a:latin typeface="Meiryo UI" panose="020B0604030504040204" pitchFamily="50" charset="-128"/>
                <a:ea typeface="Meiryo UI" panose="020B0604030504040204" pitchFamily="50" charset="-128"/>
              </a:rPr>
              <a:t>要求内容</a:t>
            </a:r>
          </a:p>
        </p:txBody>
      </p:sp>
      <p:sp>
        <p:nvSpPr>
          <p:cNvPr id="33800" name="Rectangle 9"/>
          <p:cNvSpPr>
            <a:spLocks noChangeArrowheads="1"/>
          </p:cNvSpPr>
          <p:nvPr/>
        </p:nvSpPr>
        <p:spPr bwMode="auto">
          <a:xfrm>
            <a:off x="4666768" y="6217235"/>
            <a:ext cx="4068956" cy="461665"/>
          </a:xfrm>
          <a:prstGeom prst="rect">
            <a:avLst/>
          </a:prstGeom>
          <a:solidFill>
            <a:srgbClr val="FFFF99"/>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ja-JP" altLang="en-US" sz="1200">
                <a:solidFill>
                  <a:srgbClr val="0000FF"/>
                </a:solidFill>
                <a:latin typeface="Meiryo UI" panose="020B0604030504040204" pitchFamily="50" charset="-128"/>
                <a:ea typeface="Meiryo UI" panose="020B0604030504040204" pitchFamily="50" charset="-128"/>
              </a:rPr>
              <a:t>委託開発要求仕様書（</a:t>
            </a:r>
            <a:r>
              <a:rPr lang="en-US" altLang="ja-JP" sz="1200">
                <a:solidFill>
                  <a:srgbClr val="0000FF"/>
                </a:solidFill>
                <a:latin typeface="Meiryo UI" panose="020B0604030504040204" pitchFamily="50" charset="-128"/>
                <a:ea typeface="Meiryo UI" panose="020B0604030504040204" pitchFamily="50" charset="-128"/>
              </a:rPr>
              <a:t>EMS</a:t>
            </a:r>
            <a:r>
              <a:rPr lang="ja-JP" altLang="en-US" sz="1200">
                <a:solidFill>
                  <a:srgbClr val="0000FF"/>
                </a:solidFill>
                <a:latin typeface="Meiryo UI" panose="020B0604030504040204" pitchFamily="50" charset="-128"/>
                <a:ea typeface="Meiryo UI" panose="020B0604030504040204" pitchFamily="50" charset="-128"/>
              </a:rPr>
              <a:t>シート）は、</a:t>
            </a:r>
            <a:endParaRPr lang="en-US" altLang="ja-JP" sz="1200">
              <a:solidFill>
                <a:srgbClr val="0000FF"/>
              </a:solidFill>
              <a:latin typeface="Meiryo UI" panose="020B0604030504040204" pitchFamily="50" charset="-128"/>
              <a:ea typeface="Meiryo UI" panose="020B0604030504040204" pitchFamily="50" charset="-128"/>
            </a:endParaRPr>
          </a:p>
          <a:p>
            <a:r>
              <a:rPr lang="ja-JP" altLang="en-US" sz="1200">
                <a:solidFill>
                  <a:srgbClr val="0000FF"/>
                </a:solidFill>
                <a:latin typeface="Meiryo UI" panose="020B0604030504040204" pitchFamily="50" charset="-128"/>
                <a:ea typeface="Meiryo UI" panose="020B0604030504040204" pitchFamily="50" charset="-128"/>
              </a:rPr>
              <a:t>各開発指定タイミングで書面報告する。</a:t>
            </a:r>
          </a:p>
        </p:txBody>
      </p:sp>
      <p:sp>
        <p:nvSpPr>
          <p:cNvPr id="240" name="Rectangle 7"/>
          <p:cNvSpPr>
            <a:spLocks noChangeArrowheads="1"/>
          </p:cNvSpPr>
          <p:nvPr/>
        </p:nvSpPr>
        <p:spPr bwMode="auto">
          <a:xfrm>
            <a:off x="2845859" y="5814827"/>
            <a:ext cx="492443" cy="276999"/>
          </a:xfrm>
          <a:prstGeom prst="rect">
            <a:avLst/>
          </a:prstGeom>
          <a:solidFill>
            <a:srgbClr val="FFFF99"/>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ja-JP" altLang="en-US" sz="1200">
                <a:solidFill>
                  <a:srgbClr val="0000FF"/>
                </a:solidFill>
                <a:latin typeface="Meiryo UI" panose="020B0604030504040204" pitchFamily="50" charset="-128"/>
                <a:ea typeface="Meiryo UI" panose="020B0604030504040204" pitchFamily="50" charset="-128"/>
              </a:rPr>
              <a:t>結果</a:t>
            </a:r>
          </a:p>
        </p:txBody>
      </p:sp>
      <p:sp>
        <p:nvSpPr>
          <p:cNvPr id="241" name="Rectangle 7"/>
          <p:cNvSpPr>
            <a:spLocks noChangeArrowheads="1"/>
          </p:cNvSpPr>
          <p:nvPr/>
        </p:nvSpPr>
        <p:spPr bwMode="auto">
          <a:xfrm>
            <a:off x="2845367" y="6465632"/>
            <a:ext cx="492443" cy="276999"/>
          </a:xfrm>
          <a:prstGeom prst="rect">
            <a:avLst/>
          </a:prstGeom>
          <a:solidFill>
            <a:srgbClr val="FFFF99"/>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ja-JP" altLang="en-US" sz="1200">
                <a:solidFill>
                  <a:srgbClr val="0000FF"/>
                </a:solidFill>
                <a:latin typeface="Meiryo UI" panose="020B0604030504040204" pitchFamily="50" charset="-128"/>
                <a:ea typeface="Meiryo UI" panose="020B0604030504040204" pitchFamily="50" charset="-128"/>
              </a:rPr>
              <a:t>結果</a:t>
            </a:r>
          </a:p>
        </p:txBody>
      </p:sp>
      <p:sp>
        <p:nvSpPr>
          <p:cNvPr id="242" name="Text Box 2"/>
          <p:cNvSpPr txBox="1">
            <a:spLocks noChangeArrowheads="1"/>
          </p:cNvSpPr>
          <p:nvPr/>
        </p:nvSpPr>
        <p:spPr bwMode="auto">
          <a:xfrm>
            <a:off x="250829" y="96703"/>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2000">
                <a:solidFill>
                  <a:srgbClr val="FFFFFF"/>
                </a:solidFill>
                <a:latin typeface="Meiryo UI" panose="020B0604030504040204" pitchFamily="50" charset="-128"/>
                <a:ea typeface="Meiryo UI" panose="020B0604030504040204" pitchFamily="50" charset="-128"/>
                <a:cs typeface="Arial" pitchFamily="34" charset="0"/>
              </a:rPr>
              <a:t>18. EMS Sheet (6/6)</a:t>
            </a:r>
            <a:endParaRPr lang="en-US" altLang="ja-JP" sz="1100">
              <a:solidFill>
                <a:srgbClr val="FFFFFF"/>
              </a:solidFill>
              <a:latin typeface="HGPｺﾞｼｯｸE" pitchFamily="50" charset="-128"/>
              <a:ea typeface="HGPｺﾞｼｯｸE" pitchFamily="50" charset="-128"/>
              <a:cs typeface="Arial" pitchFamily="34" charset="0"/>
            </a:endParaRPr>
          </a:p>
        </p:txBody>
      </p:sp>
      <p:pic>
        <p:nvPicPr>
          <p:cNvPr id="243" name="Picture 2"/>
          <p:cNvPicPr>
            <a:picLocks noChangeAspect="1" noChangeArrowheads="1"/>
          </p:cNvPicPr>
          <p:nvPr/>
        </p:nvPicPr>
        <p:blipFill rotWithShape="1">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p:blipFill>
        <p:spPr bwMode="auto">
          <a:xfrm>
            <a:off x="4559231" y="3579223"/>
            <a:ext cx="4584769" cy="27174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65394329"/>
      </p:ext>
    </p:extLst>
  </p:cSld>
  <p:clrMapOvr>
    <a:masterClrMapping/>
  </p:clrMapOvr>
  <p:transition/>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ext Box 2"/>
          <p:cNvSpPr txBox="1">
            <a:spLocks noChangeArrowheads="1"/>
          </p:cNvSpPr>
          <p:nvPr/>
        </p:nvSpPr>
        <p:spPr bwMode="auto">
          <a:xfrm>
            <a:off x="5017111" y="571728"/>
            <a:ext cx="4126889" cy="61247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キックオフミーティングの目的</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委託開発適用範囲</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委託元と</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Bosch</a:t>
            </a:r>
            <a:endPar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基本コンセプト</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成果物</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委託業務役割責任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RASIC</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要約）</a:t>
            </a: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前提条件</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判断（評価判断、委託完了判断・対価の判断）およびタイミング</a:t>
            </a:r>
            <a:b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b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支払い基準</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開発費定義　　　　　　　　　　　　　　　　　　　　　　　　　　　　　　　　　　　　　　　　　　　　　　</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プロジェクトマネージメント</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概要・基本諸元説明</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適用法規概要</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Engine</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Management</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System</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概要</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構成部品（</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Bosch</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部品）</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仕様差</a:t>
            </a:r>
            <a:b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b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・プロジェクト情報</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関連部品</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Spec</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説明</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車載機能・装備説明</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信頼性保証要件</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要求＆ＣＲ</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成果物検証・品質検証</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シート</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エキスパート</a:t>
            </a:r>
            <a:r>
              <a:rPr kumimoji="1" lang="en-US" altLang="ja-JP" sz="14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MTG</a:t>
            </a:r>
            <a:r>
              <a:rPr kumimoji="1" lang="ja-JP" altLang="en-US" sz="14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について</a:t>
            </a:r>
            <a:endParaRPr kumimoji="1" lang="en-US" altLang="ja-JP" sz="14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サポート業務</a:t>
            </a: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その他の開発ガイドライン</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開発日程</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開発体制表</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p:txBody>
      </p:sp>
      <p:sp>
        <p:nvSpPr>
          <p:cNvPr id="6" name="Text Box 2"/>
          <p:cNvSpPr txBox="1">
            <a:spLocks noChangeArrowheads="1"/>
          </p:cNvSpPr>
          <p:nvPr/>
        </p:nvSpPr>
        <p:spPr bwMode="auto">
          <a:xfrm>
            <a:off x="133262" y="44450"/>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20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Contents</a:t>
            </a:r>
            <a:r>
              <a:rPr kumimoji="1" lang="ja-JP" altLang="en-US" sz="20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　（目次）</a:t>
            </a:r>
            <a:endParaRPr kumimoji="1" lang="en-US" altLang="ja-JP" sz="1100" b="0" i="0" u="none" strike="noStrike" kern="1200" cap="none" spc="0" normalizeH="0" baseline="0" noProof="0">
              <a:ln>
                <a:noFill/>
              </a:ln>
              <a:solidFill>
                <a:srgbClr val="FFFFFF"/>
              </a:solidFill>
              <a:effectLst/>
              <a:uLnTx/>
              <a:uFillTx/>
              <a:latin typeface="HGPｺﾞｼｯｸE" pitchFamily="50" charset="-128"/>
              <a:ea typeface="HGPｺﾞｼｯｸE" pitchFamily="50" charset="-128"/>
              <a:cs typeface="Arial" pitchFamily="34" charset="0"/>
            </a:endParaRPr>
          </a:p>
        </p:txBody>
      </p:sp>
      <p:sp>
        <p:nvSpPr>
          <p:cNvPr id="7" name="Text Box 2"/>
          <p:cNvSpPr txBox="1">
            <a:spLocks noChangeArrowheads="1"/>
          </p:cNvSpPr>
          <p:nvPr/>
        </p:nvSpPr>
        <p:spPr bwMode="auto">
          <a:xfrm>
            <a:off x="106623" y="571728"/>
            <a:ext cx="4910488" cy="5909310"/>
          </a:xfrm>
          <a:prstGeom prst="rect">
            <a:avLst/>
          </a:prstGeom>
          <a:noFill/>
          <a:ln>
            <a:noFill/>
          </a:ln>
          <a:effec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Purpose of</a:t>
            </a:r>
            <a:r>
              <a:rPr kumimoji="1" lang="ja-JP" altLang="en-US"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Kick-off Meeting</a:t>
            </a:r>
            <a:endParaRPr kumimoji="1" lang="ja-JP" altLang="en-US"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Scope of Development Work</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err="1">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Entrustor</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and </a:t>
            </a:r>
            <a:r>
              <a:rPr kumimoji="1" lang="en-US" altLang="ja-JP" sz="1400" b="0" i="0" u="none" strike="noStrike" kern="1200" cap="none" spc="0" normalizeH="0" baseline="0" noProof="0" dirty="0" err="1">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Entrustee</a:t>
            </a:r>
            <a:endPar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Basic Concept / Deliverables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Role</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&amp;</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Responsibility (Samples of RASIC)</a:t>
            </a:r>
            <a:endPar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Preconditions</a:t>
            </a:r>
          </a:p>
          <a:p>
            <a:pPr marL="450850" marR="0" lvl="0" indent="-45085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Judgments (on Evaluation, Completion of Development Work Entrusted by Honda and  Payment Amount) and Timings</a:t>
            </a:r>
            <a:b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b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Payment Criteria / Definition of Development Fee </a:t>
            </a:r>
          </a:p>
          <a:p>
            <a:pPr marL="450850" marR="0" lvl="0" indent="-45085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Project Management </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Engine Overview</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and</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Basic Specification </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Applicable Regulations Overview</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Engine</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Management</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System Overview</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 Components</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(Bosch components)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Engine Spec Comparison from Base Model</a:t>
            </a:r>
            <a:b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b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Project information / Non-Bosch</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Components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In-Vehicle</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Functions</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Relating</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ECU and Features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Reliability</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Assurance</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 Requirement and CR </a:t>
            </a:r>
            <a:endParaRPr kumimoji="1" lang="ja-JP" altLang="en-US" sz="1400" b="0" i="0" u="none" strike="dbl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anose="020B0604020202020204" pitchFamily="34" charset="0"/>
              </a:rPr>
              <a:t>EMS Report Maturity and Quality Verification</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anose="020B0604020202020204" pitchFamily="34" charset="0"/>
              </a:rPr>
              <a:t>EMS Sheet</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rPr>
              <a:t>Expert Meeting</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anose="020B0604020202020204" pitchFamily="34" charset="0"/>
              </a:rPr>
              <a:t>Necessary</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Support</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Miscellaneous Guidelines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Development Schedule</a:t>
            </a:r>
            <a:endPar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Development Organization Chart</a:t>
            </a:r>
          </a:p>
        </p:txBody>
      </p:sp>
    </p:spTree>
    <p:extLst>
      <p:ext uri="{BB962C8B-B14F-4D97-AF65-F5344CB8AC3E}">
        <p14:creationId xmlns:p14="http://schemas.microsoft.com/office/powerpoint/2010/main" val="3617482995"/>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p:cNvSpPr txBox="1"/>
          <p:nvPr/>
        </p:nvSpPr>
        <p:spPr>
          <a:xfrm>
            <a:off x="133264" y="536002"/>
            <a:ext cx="8749480" cy="5339923"/>
          </a:xfrm>
          <a:prstGeom prst="rect">
            <a:avLst/>
          </a:prstGeom>
          <a:noFill/>
        </p:spPr>
        <p:txBody>
          <a:bodyPr wrap="square" rtlCol="0">
            <a:spAutoFit/>
          </a:bodyPr>
          <a:lstStyle/>
          <a:p>
            <a:pPr marR="0" lvl="0" algn="l" defTabSz="914400" rtl="0" eaLnBrk="1" fontAlgn="base" latinLnBrk="0" hangingPunct="1">
              <a:lnSpc>
                <a:spcPct val="100000"/>
              </a:lnSpc>
              <a:spcBef>
                <a:spcPct val="0"/>
              </a:spcBef>
              <a:spcAft>
                <a:spcPct val="0"/>
              </a:spcAft>
              <a:buClrTx/>
              <a:buSzTx/>
              <a:tabLst/>
              <a:defRPr/>
            </a:pPr>
            <a:r>
              <a:rPr kumimoji="1" lang="en-US" altLang="ja-JP" sz="1800" b="1" i="0" u="sng" strike="noStrike" kern="1200" cap="none" spc="0" normalizeH="0" baseline="0" noProof="0" dirty="0">
                <a:ln>
                  <a:noFill/>
                </a:ln>
                <a:solidFill>
                  <a:srgbClr val="000000"/>
                </a:solidFill>
                <a:uLnTx/>
                <a:uFillTx/>
                <a:latin typeface="Meiryo UI" panose="020B0604030504040204" pitchFamily="50" charset="-128"/>
                <a:ea typeface="Meiryo UI" panose="020B0604030504040204" pitchFamily="50" charset="-128"/>
              </a:rPr>
              <a:t>Purpose,</a:t>
            </a:r>
            <a:r>
              <a:rPr kumimoji="1" lang="ja-JP" altLang="en-US" sz="1800" b="1" i="0" u="sng" strike="noStrike" kern="1200" cap="none" spc="0" normalizeH="0" baseline="0" noProof="0" dirty="0">
                <a:ln>
                  <a:noFill/>
                </a:ln>
                <a:solidFill>
                  <a:srgbClr val="000000"/>
                </a:solidFill>
                <a:uLnTx/>
                <a:uFillTx/>
                <a:latin typeface="Meiryo UI" panose="020B0604030504040204" pitchFamily="50" charset="-128"/>
                <a:ea typeface="Meiryo UI" panose="020B0604030504040204" pitchFamily="50" charset="-128"/>
              </a:rPr>
              <a:t> </a:t>
            </a:r>
            <a:r>
              <a:rPr kumimoji="1" lang="en-US" altLang="ja-JP" sz="1800" b="1" i="0" u="sng" strike="noStrike" kern="1200" cap="none" spc="0" normalizeH="0" baseline="0" noProof="0" dirty="0">
                <a:ln>
                  <a:noFill/>
                </a:ln>
                <a:solidFill>
                  <a:srgbClr val="000000"/>
                </a:solidFill>
                <a:uLnTx/>
                <a:uFillTx/>
                <a:latin typeface="Meiryo UI" panose="020B0604030504040204" pitchFamily="50" charset="-128"/>
                <a:ea typeface="Meiryo UI" panose="020B0604030504040204" pitchFamily="50" charset="-128"/>
              </a:rPr>
              <a:t>Preparation and Reporting </a:t>
            </a:r>
            <a:r>
              <a:rPr lang="en-US" altLang="ja-JP" sz="1800" b="1" u="sng" dirty="0">
                <a:solidFill>
                  <a:srgbClr val="000000"/>
                </a:solidFill>
                <a:latin typeface="Meiryo UI" panose="020B0604030504040204" pitchFamily="50" charset="-128"/>
                <a:ea typeface="Meiryo UI" panose="020B0604030504040204" pitchFamily="50" charset="-128"/>
              </a:rPr>
              <a:t>R</a:t>
            </a:r>
            <a:r>
              <a:rPr kumimoji="1" lang="en-US" altLang="ja-JP" sz="1800" b="1" i="0" u="sng" strike="noStrike" kern="1200" cap="none" spc="0" normalizeH="0" baseline="0" noProof="0" dirty="0">
                <a:ln>
                  <a:noFill/>
                </a:ln>
                <a:solidFill>
                  <a:srgbClr val="000000"/>
                </a:solidFill>
                <a:uLnTx/>
                <a:uFillTx/>
                <a:latin typeface="Meiryo UI" panose="020B0604030504040204" pitchFamily="50" charset="-128"/>
                <a:ea typeface="Meiryo UI" panose="020B0604030504040204" pitchFamily="50" charset="-128"/>
              </a:rPr>
              <a:t>ule</a:t>
            </a:r>
            <a:r>
              <a:rPr lang="ja-JP" altLang="en-US" sz="1800" b="1" u="sng" dirty="0">
                <a:solidFill>
                  <a:srgbClr val="000000"/>
                </a:solidFill>
                <a:latin typeface="Meiryo UI" panose="020B0604030504040204" pitchFamily="50" charset="-128"/>
                <a:ea typeface="Meiryo UI" panose="020B0604030504040204" pitchFamily="50" charset="-128"/>
              </a:rPr>
              <a:t> </a:t>
            </a:r>
            <a:r>
              <a:rPr lang="en-US" altLang="ja-JP" sz="1800" b="1" u="sng" dirty="0">
                <a:solidFill>
                  <a:srgbClr val="000000"/>
                </a:solidFill>
                <a:latin typeface="Meiryo UI" panose="020B0604030504040204" pitchFamily="50" charset="-128"/>
                <a:ea typeface="Meiryo UI" panose="020B0604030504040204" pitchFamily="50" charset="-128"/>
              </a:rPr>
              <a:t>of Expert Meeting</a:t>
            </a:r>
          </a:p>
          <a:p>
            <a:pPr marR="0" lvl="0" algn="l" defTabSz="914400" rtl="0" eaLnBrk="1" fontAlgn="base" latinLnBrk="0" hangingPunct="1">
              <a:lnSpc>
                <a:spcPct val="100000"/>
              </a:lnSpc>
              <a:spcBef>
                <a:spcPct val="0"/>
              </a:spcBef>
              <a:spcAft>
                <a:spcPct val="0"/>
              </a:spcAft>
              <a:buClrTx/>
              <a:buSzTx/>
              <a:tabLst/>
              <a:defRPr/>
            </a:pPr>
            <a:endParaRPr kumimoji="1" lang="en-US" altLang="ja-JP" sz="18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ja-JP" sz="1600" b="0" i="0" u="sng"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rPr>
              <a:t>Purpose</a:t>
            </a:r>
          </a:p>
          <a:p>
            <a:pPr marL="0" marR="0" lvl="0" indent="0" algn="l" defTabSz="914400" rtl="0" eaLnBrk="1" fontAlgn="base" latinLnBrk="0" hangingPunct="1">
              <a:lnSpc>
                <a:spcPct val="100000"/>
              </a:lnSpc>
              <a:spcBef>
                <a:spcPts val="300"/>
              </a:spcBef>
              <a:spcAft>
                <a:spcPct val="0"/>
              </a:spcAft>
              <a:buClrTx/>
              <a:buSzTx/>
              <a:buFontTx/>
              <a:buNone/>
              <a:tabLst/>
              <a:defRPr/>
            </a:pPr>
            <a:r>
              <a:rPr lang="en-US" altLang="ja-JP" sz="1400" noProof="0" dirty="0">
                <a:solidFill>
                  <a:srgbClr val="000000"/>
                </a:solidFill>
                <a:latin typeface="Meiryo UI" panose="020B0604030504040204" pitchFamily="50" charset="-128"/>
                <a:ea typeface="Meiryo UI" panose="020B0604030504040204" pitchFamily="50" charset="-128"/>
              </a:rPr>
              <a:t>P</a:t>
            </a:r>
            <a:r>
              <a:rPr kumimoji="1" lang="en-US" altLang="ja-JP"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rPr>
              <a:t>urpose is to evaluate calibration</a:t>
            </a:r>
            <a:r>
              <a:rPr lang="ja-JP" altLang="en-US" sz="1400" dirty="0">
                <a:solidFill>
                  <a:srgbClr val="000000"/>
                </a:solidFill>
                <a:latin typeface="Meiryo UI" panose="020B0604030504040204" pitchFamily="50" charset="-128"/>
                <a:ea typeface="Meiryo UI" panose="020B0604030504040204" pitchFamily="50" charset="-128"/>
              </a:rPr>
              <a:t> </a:t>
            </a:r>
            <a:r>
              <a:rPr lang="en-US" altLang="ja-JP" sz="1400" dirty="0">
                <a:solidFill>
                  <a:srgbClr val="000000"/>
                </a:solidFill>
                <a:latin typeface="Meiryo UI" panose="020B0604030504040204" pitchFamily="50" charset="-128"/>
                <a:ea typeface="Meiryo UI" panose="020B0604030504040204" pitchFamily="50" charset="-128"/>
              </a:rPr>
              <a:t>which affect engine / vehicle behavior such as durability, noise and vibration, marketability and emission has been calibrated with no issue.</a:t>
            </a:r>
          </a:p>
          <a:p>
            <a:pPr lvl="0" algn="l">
              <a:spcBef>
                <a:spcPts val="300"/>
              </a:spcBef>
              <a:defRPr/>
            </a:pPr>
            <a:r>
              <a:rPr lang="en-US" altLang="ja-JP" sz="1400" dirty="0">
                <a:solidFill>
                  <a:srgbClr val="000000"/>
                </a:solidFill>
                <a:latin typeface="Meiryo UI" panose="020B0604030504040204" pitchFamily="50" charset="-128"/>
                <a:ea typeface="Meiryo UI" panose="020B0604030504040204" pitchFamily="50" charset="-128"/>
              </a:rPr>
              <a:t>Evaluators also check emission behavior and  singularity point in the tables or maps. </a:t>
            </a:r>
          </a:p>
          <a:p>
            <a:pPr lvl="0" algn="l">
              <a:spcBef>
                <a:spcPts val="300"/>
              </a:spcBef>
              <a:defRPr/>
            </a:pPr>
            <a:r>
              <a:rPr lang="en-US" altLang="ja-JP" sz="1400" dirty="0">
                <a:solidFill>
                  <a:srgbClr val="000000"/>
                </a:solidFill>
                <a:latin typeface="Meiryo UI" panose="020B0604030504040204" pitchFamily="50" charset="-128"/>
                <a:ea typeface="Meiryo UI" panose="020B0604030504040204" pitchFamily="50" charset="-128"/>
              </a:rPr>
              <a:t>They confirm if all verification has been completed by</a:t>
            </a:r>
            <a:r>
              <a:rPr lang="ja-JP" altLang="en-US" sz="1400" dirty="0">
                <a:solidFill>
                  <a:srgbClr val="000000"/>
                </a:solidFill>
                <a:latin typeface="Meiryo UI" panose="020B0604030504040204" pitchFamily="50" charset="-128"/>
                <a:ea typeface="Meiryo UI" panose="020B0604030504040204" pitchFamily="50" charset="-128"/>
              </a:rPr>
              <a:t>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dirty="0">
                <a:solidFill>
                  <a:srgbClr val="000000"/>
                </a:solidFill>
                <a:latin typeface="Meiryo UI" panose="020B0604030504040204" pitchFamily="50" charset="-128"/>
                <a:ea typeface="Meiryo UI" panose="020B0604030504040204" pitchFamily="50" charset="-128"/>
              </a:rPr>
              <a:t> with in which condition and criteria.</a:t>
            </a:r>
            <a:endParaRPr kumimoji="1" lang="en-US" altLang="ja-JP"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altLang="ja-JP"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endParaRPr>
          </a:p>
          <a:p>
            <a:pPr marL="0" marR="0" lvl="0" indent="0" algn="l" defTabSz="914400" rtl="0" eaLnBrk="1" fontAlgn="base" latinLnBrk="0" hangingPunct="1">
              <a:lnSpc>
                <a:spcPct val="100000"/>
              </a:lnSpc>
              <a:spcBef>
                <a:spcPct val="0"/>
              </a:spcBef>
              <a:spcAft>
                <a:spcPct val="0"/>
              </a:spcAft>
              <a:buClrTx/>
              <a:buSzTx/>
              <a:buFontTx/>
              <a:buNone/>
              <a:tabLst/>
              <a:defRPr/>
            </a:pPr>
            <a:r>
              <a:rPr lang="en-US" altLang="ja-JP" sz="1600" u="sng" dirty="0">
                <a:solidFill>
                  <a:srgbClr val="000000"/>
                </a:solidFill>
                <a:latin typeface="Meiryo UI" panose="020B0604030504040204" pitchFamily="50" charset="-128"/>
                <a:ea typeface="Meiryo UI" panose="020B0604030504040204" pitchFamily="50" charset="-128"/>
              </a:rPr>
              <a:t>P</a:t>
            </a:r>
            <a:r>
              <a:rPr kumimoji="1" lang="en-US" altLang="ja-JP" sz="1600" b="0" i="0" u="sng"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rPr>
              <a:t>reparation and presentation</a:t>
            </a:r>
          </a:p>
          <a:p>
            <a:pPr lvl="0" algn="l">
              <a:spcBef>
                <a:spcPts val="300"/>
              </a:spcBef>
              <a:defRPr/>
            </a:pPr>
            <a:r>
              <a:rPr kumimoji="1" lang="en-US" altLang="ja-JP"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rPr>
              <a:t>Meeting material must be checked in</a:t>
            </a:r>
            <a:r>
              <a:rPr kumimoji="1" lang="ja-JP" altLang="en-US"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rPr>
              <a:t>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kumimoji="1" lang="en-US" altLang="ja-JP"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rPr>
              <a:t> in advance. </a:t>
            </a:r>
          </a:p>
          <a:p>
            <a:pPr lvl="0" algn="l">
              <a:spcBef>
                <a:spcPts val="300"/>
              </a:spcBef>
              <a:defRPr/>
            </a:pPr>
            <a:r>
              <a:rPr kumimoji="1" lang="en-US" altLang="ja-JP"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rPr>
              <a:t>Checker (team leader) must check and make signature on the material after homework finished.</a:t>
            </a:r>
          </a:p>
          <a:p>
            <a:pPr marL="0" marR="0" lvl="0" indent="0" algn="l" defTabSz="914400" rtl="0" eaLnBrk="1" fontAlgn="base" latinLnBrk="0" hangingPunct="1">
              <a:lnSpc>
                <a:spcPct val="100000"/>
              </a:lnSpc>
              <a:spcBef>
                <a:spcPts val="300"/>
              </a:spcBef>
              <a:spcAft>
                <a:spcPct val="0"/>
              </a:spcAft>
              <a:buClrTx/>
              <a:buSzTx/>
              <a:buFontTx/>
              <a:buNone/>
              <a:tabLst/>
              <a:defRPr/>
            </a:pPr>
            <a:r>
              <a:rPr kumimoji="1" lang="en-US" altLang="ja-JP"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rPr>
              <a:t>Basic items, like axis name in chart, unit of the axis, legend, and signal name shall be written.</a:t>
            </a:r>
          </a:p>
          <a:p>
            <a:pPr lvl="0" algn="l">
              <a:spcBef>
                <a:spcPts val="300"/>
              </a:spcBef>
              <a:defRPr/>
            </a:pP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kumimoji="1" lang="en-US" altLang="ja-JP"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rPr>
              <a:t> internal words must be not used.</a:t>
            </a:r>
            <a:r>
              <a:rPr kumimoji="1" lang="ja-JP" altLang="en-US"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rPr>
              <a:t>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kumimoji="1" lang="en-US" altLang="ja-JP"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rPr>
              <a:t> internal words need to be translated to physical words. </a:t>
            </a:r>
          </a:p>
          <a:p>
            <a:pPr lvl="0" algn="l">
              <a:spcBef>
                <a:spcPts val="300"/>
              </a:spcBef>
              <a:defRPr/>
            </a:pPr>
            <a:r>
              <a:rPr kumimoji="1" lang="en-US" altLang="ja-JP"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rPr>
              <a:t>PIC or team leader is required to present. If PIC is not available, proxy is OK to represent. </a:t>
            </a:r>
          </a:p>
          <a:p>
            <a:pPr lvl="0" algn="l">
              <a:spcBef>
                <a:spcPts val="300"/>
              </a:spcBef>
              <a:defRPr/>
            </a:pPr>
            <a:r>
              <a:rPr kumimoji="1" lang="en-US" altLang="ja-JP"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rPr>
              <a:t>If PIC’s explanation is not enough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kumimoji="1" lang="en-US" altLang="ja-JP"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rPr>
              <a:t> </a:t>
            </a:r>
            <a:r>
              <a:rPr kumimoji="1" lang="en-US" altLang="ja-JP" sz="1400" b="0" i="0" u="none" strike="noStrike" kern="1200" cap="none" spc="0" normalizeH="0" baseline="0" noProof="0" dirty="0" err="1">
                <a:ln>
                  <a:noFill/>
                </a:ln>
                <a:solidFill>
                  <a:srgbClr val="000000"/>
                </a:solidFill>
                <a:effectLst/>
                <a:uLnTx/>
                <a:uFillTx/>
                <a:latin typeface="Meiryo UI" panose="020B0604030504040204" pitchFamily="50" charset="-128"/>
                <a:ea typeface="Meiryo UI" panose="020B0604030504040204" pitchFamily="50" charset="-128"/>
              </a:rPr>
              <a:t>PjM</a:t>
            </a:r>
            <a:r>
              <a:rPr kumimoji="1" lang="en-US" altLang="ja-JP"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rPr>
              <a:t> cannot understand), team leader must explain.</a:t>
            </a:r>
          </a:p>
          <a:p>
            <a:pPr lvl="0" algn="l">
              <a:spcBef>
                <a:spcPts val="300"/>
              </a:spcBef>
              <a:defRPr/>
            </a:pP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dirty="0">
                <a:solidFill>
                  <a:srgbClr val="000000"/>
                </a:solidFill>
                <a:latin typeface="Meiryo UI" panose="020B0604030504040204" pitchFamily="50" charset="-128"/>
                <a:ea typeface="Meiryo UI" panose="020B0604030504040204" pitchFamily="50" charset="-128"/>
              </a:rPr>
              <a:t> </a:t>
            </a:r>
            <a:r>
              <a:rPr lang="en-US" altLang="ja-JP" sz="1400" dirty="0" err="1">
                <a:solidFill>
                  <a:srgbClr val="000000"/>
                </a:solidFill>
                <a:latin typeface="Meiryo UI" panose="020B0604030504040204" pitchFamily="50" charset="-128"/>
                <a:ea typeface="Meiryo UI" panose="020B0604030504040204" pitchFamily="50" charset="-128"/>
              </a:rPr>
              <a:t>PjM</a:t>
            </a:r>
            <a:r>
              <a:rPr lang="en-US" altLang="ja-JP" sz="1400" dirty="0">
                <a:solidFill>
                  <a:srgbClr val="000000"/>
                </a:solidFill>
                <a:latin typeface="Meiryo UI" panose="020B0604030504040204" pitchFamily="50" charset="-128"/>
                <a:ea typeface="Meiryo UI" panose="020B0604030504040204" pitchFamily="50" charset="-128"/>
              </a:rPr>
              <a:t> is required to take meeting minutes. Meeting minutes need to be aligned with</a:t>
            </a:r>
          </a:p>
          <a:p>
            <a:pPr lvl="0" algn="l">
              <a:spcBef>
                <a:spcPts val="300"/>
              </a:spcBef>
              <a:defRPr/>
            </a:pPr>
            <a:r>
              <a:rPr lang="en-US" altLang="ja-JP" sz="1400" dirty="0">
                <a:solidFill>
                  <a:srgbClr val="000000"/>
                </a:solidFill>
                <a:latin typeface="Meiryo UI" panose="020B0604030504040204" pitchFamily="50" charset="-128"/>
                <a:ea typeface="Meiryo UI" panose="020B0604030504040204" pitchFamily="50" charset="-128"/>
              </a:rPr>
              <a:t>Honda in the meeting.</a:t>
            </a:r>
          </a:p>
          <a:p>
            <a:pPr lvl="0" algn="l">
              <a:spcBef>
                <a:spcPts val="300"/>
              </a:spcBef>
              <a:defRPr/>
            </a:pP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dirty="0">
                <a:solidFill>
                  <a:srgbClr val="000000"/>
                </a:solidFill>
                <a:latin typeface="Meiryo UI" panose="020B0604030504040204" pitchFamily="50" charset="-128"/>
                <a:ea typeface="Meiryo UI" panose="020B0604030504040204" pitchFamily="50" charset="-128"/>
              </a:rPr>
              <a:t> </a:t>
            </a:r>
            <a:r>
              <a:rPr lang="en-US" altLang="ja-JP" sz="1400" dirty="0" err="1">
                <a:solidFill>
                  <a:srgbClr val="000000"/>
                </a:solidFill>
                <a:latin typeface="Meiryo UI" panose="020B0604030504040204" pitchFamily="50" charset="-128"/>
                <a:ea typeface="Meiryo UI" panose="020B0604030504040204" pitchFamily="50" charset="-128"/>
              </a:rPr>
              <a:t>PjM</a:t>
            </a:r>
            <a:r>
              <a:rPr lang="en-US" altLang="ja-JP" sz="1400" dirty="0">
                <a:solidFill>
                  <a:srgbClr val="000000"/>
                </a:solidFill>
                <a:latin typeface="Meiryo UI" panose="020B0604030504040204" pitchFamily="50" charset="-128"/>
                <a:ea typeface="Meiryo UI" panose="020B0604030504040204" pitchFamily="50" charset="-128"/>
              </a:rPr>
              <a:t> is also required to submit all meeting material</a:t>
            </a:r>
            <a:r>
              <a:rPr lang="ja-JP" altLang="en-US" sz="1400" dirty="0">
                <a:solidFill>
                  <a:srgbClr val="000000"/>
                </a:solidFill>
                <a:latin typeface="Meiryo UI" panose="020B0604030504040204" pitchFamily="50" charset="-128"/>
                <a:ea typeface="Meiryo UI" panose="020B0604030504040204" pitchFamily="50" charset="-128"/>
              </a:rPr>
              <a:t> </a:t>
            </a:r>
            <a:r>
              <a:rPr lang="en-US" altLang="ja-JP" sz="1400" dirty="0">
                <a:solidFill>
                  <a:srgbClr val="000000"/>
                </a:solidFill>
                <a:latin typeface="Meiryo UI" panose="020B0604030504040204" pitchFamily="50" charset="-128"/>
                <a:ea typeface="Meiryo UI" panose="020B0604030504040204" pitchFamily="50" charset="-128"/>
              </a:rPr>
              <a:t>and minutes within 3days after</a:t>
            </a:r>
          </a:p>
          <a:p>
            <a:pPr lvl="0" algn="l">
              <a:spcBef>
                <a:spcPts val="300"/>
              </a:spcBef>
              <a:defRPr/>
            </a:pPr>
            <a:r>
              <a:rPr lang="en-US" altLang="ja-JP" sz="1400" dirty="0">
                <a:solidFill>
                  <a:srgbClr val="000000"/>
                </a:solidFill>
                <a:latin typeface="Meiryo UI" panose="020B0604030504040204" pitchFamily="50" charset="-128"/>
                <a:ea typeface="Meiryo UI" panose="020B0604030504040204" pitchFamily="50" charset="-128"/>
              </a:rPr>
              <a:t>the meeting.</a:t>
            </a:r>
          </a:p>
          <a:p>
            <a:pPr lvl="0" algn="l">
              <a:spcBef>
                <a:spcPts val="300"/>
              </a:spcBef>
              <a:defRPr/>
            </a:pPr>
            <a:r>
              <a:rPr lang="en-US" altLang="ja-JP" sz="1400" dirty="0">
                <a:solidFill>
                  <a:srgbClr val="000000"/>
                </a:solidFill>
                <a:latin typeface="Meiryo UI" panose="020B0604030504040204" pitchFamily="50" charset="-128"/>
                <a:ea typeface="Meiryo UI" panose="020B0604030504040204" pitchFamily="50" charset="-128"/>
              </a:rPr>
              <a:t>Original material is OK.</a:t>
            </a:r>
          </a:p>
        </p:txBody>
      </p:sp>
      <p:sp>
        <p:nvSpPr>
          <p:cNvPr id="5" name="Text Box 2"/>
          <p:cNvSpPr txBox="1">
            <a:spLocks noChangeArrowheads="1"/>
          </p:cNvSpPr>
          <p:nvPr/>
        </p:nvSpPr>
        <p:spPr bwMode="auto">
          <a:xfrm>
            <a:off x="250829" y="96703"/>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2000">
                <a:solidFill>
                  <a:srgbClr val="FFFFFF"/>
                </a:solidFill>
                <a:latin typeface="Meiryo UI" panose="020B0604030504040204" pitchFamily="50" charset="-128"/>
                <a:ea typeface="Meiryo UI" panose="020B0604030504040204" pitchFamily="50" charset="-128"/>
                <a:cs typeface="Arial" pitchFamily="34" charset="0"/>
              </a:rPr>
              <a:t>19. Expert Meeting (1/5)</a:t>
            </a:r>
            <a:endParaRPr lang="en-US" altLang="ja-JP" sz="1100">
              <a:solidFill>
                <a:srgbClr val="FFFFFF"/>
              </a:solidFill>
              <a:latin typeface="HGPｺﾞｼｯｸE" pitchFamily="50" charset="-128"/>
              <a:ea typeface="HGPｺﾞｼｯｸE" pitchFamily="50" charset="-128"/>
              <a:cs typeface="Arial" pitchFamily="34" charset="0"/>
            </a:endParaRPr>
          </a:p>
        </p:txBody>
      </p:sp>
    </p:spTree>
    <p:extLst>
      <p:ext uri="{BB962C8B-B14F-4D97-AF65-F5344CB8AC3E}">
        <p14:creationId xmlns:p14="http://schemas.microsoft.com/office/powerpoint/2010/main" val="4067442190"/>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p:cNvSpPr txBox="1"/>
          <p:nvPr/>
        </p:nvSpPr>
        <p:spPr>
          <a:xfrm>
            <a:off x="120199" y="536002"/>
            <a:ext cx="8749480" cy="5409173"/>
          </a:xfrm>
          <a:prstGeom prst="rect">
            <a:avLst/>
          </a:prstGeom>
          <a:noFill/>
        </p:spPr>
        <p:txBody>
          <a:bodyPr wrap="square" rtlCol="0">
            <a:spAutoFit/>
          </a:bodyPr>
          <a:lstStyle/>
          <a:p>
            <a:pPr marR="0" lvl="0" algn="l" defTabSz="914400" rtl="0" eaLnBrk="1" fontAlgn="base" latinLnBrk="0" hangingPunct="1">
              <a:lnSpc>
                <a:spcPct val="100000"/>
              </a:lnSpc>
              <a:spcBef>
                <a:spcPts val="300"/>
              </a:spcBef>
              <a:spcAft>
                <a:spcPct val="0"/>
              </a:spcAft>
              <a:buClrTx/>
              <a:buSzTx/>
              <a:tabLst/>
              <a:defRPr/>
            </a:pPr>
            <a:r>
              <a:rPr kumimoji="1" lang="ja-JP" altLang="en-US" sz="1800" b="1" i="0" u="sng"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エキスパートミーティングの目的、準備と報告ルール</a:t>
            </a:r>
            <a:endParaRPr kumimoji="1" lang="en-US" altLang="ja-JP" sz="1800" b="1" i="0" u="sng"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a:p>
            <a:pPr marR="0" lvl="0" algn="l" defTabSz="914400" rtl="0" eaLnBrk="1" fontAlgn="base" latinLnBrk="0" hangingPunct="1">
              <a:lnSpc>
                <a:spcPct val="100000"/>
              </a:lnSpc>
              <a:spcBef>
                <a:spcPts val="300"/>
              </a:spcBef>
              <a:spcAft>
                <a:spcPct val="0"/>
              </a:spcAft>
              <a:buClrTx/>
              <a:buSzTx/>
              <a:tabLst/>
              <a:defRPr/>
            </a:pPr>
            <a:endParaRPr kumimoji="1" lang="en-US" altLang="ja-JP" sz="18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a:p>
            <a:pPr marR="0" lvl="0" algn="l" defTabSz="914400" rtl="0" eaLnBrk="1" fontAlgn="base" latinLnBrk="0" hangingPunct="1">
              <a:lnSpc>
                <a:spcPct val="100000"/>
              </a:lnSpc>
              <a:spcBef>
                <a:spcPts val="300"/>
              </a:spcBef>
              <a:spcAft>
                <a:spcPct val="0"/>
              </a:spcAft>
              <a:buClrTx/>
              <a:buSzTx/>
              <a:tabLst/>
              <a:defRPr/>
            </a:pPr>
            <a:r>
              <a:rPr kumimoji="1" lang="ja-JP" altLang="en-US" sz="1600" b="0" i="0" u="sng"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rPr>
              <a:t>目的</a:t>
            </a:r>
            <a:endParaRPr kumimoji="1" lang="en-US" altLang="ja-JP" sz="1600" b="0" i="0" u="sng"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endParaRPr>
          </a:p>
          <a:p>
            <a:pPr marL="0" marR="0" lvl="0" indent="0" algn="l" defTabSz="914400" rtl="0" eaLnBrk="1" fontAlgn="base" latinLnBrk="0" hangingPunct="1">
              <a:lnSpc>
                <a:spcPct val="100000"/>
              </a:lnSpc>
              <a:spcBef>
                <a:spcPts val="600"/>
              </a:spcBef>
              <a:spcAft>
                <a:spcPct val="0"/>
              </a:spcAft>
              <a:buClrTx/>
              <a:buSzTx/>
              <a:buFontTx/>
              <a:buNone/>
              <a:tabLst/>
              <a:defRPr/>
            </a:pPr>
            <a:r>
              <a:rPr kumimoji="1" lang="ja-JP" altLang="en-US"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rPr>
              <a:t>エンジン、車両の振る舞いに影響するキャリブレーションを評価することがエキスパートミーティングの目的である。耐久性、</a:t>
            </a:r>
            <a:r>
              <a:rPr kumimoji="1" lang="en-US" altLang="ja-JP"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rPr>
              <a:t>NV</a:t>
            </a:r>
            <a:r>
              <a:rPr kumimoji="1" lang="ja-JP" altLang="en-US"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rPr>
              <a:t>、</a:t>
            </a:r>
            <a:endParaRPr lang="en-US" altLang="ja-JP" sz="1400" dirty="0">
              <a:solidFill>
                <a:srgbClr val="000000"/>
              </a:solidFill>
              <a:latin typeface="Meiryo UI" panose="020B0604030504040204" pitchFamily="50" charset="-128"/>
              <a:ea typeface="Meiryo UI" panose="020B0604030504040204" pitchFamily="50" charset="-128"/>
            </a:endParaRPr>
          </a:p>
          <a:p>
            <a:pPr marL="0" marR="0" lvl="0" indent="0" algn="l" defTabSz="914400" rtl="0" eaLnBrk="1" fontAlgn="base" latinLnBrk="0" hangingPunct="1">
              <a:lnSpc>
                <a:spcPct val="100000"/>
              </a:lnSpc>
              <a:spcBef>
                <a:spcPts val="600"/>
              </a:spcBef>
              <a:spcAft>
                <a:spcPct val="0"/>
              </a:spcAft>
              <a:buClrTx/>
              <a:buSzTx/>
              <a:buFontTx/>
              <a:buNone/>
              <a:tabLst/>
              <a:defRPr/>
            </a:pPr>
            <a:r>
              <a:rPr kumimoji="1" lang="ja-JP" altLang="en-US"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rPr>
              <a:t>商品性とエミッションなどに纏わるキャリブレーションが問題なく終わっていることが要求される。</a:t>
            </a:r>
            <a:endParaRPr kumimoji="1" lang="en-US" altLang="ja-JP"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endParaRPr>
          </a:p>
          <a:p>
            <a:pPr marL="0" marR="0" lvl="0" indent="0" algn="l" defTabSz="914400" rtl="0" eaLnBrk="1" fontAlgn="base" latinLnBrk="0" hangingPunct="1">
              <a:lnSpc>
                <a:spcPct val="100000"/>
              </a:lnSpc>
              <a:spcBef>
                <a:spcPts val="600"/>
              </a:spcBef>
              <a:spcAft>
                <a:spcPct val="0"/>
              </a:spcAft>
              <a:buClrTx/>
              <a:buSzTx/>
              <a:buFontTx/>
              <a:buNone/>
              <a:tabLst/>
              <a:defRPr/>
            </a:pPr>
            <a:r>
              <a:rPr kumimoji="1" lang="ja-JP" altLang="en-US"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rPr>
              <a:t>評価者はエミッションの振る舞いや、テーブル、マップの特異点などを確認する。</a:t>
            </a:r>
            <a:endParaRPr kumimoji="1" lang="en-US" altLang="ja-JP"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endParaRPr>
          </a:p>
          <a:p>
            <a:pPr lvl="0" algn="l">
              <a:spcBef>
                <a:spcPts val="600"/>
              </a:spcBef>
              <a:defRPr/>
            </a:pP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noProof="0" dirty="0">
                <a:solidFill>
                  <a:srgbClr val="000000"/>
                </a:solidFill>
                <a:latin typeface="Meiryo UI" panose="020B0604030504040204" pitchFamily="50" charset="-128"/>
                <a:ea typeface="Meiryo UI" panose="020B0604030504040204" pitchFamily="50" charset="-128"/>
              </a:rPr>
              <a:t>内規の目標値</a:t>
            </a:r>
            <a:r>
              <a:rPr lang="ja-JP" altLang="en-US" sz="1400" dirty="0">
                <a:solidFill>
                  <a:srgbClr val="000000"/>
                </a:solidFill>
                <a:latin typeface="Meiryo UI" panose="020B0604030504040204" pitchFamily="50" charset="-128"/>
                <a:ea typeface="Meiryo UI" panose="020B0604030504040204" pitchFamily="50" charset="-128"/>
              </a:rPr>
              <a:t>を満たしているかも確認する。</a:t>
            </a:r>
            <a:endParaRPr lang="en-US" altLang="ja-JP" sz="1400" dirty="0">
              <a:solidFill>
                <a:srgbClr val="000000"/>
              </a:solidFill>
              <a:latin typeface="Meiryo UI" panose="020B0604030504040204" pitchFamily="50" charset="-128"/>
              <a:ea typeface="Meiryo UI" panose="020B0604030504040204" pitchFamily="50" charset="-128"/>
            </a:endParaRPr>
          </a:p>
          <a:p>
            <a:pPr marL="0" marR="0" lvl="0" indent="0" algn="l" defTabSz="914400" rtl="0" eaLnBrk="1" fontAlgn="base" latinLnBrk="0" hangingPunct="1">
              <a:lnSpc>
                <a:spcPct val="100000"/>
              </a:lnSpc>
              <a:spcBef>
                <a:spcPts val="600"/>
              </a:spcBef>
              <a:spcAft>
                <a:spcPct val="0"/>
              </a:spcAft>
              <a:buClrTx/>
              <a:buSzTx/>
              <a:buFontTx/>
              <a:buNone/>
              <a:tabLst/>
              <a:defRPr/>
            </a:pPr>
            <a:endParaRPr kumimoji="1" lang="en-US" altLang="ja-JP" sz="18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a:p>
            <a:pPr marL="0" marR="0" lvl="0" indent="0" algn="l" defTabSz="914400" rtl="0" eaLnBrk="1" fontAlgn="base" latinLnBrk="0" hangingPunct="1">
              <a:lnSpc>
                <a:spcPct val="100000"/>
              </a:lnSpc>
              <a:spcBef>
                <a:spcPts val="300"/>
              </a:spcBef>
              <a:spcAft>
                <a:spcPct val="0"/>
              </a:spcAft>
              <a:buClrTx/>
              <a:buSzTx/>
              <a:buFontTx/>
              <a:buNone/>
              <a:tabLst/>
              <a:defRPr/>
            </a:pPr>
            <a:r>
              <a:rPr lang="ja-JP" altLang="en-US" sz="1600" u="sng" dirty="0">
                <a:solidFill>
                  <a:srgbClr val="000000"/>
                </a:solidFill>
                <a:latin typeface="Meiryo UI" panose="020B0604030504040204" pitchFamily="50" charset="-128"/>
                <a:ea typeface="Meiryo UI" panose="020B0604030504040204" pitchFamily="50" charset="-128"/>
              </a:rPr>
              <a:t>準備とプレゼンテーション</a:t>
            </a:r>
            <a:endParaRPr lang="en-US" altLang="ja-JP" sz="1600" u="sng" dirty="0">
              <a:solidFill>
                <a:srgbClr val="000000"/>
              </a:solidFill>
              <a:latin typeface="Meiryo UI" panose="020B0604030504040204" pitchFamily="50" charset="-128"/>
              <a:ea typeface="Meiryo UI" panose="020B0604030504040204" pitchFamily="50" charset="-128"/>
            </a:endParaRPr>
          </a:p>
          <a:p>
            <a:pPr lvl="0" algn="l">
              <a:spcBef>
                <a:spcPts val="600"/>
              </a:spcBef>
              <a:defRPr/>
            </a:pPr>
            <a:r>
              <a:rPr lang="ja-JP" altLang="en-US" sz="1400" dirty="0">
                <a:solidFill>
                  <a:srgbClr val="000000"/>
                </a:solidFill>
                <a:latin typeface="Meiryo UI" panose="020B0604030504040204" pitchFamily="50" charset="-128"/>
                <a:ea typeface="Meiryo UI" panose="020B0604030504040204" pitchFamily="50" charset="-128"/>
              </a:rPr>
              <a:t>プレゼンテーションに使用する資料は、</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solidFill>
                  <a:srgbClr val="000000"/>
                </a:solidFill>
                <a:latin typeface="Meiryo UI" panose="020B0604030504040204" pitchFamily="50" charset="-128"/>
                <a:ea typeface="Meiryo UI" panose="020B0604030504040204" pitchFamily="50" charset="-128"/>
              </a:rPr>
              <a:t>で事前にチェックされること。</a:t>
            </a:r>
            <a:endParaRPr lang="en-US" altLang="ja-JP" sz="1400" dirty="0">
              <a:solidFill>
                <a:srgbClr val="000000"/>
              </a:solidFill>
              <a:latin typeface="Meiryo UI" panose="020B0604030504040204" pitchFamily="50" charset="-128"/>
              <a:ea typeface="Meiryo UI" panose="020B0604030504040204" pitchFamily="50" charset="-128"/>
            </a:endParaRPr>
          </a:p>
          <a:p>
            <a:pPr lvl="0" algn="l">
              <a:spcBef>
                <a:spcPts val="600"/>
              </a:spcBef>
              <a:defRPr/>
            </a:pPr>
            <a:r>
              <a:rPr lang="ja-JP" altLang="en-US" sz="1400" dirty="0">
                <a:solidFill>
                  <a:srgbClr val="000000"/>
                </a:solidFill>
                <a:latin typeface="Meiryo UI" panose="020B0604030504040204" pitchFamily="50" charset="-128"/>
                <a:ea typeface="Meiryo UI" panose="020B0604030504040204" pitchFamily="50" charset="-128"/>
              </a:rPr>
              <a:t>確認者（チームリーダー）は、確認後に資料にサインを入れること。</a:t>
            </a:r>
            <a:endParaRPr lang="en-US" altLang="ja-JP" sz="1400" dirty="0">
              <a:solidFill>
                <a:srgbClr val="000000"/>
              </a:solidFill>
              <a:latin typeface="Meiryo UI" panose="020B0604030504040204" pitchFamily="50" charset="-128"/>
              <a:ea typeface="Meiryo UI" panose="020B0604030504040204" pitchFamily="50" charset="-128"/>
            </a:endParaRPr>
          </a:p>
          <a:p>
            <a:pPr marL="0" marR="0" lvl="0" indent="0" algn="l" defTabSz="914400" rtl="0" eaLnBrk="1" fontAlgn="base" latinLnBrk="0" hangingPunct="1">
              <a:lnSpc>
                <a:spcPct val="100000"/>
              </a:lnSpc>
              <a:spcBef>
                <a:spcPts val="600"/>
              </a:spcBef>
              <a:spcAft>
                <a:spcPct val="0"/>
              </a:spcAft>
              <a:buClrTx/>
              <a:buSzTx/>
              <a:buFontTx/>
              <a:buNone/>
              <a:tabLst/>
              <a:defRPr/>
            </a:pPr>
            <a:r>
              <a:rPr kumimoji="1" lang="ja-JP" altLang="en-US"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rPr>
              <a:t>基本的な項目（チャートにおける</a:t>
            </a:r>
            <a:r>
              <a:rPr lang="ja-JP" altLang="en-US" sz="1400" dirty="0">
                <a:solidFill>
                  <a:srgbClr val="000000"/>
                </a:solidFill>
                <a:latin typeface="Meiryo UI" panose="020B0604030504040204" pitchFamily="50" charset="-128"/>
                <a:ea typeface="Meiryo UI" panose="020B0604030504040204" pitchFamily="50" charset="-128"/>
              </a:rPr>
              <a:t>軸</a:t>
            </a:r>
            <a:r>
              <a:rPr kumimoji="1" lang="ja-JP" altLang="en-US"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rPr>
              <a:t>の名前、単位、凡例、データ名）を必ず記入すること。</a:t>
            </a:r>
            <a:endParaRPr kumimoji="1" lang="en-US" altLang="ja-JP"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endParaRPr>
          </a:p>
          <a:p>
            <a:pPr lvl="0" algn="l">
              <a:spcBef>
                <a:spcPts val="600"/>
              </a:spcBef>
              <a:defRPr/>
            </a:pP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kumimoji="1" lang="ja-JP" altLang="en-US"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rPr>
              <a:t>特有の言葉を使わずに、一般的な名前で表現すること</a:t>
            </a:r>
            <a:endParaRPr lang="en-US" altLang="ja-JP" sz="1400" dirty="0">
              <a:solidFill>
                <a:srgbClr val="000000"/>
              </a:solidFill>
              <a:latin typeface="Meiryo UI" panose="020B0604030504040204" pitchFamily="50" charset="-128"/>
              <a:ea typeface="Meiryo UI" panose="020B0604030504040204" pitchFamily="50" charset="-128"/>
            </a:endParaRPr>
          </a:p>
          <a:p>
            <a:pPr marL="0" marR="0" lvl="0" indent="0" algn="l" defTabSz="914400" rtl="0" eaLnBrk="1" fontAlgn="base" latinLnBrk="0" hangingPunct="1">
              <a:lnSpc>
                <a:spcPct val="100000"/>
              </a:lnSpc>
              <a:spcBef>
                <a:spcPts val="600"/>
              </a:spcBef>
              <a:spcAft>
                <a:spcPct val="0"/>
              </a:spcAft>
              <a:buClrTx/>
              <a:buSzTx/>
              <a:buFontTx/>
              <a:buNone/>
              <a:tabLst/>
              <a:defRPr/>
            </a:pPr>
            <a:r>
              <a:rPr kumimoji="1" lang="ja-JP" altLang="en-US"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rPr>
              <a:t>担当者またはチームリーダーがプレゼンテーションを行うこと。担当者不在の場合は、代理を立てること。</a:t>
            </a:r>
            <a:endParaRPr kumimoji="1" lang="en-US" altLang="ja-JP"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endParaRPr>
          </a:p>
          <a:p>
            <a:pPr lvl="0" algn="l">
              <a:spcBef>
                <a:spcPts val="600"/>
              </a:spcBef>
              <a:defRPr/>
            </a:pPr>
            <a:r>
              <a:rPr kumimoji="1" lang="ja-JP" altLang="en-US"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rPr>
              <a:t>担当者の説明が不十分な（</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kumimoji="1" lang="ja-JP" altLang="en-US"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rPr>
              <a:t>の</a:t>
            </a:r>
            <a:r>
              <a:rPr kumimoji="1" lang="en-US" altLang="ja-JP" sz="1400" b="0" i="0" u="none" strike="noStrike" kern="1200" cap="none" spc="0" normalizeH="0" baseline="0" noProof="0" dirty="0" err="1">
                <a:ln>
                  <a:noFill/>
                </a:ln>
                <a:solidFill>
                  <a:srgbClr val="000000"/>
                </a:solidFill>
                <a:effectLst/>
                <a:uLnTx/>
                <a:uFillTx/>
                <a:latin typeface="Meiryo UI" panose="020B0604030504040204" pitchFamily="50" charset="-128"/>
                <a:ea typeface="Meiryo UI" panose="020B0604030504040204" pitchFamily="50" charset="-128"/>
              </a:rPr>
              <a:t>PjM</a:t>
            </a:r>
            <a:r>
              <a:rPr kumimoji="1" lang="ja-JP" altLang="en-US"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rPr>
              <a:t>が理解できない）場合は、チームリーダーが説明すること。</a:t>
            </a:r>
            <a:endParaRPr kumimoji="1" lang="en-US" altLang="ja-JP"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endParaRPr>
          </a:p>
          <a:p>
            <a:pPr lvl="0" algn="l">
              <a:spcBef>
                <a:spcPts val="600"/>
              </a:spcBef>
              <a:defRPr/>
            </a:pP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dirty="0">
                <a:solidFill>
                  <a:srgbClr val="000000"/>
                </a:solidFill>
                <a:latin typeface="Meiryo UI" panose="020B0604030504040204" pitchFamily="50" charset="-128"/>
                <a:ea typeface="Meiryo UI" panose="020B0604030504040204" pitchFamily="50" charset="-128"/>
              </a:rPr>
              <a:t> </a:t>
            </a:r>
            <a:r>
              <a:rPr lang="en-US" altLang="ja-JP" sz="1400" dirty="0" err="1">
                <a:solidFill>
                  <a:srgbClr val="000000"/>
                </a:solidFill>
                <a:latin typeface="Meiryo UI" panose="020B0604030504040204" pitchFamily="50" charset="-128"/>
                <a:ea typeface="Meiryo UI" panose="020B0604030504040204" pitchFamily="50" charset="-128"/>
              </a:rPr>
              <a:t>PjM</a:t>
            </a:r>
            <a:r>
              <a:rPr lang="ja-JP" altLang="en-US" sz="1400" dirty="0">
                <a:solidFill>
                  <a:srgbClr val="000000"/>
                </a:solidFill>
                <a:latin typeface="Meiryo UI" panose="020B0604030504040204" pitchFamily="50" charset="-128"/>
                <a:ea typeface="Meiryo UI" panose="020B0604030504040204" pitchFamily="50" charset="-128"/>
              </a:rPr>
              <a:t>は議事録を取ること。議事内容は打ち合わせの中で整合すること。</a:t>
            </a:r>
            <a:endParaRPr lang="en-US" altLang="ja-JP" sz="1400" dirty="0">
              <a:solidFill>
                <a:srgbClr val="000000"/>
              </a:solidFill>
              <a:latin typeface="Meiryo UI" panose="020B0604030504040204" pitchFamily="50" charset="-128"/>
              <a:ea typeface="Meiryo UI" panose="020B0604030504040204" pitchFamily="50" charset="-128"/>
            </a:endParaRPr>
          </a:p>
          <a:p>
            <a:pPr lvl="0" algn="l">
              <a:spcBef>
                <a:spcPts val="600"/>
              </a:spcBef>
              <a:defRPr/>
            </a:pP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dirty="0">
                <a:solidFill>
                  <a:srgbClr val="000000"/>
                </a:solidFill>
                <a:latin typeface="Meiryo UI" panose="020B0604030504040204" pitchFamily="50" charset="-128"/>
                <a:ea typeface="Meiryo UI" panose="020B0604030504040204" pitchFamily="50" charset="-128"/>
              </a:rPr>
              <a:t> </a:t>
            </a:r>
            <a:r>
              <a:rPr lang="en-US" altLang="ja-JP" sz="1400" dirty="0" err="1">
                <a:solidFill>
                  <a:srgbClr val="000000"/>
                </a:solidFill>
                <a:latin typeface="Meiryo UI" panose="020B0604030504040204" pitchFamily="50" charset="-128"/>
                <a:ea typeface="Meiryo UI" panose="020B0604030504040204" pitchFamily="50" charset="-128"/>
              </a:rPr>
              <a:t>PjM</a:t>
            </a:r>
            <a:r>
              <a:rPr lang="ja-JP" altLang="en-US" sz="1400" dirty="0">
                <a:solidFill>
                  <a:srgbClr val="000000"/>
                </a:solidFill>
                <a:latin typeface="Meiryo UI" panose="020B0604030504040204" pitchFamily="50" charset="-128"/>
                <a:ea typeface="Meiryo UI" panose="020B0604030504040204" pitchFamily="50" charset="-128"/>
              </a:rPr>
              <a:t>は会議後３日以内に、全ての説明資料と議事録を</a:t>
            </a:r>
            <a:r>
              <a:rPr lang="en-US" altLang="ja-JP" sz="1400" dirty="0">
                <a:solidFill>
                  <a:srgbClr val="000000"/>
                </a:solidFill>
                <a:latin typeface="Meiryo UI" panose="020B0604030504040204" pitchFamily="50" charset="-128"/>
                <a:ea typeface="Meiryo UI" panose="020B0604030504040204" pitchFamily="50" charset="-128"/>
              </a:rPr>
              <a:t>Honda</a:t>
            </a:r>
            <a:r>
              <a:rPr lang="ja-JP" altLang="en-US" sz="1400" dirty="0">
                <a:solidFill>
                  <a:srgbClr val="000000"/>
                </a:solidFill>
                <a:latin typeface="Meiryo UI" panose="020B0604030504040204" pitchFamily="50" charset="-128"/>
                <a:ea typeface="Meiryo UI" panose="020B0604030504040204" pitchFamily="50" charset="-128"/>
              </a:rPr>
              <a:t>と共有すること。</a:t>
            </a:r>
            <a:endParaRPr lang="en-US" altLang="ja-JP" sz="1400" dirty="0">
              <a:solidFill>
                <a:srgbClr val="000000"/>
              </a:solidFill>
              <a:latin typeface="Meiryo UI" panose="020B0604030504040204" pitchFamily="50" charset="-128"/>
              <a:ea typeface="Meiryo UI" panose="020B0604030504040204" pitchFamily="50" charset="-128"/>
            </a:endParaRPr>
          </a:p>
          <a:p>
            <a:pPr lvl="0" algn="l">
              <a:spcBef>
                <a:spcPts val="600"/>
              </a:spcBef>
              <a:defRPr/>
            </a:pPr>
            <a:r>
              <a:rPr lang="ja-JP" altLang="en-US" sz="1400" dirty="0">
                <a:solidFill>
                  <a:srgbClr val="000000"/>
                </a:solidFill>
                <a:latin typeface="Meiryo UI" panose="020B0604030504040204" pitchFamily="50" charset="-128"/>
                <a:ea typeface="Meiryo UI" panose="020B0604030504040204" pitchFamily="50" charset="-128"/>
              </a:rPr>
              <a:t>その際の資料は修正なしでも可とする。</a:t>
            </a:r>
            <a:endParaRPr kumimoji="1" lang="en-US" altLang="ja-JP"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endParaRPr>
          </a:p>
        </p:txBody>
      </p:sp>
      <p:sp>
        <p:nvSpPr>
          <p:cNvPr id="5" name="Text Box 2"/>
          <p:cNvSpPr txBox="1">
            <a:spLocks noChangeArrowheads="1"/>
          </p:cNvSpPr>
          <p:nvPr/>
        </p:nvSpPr>
        <p:spPr bwMode="auto">
          <a:xfrm>
            <a:off x="250829" y="96703"/>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2000">
                <a:solidFill>
                  <a:srgbClr val="FFFFFF"/>
                </a:solidFill>
                <a:latin typeface="Meiryo UI" panose="020B0604030504040204" pitchFamily="50" charset="-128"/>
                <a:ea typeface="Meiryo UI" panose="020B0604030504040204" pitchFamily="50" charset="-128"/>
                <a:cs typeface="Arial" pitchFamily="34" charset="0"/>
              </a:rPr>
              <a:t>19. Expert Meeting (2/5)</a:t>
            </a:r>
            <a:endParaRPr lang="en-US" altLang="ja-JP" sz="1100">
              <a:solidFill>
                <a:srgbClr val="FFFFFF"/>
              </a:solidFill>
              <a:latin typeface="HGPｺﾞｼｯｸE" pitchFamily="50" charset="-128"/>
              <a:ea typeface="HGPｺﾞｼｯｸE" pitchFamily="50" charset="-128"/>
              <a:cs typeface="Arial" pitchFamily="34" charset="0"/>
            </a:endParaRPr>
          </a:p>
        </p:txBody>
      </p:sp>
    </p:spTree>
    <p:extLst>
      <p:ext uri="{BB962C8B-B14F-4D97-AF65-F5344CB8AC3E}">
        <p14:creationId xmlns:p14="http://schemas.microsoft.com/office/powerpoint/2010/main" val="979194131"/>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表 7"/>
          <p:cNvGraphicFramePr>
            <a:graphicFrameLocks noGrp="1"/>
          </p:cNvGraphicFramePr>
          <p:nvPr>
            <p:extLst>
              <p:ext uri="{D42A27DB-BD31-4B8C-83A1-F6EECF244321}">
                <p14:modId xmlns:p14="http://schemas.microsoft.com/office/powerpoint/2010/main" val="2498074787"/>
              </p:ext>
            </p:extLst>
          </p:nvPr>
        </p:nvGraphicFramePr>
        <p:xfrm>
          <a:off x="250829" y="899449"/>
          <a:ext cx="8712001" cy="5888355"/>
        </p:xfrm>
        <a:graphic>
          <a:graphicData uri="http://schemas.openxmlformats.org/drawingml/2006/table">
            <a:tbl>
              <a:tblPr firstRow="1" bandRow="1">
                <a:tableStyleId>{5C22544A-7EE6-4342-B048-85BDC9FD1C3A}</a:tableStyleId>
              </a:tblPr>
              <a:tblGrid>
                <a:gridCol w="2662700">
                  <a:extLst>
                    <a:ext uri="{9D8B030D-6E8A-4147-A177-3AD203B41FA5}">
                      <a16:colId xmlns:a16="http://schemas.microsoft.com/office/drawing/2014/main" val="123933921"/>
                    </a:ext>
                  </a:extLst>
                </a:gridCol>
                <a:gridCol w="2528047">
                  <a:extLst>
                    <a:ext uri="{9D8B030D-6E8A-4147-A177-3AD203B41FA5}">
                      <a16:colId xmlns:a16="http://schemas.microsoft.com/office/drawing/2014/main" val="3351768162"/>
                    </a:ext>
                  </a:extLst>
                </a:gridCol>
                <a:gridCol w="1299883">
                  <a:extLst>
                    <a:ext uri="{9D8B030D-6E8A-4147-A177-3AD203B41FA5}">
                      <a16:colId xmlns:a16="http://schemas.microsoft.com/office/drawing/2014/main" val="919871077"/>
                    </a:ext>
                  </a:extLst>
                </a:gridCol>
                <a:gridCol w="1111623">
                  <a:extLst>
                    <a:ext uri="{9D8B030D-6E8A-4147-A177-3AD203B41FA5}">
                      <a16:colId xmlns:a16="http://schemas.microsoft.com/office/drawing/2014/main" val="2401591218"/>
                    </a:ext>
                  </a:extLst>
                </a:gridCol>
                <a:gridCol w="1109748">
                  <a:extLst>
                    <a:ext uri="{9D8B030D-6E8A-4147-A177-3AD203B41FA5}">
                      <a16:colId xmlns:a16="http://schemas.microsoft.com/office/drawing/2014/main" val="2186150059"/>
                    </a:ext>
                  </a:extLst>
                </a:gridCol>
              </a:tblGrid>
              <a:tr h="508763">
                <a:tc>
                  <a:txBody>
                    <a:bodyPr/>
                    <a:lstStyle/>
                    <a:p>
                      <a:pPr algn="ctr"/>
                      <a:r>
                        <a:rPr lang="en-US" altLang="ja-JP" sz="1400" b="1" u="none" dirty="0">
                          <a:solidFill>
                            <a:srgbClr val="000000"/>
                          </a:solidFill>
                          <a:latin typeface="Meiryo UI" panose="020B0604030504040204" pitchFamily="50" charset="-128"/>
                          <a:ea typeface="Meiryo UI" panose="020B0604030504040204" pitchFamily="50" charset="-128"/>
                          <a:cs typeface="Arial" pitchFamily="34" charset="0"/>
                        </a:rPr>
                        <a:t>List of Reports </a:t>
                      </a:r>
                      <a:endParaRPr kumimoji="1" lang="ja-JP" altLang="en-US" sz="1400" u="none" dirty="0">
                        <a:solidFill>
                          <a:schemeClr val="tx1"/>
                        </a:solidFill>
                        <a:latin typeface="Meiryo UI" panose="020B0604030504040204" pitchFamily="50" charset="-128"/>
                        <a:ea typeface="Meiryo UI" panose="020B0604030504040204" pitchFamily="50" charset="-128"/>
                        <a:cs typeface="Arial" panose="020B0604020202020204" pitchFamily="34" charset="0"/>
                      </a:endParaRPr>
                    </a:p>
                  </a:txBody>
                  <a:tcPr marL="36000" marR="36000">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1400">
                          <a:solidFill>
                            <a:schemeClr val="tx1"/>
                          </a:solidFill>
                          <a:latin typeface="Meiryo UI" panose="020B0604030504040204" pitchFamily="50" charset="-128"/>
                          <a:ea typeface="Meiryo UI" panose="020B0604030504040204" pitchFamily="50" charset="-128"/>
                          <a:cs typeface="Arial" panose="020B0604020202020204" pitchFamily="34" charset="0"/>
                        </a:rPr>
                        <a:t>Report</a:t>
                      </a:r>
                      <a:r>
                        <a:rPr kumimoji="1" lang="ja-JP" altLang="en-US" sz="1400">
                          <a:solidFill>
                            <a:schemeClr val="tx1"/>
                          </a:solidFill>
                          <a:latin typeface="Meiryo UI" panose="020B0604030504040204" pitchFamily="50" charset="-128"/>
                          <a:ea typeface="Meiryo UI" panose="020B0604030504040204" pitchFamily="50" charset="-128"/>
                          <a:cs typeface="Arial" panose="020B0604020202020204" pitchFamily="34" charset="0"/>
                        </a:rPr>
                        <a:t> </a:t>
                      </a:r>
                      <a:r>
                        <a:rPr kumimoji="1" lang="en-US" altLang="ja-JP" sz="1400">
                          <a:solidFill>
                            <a:schemeClr val="tx1"/>
                          </a:solidFill>
                          <a:latin typeface="Meiryo UI" panose="020B0604030504040204" pitchFamily="50" charset="-128"/>
                          <a:ea typeface="Meiryo UI" panose="020B0604030504040204" pitchFamily="50" charset="-128"/>
                          <a:cs typeface="Arial" panose="020B0604020202020204" pitchFamily="34" charset="0"/>
                        </a:rPr>
                        <a:t>name</a:t>
                      </a:r>
                      <a:endParaRPr kumimoji="1" lang="ja-JP" altLang="en-US" sz="1400">
                        <a:solidFill>
                          <a:schemeClr val="tx1"/>
                        </a:solidFill>
                        <a:latin typeface="Meiryo UI" panose="020B0604030504040204" pitchFamily="50" charset="-128"/>
                        <a:ea typeface="Meiryo UI" panose="020B0604030504040204" pitchFamily="50" charset="-128"/>
                        <a:cs typeface="Arial" panose="020B0604020202020204" pitchFamily="34" charset="0"/>
                      </a:endParaRPr>
                    </a:p>
                  </a:txBody>
                  <a:tcPr marL="36000" marR="36000">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r>
                        <a:rPr lang="en-US" altLang="ja-JP" sz="1400">
                          <a:solidFill>
                            <a:schemeClr val="tx1"/>
                          </a:solidFill>
                          <a:latin typeface="Meiryo UI" panose="020B0604030504040204" pitchFamily="50" charset="-128"/>
                          <a:ea typeface="Meiryo UI" panose="020B0604030504040204" pitchFamily="50" charset="-128"/>
                        </a:rPr>
                        <a:t>Report</a:t>
                      </a:r>
                      <a:r>
                        <a:rPr lang="ja-JP" altLang="en-US" sz="1400">
                          <a:solidFill>
                            <a:schemeClr val="tx1"/>
                          </a:solidFill>
                          <a:latin typeface="Meiryo UI" panose="020B0604030504040204" pitchFamily="50" charset="-128"/>
                          <a:ea typeface="Meiryo UI" panose="020B0604030504040204" pitchFamily="50" charset="-128"/>
                        </a:rPr>
                        <a:t> </a:t>
                      </a:r>
                      <a:r>
                        <a:rPr lang="en-US" altLang="ja-JP" sz="1400">
                          <a:solidFill>
                            <a:schemeClr val="tx1"/>
                          </a:solidFill>
                          <a:latin typeface="Meiryo UI" panose="020B0604030504040204" pitchFamily="50" charset="-128"/>
                          <a:ea typeface="Meiryo UI" panose="020B0604030504040204" pitchFamily="50" charset="-128"/>
                        </a:rPr>
                        <a:t>/</a:t>
                      </a:r>
                      <a:r>
                        <a:rPr lang="ja-JP" altLang="en-US" sz="1400">
                          <a:solidFill>
                            <a:schemeClr val="tx1"/>
                          </a:solidFill>
                          <a:latin typeface="Meiryo UI" panose="020B0604030504040204" pitchFamily="50" charset="-128"/>
                          <a:ea typeface="Meiryo UI" panose="020B0604030504040204" pitchFamily="50" charset="-128"/>
                        </a:rPr>
                        <a:t> </a:t>
                      </a:r>
                      <a:r>
                        <a:rPr lang="en-US" altLang="ja-JP" sz="1400">
                          <a:solidFill>
                            <a:schemeClr val="tx1"/>
                          </a:solidFill>
                          <a:latin typeface="Meiryo UI" panose="020B0604030504040204" pitchFamily="50" charset="-128"/>
                          <a:ea typeface="Meiryo UI" panose="020B0604030504040204" pitchFamily="50" charset="-128"/>
                        </a:rPr>
                        <a:t>Submit</a:t>
                      </a:r>
                      <a:r>
                        <a:rPr lang="ja-JP" altLang="en-US" sz="1400">
                          <a:solidFill>
                            <a:schemeClr val="tx1"/>
                          </a:solidFill>
                          <a:latin typeface="Meiryo UI" panose="020B0604030504040204" pitchFamily="50" charset="-128"/>
                          <a:ea typeface="Meiryo UI" panose="020B0604030504040204" pitchFamily="50" charset="-128"/>
                        </a:rPr>
                        <a:t> </a:t>
                      </a:r>
                      <a:r>
                        <a:rPr lang="en-US" altLang="ja-JP" sz="1400">
                          <a:solidFill>
                            <a:schemeClr val="tx1"/>
                          </a:solidFill>
                          <a:latin typeface="Meiryo UI" panose="020B0604030504040204" pitchFamily="50" charset="-128"/>
                          <a:ea typeface="Meiryo UI" panose="020B0604030504040204" pitchFamily="50" charset="-128"/>
                        </a:rPr>
                        <a:t>only</a:t>
                      </a:r>
                      <a:endParaRPr lang="ja-JP" altLang="en-US" sz="1400">
                        <a:solidFill>
                          <a:schemeClr val="tx1"/>
                        </a:solidFill>
                        <a:latin typeface="Meiryo UI" panose="020B0604030504040204" pitchFamily="50" charset="-128"/>
                        <a:ea typeface="Meiryo UI" panose="020B0604030504040204" pitchFamily="50" charset="-128"/>
                      </a:endParaRPr>
                    </a:p>
                  </a:txBody>
                  <a:tcPr marL="36000" marR="36000">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r>
                        <a:rPr lang="en-US" altLang="ja-JP" sz="1400">
                          <a:solidFill>
                            <a:schemeClr val="tx1"/>
                          </a:solidFill>
                          <a:latin typeface="Meiryo UI" panose="020B0604030504040204" pitchFamily="50" charset="-128"/>
                          <a:ea typeface="Meiryo UI" panose="020B0604030504040204" pitchFamily="50" charset="-128"/>
                        </a:rPr>
                        <a:t>MP0</a:t>
                      </a:r>
                      <a:endParaRPr lang="ja-JP" altLang="en-US" sz="1400">
                        <a:solidFill>
                          <a:schemeClr val="tx1"/>
                        </a:solidFill>
                        <a:latin typeface="Meiryo UI" panose="020B0604030504040204" pitchFamily="50" charset="-128"/>
                        <a:ea typeface="Meiryo UI" panose="020B0604030504040204" pitchFamily="50" charset="-128"/>
                      </a:endParaRPr>
                    </a:p>
                  </a:txBody>
                  <a:tcPr marL="36000" marR="36000">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r>
                        <a:rPr lang="en-US" altLang="ja-JP" sz="1400">
                          <a:solidFill>
                            <a:schemeClr val="tx1"/>
                          </a:solidFill>
                          <a:latin typeface="Meiryo UI" panose="020B0604030504040204" pitchFamily="50" charset="-128"/>
                          <a:ea typeface="Meiryo UI" panose="020B0604030504040204" pitchFamily="50" charset="-128"/>
                        </a:rPr>
                        <a:t>MP1 or later</a:t>
                      </a:r>
                      <a:endParaRPr lang="ja-JP" altLang="en-US" sz="1400">
                        <a:solidFill>
                          <a:schemeClr val="tx1"/>
                        </a:solidFill>
                        <a:latin typeface="Meiryo UI" panose="020B0604030504040204" pitchFamily="50" charset="-128"/>
                        <a:ea typeface="Meiryo UI" panose="020B0604030504040204" pitchFamily="50" charset="-128"/>
                      </a:endParaRPr>
                    </a:p>
                  </a:txBody>
                  <a:tcPr marL="36000" marR="36000">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207430733"/>
                  </a:ext>
                </a:extLst>
              </a:tr>
              <a:tr h="628471">
                <a:tc>
                  <a:txBody>
                    <a:bodyPr/>
                    <a:lstStyle/>
                    <a:p>
                      <a:pPr algn="l"/>
                      <a:r>
                        <a:rPr lang="en-US" altLang="ja-JP" sz="1200">
                          <a:latin typeface="Meiryo UI" panose="020B0604030504040204" pitchFamily="50" charset="-128"/>
                          <a:ea typeface="Meiryo UI" panose="020B0604030504040204" pitchFamily="50" charset="-128"/>
                        </a:rPr>
                        <a:t>1.</a:t>
                      </a:r>
                      <a:r>
                        <a:rPr lang="ja-JP" altLang="en-US" sz="1200">
                          <a:latin typeface="Meiryo UI" panose="020B0604030504040204" pitchFamily="50" charset="-128"/>
                          <a:ea typeface="Meiryo UI" panose="020B0604030504040204" pitchFamily="50" charset="-128"/>
                        </a:rPr>
                        <a:t> </a:t>
                      </a:r>
                      <a:r>
                        <a:rPr lang="en-US" altLang="ja-JP" sz="1200">
                          <a:latin typeface="Meiryo UI" panose="020B0604030504040204" pitchFamily="50" charset="-128"/>
                          <a:ea typeface="Meiryo UI" panose="020B0604030504040204" pitchFamily="50" charset="-128"/>
                        </a:rPr>
                        <a:t>Agenda, blank</a:t>
                      </a:r>
                      <a:r>
                        <a:rPr lang="en-US" altLang="ja-JP" sz="1200" baseline="0">
                          <a:latin typeface="Meiryo UI" panose="020B0604030504040204" pitchFamily="50" charset="-128"/>
                          <a:ea typeface="Meiryo UI" panose="020B0604030504040204" pitchFamily="50" charset="-128"/>
                        </a:rPr>
                        <a:t> minutes</a:t>
                      </a:r>
                    </a:p>
                    <a:p>
                      <a:pPr algn="l"/>
                      <a:r>
                        <a:rPr lang="ja-JP" altLang="en-US" sz="1200" baseline="0">
                          <a:latin typeface="Meiryo UI" panose="020B0604030504040204" pitchFamily="50" charset="-128"/>
                          <a:ea typeface="Meiryo UI" panose="020B0604030504040204" pitchFamily="50" charset="-128"/>
                        </a:rPr>
                        <a:t>議題、まとめ</a:t>
                      </a:r>
                      <a:endParaRPr lang="en-US" altLang="ja-JP" sz="1200" baseline="0">
                        <a:latin typeface="Meiryo UI" panose="020B0604030504040204" pitchFamily="50" charset="-128"/>
                        <a:ea typeface="Meiryo UI" panose="020B0604030504040204" pitchFamily="50" charset="-128"/>
                      </a:endParaRPr>
                    </a:p>
                  </a:txBody>
                  <a:tcPr marL="36000" marR="36000" marT="9525"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r>
                        <a:rPr lang="en-US" altLang="ja-JP" sz="1200">
                          <a:latin typeface="Meiryo UI" panose="020B0604030504040204" pitchFamily="50" charset="-128"/>
                          <a:ea typeface="Meiryo UI" panose="020B0604030504040204" pitchFamily="50" charset="-128"/>
                        </a:rPr>
                        <a:t>Agenda</a:t>
                      </a:r>
                      <a:r>
                        <a:rPr lang="ja-JP" altLang="en-US" sz="1200">
                          <a:latin typeface="Meiryo UI" panose="020B0604030504040204" pitchFamily="50" charset="-128"/>
                          <a:ea typeface="Meiryo UI" panose="020B0604030504040204" pitchFamily="50" charset="-128"/>
                        </a:rPr>
                        <a:t> </a:t>
                      </a:r>
                      <a:r>
                        <a:rPr lang="en-US" altLang="ja-JP" sz="1200">
                          <a:latin typeface="Meiryo UI" panose="020B0604030504040204" pitchFamily="50" charset="-128"/>
                          <a:ea typeface="Meiryo UI" panose="020B0604030504040204" pitchFamily="50" charset="-128"/>
                        </a:rPr>
                        <a:t>and meeting</a:t>
                      </a:r>
                      <a:r>
                        <a:rPr lang="en-US" altLang="ja-JP" sz="1200" baseline="0">
                          <a:latin typeface="Meiryo UI" panose="020B0604030504040204" pitchFamily="50" charset="-128"/>
                          <a:ea typeface="Meiryo UI" panose="020B0604030504040204" pitchFamily="50" charset="-128"/>
                        </a:rPr>
                        <a:t> minutes</a:t>
                      </a:r>
                    </a:p>
                    <a:p>
                      <a:pPr algn="ctr"/>
                      <a:r>
                        <a:rPr lang="en-US" altLang="ja-JP" sz="1200" baseline="0">
                          <a:latin typeface="Meiryo UI" panose="020B0604030504040204" pitchFamily="50" charset="-128"/>
                          <a:ea typeface="Meiryo UI" panose="020B0604030504040204" pitchFamily="50" charset="-128"/>
                        </a:rPr>
                        <a:t>*Refer to “19.Expert Meeting” holder</a:t>
                      </a:r>
                      <a:endParaRPr lang="en-US" altLang="ja-JP" sz="1200">
                        <a:latin typeface="Meiryo UI" panose="020B0604030504040204" pitchFamily="50" charset="-128"/>
                        <a:ea typeface="Meiryo UI" panose="020B0604030504040204" pitchFamily="50" charset="-128"/>
                      </a:endParaRPr>
                    </a:p>
                  </a:txBody>
                  <a:tcPr marL="36000" marR="3600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r>
                        <a:rPr lang="en-US" altLang="ja-JP" sz="1100">
                          <a:latin typeface="Meiryo UI" panose="020B0604030504040204" pitchFamily="50" charset="-128"/>
                          <a:ea typeface="Meiryo UI" panose="020B0604030504040204" pitchFamily="50" charset="-128"/>
                        </a:rPr>
                        <a:t>Report at the Expert</a:t>
                      </a:r>
                      <a:r>
                        <a:rPr lang="ja-JP" altLang="en-US" sz="1100">
                          <a:latin typeface="Meiryo UI" panose="020B0604030504040204" pitchFamily="50" charset="-128"/>
                          <a:ea typeface="Meiryo UI" panose="020B0604030504040204" pitchFamily="50" charset="-128"/>
                        </a:rPr>
                        <a:t> </a:t>
                      </a:r>
                      <a:r>
                        <a:rPr lang="en-US" altLang="ja-JP" sz="1100">
                          <a:latin typeface="Meiryo UI" panose="020B0604030504040204" pitchFamily="50" charset="-128"/>
                          <a:ea typeface="Meiryo UI" panose="020B0604030504040204" pitchFamily="50" charset="-128"/>
                        </a:rPr>
                        <a:t>meeting</a:t>
                      </a:r>
                      <a:endParaRPr lang="ja-JP" altLang="en-US" sz="1100">
                        <a:latin typeface="Meiryo UI" panose="020B0604030504040204" pitchFamily="50" charset="-128"/>
                        <a:ea typeface="Meiryo UI" panose="020B0604030504040204" pitchFamily="50" charset="-128"/>
                      </a:endParaRPr>
                    </a:p>
                  </a:txBody>
                  <a:tcPr marL="36000" marR="36000" marT="9525"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r>
                        <a:rPr lang="en-US" altLang="ja-JP" sz="1400">
                          <a:latin typeface="Meiryo UI" panose="020B0604030504040204" pitchFamily="50" charset="-128"/>
                          <a:ea typeface="Meiryo UI" panose="020B0604030504040204" pitchFamily="50" charset="-128"/>
                        </a:rPr>
                        <a:t>Yes</a:t>
                      </a:r>
                      <a:endParaRPr lang="ja-JP" altLang="en-US" sz="1400">
                        <a:latin typeface="Meiryo UI" panose="020B0604030504040204" pitchFamily="50" charset="-128"/>
                        <a:ea typeface="Meiryo UI" panose="020B0604030504040204" pitchFamily="50" charset="-128"/>
                      </a:endParaRPr>
                    </a:p>
                  </a:txBody>
                  <a:tcPr marL="36000" marR="36000" marT="9525"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ja-JP" sz="1400">
                          <a:latin typeface="Meiryo UI" panose="020B0604030504040204" pitchFamily="50" charset="-128"/>
                          <a:ea typeface="Meiryo UI" panose="020B0604030504040204" pitchFamily="50" charset="-128"/>
                        </a:rPr>
                        <a:t>Yes</a:t>
                      </a:r>
                      <a:endParaRPr lang="ja-JP" altLang="en-US" sz="1400">
                        <a:latin typeface="Meiryo UI" panose="020B0604030504040204" pitchFamily="50" charset="-128"/>
                        <a:ea typeface="Meiryo UI" panose="020B0604030504040204" pitchFamily="50" charset="-128"/>
                      </a:endParaRPr>
                    </a:p>
                  </a:txBody>
                  <a:tcPr marL="36000" marR="3600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06427976"/>
                  </a:ext>
                </a:extLst>
              </a:tr>
              <a:tr h="448909">
                <a:tc>
                  <a:txBody>
                    <a:bodyPr/>
                    <a:lstStyle/>
                    <a:p>
                      <a:pPr algn="l"/>
                      <a:r>
                        <a:rPr lang="en-US" altLang="ja-JP" sz="1200">
                          <a:latin typeface="Meiryo UI" panose="020B0604030504040204" pitchFamily="50" charset="-128"/>
                          <a:ea typeface="Meiryo UI" panose="020B0604030504040204" pitchFamily="50" charset="-128"/>
                        </a:rPr>
                        <a:t>2.</a:t>
                      </a:r>
                      <a:r>
                        <a:rPr lang="ja-JP" altLang="en-US" sz="1200">
                          <a:latin typeface="Meiryo UI" panose="020B0604030504040204" pitchFamily="50" charset="-128"/>
                          <a:ea typeface="Meiryo UI" panose="020B0604030504040204" pitchFamily="50" charset="-128"/>
                        </a:rPr>
                        <a:t> </a:t>
                      </a:r>
                      <a:r>
                        <a:rPr lang="en-US" altLang="ja-JP" sz="1200">
                          <a:latin typeface="Meiryo UI" panose="020B0604030504040204" pitchFamily="50" charset="-128"/>
                          <a:ea typeface="Meiryo UI" panose="020B0604030504040204" pitchFamily="50" charset="-128"/>
                        </a:rPr>
                        <a:t>Hex schedule</a:t>
                      </a:r>
                    </a:p>
                    <a:p>
                      <a:pPr algn="l"/>
                      <a:r>
                        <a:rPr lang="en-US" altLang="ja-JP" sz="1200">
                          <a:latin typeface="Meiryo UI" panose="020B0604030504040204" pitchFamily="50" charset="-128"/>
                          <a:ea typeface="Meiryo UI" panose="020B0604030504040204" pitchFamily="50" charset="-128"/>
                        </a:rPr>
                        <a:t>Hex</a:t>
                      </a:r>
                      <a:r>
                        <a:rPr lang="ja-JP" altLang="en-US" sz="1200">
                          <a:latin typeface="Meiryo UI" panose="020B0604030504040204" pitchFamily="50" charset="-128"/>
                          <a:ea typeface="Meiryo UI" panose="020B0604030504040204" pitchFamily="50" charset="-128"/>
                        </a:rPr>
                        <a:t>日程情報</a:t>
                      </a:r>
                    </a:p>
                  </a:txBody>
                  <a:tcPr marL="36000" marR="36000" marT="9525"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r>
                        <a:rPr lang="en-US" altLang="ja-JP" sz="1200">
                          <a:latin typeface="Meiryo UI" panose="020B0604030504040204" pitchFamily="50" charset="-128"/>
                          <a:ea typeface="Meiryo UI" panose="020B0604030504040204" pitchFamily="50" charset="-128"/>
                        </a:rPr>
                        <a:t>Honda will issue</a:t>
                      </a:r>
                      <a:r>
                        <a:rPr lang="en-US" altLang="ja-JP" sz="1200" baseline="0">
                          <a:latin typeface="Meiryo UI" panose="020B0604030504040204" pitchFamily="50" charset="-128"/>
                          <a:ea typeface="Meiryo UI" panose="020B0604030504040204" pitchFamily="50" charset="-128"/>
                        </a:rPr>
                        <a:t> latest development schedule.</a:t>
                      </a:r>
                      <a:endParaRPr lang="ja-JP" altLang="en-US" sz="1200">
                        <a:latin typeface="Meiryo UI" panose="020B0604030504040204" pitchFamily="50" charset="-128"/>
                        <a:ea typeface="Meiryo UI" panose="020B0604030504040204" pitchFamily="50" charset="-128"/>
                      </a:endParaRPr>
                    </a:p>
                  </a:txBody>
                  <a:tcPr marL="36000" marR="3600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r>
                        <a:rPr lang="en-US" altLang="ja-JP" sz="1100">
                          <a:latin typeface="Meiryo UI" panose="020B0604030504040204" pitchFamily="50" charset="-128"/>
                          <a:ea typeface="Meiryo UI" panose="020B0604030504040204" pitchFamily="50" charset="-128"/>
                        </a:rPr>
                        <a:t>Report at the Expert</a:t>
                      </a:r>
                      <a:r>
                        <a:rPr lang="ja-JP" altLang="en-US" sz="1100">
                          <a:latin typeface="Meiryo UI" panose="020B0604030504040204" pitchFamily="50" charset="-128"/>
                          <a:ea typeface="Meiryo UI" panose="020B0604030504040204" pitchFamily="50" charset="-128"/>
                        </a:rPr>
                        <a:t> </a:t>
                      </a:r>
                      <a:r>
                        <a:rPr lang="en-US" altLang="ja-JP" sz="1100">
                          <a:latin typeface="Meiryo UI" panose="020B0604030504040204" pitchFamily="50" charset="-128"/>
                          <a:ea typeface="Meiryo UI" panose="020B0604030504040204" pitchFamily="50" charset="-128"/>
                        </a:rPr>
                        <a:t>meeting</a:t>
                      </a:r>
                      <a:endParaRPr lang="ja-JP" altLang="en-US" sz="1100">
                        <a:latin typeface="Meiryo UI" panose="020B0604030504040204" pitchFamily="50" charset="-128"/>
                        <a:ea typeface="Meiryo UI" panose="020B0604030504040204" pitchFamily="50" charset="-128"/>
                      </a:endParaRPr>
                    </a:p>
                  </a:txBody>
                  <a:tcPr marL="36000" marR="36000" marT="9525"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r>
                        <a:rPr lang="en-US" altLang="ja-JP" sz="1400">
                          <a:latin typeface="Meiryo UI" panose="020B0604030504040204" pitchFamily="50" charset="-128"/>
                          <a:ea typeface="Meiryo UI" panose="020B0604030504040204" pitchFamily="50" charset="-128"/>
                        </a:rPr>
                        <a:t>Yes</a:t>
                      </a:r>
                      <a:endParaRPr lang="ja-JP" altLang="en-US" sz="1400">
                        <a:latin typeface="Meiryo UI" panose="020B0604030504040204" pitchFamily="50" charset="-128"/>
                        <a:ea typeface="Meiryo UI" panose="020B0604030504040204" pitchFamily="50" charset="-128"/>
                      </a:endParaRPr>
                    </a:p>
                  </a:txBody>
                  <a:tcPr marL="36000" marR="36000" marT="9525"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ja-JP" sz="1400">
                          <a:latin typeface="Meiryo UI" panose="020B0604030504040204" pitchFamily="50" charset="-128"/>
                          <a:ea typeface="Meiryo UI" panose="020B0604030504040204" pitchFamily="50" charset="-128"/>
                        </a:rPr>
                        <a:t>Yes</a:t>
                      </a:r>
                      <a:endParaRPr lang="ja-JP" altLang="en-US" sz="1400">
                        <a:latin typeface="Meiryo UI" panose="020B0604030504040204" pitchFamily="50" charset="-128"/>
                        <a:ea typeface="Meiryo UI" panose="020B0604030504040204" pitchFamily="50" charset="-128"/>
                      </a:endParaRPr>
                    </a:p>
                  </a:txBody>
                  <a:tcPr marL="36000" marR="3600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807549241"/>
                  </a:ext>
                </a:extLst>
              </a:tr>
              <a:tr h="368479">
                <a:tc>
                  <a:txBody>
                    <a:bodyPr/>
                    <a:lstStyle/>
                    <a:p>
                      <a:pPr algn="l"/>
                      <a:r>
                        <a:rPr lang="en-US" altLang="ja-JP" sz="1200">
                          <a:latin typeface="Meiryo UI" panose="020B0604030504040204" pitchFamily="50" charset="-128"/>
                          <a:ea typeface="Meiryo UI" panose="020B0604030504040204" pitchFamily="50" charset="-128"/>
                        </a:rPr>
                        <a:t>3.</a:t>
                      </a:r>
                      <a:r>
                        <a:rPr lang="ja-JP" altLang="en-US" sz="1200">
                          <a:latin typeface="Meiryo UI" panose="020B0604030504040204" pitchFamily="50" charset="-128"/>
                          <a:ea typeface="Meiryo UI" panose="020B0604030504040204" pitchFamily="50" charset="-128"/>
                        </a:rPr>
                        <a:t> </a:t>
                      </a:r>
                      <a:r>
                        <a:rPr lang="en-US" altLang="ja-JP" sz="1200">
                          <a:latin typeface="Meiryo UI" panose="020B0604030504040204" pitchFamily="50" charset="-128"/>
                          <a:ea typeface="Meiryo UI" panose="020B0604030504040204" pitchFamily="50" charset="-128"/>
                        </a:rPr>
                        <a:t>Explanation</a:t>
                      </a:r>
                      <a:r>
                        <a:rPr lang="en-US" altLang="ja-JP" sz="1200" baseline="0">
                          <a:latin typeface="Meiryo UI" panose="020B0604030504040204" pitchFamily="50" charset="-128"/>
                          <a:ea typeface="Meiryo UI" panose="020B0604030504040204" pitchFamily="50" charset="-128"/>
                        </a:rPr>
                        <a:t> of each W/P</a:t>
                      </a:r>
                    </a:p>
                    <a:p>
                      <a:pPr algn="l"/>
                      <a:r>
                        <a:rPr lang="en-US" altLang="ja-JP" sz="1200">
                          <a:latin typeface="Meiryo UI" panose="020B0604030504040204" pitchFamily="50" charset="-128"/>
                          <a:ea typeface="Meiryo UI" panose="020B0604030504040204" pitchFamily="50" charset="-128"/>
                        </a:rPr>
                        <a:t>W/P</a:t>
                      </a:r>
                      <a:r>
                        <a:rPr lang="ja-JP" altLang="en-US" sz="1200">
                          <a:latin typeface="Meiryo UI" panose="020B0604030504040204" pitchFamily="50" charset="-128"/>
                          <a:ea typeface="Meiryo UI" panose="020B0604030504040204" pitchFamily="50" charset="-128"/>
                        </a:rPr>
                        <a:t>毎の変化点説明</a:t>
                      </a:r>
                    </a:p>
                  </a:txBody>
                  <a:tcPr marL="36000" marR="36000" marT="9525"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r>
                        <a:rPr lang="en-US" altLang="ja-JP" sz="1200" dirty="0">
                          <a:latin typeface="Meiryo UI" panose="020B0604030504040204" pitchFamily="50" charset="-128"/>
                          <a:ea typeface="Meiryo UI" panose="020B0604030504040204" pitchFamily="50" charset="-128"/>
                        </a:rPr>
                        <a:t>Issue by</a:t>
                      </a:r>
                      <a:r>
                        <a:rPr lang="ja-JP" altLang="en-US" sz="1200" dirty="0">
                          <a:latin typeface="Meiryo UI" panose="020B0604030504040204" pitchFamily="50" charset="-128"/>
                          <a:ea typeface="Meiryo UI" panose="020B0604030504040204" pitchFamily="50" charset="-128"/>
                        </a:rPr>
                        <a:t> </a:t>
                      </a:r>
                      <a:r>
                        <a:rPr lang="en-US" altLang="ja-JP" sz="12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200" dirty="0">
                          <a:latin typeface="Meiryo UI" panose="020B0604030504040204" pitchFamily="50" charset="-128"/>
                          <a:ea typeface="Meiryo UI" panose="020B0604030504040204" pitchFamily="50" charset="-128"/>
                          <a:cs typeface="Arial" pitchFamily="34" charset="0"/>
                        </a:rPr>
                        <a:t> </a:t>
                      </a:r>
                      <a:r>
                        <a:rPr lang="en-US" altLang="ja-JP" sz="1200" dirty="0">
                          <a:latin typeface="Meiryo UI" panose="020B0604030504040204" pitchFamily="50" charset="-128"/>
                          <a:ea typeface="Meiryo UI" panose="020B0604030504040204" pitchFamily="50" charset="-128"/>
                        </a:rPr>
                        <a:t>PIC</a:t>
                      </a:r>
                      <a:endParaRPr lang="ja-JP" altLang="en-US" sz="1200" dirty="0">
                        <a:latin typeface="Meiryo UI" panose="020B0604030504040204" pitchFamily="50" charset="-128"/>
                        <a:ea typeface="Meiryo UI" panose="020B0604030504040204" pitchFamily="50" charset="-128"/>
                      </a:endParaRPr>
                    </a:p>
                  </a:txBody>
                  <a:tcPr marL="36000" marR="3600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r>
                        <a:rPr lang="en-US" altLang="ja-JP" sz="1100">
                          <a:latin typeface="Meiryo UI" panose="020B0604030504040204" pitchFamily="50" charset="-128"/>
                          <a:ea typeface="Meiryo UI" panose="020B0604030504040204" pitchFamily="50" charset="-128"/>
                        </a:rPr>
                        <a:t>Report at the Expert</a:t>
                      </a:r>
                      <a:r>
                        <a:rPr lang="ja-JP" altLang="en-US" sz="1100">
                          <a:latin typeface="Meiryo UI" panose="020B0604030504040204" pitchFamily="50" charset="-128"/>
                          <a:ea typeface="Meiryo UI" panose="020B0604030504040204" pitchFamily="50" charset="-128"/>
                        </a:rPr>
                        <a:t> </a:t>
                      </a:r>
                      <a:r>
                        <a:rPr lang="en-US" altLang="ja-JP" sz="1100">
                          <a:latin typeface="Meiryo UI" panose="020B0604030504040204" pitchFamily="50" charset="-128"/>
                          <a:ea typeface="Meiryo UI" panose="020B0604030504040204" pitchFamily="50" charset="-128"/>
                        </a:rPr>
                        <a:t>meeting</a:t>
                      </a:r>
                      <a:endParaRPr lang="ja-JP" altLang="en-US" sz="1100">
                        <a:latin typeface="Meiryo UI" panose="020B0604030504040204" pitchFamily="50" charset="-128"/>
                        <a:ea typeface="Meiryo UI" panose="020B0604030504040204" pitchFamily="50" charset="-128"/>
                      </a:endParaRPr>
                    </a:p>
                  </a:txBody>
                  <a:tcPr marL="36000" marR="36000" marT="9525"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r>
                        <a:rPr lang="en-US" altLang="ja-JP" sz="1400">
                          <a:latin typeface="Meiryo UI" panose="020B0604030504040204" pitchFamily="50" charset="-128"/>
                          <a:ea typeface="Meiryo UI" panose="020B0604030504040204" pitchFamily="50" charset="-128"/>
                        </a:rPr>
                        <a:t>Yes</a:t>
                      </a:r>
                      <a:endParaRPr lang="ja-JP" altLang="en-US" sz="1400">
                        <a:latin typeface="Meiryo UI" panose="020B0604030504040204" pitchFamily="50" charset="-128"/>
                        <a:ea typeface="Meiryo UI" panose="020B0604030504040204" pitchFamily="50" charset="-128"/>
                      </a:endParaRPr>
                    </a:p>
                  </a:txBody>
                  <a:tcPr marL="36000" marR="36000" marT="9525"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ja-JP" sz="1400">
                          <a:latin typeface="Meiryo UI" panose="020B0604030504040204" pitchFamily="50" charset="-128"/>
                          <a:ea typeface="Meiryo UI" panose="020B0604030504040204" pitchFamily="50" charset="-128"/>
                        </a:rPr>
                        <a:t>Yes</a:t>
                      </a:r>
                      <a:endParaRPr lang="ja-JP" altLang="en-US" sz="1400">
                        <a:latin typeface="Meiryo UI" panose="020B0604030504040204" pitchFamily="50" charset="-128"/>
                        <a:ea typeface="Meiryo UI" panose="020B0604030504040204" pitchFamily="50" charset="-128"/>
                      </a:endParaRPr>
                    </a:p>
                  </a:txBody>
                  <a:tcPr marL="36000" marR="3600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844824044"/>
                  </a:ext>
                </a:extLst>
              </a:tr>
              <a:tr h="503152">
                <a:tc>
                  <a:txBody>
                    <a:bodyPr/>
                    <a:lstStyle/>
                    <a:p>
                      <a:pPr algn="l"/>
                      <a:r>
                        <a:rPr kumimoji="1" lang="en-US" altLang="ja-JP" sz="12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4.</a:t>
                      </a:r>
                      <a:r>
                        <a:rPr kumimoji="1" lang="ja-JP" altLang="en-US" sz="12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 </a:t>
                      </a:r>
                      <a:r>
                        <a:rPr kumimoji="1" lang="en-US" altLang="ja-JP" sz="12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Level2 data comparison list</a:t>
                      </a:r>
                    </a:p>
                    <a:p>
                      <a:pPr algn="l"/>
                      <a:r>
                        <a:rPr lang="en-US" altLang="ja-JP" sz="1200">
                          <a:latin typeface="Meiryo UI" panose="020B0604030504040204" pitchFamily="50" charset="-128"/>
                          <a:ea typeface="Meiryo UI" panose="020B0604030504040204" pitchFamily="50" charset="-128"/>
                        </a:rPr>
                        <a:t>Level2</a:t>
                      </a:r>
                      <a:r>
                        <a:rPr lang="ja-JP" altLang="en-US" sz="1200">
                          <a:latin typeface="Meiryo UI" panose="020B0604030504040204" pitchFamily="50" charset="-128"/>
                          <a:ea typeface="Meiryo UI" panose="020B0604030504040204" pitchFamily="50" charset="-128"/>
                        </a:rPr>
                        <a:t> コンペアリスト</a:t>
                      </a:r>
                    </a:p>
                  </a:txBody>
                  <a:tcPr marL="36000" marR="36000" marT="9525"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r>
                        <a:rPr lang="en-US" altLang="ja-JP" sz="1200" dirty="0">
                          <a:solidFill>
                            <a:schemeClr val="tx1"/>
                          </a:solidFill>
                          <a:latin typeface="Meiryo UI" panose="020B0604030504040204" pitchFamily="50" charset="-128"/>
                          <a:ea typeface="Meiryo UI" panose="020B0604030504040204" pitchFamily="50" charset="-128"/>
                        </a:rPr>
                        <a:t>A list of Level2 data comparison</a:t>
                      </a:r>
                      <a:r>
                        <a:rPr lang="en-US" altLang="ja-JP" sz="1200" baseline="0" dirty="0">
                          <a:solidFill>
                            <a:schemeClr val="tx1"/>
                          </a:solidFill>
                          <a:latin typeface="Meiryo UI" panose="020B0604030504040204" pitchFamily="50" charset="-128"/>
                          <a:ea typeface="Meiryo UI" panose="020B0604030504040204" pitchFamily="50" charset="-128"/>
                        </a:rPr>
                        <a:t> issue by </a:t>
                      </a:r>
                      <a:r>
                        <a:rPr lang="en-US" altLang="ja-JP" sz="1200" dirty="0">
                          <a:solidFill>
                            <a:srgbClr val="0000FF"/>
                          </a:solidFill>
                          <a:latin typeface="Meiryo UI" panose="020B0604030504040204" pitchFamily="50" charset="-128"/>
                          <a:ea typeface="Meiryo UI" panose="020B0604030504040204" pitchFamily="50" charset="-128"/>
                          <a:cs typeface="Arial" pitchFamily="34" charset="0"/>
                        </a:rPr>
                        <a:t>Bosch</a:t>
                      </a:r>
                      <a:endParaRPr lang="en-US" altLang="ja-JP" sz="1200" dirty="0">
                        <a:solidFill>
                          <a:schemeClr val="tx1"/>
                        </a:solidFill>
                        <a:latin typeface="Meiryo UI" panose="020B0604030504040204" pitchFamily="50" charset="-128"/>
                        <a:ea typeface="Meiryo UI" panose="020B0604030504040204" pitchFamily="50" charset="-128"/>
                      </a:endParaRPr>
                    </a:p>
                  </a:txBody>
                  <a:tcPr marL="36000" marR="3600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r>
                        <a:rPr lang="en-US" altLang="ja-JP" sz="1100">
                          <a:latin typeface="Meiryo UI" panose="020B0604030504040204" pitchFamily="50" charset="-128"/>
                          <a:ea typeface="Meiryo UI" panose="020B0604030504040204" pitchFamily="50" charset="-128"/>
                        </a:rPr>
                        <a:t>Summary</a:t>
                      </a:r>
                      <a:r>
                        <a:rPr lang="ja-JP" altLang="en-US" sz="1100">
                          <a:latin typeface="Meiryo UI" panose="020B0604030504040204" pitchFamily="50" charset="-128"/>
                          <a:ea typeface="Meiryo UI" panose="020B0604030504040204" pitchFamily="50" charset="-128"/>
                        </a:rPr>
                        <a:t> </a:t>
                      </a:r>
                      <a:r>
                        <a:rPr lang="en-US" altLang="ja-JP" sz="1100">
                          <a:latin typeface="Meiryo UI" panose="020B0604030504040204" pitchFamily="50" charset="-128"/>
                          <a:ea typeface="Meiryo UI" panose="020B0604030504040204" pitchFamily="50" charset="-128"/>
                        </a:rPr>
                        <a:t>Report at the Expert</a:t>
                      </a:r>
                      <a:r>
                        <a:rPr lang="ja-JP" altLang="en-US" sz="1100">
                          <a:latin typeface="Meiryo UI" panose="020B0604030504040204" pitchFamily="50" charset="-128"/>
                          <a:ea typeface="Meiryo UI" panose="020B0604030504040204" pitchFamily="50" charset="-128"/>
                        </a:rPr>
                        <a:t> </a:t>
                      </a:r>
                      <a:r>
                        <a:rPr lang="en-US" altLang="ja-JP" sz="1100">
                          <a:latin typeface="Meiryo UI" panose="020B0604030504040204" pitchFamily="50" charset="-128"/>
                          <a:ea typeface="Meiryo UI" panose="020B0604030504040204" pitchFamily="50" charset="-128"/>
                        </a:rPr>
                        <a:t>meeting</a:t>
                      </a:r>
                      <a:endParaRPr lang="ja-JP" altLang="en-US" sz="1100">
                        <a:latin typeface="Meiryo UI" panose="020B0604030504040204" pitchFamily="50" charset="-128"/>
                        <a:ea typeface="Meiryo UI" panose="020B0604030504040204" pitchFamily="50" charset="-128"/>
                      </a:endParaRPr>
                    </a:p>
                  </a:txBody>
                  <a:tcPr marL="36000" marR="36000" marT="9525"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r>
                        <a:rPr lang="en-US" altLang="ja-JP" sz="1400">
                          <a:latin typeface="Meiryo UI" panose="020B0604030504040204" pitchFamily="50" charset="-128"/>
                          <a:ea typeface="Meiryo UI" panose="020B0604030504040204" pitchFamily="50" charset="-128"/>
                        </a:rPr>
                        <a:t>Yes</a:t>
                      </a:r>
                      <a:endParaRPr lang="ja-JP" altLang="en-US" sz="1400">
                        <a:latin typeface="Meiryo UI" panose="020B0604030504040204" pitchFamily="50" charset="-128"/>
                        <a:ea typeface="Meiryo UI" panose="020B0604030504040204" pitchFamily="50" charset="-128"/>
                      </a:endParaRPr>
                    </a:p>
                  </a:txBody>
                  <a:tcPr marL="36000" marR="36000" marT="9525"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ja-JP" sz="1400">
                          <a:latin typeface="Meiryo UI" panose="020B0604030504040204" pitchFamily="50" charset="-128"/>
                          <a:ea typeface="Meiryo UI" panose="020B0604030504040204" pitchFamily="50" charset="-128"/>
                        </a:rPr>
                        <a:t>Yes</a:t>
                      </a:r>
                      <a:endParaRPr lang="ja-JP" altLang="en-US" sz="1400">
                        <a:latin typeface="Meiryo UI" panose="020B0604030504040204" pitchFamily="50" charset="-128"/>
                        <a:ea typeface="Meiryo UI" panose="020B0604030504040204" pitchFamily="50" charset="-128"/>
                      </a:endParaRPr>
                    </a:p>
                  </a:txBody>
                  <a:tcPr marL="36000" marR="3600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358678974"/>
                  </a:ext>
                </a:extLst>
              </a:tr>
              <a:tr h="448909">
                <a:tc>
                  <a:txBody>
                    <a:bodyPr/>
                    <a:lstStyle/>
                    <a:p>
                      <a:pPr algn="l"/>
                      <a:r>
                        <a:rPr lang="en-US" altLang="ja-JP" sz="1200">
                          <a:solidFill>
                            <a:schemeClr val="tx1"/>
                          </a:solidFill>
                          <a:latin typeface="Meiryo UI" panose="020B0604030504040204" pitchFamily="50" charset="-128"/>
                          <a:ea typeface="Meiryo UI" panose="020B0604030504040204" pitchFamily="50" charset="-128"/>
                        </a:rPr>
                        <a:t>5.</a:t>
                      </a:r>
                      <a:r>
                        <a:rPr lang="ja-JP" altLang="en-US" sz="1200">
                          <a:solidFill>
                            <a:schemeClr val="tx1"/>
                          </a:solidFill>
                          <a:latin typeface="Meiryo UI" panose="020B0604030504040204" pitchFamily="50" charset="-128"/>
                          <a:ea typeface="Meiryo UI" panose="020B0604030504040204" pitchFamily="50" charset="-128"/>
                        </a:rPr>
                        <a:t> </a:t>
                      </a:r>
                      <a:r>
                        <a:rPr lang="en-US" altLang="ja-JP" sz="1200">
                          <a:solidFill>
                            <a:schemeClr val="tx1"/>
                          </a:solidFill>
                          <a:latin typeface="Meiryo UI" panose="020B0604030504040204" pitchFamily="50" charset="-128"/>
                          <a:ea typeface="Meiryo UI" panose="020B0604030504040204" pitchFamily="50" charset="-128"/>
                        </a:rPr>
                        <a:t>Calibration</a:t>
                      </a:r>
                      <a:r>
                        <a:rPr lang="ja-JP" altLang="en-US" sz="1200">
                          <a:solidFill>
                            <a:schemeClr val="tx1"/>
                          </a:solidFill>
                          <a:latin typeface="Meiryo UI" panose="020B0604030504040204" pitchFamily="50" charset="-128"/>
                          <a:ea typeface="Meiryo UI" panose="020B0604030504040204" pitchFamily="50" charset="-128"/>
                        </a:rPr>
                        <a:t> </a:t>
                      </a:r>
                      <a:r>
                        <a:rPr lang="en-US" altLang="ja-JP" sz="1200">
                          <a:solidFill>
                            <a:schemeClr val="tx1"/>
                          </a:solidFill>
                          <a:latin typeface="Meiryo UI" panose="020B0604030504040204" pitchFamily="50" charset="-128"/>
                          <a:ea typeface="Meiryo UI" panose="020B0604030504040204" pitchFamily="50" charset="-128"/>
                        </a:rPr>
                        <a:t>Compare list</a:t>
                      </a:r>
                    </a:p>
                    <a:p>
                      <a:pPr algn="l"/>
                      <a:r>
                        <a:rPr lang="ja-JP" altLang="en-US" sz="1200">
                          <a:solidFill>
                            <a:schemeClr val="tx1"/>
                          </a:solidFill>
                          <a:latin typeface="Meiryo UI" panose="020B0604030504040204" pitchFamily="50" charset="-128"/>
                          <a:ea typeface="Meiryo UI" panose="020B0604030504040204" pitchFamily="50" charset="-128"/>
                        </a:rPr>
                        <a:t>適合値 コンペアリスト</a:t>
                      </a:r>
                      <a:endParaRPr lang="en-US" altLang="ja-JP" sz="1200">
                        <a:solidFill>
                          <a:schemeClr val="tx1"/>
                        </a:solidFill>
                        <a:latin typeface="Meiryo UI" panose="020B0604030504040204" pitchFamily="50" charset="-128"/>
                        <a:ea typeface="Meiryo UI" panose="020B0604030504040204" pitchFamily="50" charset="-128"/>
                      </a:endParaRPr>
                    </a:p>
                  </a:txBody>
                  <a:tcPr marL="36000" marR="36000" marT="9525"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r>
                        <a:rPr lang="en-US" altLang="ja-JP" sz="1200" dirty="0">
                          <a:solidFill>
                            <a:schemeClr val="tx1"/>
                          </a:solidFill>
                          <a:latin typeface="Meiryo UI" panose="020B0604030504040204" pitchFamily="50" charset="-128"/>
                          <a:ea typeface="Meiryo UI" panose="020B0604030504040204" pitchFamily="50" charset="-128"/>
                        </a:rPr>
                        <a:t>A list of calibration compare</a:t>
                      </a:r>
                      <a:r>
                        <a:rPr lang="en-US" altLang="ja-JP" sz="1200" baseline="0" dirty="0">
                          <a:solidFill>
                            <a:schemeClr val="tx1"/>
                          </a:solidFill>
                          <a:latin typeface="Meiryo UI" panose="020B0604030504040204" pitchFamily="50" charset="-128"/>
                          <a:ea typeface="Meiryo UI" panose="020B0604030504040204" pitchFamily="50" charset="-128"/>
                        </a:rPr>
                        <a:t> issue by </a:t>
                      </a:r>
                      <a:r>
                        <a:rPr lang="en-US" altLang="ja-JP" sz="1200" dirty="0">
                          <a:solidFill>
                            <a:srgbClr val="0000FF"/>
                          </a:solidFill>
                          <a:latin typeface="Meiryo UI" panose="020B0604030504040204" pitchFamily="50" charset="-128"/>
                          <a:ea typeface="Meiryo UI" panose="020B0604030504040204" pitchFamily="50" charset="-128"/>
                          <a:cs typeface="Arial" pitchFamily="34" charset="0"/>
                        </a:rPr>
                        <a:t>Bosch</a:t>
                      </a:r>
                      <a:endParaRPr lang="en-US" altLang="ja-JP" sz="1200" dirty="0">
                        <a:solidFill>
                          <a:schemeClr val="tx1"/>
                        </a:solidFill>
                        <a:latin typeface="Meiryo UI" panose="020B0604030504040204" pitchFamily="50" charset="-128"/>
                        <a:ea typeface="Meiryo UI" panose="020B0604030504040204" pitchFamily="50" charset="-128"/>
                      </a:endParaRPr>
                    </a:p>
                  </a:txBody>
                  <a:tcPr marL="36000" marR="3600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r>
                        <a:rPr lang="en-US" altLang="ja-JP" sz="1100">
                          <a:latin typeface="Meiryo UI" panose="020B0604030504040204" pitchFamily="50" charset="-128"/>
                          <a:ea typeface="Meiryo UI" panose="020B0604030504040204" pitchFamily="50" charset="-128"/>
                        </a:rPr>
                        <a:t>Report at the Expert</a:t>
                      </a:r>
                      <a:r>
                        <a:rPr lang="ja-JP" altLang="en-US" sz="1100">
                          <a:latin typeface="Meiryo UI" panose="020B0604030504040204" pitchFamily="50" charset="-128"/>
                          <a:ea typeface="Meiryo UI" panose="020B0604030504040204" pitchFamily="50" charset="-128"/>
                        </a:rPr>
                        <a:t> </a:t>
                      </a:r>
                      <a:r>
                        <a:rPr lang="en-US" altLang="ja-JP" sz="1100">
                          <a:latin typeface="Meiryo UI" panose="020B0604030504040204" pitchFamily="50" charset="-128"/>
                          <a:ea typeface="Meiryo UI" panose="020B0604030504040204" pitchFamily="50" charset="-128"/>
                        </a:rPr>
                        <a:t>meeting</a:t>
                      </a:r>
                      <a:endParaRPr lang="ja-JP" altLang="en-US" sz="1100">
                        <a:latin typeface="Meiryo UI" panose="020B0604030504040204" pitchFamily="50" charset="-128"/>
                        <a:ea typeface="Meiryo UI" panose="020B0604030504040204" pitchFamily="50" charset="-128"/>
                      </a:endParaRPr>
                    </a:p>
                  </a:txBody>
                  <a:tcPr marL="36000" marR="36000" marT="9525"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ja-JP" sz="1400" dirty="0">
                          <a:solidFill>
                            <a:schemeClr val="tx1"/>
                          </a:solidFill>
                          <a:latin typeface="Meiryo UI" panose="020B0604030504040204" pitchFamily="50" charset="-128"/>
                          <a:ea typeface="Meiryo UI" panose="020B0604030504040204" pitchFamily="50" charset="-128"/>
                        </a:rPr>
                        <a:t>Yes</a:t>
                      </a:r>
                      <a:endParaRPr lang="ja-JP" altLang="en-US" sz="1400" dirty="0">
                        <a:solidFill>
                          <a:schemeClr val="tx1"/>
                        </a:solidFill>
                        <a:latin typeface="Meiryo UI" panose="020B0604030504040204" pitchFamily="50" charset="-128"/>
                        <a:ea typeface="Meiryo UI" panose="020B0604030504040204" pitchFamily="50" charset="-128"/>
                      </a:endParaRPr>
                    </a:p>
                  </a:txBody>
                  <a:tcPr marL="36000" marR="36000" marT="9525"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ja-JP" sz="1400" dirty="0">
                          <a:solidFill>
                            <a:schemeClr val="tx1"/>
                          </a:solidFill>
                          <a:latin typeface="Meiryo UI" panose="020B0604030504040204" pitchFamily="50" charset="-128"/>
                          <a:ea typeface="Meiryo UI" panose="020B0604030504040204" pitchFamily="50" charset="-128"/>
                        </a:rPr>
                        <a:t>Yes</a:t>
                      </a:r>
                      <a:endParaRPr lang="ja-JP" altLang="en-US" sz="1400" dirty="0">
                        <a:solidFill>
                          <a:schemeClr val="tx1"/>
                        </a:solidFill>
                        <a:latin typeface="Meiryo UI" panose="020B0604030504040204" pitchFamily="50" charset="-128"/>
                        <a:ea typeface="Meiryo UI" panose="020B0604030504040204" pitchFamily="50" charset="-128"/>
                      </a:endParaRPr>
                    </a:p>
                  </a:txBody>
                  <a:tcPr marL="36000" marR="3600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205061972"/>
                  </a:ext>
                </a:extLst>
              </a:tr>
              <a:tr h="448909">
                <a:tc>
                  <a:txBody>
                    <a:bodyPr/>
                    <a:lstStyle/>
                    <a:p>
                      <a:pPr algn="l"/>
                      <a:r>
                        <a:rPr kumimoji="1" lang="en-US" altLang="ja-JP" sz="1200" b="0" i="0" u="none" strike="noStrike" kern="1200" baseline="0">
                          <a:solidFill>
                            <a:schemeClr val="dk1"/>
                          </a:solidFill>
                          <a:latin typeface="Meiryo UI" panose="020B0604030504040204" pitchFamily="50" charset="-128"/>
                          <a:ea typeface="Meiryo UI" panose="020B0604030504040204" pitchFamily="50" charset="-128"/>
                          <a:cs typeface="+mn-cs"/>
                        </a:rPr>
                        <a:t>6.</a:t>
                      </a:r>
                      <a:r>
                        <a:rPr kumimoji="1" lang="ja-JP" altLang="en-US" sz="1200" b="0" i="0" u="none" strike="noStrike" kern="1200" baseline="0">
                          <a:solidFill>
                            <a:schemeClr val="dk1"/>
                          </a:solidFill>
                          <a:latin typeface="Meiryo UI" panose="020B0604030504040204" pitchFamily="50" charset="-128"/>
                          <a:ea typeface="Meiryo UI" panose="020B0604030504040204" pitchFamily="50" charset="-128"/>
                          <a:cs typeface="+mn-cs"/>
                        </a:rPr>
                        <a:t> </a:t>
                      </a:r>
                      <a:r>
                        <a:rPr kumimoji="1" lang="en-US" altLang="ja-JP" sz="1200" b="0" i="0" u="none" strike="noStrike" kern="1200" baseline="0">
                          <a:solidFill>
                            <a:schemeClr val="dk1"/>
                          </a:solidFill>
                          <a:latin typeface="Meiryo UI" panose="020B0604030504040204" pitchFamily="50" charset="-128"/>
                          <a:ea typeface="Meiryo UI" panose="020B0604030504040204" pitchFamily="50" charset="-128"/>
                          <a:cs typeface="+mn-cs"/>
                        </a:rPr>
                        <a:t>CR label comparison list Status summary</a:t>
                      </a:r>
                      <a:r>
                        <a:rPr kumimoji="1" lang="ja-JP" altLang="en-US" sz="1200" b="0" i="0" u="none" strike="noStrike" kern="1200" baseline="0">
                          <a:solidFill>
                            <a:schemeClr val="dk1"/>
                          </a:solidFill>
                          <a:latin typeface="Meiryo UI" panose="020B0604030504040204" pitchFamily="50" charset="-128"/>
                          <a:ea typeface="Meiryo UI" panose="020B0604030504040204" pitchFamily="50" charset="-128"/>
                          <a:cs typeface="+mn-cs"/>
                        </a:rPr>
                        <a:t>　</a:t>
                      </a:r>
                      <a:r>
                        <a:rPr lang="en-US" altLang="ja-JP" sz="1200">
                          <a:latin typeface="Meiryo UI" panose="020B0604030504040204" pitchFamily="50" charset="-128"/>
                          <a:ea typeface="Meiryo UI" panose="020B0604030504040204" pitchFamily="50" charset="-128"/>
                        </a:rPr>
                        <a:t>CR</a:t>
                      </a:r>
                      <a:r>
                        <a:rPr lang="ja-JP" altLang="en-US" sz="1200">
                          <a:latin typeface="Meiryo UI" panose="020B0604030504040204" pitchFamily="50" charset="-128"/>
                          <a:ea typeface="Meiryo UI" panose="020B0604030504040204" pitchFamily="50" charset="-128"/>
                        </a:rPr>
                        <a:t>関連ラベル比較サマリー</a:t>
                      </a:r>
                    </a:p>
                  </a:txBody>
                  <a:tcPr marL="36000" marR="36000" marT="9525"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1200" dirty="0">
                          <a:solidFill>
                            <a:schemeClr val="tx1"/>
                          </a:solidFill>
                          <a:latin typeface="Meiryo UI" panose="020B0604030504040204" pitchFamily="50" charset="-128"/>
                          <a:ea typeface="Meiryo UI" panose="020B0604030504040204" pitchFamily="50" charset="-128"/>
                        </a:rPr>
                        <a:t>A list of CR label compare</a:t>
                      </a:r>
                      <a:r>
                        <a:rPr lang="en-US" altLang="ja-JP" sz="1200" baseline="0" dirty="0">
                          <a:solidFill>
                            <a:schemeClr val="tx1"/>
                          </a:solidFill>
                          <a:latin typeface="Meiryo UI" panose="020B0604030504040204" pitchFamily="50" charset="-128"/>
                          <a:ea typeface="Meiryo UI" panose="020B0604030504040204" pitchFamily="50" charset="-128"/>
                        </a:rPr>
                        <a:t> issue by </a:t>
                      </a:r>
                      <a:r>
                        <a:rPr lang="en-US" altLang="ja-JP" sz="1200" dirty="0">
                          <a:solidFill>
                            <a:srgbClr val="0000FF"/>
                          </a:solidFill>
                          <a:latin typeface="Meiryo UI" panose="020B0604030504040204" pitchFamily="50" charset="-128"/>
                          <a:ea typeface="Meiryo UI" panose="020B0604030504040204" pitchFamily="50" charset="-128"/>
                          <a:cs typeface="Arial" pitchFamily="34" charset="0"/>
                        </a:rPr>
                        <a:t>Bosch</a:t>
                      </a:r>
                      <a:endParaRPr lang="en-US" altLang="ja-JP" sz="1200" dirty="0">
                        <a:solidFill>
                          <a:schemeClr val="tx1"/>
                        </a:solidFill>
                        <a:latin typeface="Meiryo UI" panose="020B0604030504040204" pitchFamily="50" charset="-128"/>
                        <a:ea typeface="Meiryo UI" panose="020B0604030504040204" pitchFamily="50" charset="-128"/>
                      </a:endParaRPr>
                    </a:p>
                  </a:txBody>
                  <a:tcPr marL="36000" marR="3600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r>
                        <a:rPr lang="en-US" altLang="ja-JP" sz="1100">
                          <a:latin typeface="Meiryo UI" panose="020B0604030504040204" pitchFamily="50" charset="-128"/>
                          <a:ea typeface="Meiryo UI" panose="020B0604030504040204" pitchFamily="50" charset="-128"/>
                        </a:rPr>
                        <a:t>Summary</a:t>
                      </a:r>
                      <a:r>
                        <a:rPr lang="ja-JP" altLang="en-US" sz="1100">
                          <a:latin typeface="Meiryo UI" panose="020B0604030504040204" pitchFamily="50" charset="-128"/>
                          <a:ea typeface="Meiryo UI" panose="020B0604030504040204" pitchFamily="50" charset="-128"/>
                        </a:rPr>
                        <a:t> </a:t>
                      </a:r>
                      <a:r>
                        <a:rPr lang="en-US" altLang="ja-JP" sz="1100">
                          <a:latin typeface="Meiryo UI" panose="020B0604030504040204" pitchFamily="50" charset="-128"/>
                          <a:ea typeface="Meiryo UI" panose="020B0604030504040204" pitchFamily="50" charset="-128"/>
                        </a:rPr>
                        <a:t>Report at the Expert</a:t>
                      </a:r>
                      <a:r>
                        <a:rPr lang="ja-JP" altLang="en-US" sz="1100">
                          <a:latin typeface="Meiryo UI" panose="020B0604030504040204" pitchFamily="50" charset="-128"/>
                          <a:ea typeface="Meiryo UI" panose="020B0604030504040204" pitchFamily="50" charset="-128"/>
                        </a:rPr>
                        <a:t> </a:t>
                      </a:r>
                      <a:r>
                        <a:rPr lang="en-US" altLang="ja-JP" sz="1100">
                          <a:latin typeface="Meiryo UI" panose="020B0604030504040204" pitchFamily="50" charset="-128"/>
                          <a:ea typeface="Meiryo UI" panose="020B0604030504040204" pitchFamily="50" charset="-128"/>
                        </a:rPr>
                        <a:t>meeting</a:t>
                      </a:r>
                      <a:endParaRPr lang="ja-JP" altLang="en-US" sz="1100">
                        <a:latin typeface="Meiryo UI" panose="020B0604030504040204" pitchFamily="50" charset="-128"/>
                        <a:ea typeface="Meiryo UI" panose="020B0604030504040204" pitchFamily="50" charset="-128"/>
                      </a:endParaRPr>
                    </a:p>
                  </a:txBody>
                  <a:tcPr marL="36000" marR="36000" marT="9525"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r>
                        <a:rPr lang="en-US" altLang="ja-JP" sz="1400">
                          <a:latin typeface="Meiryo UI" panose="020B0604030504040204" pitchFamily="50" charset="-128"/>
                          <a:ea typeface="Meiryo UI" panose="020B0604030504040204" pitchFamily="50" charset="-128"/>
                        </a:rPr>
                        <a:t>Yes</a:t>
                      </a:r>
                      <a:endParaRPr lang="ja-JP" altLang="en-US" sz="1400">
                        <a:latin typeface="Meiryo UI" panose="020B0604030504040204" pitchFamily="50" charset="-128"/>
                        <a:ea typeface="Meiryo UI" panose="020B0604030504040204" pitchFamily="50" charset="-128"/>
                      </a:endParaRPr>
                    </a:p>
                  </a:txBody>
                  <a:tcPr marL="36000" marR="36000" marT="9525"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ja-JP" sz="1400">
                          <a:latin typeface="Meiryo UI" panose="020B0604030504040204" pitchFamily="50" charset="-128"/>
                          <a:ea typeface="Meiryo UI" panose="020B0604030504040204" pitchFamily="50" charset="-128"/>
                        </a:rPr>
                        <a:t>Yes</a:t>
                      </a:r>
                      <a:endParaRPr lang="ja-JP" altLang="en-US" sz="1400">
                        <a:latin typeface="Meiryo UI" panose="020B0604030504040204" pitchFamily="50" charset="-128"/>
                        <a:ea typeface="Meiryo UI" panose="020B0604030504040204" pitchFamily="50" charset="-128"/>
                      </a:endParaRPr>
                    </a:p>
                  </a:txBody>
                  <a:tcPr marL="36000" marR="3600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761477260"/>
                  </a:ext>
                </a:extLst>
              </a:tr>
              <a:tr h="528257">
                <a:tc>
                  <a:txBody>
                    <a:bodyPr/>
                    <a:lstStyle/>
                    <a:p>
                      <a:pPr algn="l"/>
                      <a:r>
                        <a:rPr lang="en-US" altLang="ja-JP" sz="1200">
                          <a:latin typeface="Meiryo UI" panose="020B0604030504040204" pitchFamily="50" charset="-128"/>
                          <a:ea typeface="Meiryo UI" panose="020B0604030504040204" pitchFamily="50" charset="-128"/>
                        </a:rPr>
                        <a:t>7.</a:t>
                      </a:r>
                      <a:r>
                        <a:rPr lang="ja-JP" altLang="en-US" sz="1200">
                          <a:latin typeface="Meiryo UI" panose="020B0604030504040204" pitchFamily="50" charset="-128"/>
                          <a:ea typeface="Meiryo UI" panose="020B0604030504040204" pitchFamily="50" charset="-128"/>
                        </a:rPr>
                        <a:t> </a:t>
                      </a:r>
                      <a:r>
                        <a:rPr lang="en-US" altLang="ja-JP" sz="1200">
                          <a:latin typeface="Meiryo UI" panose="020B0604030504040204" pitchFamily="50" charset="-128"/>
                          <a:ea typeface="Meiryo UI" panose="020B0604030504040204" pitchFamily="50" charset="-128"/>
                        </a:rPr>
                        <a:t>Emission and Fuel</a:t>
                      </a:r>
                      <a:r>
                        <a:rPr lang="en-US" altLang="ja-JP" sz="1200" baseline="0">
                          <a:latin typeface="Meiryo UI" panose="020B0604030504040204" pitchFamily="50" charset="-128"/>
                          <a:ea typeface="Meiryo UI" panose="020B0604030504040204" pitchFamily="50" charset="-128"/>
                        </a:rPr>
                        <a:t> consumption equivalence report</a:t>
                      </a:r>
                    </a:p>
                    <a:p>
                      <a:pPr algn="l"/>
                      <a:r>
                        <a:rPr lang="ja-JP" altLang="en-US" sz="1200" baseline="0">
                          <a:latin typeface="Meiryo UI" panose="020B0604030504040204" pitchFamily="50" charset="-128"/>
                          <a:ea typeface="Meiryo UI" panose="020B0604030504040204" pitchFamily="50" charset="-128"/>
                        </a:rPr>
                        <a:t>排ガス・燃費同等証明レポート</a:t>
                      </a:r>
                      <a:endParaRPr lang="ja-JP" altLang="en-US" sz="1200">
                        <a:latin typeface="Meiryo UI" panose="020B0604030504040204" pitchFamily="50" charset="-128"/>
                        <a:ea typeface="Meiryo UI" panose="020B0604030504040204" pitchFamily="50" charset="-128"/>
                      </a:endParaRPr>
                    </a:p>
                  </a:txBody>
                  <a:tcPr marL="36000" marR="36000" marT="9525"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r>
                        <a:rPr lang="en-US" altLang="ja-JP" sz="1200" dirty="0">
                          <a:latin typeface="Meiryo UI" panose="020B0604030504040204" pitchFamily="50" charset="-128"/>
                          <a:ea typeface="Meiryo UI" panose="020B0604030504040204" pitchFamily="50" charset="-128"/>
                        </a:rPr>
                        <a:t>Issue by</a:t>
                      </a:r>
                      <a:r>
                        <a:rPr lang="ja-JP" altLang="en-US" sz="1200" dirty="0">
                          <a:latin typeface="Meiryo UI" panose="020B0604030504040204" pitchFamily="50" charset="-128"/>
                          <a:ea typeface="Meiryo UI" panose="020B0604030504040204" pitchFamily="50" charset="-128"/>
                        </a:rPr>
                        <a:t> </a:t>
                      </a:r>
                      <a:r>
                        <a:rPr lang="en-US" altLang="ja-JP" sz="12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200" dirty="0">
                          <a:latin typeface="Meiryo UI" panose="020B0604030504040204" pitchFamily="50" charset="-128"/>
                          <a:ea typeface="Meiryo UI" panose="020B0604030504040204" pitchFamily="50" charset="-128"/>
                          <a:cs typeface="Arial" pitchFamily="34" charset="0"/>
                        </a:rPr>
                        <a:t> </a:t>
                      </a:r>
                      <a:r>
                        <a:rPr lang="en-US" altLang="ja-JP" sz="1200" dirty="0">
                          <a:latin typeface="Meiryo UI" panose="020B0604030504040204" pitchFamily="50" charset="-128"/>
                          <a:ea typeface="Meiryo UI" panose="020B0604030504040204" pitchFamily="50" charset="-128"/>
                        </a:rPr>
                        <a:t>PIC</a:t>
                      </a:r>
                      <a:endParaRPr lang="ja-JP" altLang="en-US" sz="1200" dirty="0">
                        <a:latin typeface="Meiryo UI" panose="020B0604030504040204" pitchFamily="50" charset="-128"/>
                        <a:ea typeface="Meiryo UI" panose="020B0604030504040204" pitchFamily="50" charset="-128"/>
                      </a:endParaRPr>
                    </a:p>
                  </a:txBody>
                  <a:tcPr marL="36000" marR="3600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r>
                        <a:rPr lang="en-US" altLang="ja-JP" sz="1100">
                          <a:latin typeface="Meiryo UI" panose="020B0604030504040204" pitchFamily="50" charset="-128"/>
                          <a:ea typeface="Meiryo UI" panose="020B0604030504040204" pitchFamily="50" charset="-128"/>
                        </a:rPr>
                        <a:t>Report at the Expert</a:t>
                      </a:r>
                      <a:r>
                        <a:rPr lang="ja-JP" altLang="en-US" sz="1100">
                          <a:latin typeface="Meiryo UI" panose="020B0604030504040204" pitchFamily="50" charset="-128"/>
                          <a:ea typeface="Meiryo UI" panose="020B0604030504040204" pitchFamily="50" charset="-128"/>
                        </a:rPr>
                        <a:t> </a:t>
                      </a:r>
                      <a:r>
                        <a:rPr lang="en-US" altLang="ja-JP" sz="1100">
                          <a:latin typeface="Meiryo UI" panose="020B0604030504040204" pitchFamily="50" charset="-128"/>
                          <a:ea typeface="Meiryo UI" panose="020B0604030504040204" pitchFamily="50" charset="-128"/>
                        </a:rPr>
                        <a:t>meeting</a:t>
                      </a:r>
                      <a:endParaRPr lang="ja-JP" altLang="en-US" sz="1100">
                        <a:latin typeface="Meiryo UI" panose="020B0604030504040204" pitchFamily="50" charset="-128"/>
                        <a:ea typeface="Meiryo UI" panose="020B0604030504040204" pitchFamily="50" charset="-128"/>
                      </a:endParaRPr>
                    </a:p>
                  </a:txBody>
                  <a:tcPr marL="36000" marR="36000" marT="9525"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r>
                        <a:rPr lang="en-US" altLang="ja-JP" sz="1400">
                          <a:latin typeface="Meiryo UI" panose="020B0604030504040204" pitchFamily="50" charset="-128"/>
                          <a:ea typeface="Meiryo UI" panose="020B0604030504040204" pitchFamily="50" charset="-128"/>
                        </a:rPr>
                        <a:t>No</a:t>
                      </a:r>
                      <a:endParaRPr lang="ja-JP" altLang="en-US" sz="1400">
                        <a:latin typeface="Meiryo UI" panose="020B0604030504040204" pitchFamily="50" charset="-128"/>
                        <a:ea typeface="Meiryo UI" panose="020B0604030504040204" pitchFamily="50" charset="-128"/>
                      </a:endParaRPr>
                    </a:p>
                  </a:txBody>
                  <a:tcPr marL="36000" marR="36000" marT="9525"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Yes</a:t>
                      </a:r>
                      <a:endPar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endParaRPr>
                    </a:p>
                  </a:txBody>
                  <a:tcPr marL="36000" marR="3600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431462253"/>
                  </a:ext>
                </a:extLst>
              </a:tr>
              <a:tr h="50315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kern="1200">
                          <a:solidFill>
                            <a:schemeClr val="dk1"/>
                          </a:solidFill>
                          <a:latin typeface="Meiryo UI" panose="020B0604030504040204" pitchFamily="50" charset="-128"/>
                          <a:ea typeface="Meiryo UI" panose="020B0604030504040204" pitchFamily="50" charset="-128"/>
                          <a:cs typeface="Arial" panose="020B0604020202020204" pitchFamily="34" charset="0"/>
                        </a:rPr>
                        <a:t>8.</a:t>
                      </a:r>
                      <a:r>
                        <a:rPr kumimoji="1" lang="ja-JP" altLang="en-US" sz="1200" kern="1200">
                          <a:solidFill>
                            <a:schemeClr val="dk1"/>
                          </a:solidFill>
                          <a:latin typeface="Meiryo UI" panose="020B0604030504040204" pitchFamily="50" charset="-128"/>
                          <a:ea typeface="Meiryo UI" panose="020B0604030504040204" pitchFamily="50" charset="-128"/>
                          <a:cs typeface="Arial" panose="020B0604020202020204" pitchFamily="34" charset="0"/>
                        </a:rPr>
                        <a:t> </a:t>
                      </a:r>
                      <a:r>
                        <a:rPr kumimoji="1" lang="en-US" altLang="ja-JP" sz="1200" kern="1200">
                          <a:solidFill>
                            <a:schemeClr val="dk1"/>
                          </a:solidFill>
                          <a:latin typeface="Meiryo UI" panose="020B0604030504040204" pitchFamily="50" charset="-128"/>
                          <a:ea typeface="Meiryo UI" panose="020B0604030504040204" pitchFamily="50" charset="-128"/>
                          <a:cs typeface="Arial" panose="020B0604020202020204" pitchFamily="34" charset="0"/>
                        </a:rPr>
                        <a:t>Calibration Data review report</a:t>
                      </a:r>
                    </a:p>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200" kern="1200">
                          <a:solidFill>
                            <a:schemeClr val="dk1"/>
                          </a:solidFill>
                          <a:latin typeface="Meiryo UI" panose="020B0604030504040204" pitchFamily="50" charset="-128"/>
                          <a:ea typeface="Meiryo UI" panose="020B0604030504040204" pitchFamily="50" charset="-128"/>
                          <a:cs typeface="Arial" panose="020B0604020202020204" pitchFamily="34" charset="0"/>
                        </a:rPr>
                        <a:t>適合データレヴュー</a:t>
                      </a:r>
                      <a:endParaRPr kumimoji="1" lang="en-US" altLang="ja-JP" sz="1200" kern="1200">
                        <a:solidFill>
                          <a:schemeClr val="dk1"/>
                        </a:solidFill>
                        <a:latin typeface="Meiryo UI" panose="020B0604030504040204" pitchFamily="50" charset="-128"/>
                        <a:ea typeface="Meiryo UI" panose="020B0604030504040204" pitchFamily="50" charset="-128"/>
                        <a:cs typeface="Arial" panose="020B0604020202020204" pitchFamily="34" charset="0"/>
                      </a:endParaRPr>
                    </a:p>
                  </a:txBody>
                  <a:tcPr marL="36000" marR="36000" marT="9525"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r>
                        <a:rPr lang="en-US" altLang="ja-JP" sz="1200" dirty="0">
                          <a:latin typeface="Meiryo UI" panose="020B0604030504040204" pitchFamily="50" charset="-128"/>
                          <a:ea typeface="Meiryo UI" panose="020B0604030504040204" pitchFamily="50" charset="-128"/>
                        </a:rPr>
                        <a:t>Review</a:t>
                      </a:r>
                      <a:r>
                        <a:rPr lang="en-US" altLang="ja-JP" sz="1200" baseline="0" dirty="0">
                          <a:latin typeface="Meiryo UI" panose="020B0604030504040204" pitchFamily="50" charset="-128"/>
                          <a:ea typeface="Meiryo UI" panose="020B0604030504040204" pitchFamily="50" charset="-128"/>
                        </a:rPr>
                        <a:t> information of calibration data</a:t>
                      </a:r>
                      <a:r>
                        <a:rPr lang="en-US" altLang="ja-JP" sz="1200" dirty="0">
                          <a:latin typeface="Meiryo UI" panose="020B0604030504040204" pitchFamily="50" charset="-128"/>
                          <a:ea typeface="Meiryo UI" panose="020B0604030504040204" pitchFamily="50" charset="-128"/>
                        </a:rPr>
                        <a:t> in </a:t>
                      </a:r>
                      <a:r>
                        <a:rPr lang="en-US" altLang="ja-JP" sz="1200" dirty="0">
                          <a:solidFill>
                            <a:srgbClr val="0000FF"/>
                          </a:solidFill>
                          <a:latin typeface="Meiryo UI" panose="020B0604030504040204" pitchFamily="50" charset="-128"/>
                          <a:ea typeface="Meiryo UI" panose="020B0604030504040204" pitchFamily="50" charset="-128"/>
                          <a:cs typeface="Arial" pitchFamily="34" charset="0"/>
                        </a:rPr>
                        <a:t>Bosch</a:t>
                      </a:r>
                      <a:endParaRPr lang="en-US" altLang="ja-JP" sz="1200" dirty="0">
                        <a:latin typeface="Meiryo UI" panose="020B0604030504040204" pitchFamily="50" charset="-128"/>
                        <a:ea typeface="Meiryo UI" panose="020B0604030504040204" pitchFamily="50" charset="-128"/>
                      </a:endParaRPr>
                    </a:p>
                  </a:txBody>
                  <a:tcPr marL="36000" marR="3600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r>
                        <a:rPr lang="en-US" altLang="ja-JP" sz="1100">
                          <a:latin typeface="Meiryo UI" panose="020B0604030504040204" pitchFamily="50" charset="-128"/>
                          <a:ea typeface="Meiryo UI" panose="020B0604030504040204" pitchFamily="50" charset="-128"/>
                        </a:rPr>
                        <a:t>Summary</a:t>
                      </a:r>
                      <a:r>
                        <a:rPr lang="ja-JP" altLang="en-US" sz="1100">
                          <a:latin typeface="Meiryo UI" panose="020B0604030504040204" pitchFamily="50" charset="-128"/>
                          <a:ea typeface="Meiryo UI" panose="020B0604030504040204" pitchFamily="50" charset="-128"/>
                        </a:rPr>
                        <a:t> </a:t>
                      </a:r>
                      <a:r>
                        <a:rPr lang="en-US" altLang="ja-JP" sz="1100">
                          <a:latin typeface="Meiryo UI" panose="020B0604030504040204" pitchFamily="50" charset="-128"/>
                          <a:ea typeface="Meiryo UI" panose="020B0604030504040204" pitchFamily="50" charset="-128"/>
                        </a:rPr>
                        <a:t>Report at the Expert</a:t>
                      </a:r>
                      <a:r>
                        <a:rPr lang="ja-JP" altLang="en-US" sz="1100">
                          <a:latin typeface="Meiryo UI" panose="020B0604030504040204" pitchFamily="50" charset="-128"/>
                          <a:ea typeface="Meiryo UI" panose="020B0604030504040204" pitchFamily="50" charset="-128"/>
                        </a:rPr>
                        <a:t> </a:t>
                      </a:r>
                      <a:r>
                        <a:rPr lang="en-US" altLang="ja-JP" sz="1100">
                          <a:latin typeface="Meiryo UI" panose="020B0604030504040204" pitchFamily="50" charset="-128"/>
                          <a:ea typeface="Meiryo UI" panose="020B0604030504040204" pitchFamily="50" charset="-128"/>
                        </a:rPr>
                        <a:t>meeting</a:t>
                      </a:r>
                      <a:endParaRPr lang="ja-JP" altLang="en-US" sz="1100">
                        <a:latin typeface="Meiryo UI" panose="020B0604030504040204" pitchFamily="50" charset="-128"/>
                        <a:ea typeface="Meiryo UI" panose="020B0604030504040204" pitchFamily="50" charset="-128"/>
                      </a:endParaRPr>
                    </a:p>
                  </a:txBody>
                  <a:tcPr marL="36000" marR="36000" marT="9525"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ja-JP" sz="1400">
                          <a:latin typeface="Meiryo UI" panose="020B0604030504040204" pitchFamily="50" charset="-128"/>
                          <a:ea typeface="Meiryo UI" panose="020B0604030504040204" pitchFamily="50" charset="-128"/>
                        </a:rPr>
                        <a:t>Yes</a:t>
                      </a:r>
                      <a:endParaRPr lang="ja-JP" altLang="en-US" sz="1400">
                        <a:latin typeface="Meiryo UI" panose="020B0604030504040204" pitchFamily="50" charset="-128"/>
                        <a:ea typeface="Meiryo UI" panose="020B0604030504040204" pitchFamily="50" charset="-128"/>
                      </a:endParaRPr>
                    </a:p>
                  </a:txBody>
                  <a:tcPr marL="36000" marR="36000" marT="9525"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Yes</a:t>
                      </a:r>
                      <a:endPar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endParaRPr>
                    </a:p>
                  </a:txBody>
                  <a:tcPr marL="36000" marR="3600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796495370"/>
                  </a:ext>
                </a:extLst>
              </a:tr>
              <a:tr h="503152">
                <a:tc>
                  <a:txBody>
                    <a:bodyPr/>
                    <a:lstStyle/>
                    <a:p>
                      <a:pPr algn="l"/>
                      <a:r>
                        <a:rPr kumimoji="1" lang="en-US" altLang="ja-JP" sz="1200">
                          <a:solidFill>
                            <a:schemeClr val="tx1"/>
                          </a:solidFill>
                          <a:latin typeface="Meiryo UI" panose="020B0604030504040204" pitchFamily="50" charset="-128"/>
                          <a:ea typeface="Meiryo UI" panose="020B0604030504040204" pitchFamily="50" charset="-128"/>
                        </a:rPr>
                        <a:t>9.</a:t>
                      </a:r>
                      <a:r>
                        <a:rPr kumimoji="1" lang="ja-JP" altLang="en-US" sz="1200">
                          <a:solidFill>
                            <a:schemeClr val="tx1"/>
                          </a:solidFill>
                          <a:latin typeface="Meiryo UI" panose="020B0604030504040204" pitchFamily="50" charset="-128"/>
                          <a:ea typeface="Meiryo UI" panose="020B0604030504040204" pitchFamily="50" charset="-128"/>
                        </a:rPr>
                        <a:t> </a:t>
                      </a:r>
                      <a:r>
                        <a:rPr kumimoji="1" lang="en-US" altLang="ja-JP" sz="1200">
                          <a:solidFill>
                            <a:schemeClr val="tx1"/>
                          </a:solidFill>
                          <a:latin typeface="Meiryo UI" panose="020B0604030504040204" pitchFamily="50" charset="-128"/>
                          <a:ea typeface="Meiryo UI" panose="020B0604030504040204" pitchFamily="50" charset="-128"/>
                        </a:rPr>
                        <a:t>System Matrix</a:t>
                      </a:r>
                      <a:r>
                        <a:rPr kumimoji="1" lang="en-US" altLang="ja-JP" sz="1200" baseline="0">
                          <a:solidFill>
                            <a:schemeClr val="tx1"/>
                          </a:solidFill>
                          <a:latin typeface="Meiryo UI" panose="020B0604030504040204" pitchFamily="50" charset="-128"/>
                          <a:ea typeface="Meiryo UI" panose="020B0604030504040204" pitchFamily="50" charset="-128"/>
                        </a:rPr>
                        <a:t> </a:t>
                      </a:r>
                      <a:r>
                        <a:rPr kumimoji="1" lang="en-US" altLang="ja-JP" sz="1200">
                          <a:solidFill>
                            <a:schemeClr val="tx1"/>
                          </a:solidFill>
                          <a:latin typeface="Meiryo UI" panose="020B0604030504040204" pitchFamily="50" charset="-128"/>
                          <a:ea typeface="Meiryo UI" panose="020B0604030504040204" pitchFamily="50" charset="-128"/>
                        </a:rPr>
                        <a:t>relevant</a:t>
                      </a:r>
                      <a:r>
                        <a:rPr kumimoji="1" lang="en-US" altLang="ja-JP" sz="1200" baseline="0">
                          <a:solidFill>
                            <a:schemeClr val="tx1"/>
                          </a:solidFill>
                          <a:latin typeface="Meiryo UI" panose="020B0604030504040204" pitchFamily="50" charset="-128"/>
                          <a:ea typeface="Meiryo UI" panose="020B0604030504040204" pitchFamily="50" charset="-128"/>
                        </a:rPr>
                        <a:t> </a:t>
                      </a:r>
                      <a:r>
                        <a:rPr kumimoji="1" lang="en-US" altLang="ja-JP" sz="1200">
                          <a:solidFill>
                            <a:schemeClr val="tx1"/>
                          </a:solidFill>
                          <a:latin typeface="Meiryo UI" panose="020B0604030504040204" pitchFamily="50" charset="-128"/>
                          <a:ea typeface="Meiryo UI" panose="020B0604030504040204" pitchFamily="50" charset="-128"/>
                        </a:rPr>
                        <a:t>check</a:t>
                      </a:r>
                      <a:endParaRPr kumimoji="1" lang="ja-JP" altLang="en-US" sz="1200">
                        <a:solidFill>
                          <a:schemeClr val="tx1"/>
                        </a:solidFill>
                        <a:latin typeface="Meiryo UI" panose="020B0604030504040204" pitchFamily="50" charset="-128"/>
                        <a:ea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200" kern="1200" baseline="0">
                          <a:solidFill>
                            <a:schemeClr val="dk1"/>
                          </a:solidFill>
                          <a:latin typeface="Meiryo UI" panose="020B0604030504040204" pitchFamily="50" charset="-128"/>
                          <a:ea typeface="Meiryo UI" panose="020B0604030504040204" pitchFamily="50" charset="-128"/>
                          <a:cs typeface="Arial" panose="020B0604020202020204" pitchFamily="34" charset="0"/>
                        </a:rPr>
                        <a:t>システムマトリクス関連データ確認</a:t>
                      </a:r>
                      <a:endParaRPr kumimoji="1" lang="en-US" altLang="ja-JP" sz="1200" kern="1200">
                        <a:solidFill>
                          <a:schemeClr val="dk1"/>
                        </a:solidFill>
                        <a:latin typeface="Meiryo UI" panose="020B0604030504040204" pitchFamily="50" charset="-128"/>
                        <a:ea typeface="Meiryo UI" panose="020B0604030504040204" pitchFamily="50" charset="-128"/>
                        <a:cs typeface="Arial" panose="020B0604020202020204" pitchFamily="34" charset="0"/>
                      </a:endParaRPr>
                    </a:p>
                  </a:txBody>
                  <a:tcPr marL="36000" marR="36000" marT="9525"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1200" dirty="0">
                          <a:solidFill>
                            <a:schemeClr val="tx1"/>
                          </a:solidFill>
                          <a:latin typeface="Meiryo UI" panose="020B0604030504040204" pitchFamily="50" charset="-128"/>
                          <a:ea typeface="Meiryo UI" panose="020B0604030504040204" pitchFamily="50" charset="-128"/>
                        </a:rPr>
                        <a:t>A list of system matrix relevant check issue</a:t>
                      </a:r>
                      <a:r>
                        <a:rPr lang="en-US" altLang="ja-JP" sz="1200" baseline="0" dirty="0">
                          <a:solidFill>
                            <a:schemeClr val="tx1"/>
                          </a:solidFill>
                          <a:latin typeface="Meiryo UI" panose="020B0604030504040204" pitchFamily="50" charset="-128"/>
                          <a:ea typeface="Meiryo UI" panose="020B0604030504040204" pitchFamily="50" charset="-128"/>
                        </a:rPr>
                        <a:t> by </a:t>
                      </a:r>
                      <a:r>
                        <a:rPr lang="en-US" altLang="ja-JP" sz="1200" dirty="0">
                          <a:solidFill>
                            <a:srgbClr val="0000FF"/>
                          </a:solidFill>
                          <a:latin typeface="Meiryo UI" panose="020B0604030504040204" pitchFamily="50" charset="-128"/>
                          <a:ea typeface="Meiryo UI" panose="020B0604030504040204" pitchFamily="50" charset="-128"/>
                          <a:cs typeface="Arial" pitchFamily="34" charset="0"/>
                        </a:rPr>
                        <a:t>Bosch</a:t>
                      </a:r>
                      <a:endParaRPr lang="en-US" altLang="ja-JP" sz="1200" dirty="0">
                        <a:solidFill>
                          <a:schemeClr val="tx1"/>
                        </a:solidFill>
                        <a:latin typeface="Meiryo UI" panose="020B0604030504040204" pitchFamily="50" charset="-128"/>
                        <a:ea typeface="Meiryo UI" panose="020B0604030504040204" pitchFamily="50" charset="-128"/>
                      </a:endParaRPr>
                    </a:p>
                  </a:txBody>
                  <a:tcPr marL="36000" marR="3600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r>
                        <a:rPr lang="en-US" altLang="ja-JP" sz="1100">
                          <a:latin typeface="Meiryo UI" panose="020B0604030504040204" pitchFamily="50" charset="-128"/>
                          <a:ea typeface="Meiryo UI" panose="020B0604030504040204" pitchFamily="50" charset="-128"/>
                        </a:rPr>
                        <a:t>Summary</a:t>
                      </a:r>
                      <a:r>
                        <a:rPr lang="ja-JP" altLang="en-US" sz="1100">
                          <a:latin typeface="Meiryo UI" panose="020B0604030504040204" pitchFamily="50" charset="-128"/>
                          <a:ea typeface="Meiryo UI" panose="020B0604030504040204" pitchFamily="50" charset="-128"/>
                        </a:rPr>
                        <a:t> </a:t>
                      </a:r>
                      <a:r>
                        <a:rPr lang="en-US" altLang="ja-JP" sz="1100">
                          <a:latin typeface="Meiryo UI" panose="020B0604030504040204" pitchFamily="50" charset="-128"/>
                          <a:ea typeface="Meiryo UI" panose="020B0604030504040204" pitchFamily="50" charset="-128"/>
                        </a:rPr>
                        <a:t>Report at the Expert</a:t>
                      </a:r>
                      <a:r>
                        <a:rPr lang="ja-JP" altLang="en-US" sz="1100">
                          <a:latin typeface="Meiryo UI" panose="020B0604030504040204" pitchFamily="50" charset="-128"/>
                          <a:ea typeface="Meiryo UI" panose="020B0604030504040204" pitchFamily="50" charset="-128"/>
                        </a:rPr>
                        <a:t> </a:t>
                      </a:r>
                      <a:r>
                        <a:rPr lang="en-US" altLang="ja-JP" sz="1100">
                          <a:latin typeface="Meiryo UI" panose="020B0604030504040204" pitchFamily="50" charset="-128"/>
                          <a:ea typeface="Meiryo UI" panose="020B0604030504040204" pitchFamily="50" charset="-128"/>
                        </a:rPr>
                        <a:t>meeting</a:t>
                      </a:r>
                      <a:endParaRPr lang="ja-JP" altLang="en-US" sz="1100">
                        <a:latin typeface="Meiryo UI" panose="020B0604030504040204" pitchFamily="50" charset="-128"/>
                        <a:ea typeface="Meiryo UI" panose="020B0604030504040204" pitchFamily="50" charset="-128"/>
                      </a:endParaRPr>
                    </a:p>
                  </a:txBody>
                  <a:tcPr marL="36000" marR="36000" marT="9525"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ja-JP" sz="1400">
                          <a:latin typeface="Meiryo UI" panose="020B0604030504040204" pitchFamily="50" charset="-128"/>
                          <a:ea typeface="Meiryo UI" panose="020B0604030504040204" pitchFamily="50" charset="-128"/>
                        </a:rPr>
                        <a:t>Yes</a:t>
                      </a:r>
                      <a:endParaRPr lang="ja-JP" altLang="en-US" sz="1400">
                        <a:latin typeface="Meiryo UI" panose="020B0604030504040204" pitchFamily="50" charset="-128"/>
                        <a:ea typeface="Meiryo UI" panose="020B0604030504040204" pitchFamily="50" charset="-128"/>
                      </a:endParaRPr>
                    </a:p>
                  </a:txBody>
                  <a:tcPr marL="36000" marR="36000" marT="9525"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Yes</a:t>
                      </a:r>
                      <a:endPar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endParaRPr>
                    </a:p>
                  </a:txBody>
                  <a:tcPr marL="36000" marR="3600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80363078"/>
                  </a:ext>
                </a:extLst>
              </a:tr>
              <a:tr h="368479">
                <a:tc>
                  <a:txBody>
                    <a:bodyPr/>
                    <a:lstStyle/>
                    <a:p>
                      <a:pPr algn="l"/>
                      <a:r>
                        <a:rPr lang="en-US" altLang="ja-JP" sz="1200">
                          <a:latin typeface="Meiryo UI" panose="020B0604030504040204" pitchFamily="50" charset="-128"/>
                          <a:ea typeface="Meiryo UI" panose="020B0604030504040204" pitchFamily="50" charset="-128"/>
                        </a:rPr>
                        <a:t>10.</a:t>
                      </a:r>
                      <a:r>
                        <a:rPr lang="ja-JP" altLang="en-US" sz="1200">
                          <a:latin typeface="Meiryo UI" panose="020B0604030504040204" pitchFamily="50" charset="-128"/>
                          <a:ea typeface="Meiryo UI" panose="020B0604030504040204" pitchFamily="50" charset="-128"/>
                        </a:rPr>
                        <a:t> </a:t>
                      </a:r>
                      <a:r>
                        <a:rPr lang="en-US" altLang="ja-JP" sz="1200">
                          <a:latin typeface="Meiryo UI" panose="020B0604030504040204" pitchFamily="50" charset="-128"/>
                          <a:ea typeface="Meiryo UI" panose="020B0604030504040204" pitchFamily="50" charset="-128"/>
                        </a:rPr>
                        <a:t>Monitoring function report</a:t>
                      </a:r>
                    </a:p>
                    <a:p>
                      <a:pPr algn="l"/>
                      <a:r>
                        <a:rPr lang="ja-JP" altLang="en-US" sz="1200">
                          <a:latin typeface="Meiryo UI" panose="020B0604030504040204" pitchFamily="50" charset="-128"/>
                          <a:ea typeface="Meiryo UI" panose="020B0604030504040204" pitchFamily="50" charset="-128"/>
                        </a:rPr>
                        <a:t>モニタリング機能レポート</a:t>
                      </a:r>
                    </a:p>
                  </a:txBody>
                  <a:tcPr marL="36000" marR="36000" marT="9525"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1200" dirty="0">
                          <a:latin typeface="Meiryo UI" panose="020B0604030504040204" pitchFamily="50" charset="-128"/>
                          <a:ea typeface="Meiryo UI" panose="020B0604030504040204" pitchFamily="50" charset="-128"/>
                        </a:rPr>
                        <a:t>Issue by</a:t>
                      </a:r>
                      <a:r>
                        <a:rPr lang="ja-JP" altLang="en-US" sz="1200" dirty="0">
                          <a:latin typeface="Meiryo UI" panose="020B0604030504040204" pitchFamily="50" charset="-128"/>
                          <a:ea typeface="Meiryo UI" panose="020B0604030504040204" pitchFamily="50" charset="-128"/>
                        </a:rPr>
                        <a:t> </a:t>
                      </a:r>
                      <a:r>
                        <a:rPr lang="en-US" altLang="ja-JP" sz="12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200" dirty="0">
                          <a:latin typeface="Meiryo UI" panose="020B0604030504040204" pitchFamily="50" charset="-128"/>
                          <a:ea typeface="Meiryo UI" panose="020B0604030504040204" pitchFamily="50" charset="-128"/>
                          <a:cs typeface="Arial" pitchFamily="34" charset="0"/>
                        </a:rPr>
                        <a:t> </a:t>
                      </a:r>
                      <a:r>
                        <a:rPr lang="en-US" altLang="ja-JP" sz="1200" dirty="0">
                          <a:latin typeface="Meiryo UI" panose="020B0604030504040204" pitchFamily="50" charset="-128"/>
                          <a:ea typeface="Meiryo UI" panose="020B0604030504040204" pitchFamily="50" charset="-128"/>
                        </a:rPr>
                        <a:t>PIC</a:t>
                      </a:r>
                      <a:endParaRPr lang="ja-JP" altLang="en-US" sz="1200" dirty="0">
                        <a:latin typeface="Meiryo UI" panose="020B0604030504040204" pitchFamily="50" charset="-128"/>
                        <a:ea typeface="Meiryo UI" panose="020B0604030504040204" pitchFamily="50" charset="-128"/>
                      </a:endParaRPr>
                    </a:p>
                  </a:txBody>
                  <a:tcPr marL="36000" marR="3600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r>
                        <a:rPr lang="en-US" altLang="ja-JP" sz="1100">
                          <a:latin typeface="Meiryo UI" panose="020B0604030504040204" pitchFamily="50" charset="-128"/>
                          <a:ea typeface="Meiryo UI" panose="020B0604030504040204" pitchFamily="50" charset="-128"/>
                        </a:rPr>
                        <a:t>Report at the Expert</a:t>
                      </a:r>
                      <a:r>
                        <a:rPr lang="ja-JP" altLang="en-US" sz="1100">
                          <a:latin typeface="Meiryo UI" panose="020B0604030504040204" pitchFamily="50" charset="-128"/>
                          <a:ea typeface="Meiryo UI" panose="020B0604030504040204" pitchFamily="50" charset="-128"/>
                        </a:rPr>
                        <a:t> </a:t>
                      </a:r>
                      <a:r>
                        <a:rPr lang="en-US" altLang="ja-JP" sz="1100">
                          <a:latin typeface="Meiryo UI" panose="020B0604030504040204" pitchFamily="50" charset="-128"/>
                          <a:ea typeface="Meiryo UI" panose="020B0604030504040204" pitchFamily="50" charset="-128"/>
                        </a:rPr>
                        <a:t>meeting</a:t>
                      </a:r>
                      <a:endParaRPr lang="ja-JP" altLang="en-US" sz="1100">
                        <a:latin typeface="Meiryo UI" panose="020B0604030504040204" pitchFamily="50" charset="-128"/>
                        <a:ea typeface="Meiryo UI" panose="020B0604030504040204" pitchFamily="50" charset="-128"/>
                      </a:endParaRPr>
                    </a:p>
                  </a:txBody>
                  <a:tcPr marL="36000" marR="36000" marT="9525"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r>
                        <a:rPr lang="en-US" altLang="ja-JP" sz="1400">
                          <a:latin typeface="Meiryo UI" panose="020B0604030504040204" pitchFamily="50" charset="-128"/>
                          <a:ea typeface="Meiryo UI" panose="020B0604030504040204" pitchFamily="50" charset="-128"/>
                        </a:rPr>
                        <a:t>Yes</a:t>
                      </a:r>
                      <a:endParaRPr lang="ja-JP" altLang="en-US" sz="1400">
                        <a:latin typeface="Meiryo UI" panose="020B0604030504040204" pitchFamily="50" charset="-128"/>
                        <a:ea typeface="Meiryo UI" panose="020B0604030504040204" pitchFamily="50" charset="-128"/>
                      </a:endParaRPr>
                    </a:p>
                  </a:txBody>
                  <a:tcPr marL="36000" marR="36000" marT="9525"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ja-JP" sz="1400">
                          <a:latin typeface="Meiryo UI" panose="020B0604030504040204" pitchFamily="50" charset="-128"/>
                          <a:ea typeface="Meiryo UI" panose="020B0604030504040204" pitchFamily="50" charset="-128"/>
                        </a:rPr>
                        <a:t>Yes</a:t>
                      </a:r>
                      <a:endParaRPr lang="ja-JP" altLang="en-US" sz="1400">
                        <a:latin typeface="Meiryo UI" panose="020B0604030504040204" pitchFamily="50" charset="-128"/>
                        <a:ea typeface="Meiryo UI" panose="020B0604030504040204" pitchFamily="50" charset="-128"/>
                      </a:endParaRPr>
                    </a:p>
                  </a:txBody>
                  <a:tcPr marL="36000" marR="3600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350400727"/>
                  </a:ext>
                </a:extLst>
              </a:tr>
              <a:tr h="448909">
                <a:tc>
                  <a:txBody>
                    <a:bodyPr/>
                    <a:lstStyle/>
                    <a:p>
                      <a:pPr algn="l"/>
                      <a:r>
                        <a:rPr lang="en-US" altLang="ja-JP" sz="1200">
                          <a:solidFill>
                            <a:schemeClr val="tx1"/>
                          </a:solidFill>
                          <a:latin typeface="Meiryo UI" panose="020B0604030504040204" pitchFamily="50" charset="-128"/>
                          <a:ea typeface="Meiryo UI" panose="020B0604030504040204" pitchFamily="50" charset="-128"/>
                        </a:rPr>
                        <a:t>11.</a:t>
                      </a:r>
                      <a:r>
                        <a:rPr lang="ja-JP" altLang="en-US" sz="1200">
                          <a:solidFill>
                            <a:schemeClr val="tx1"/>
                          </a:solidFill>
                          <a:latin typeface="Meiryo UI" panose="020B0604030504040204" pitchFamily="50" charset="-128"/>
                          <a:ea typeface="Meiryo UI" panose="020B0604030504040204" pitchFamily="50" charset="-128"/>
                        </a:rPr>
                        <a:t> </a:t>
                      </a:r>
                      <a:r>
                        <a:rPr lang="en-US" altLang="ja-JP" sz="1200">
                          <a:solidFill>
                            <a:schemeClr val="tx1"/>
                          </a:solidFill>
                          <a:latin typeface="Meiryo UI" panose="020B0604030504040204" pitchFamily="50" charset="-128"/>
                          <a:ea typeface="Meiryo UI" panose="020B0604030504040204" pitchFamily="50" charset="-128"/>
                        </a:rPr>
                        <a:t>Setting Concept Confirmation</a:t>
                      </a:r>
                    </a:p>
                    <a:p>
                      <a:pPr algn="l"/>
                      <a:r>
                        <a:rPr lang="ja-JP" altLang="en-US" sz="1200">
                          <a:solidFill>
                            <a:schemeClr val="tx1"/>
                          </a:solidFill>
                          <a:latin typeface="Meiryo UI" panose="020B0604030504040204" pitchFamily="50" charset="-128"/>
                          <a:ea typeface="Meiryo UI" panose="020B0604030504040204" pitchFamily="50" charset="-128"/>
                        </a:rPr>
                        <a:t>学習機能設定指針反映確認</a:t>
                      </a:r>
                    </a:p>
                  </a:txBody>
                  <a:tcPr marL="36000" marR="36000" marT="9525"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1200">
                          <a:solidFill>
                            <a:schemeClr val="tx1"/>
                          </a:solidFill>
                          <a:latin typeface="Meiryo UI" panose="020B0604030504040204" pitchFamily="50" charset="-128"/>
                          <a:ea typeface="Meiryo UI" panose="020B0604030504040204" pitchFamily="50" charset="-128"/>
                        </a:rPr>
                        <a:t>Completion Declaration of Setting Concept Reflection</a:t>
                      </a:r>
                      <a:endParaRPr lang="ja-JP" altLang="en-US" sz="1200">
                        <a:solidFill>
                          <a:schemeClr val="tx1"/>
                        </a:solidFill>
                        <a:latin typeface="Meiryo UI" panose="020B0604030504040204" pitchFamily="50" charset="-128"/>
                        <a:ea typeface="Meiryo UI" panose="020B0604030504040204" pitchFamily="50" charset="-128"/>
                      </a:endParaRPr>
                    </a:p>
                  </a:txBody>
                  <a:tcPr marL="36000" marR="3600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r>
                        <a:rPr lang="en-US" altLang="ja-JP" sz="1100">
                          <a:latin typeface="Meiryo UI" panose="020B0604030504040204" pitchFamily="50" charset="-128"/>
                          <a:ea typeface="Meiryo UI" panose="020B0604030504040204" pitchFamily="50" charset="-128"/>
                        </a:rPr>
                        <a:t>Report at the Expert</a:t>
                      </a:r>
                      <a:r>
                        <a:rPr lang="ja-JP" altLang="en-US" sz="1100">
                          <a:latin typeface="Meiryo UI" panose="020B0604030504040204" pitchFamily="50" charset="-128"/>
                          <a:ea typeface="Meiryo UI" panose="020B0604030504040204" pitchFamily="50" charset="-128"/>
                        </a:rPr>
                        <a:t> </a:t>
                      </a:r>
                      <a:r>
                        <a:rPr lang="en-US" altLang="ja-JP" sz="1100">
                          <a:latin typeface="Meiryo UI" panose="020B0604030504040204" pitchFamily="50" charset="-128"/>
                          <a:ea typeface="Meiryo UI" panose="020B0604030504040204" pitchFamily="50" charset="-128"/>
                        </a:rPr>
                        <a:t>meeting</a:t>
                      </a:r>
                      <a:endParaRPr lang="ja-JP" altLang="en-US" sz="1100">
                        <a:latin typeface="Meiryo UI" panose="020B0604030504040204" pitchFamily="50" charset="-128"/>
                        <a:ea typeface="Meiryo UI" panose="020B0604030504040204" pitchFamily="50" charset="-128"/>
                      </a:endParaRPr>
                    </a:p>
                  </a:txBody>
                  <a:tcPr marL="36000" marR="36000" marT="9525"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r>
                        <a:rPr lang="en-US" altLang="ja-JP" sz="1400" dirty="0">
                          <a:solidFill>
                            <a:schemeClr val="tx1"/>
                          </a:solidFill>
                          <a:latin typeface="Meiryo UI" panose="020B0604030504040204" pitchFamily="50" charset="-128"/>
                          <a:ea typeface="Meiryo UI" panose="020B0604030504040204" pitchFamily="50" charset="-128"/>
                        </a:rPr>
                        <a:t>Yes</a:t>
                      </a:r>
                    </a:p>
                  </a:txBody>
                  <a:tcPr marL="36000" marR="36000" marT="9525"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r>
                        <a:rPr lang="en-US" altLang="ja-JP" sz="1400" dirty="0">
                          <a:solidFill>
                            <a:schemeClr val="tx1"/>
                          </a:solidFill>
                          <a:latin typeface="Meiryo UI" panose="020B0604030504040204" pitchFamily="50" charset="-128"/>
                          <a:ea typeface="Meiryo UI" panose="020B0604030504040204" pitchFamily="50" charset="-128"/>
                        </a:rPr>
                        <a:t>Yes</a:t>
                      </a:r>
                    </a:p>
                  </a:txBody>
                  <a:tcPr marL="36000" marR="3600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953000390"/>
                  </a:ext>
                </a:extLst>
              </a:tr>
            </a:tbl>
          </a:graphicData>
        </a:graphic>
      </p:graphicFrame>
      <p:sp>
        <p:nvSpPr>
          <p:cNvPr id="10" name="Text Box 2"/>
          <p:cNvSpPr txBox="1">
            <a:spLocks noChangeArrowheads="1"/>
          </p:cNvSpPr>
          <p:nvPr/>
        </p:nvSpPr>
        <p:spPr bwMode="auto">
          <a:xfrm>
            <a:off x="250829" y="498851"/>
            <a:ext cx="4216732" cy="408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l" eaLnBrk="1" hangingPunct="1">
              <a:lnSpc>
                <a:spcPct val="130000"/>
              </a:lnSpc>
            </a:pPr>
            <a:r>
              <a:rPr lang="en-US" altLang="ja-JP" sz="1800" b="1" u="sng">
                <a:solidFill>
                  <a:srgbClr val="000000"/>
                </a:solidFill>
                <a:latin typeface="Meiryo UI" panose="020B0604030504040204" pitchFamily="50" charset="-128"/>
                <a:ea typeface="Meiryo UI" panose="020B0604030504040204" pitchFamily="50" charset="-128"/>
                <a:cs typeface="Arial" pitchFamily="34" charset="0"/>
              </a:rPr>
              <a:t>List of Reports of Expert Meeting</a:t>
            </a:r>
            <a:endParaRPr lang="ja-JP" altLang="en-US" sz="1800" b="1" u="sng">
              <a:solidFill>
                <a:srgbClr val="000000"/>
              </a:solidFill>
              <a:latin typeface="Meiryo UI" panose="020B0604030504040204" pitchFamily="50" charset="-128"/>
              <a:ea typeface="Meiryo UI" panose="020B0604030504040204" pitchFamily="50" charset="-128"/>
              <a:cs typeface="Arial" pitchFamily="34" charset="0"/>
            </a:endParaRPr>
          </a:p>
        </p:txBody>
      </p:sp>
      <p:sp>
        <p:nvSpPr>
          <p:cNvPr id="14" name="Text Box 2"/>
          <p:cNvSpPr txBox="1">
            <a:spLocks noChangeArrowheads="1"/>
          </p:cNvSpPr>
          <p:nvPr/>
        </p:nvSpPr>
        <p:spPr bwMode="auto">
          <a:xfrm>
            <a:off x="250829" y="96703"/>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2000">
                <a:solidFill>
                  <a:srgbClr val="FFFFFF"/>
                </a:solidFill>
                <a:latin typeface="Meiryo UI" panose="020B0604030504040204" pitchFamily="50" charset="-128"/>
                <a:ea typeface="Meiryo UI" panose="020B0604030504040204" pitchFamily="50" charset="-128"/>
                <a:cs typeface="Arial" pitchFamily="34" charset="0"/>
              </a:rPr>
              <a:t>19. Expert Meeting (3/5)</a:t>
            </a:r>
            <a:endParaRPr lang="en-US" altLang="ja-JP" sz="1100">
              <a:solidFill>
                <a:srgbClr val="FFFFFF"/>
              </a:solidFill>
              <a:latin typeface="HGPｺﾞｼｯｸE" pitchFamily="50" charset="-128"/>
              <a:ea typeface="HGPｺﾞｼｯｸE" pitchFamily="50" charset="-128"/>
              <a:cs typeface="Arial" pitchFamily="34" charset="0"/>
            </a:endParaRPr>
          </a:p>
        </p:txBody>
      </p:sp>
    </p:spTree>
    <p:extLst>
      <p:ext uri="{BB962C8B-B14F-4D97-AF65-F5344CB8AC3E}">
        <p14:creationId xmlns:p14="http://schemas.microsoft.com/office/powerpoint/2010/main" val="2892331287"/>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2"/>
          <p:cNvSpPr txBox="1">
            <a:spLocks noChangeArrowheads="1"/>
          </p:cNvSpPr>
          <p:nvPr/>
        </p:nvSpPr>
        <p:spPr bwMode="auto">
          <a:xfrm>
            <a:off x="250829" y="96703"/>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2000">
                <a:solidFill>
                  <a:srgbClr val="FFFFFF"/>
                </a:solidFill>
                <a:latin typeface="Meiryo UI" panose="020B0604030504040204" pitchFamily="50" charset="-128"/>
                <a:ea typeface="Meiryo UI" panose="020B0604030504040204" pitchFamily="50" charset="-128"/>
                <a:cs typeface="Arial" pitchFamily="34" charset="0"/>
              </a:rPr>
              <a:t>19. Expert Meeting (4/5)</a:t>
            </a:r>
            <a:endParaRPr lang="en-US" altLang="ja-JP" sz="1100">
              <a:solidFill>
                <a:srgbClr val="FFFFFF"/>
              </a:solidFill>
              <a:latin typeface="HGPｺﾞｼｯｸE" pitchFamily="50" charset="-128"/>
              <a:ea typeface="HGPｺﾞｼｯｸE" pitchFamily="50" charset="-128"/>
              <a:cs typeface="Arial" pitchFamily="34" charset="0"/>
            </a:endParaRPr>
          </a:p>
        </p:txBody>
      </p:sp>
      <p:graphicFrame>
        <p:nvGraphicFramePr>
          <p:cNvPr id="2" name="表 2">
            <a:extLst>
              <a:ext uri="{FF2B5EF4-FFF2-40B4-BE49-F238E27FC236}">
                <a16:creationId xmlns:a16="http://schemas.microsoft.com/office/drawing/2014/main" id="{3F7AAB80-ED56-4B49-9CD1-F47D788E847B}"/>
              </a:ext>
            </a:extLst>
          </p:cNvPr>
          <p:cNvGraphicFramePr>
            <a:graphicFrameLocks noGrp="1"/>
          </p:cNvGraphicFramePr>
          <p:nvPr>
            <p:extLst>
              <p:ext uri="{D42A27DB-BD31-4B8C-83A1-F6EECF244321}">
                <p14:modId xmlns:p14="http://schemas.microsoft.com/office/powerpoint/2010/main" val="2058857243"/>
              </p:ext>
            </p:extLst>
          </p:nvPr>
        </p:nvGraphicFramePr>
        <p:xfrm>
          <a:off x="250829" y="1110765"/>
          <a:ext cx="8748000" cy="5455416"/>
        </p:xfrm>
        <a:graphic>
          <a:graphicData uri="http://schemas.openxmlformats.org/drawingml/2006/table">
            <a:tbl>
              <a:tblPr firstRow="1" bandRow="1">
                <a:tableStyleId>{5940675A-B579-460E-94D1-54222C63F5DA}</a:tableStyleId>
              </a:tblPr>
              <a:tblGrid>
                <a:gridCol w="6084000">
                  <a:extLst>
                    <a:ext uri="{9D8B030D-6E8A-4147-A177-3AD203B41FA5}">
                      <a16:colId xmlns:a16="http://schemas.microsoft.com/office/drawing/2014/main" val="3292792813"/>
                    </a:ext>
                  </a:extLst>
                </a:gridCol>
                <a:gridCol w="1332000">
                  <a:extLst>
                    <a:ext uri="{9D8B030D-6E8A-4147-A177-3AD203B41FA5}">
                      <a16:colId xmlns:a16="http://schemas.microsoft.com/office/drawing/2014/main" val="792832928"/>
                    </a:ext>
                  </a:extLst>
                </a:gridCol>
                <a:gridCol w="1332000">
                  <a:extLst>
                    <a:ext uri="{9D8B030D-6E8A-4147-A177-3AD203B41FA5}">
                      <a16:colId xmlns:a16="http://schemas.microsoft.com/office/drawing/2014/main" val="683923867"/>
                    </a:ext>
                  </a:extLst>
                </a:gridCol>
              </a:tblGrid>
              <a:tr h="290287">
                <a:tc>
                  <a:txBody>
                    <a:bodyPr/>
                    <a:lstStyle/>
                    <a:p>
                      <a:endParaRPr kumimoji="1" lang="ja-JP" altLang="en-US" sz="1400">
                        <a:latin typeface="Meiryo UI" panose="020B0604030504040204" pitchFamily="50" charset="-128"/>
                        <a:ea typeface="Meiryo UI" panose="020B0604030504040204" pitchFamily="50" charset="-128"/>
                      </a:endParaRPr>
                    </a:p>
                  </a:txBody>
                  <a:tcPr/>
                </a:tc>
                <a:tc>
                  <a:txBody>
                    <a:bodyPr/>
                    <a:lstStyle/>
                    <a:p>
                      <a:pPr algn="ctr"/>
                      <a:r>
                        <a:rPr kumimoji="1" lang="en-US" altLang="ja-JP" sz="1400">
                          <a:latin typeface="Meiryo UI" panose="020B0604030504040204" pitchFamily="50" charset="-128"/>
                          <a:ea typeface="Meiryo UI" panose="020B0604030504040204" pitchFamily="50" charset="-128"/>
                        </a:rPr>
                        <a:t>MP0</a:t>
                      </a:r>
                      <a:endParaRPr kumimoji="1" lang="ja-JP" altLang="en-US" sz="1400">
                        <a:latin typeface="Meiryo UI" panose="020B0604030504040204" pitchFamily="50" charset="-128"/>
                        <a:ea typeface="Meiryo UI" panose="020B0604030504040204" pitchFamily="50" charset="-128"/>
                      </a:endParaRPr>
                    </a:p>
                  </a:txBody>
                  <a:tcPr/>
                </a:tc>
                <a:tc>
                  <a:txBody>
                    <a:bodyPr/>
                    <a:lstStyle/>
                    <a:p>
                      <a:pPr algn="ctr"/>
                      <a:r>
                        <a:rPr kumimoji="1" lang="en-US" altLang="ja-JP" sz="1400">
                          <a:latin typeface="Meiryo UI" panose="020B0604030504040204" pitchFamily="50" charset="-128"/>
                          <a:ea typeface="Meiryo UI" panose="020B0604030504040204" pitchFamily="50" charset="-128"/>
                        </a:rPr>
                        <a:t>MP1 or Later</a:t>
                      </a:r>
                      <a:endParaRPr kumimoji="1" lang="ja-JP" altLang="en-US" sz="1400">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3926245657"/>
                  </a:ext>
                </a:extLst>
              </a:tr>
              <a:tr h="514287">
                <a:tc>
                  <a:txBody>
                    <a:bodyPr/>
                    <a:lstStyle/>
                    <a:p>
                      <a:r>
                        <a:rPr lang="en-US" altLang="ja-JP" sz="1400">
                          <a:solidFill>
                            <a:srgbClr val="000000"/>
                          </a:solidFill>
                          <a:latin typeface="Meiryo UI" panose="020B0604030504040204" pitchFamily="50" charset="-128"/>
                          <a:ea typeface="Meiryo UI" panose="020B0604030504040204" pitchFamily="50" charset="-128"/>
                        </a:rPr>
                        <a:t>1. </a:t>
                      </a: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rPr>
                        <a:t>Purpose, </a:t>
                      </a:r>
                      <a:r>
                        <a:rPr lang="en-US" altLang="ja-JP" sz="1400">
                          <a:solidFill>
                            <a:srgbClr val="000000"/>
                          </a:solidFill>
                          <a:latin typeface="Meiryo UI" panose="020B0604030504040204" pitchFamily="50" charset="-128"/>
                          <a:ea typeface="Meiryo UI" panose="020B0604030504040204" pitchFamily="50" charset="-128"/>
                        </a:rPr>
                        <a:t>background, why data change is needed</a:t>
                      </a:r>
                      <a:endParaRPr kumimoji="1" lang="ja-JP" altLang="en-US" sz="1400">
                        <a:solidFill>
                          <a:schemeClr val="tx1"/>
                        </a:solidFill>
                        <a:latin typeface="Meiryo UI" panose="020B0604030504040204" pitchFamily="50" charset="-128"/>
                        <a:ea typeface="Meiryo UI" panose="020B0604030504040204" pitchFamily="50" charset="-128"/>
                      </a:endParaRPr>
                    </a:p>
                  </a:txBody>
                  <a:tcPr anchor="ctr"/>
                </a:tc>
                <a:tc>
                  <a:txBody>
                    <a:bodyPr/>
                    <a:lstStyle/>
                    <a:p>
                      <a:pPr algn="ctr"/>
                      <a:r>
                        <a:rPr kumimoji="1" lang="ja-JP" altLang="en-US" sz="1400">
                          <a:latin typeface="Meiryo UI" panose="020B0604030504040204" pitchFamily="50" charset="-128"/>
                          <a:ea typeface="Meiryo UI" panose="020B0604030504040204" pitchFamily="50" charset="-128"/>
                        </a:rPr>
                        <a:t>〇</a:t>
                      </a:r>
                    </a:p>
                  </a:txBody>
                  <a:tcPr anchor="ctr"/>
                </a:tc>
                <a:tc>
                  <a:txBody>
                    <a:bodyPr/>
                    <a:lstStyle/>
                    <a:p>
                      <a:pPr algn="ctr"/>
                      <a:r>
                        <a:rPr kumimoji="1" lang="ja-JP" altLang="en-US" sz="1400">
                          <a:latin typeface="Meiryo UI" panose="020B0604030504040204" pitchFamily="50" charset="-128"/>
                          <a:ea typeface="Meiryo UI" panose="020B0604030504040204" pitchFamily="50" charset="-128"/>
                        </a:rPr>
                        <a:t>〇</a:t>
                      </a:r>
                    </a:p>
                  </a:txBody>
                  <a:tcPr anchor="ctr"/>
                </a:tc>
                <a:extLst>
                  <a:ext uri="{0D108BD9-81ED-4DB2-BD59-A6C34878D82A}">
                    <a16:rowId xmlns:a16="http://schemas.microsoft.com/office/drawing/2014/main" val="3377292504"/>
                  </a:ext>
                </a:extLst>
              </a:tr>
              <a:tr h="514287">
                <a:tc>
                  <a:txBody>
                    <a:bodyPr/>
                    <a:lstStyle/>
                    <a:p>
                      <a:r>
                        <a:rPr lang="en-US" altLang="ja-JP" sz="1400">
                          <a:solidFill>
                            <a:srgbClr val="000000"/>
                          </a:solidFill>
                          <a:latin typeface="Meiryo UI" panose="020B0604030504040204" pitchFamily="50" charset="-128"/>
                          <a:ea typeface="Meiryo UI" panose="020B0604030504040204" pitchFamily="50" charset="-128"/>
                        </a:rPr>
                        <a:t>2. Goal</a:t>
                      </a:r>
                      <a:endParaRPr kumimoji="1" lang="ja-JP" altLang="en-US" sz="1400">
                        <a:solidFill>
                          <a:schemeClr val="tx1"/>
                        </a:solidFill>
                        <a:latin typeface="Meiryo UI" panose="020B0604030504040204" pitchFamily="50" charset="-128"/>
                        <a:ea typeface="Meiryo UI" panose="020B0604030504040204" pitchFamily="50" charset="-128"/>
                      </a:endParaRPr>
                    </a:p>
                  </a:txBody>
                  <a:tcPr anchor="ctr"/>
                </a:tc>
                <a:tc>
                  <a:txBody>
                    <a:bodyPr/>
                    <a:lstStyle/>
                    <a:p>
                      <a:pPr algn="ctr"/>
                      <a:r>
                        <a:rPr kumimoji="1" lang="ja-JP" altLang="en-US" sz="1400">
                          <a:latin typeface="Meiryo UI" panose="020B0604030504040204" pitchFamily="50" charset="-128"/>
                          <a:ea typeface="Meiryo UI" panose="020B0604030504040204" pitchFamily="50" charset="-128"/>
                        </a:rPr>
                        <a:t>〇</a:t>
                      </a:r>
                    </a:p>
                  </a:txBody>
                  <a:tcPr anchor="ctr"/>
                </a:tc>
                <a:tc>
                  <a:txBody>
                    <a:bodyPr/>
                    <a:lstStyle/>
                    <a:p>
                      <a:pPr algn="ctr"/>
                      <a:r>
                        <a:rPr kumimoji="1" lang="ja-JP" altLang="en-US" sz="1400">
                          <a:latin typeface="Meiryo UI" panose="020B0604030504040204" pitchFamily="50" charset="-128"/>
                          <a:ea typeface="Meiryo UI" panose="020B0604030504040204" pitchFamily="50" charset="-128"/>
                        </a:rPr>
                        <a:t>〇</a:t>
                      </a:r>
                    </a:p>
                  </a:txBody>
                  <a:tcPr anchor="ctr"/>
                </a:tc>
                <a:extLst>
                  <a:ext uri="{0D108BD9-81ED-4DB2-BD59-A6C34878D82A}">
                    <a16:rowId xmlns:a16="http://schemas.microsoft.com/office/drawing/2014/main" val="1987739720"/>
                  </a:ext>
                </a:extLst>
              </a:tr>
              <a:tr h="514287">
                <a:tc>
                  <a:txBody>
                    <a:bodyPr/>
                    <a:lstStyle/>
                    <a:p>
                      <a:r>
                        <a:rPr lang="en-US" altLang="ja-JP" sz="1400">
                          <a:solidFill>
                            <a:srgbClr val="000000"/>
                          </a:solidFill>
                          <a:latin typeface="Meiryo UI" panose="020B0604030504040204" pitchFamily="50" charset="-128"/>
                          <a:ea typeface="Meiryo UI" panose="020B0604030504040204" pitchFamily="50" charset="-128"/>
                        </a:rPr>
                        <a:t>3. OK criteria and HW or other limitation</a:t>
                      </a:r>
                      <a:endParaRPr kumimoji="1" lang="ja-JP" altLang="en-US" sz="1400">
                        <a:solidFill>
                          <a:schemeClr val="tx1"/>
                        </a:solidFill>
                        <a:latin typeface="Meiryo UI" panose="020B0604030504040204" pitchFamily="50" charset="-128"/>
                        <a:ea typeface="Meiryo UI" panose="020B0604030504040204" pitchFamily="50" charset="-128"/>
                      </a:endParaRPr>
                    </a:p>
                  </a:txBody>
                  <a:tcPr anchor="ctr"/>
                </a:tc>
                <a:tc>
                  <a:txBody>
                    <a:bodyPr/>
                    <a:lstStyle/>
                    <a:p>
                      <a:pPr algn="ctr"/>
                      <a:r>
                        <a:rPr kumimoji="1" lang="ja-JP" altLang="en-US" sz="1400">
                          <a:latin typeface="Meiryo UI" panose="020B0604030504040204" pitchFamily="50" charset="-128"/>
                          <a:ea typeface="Meiryo UI" panose="020B0604030504040204" pitchFamily="50" charset="-128"/>
                        </a:rPr>
                        <a:t>〇</a:t>
                      </a:r>
                    </a:p>
                  </a:txBody>
                  <a:tcPr anchor="ctr"/>
                </a:tc>
                <a:tc>
                  <a:txBody>
                    <a:bodyPr/>
                    <a:lstStyle/>
                    <a:p>
                      <a:pPr algn="ctr"/>
                      <a:r>
                        <a:rPr kumimoji="1" lang="ja-JP" altLang="en-US" sz="1400">
                          <a:latin typeface="Meiryo UI" panose="020B0604030504040204" pitchFamily="50" charset="-128"/>
                          <a:ea typeface="Meiryo UI" panose="020B0604030504040204" pitchFamily="50" charset="-128"/>
                        </a:rPr>
                        <a:t>〇</a:t>
                      </a:r>
                    </a:p>
                  </a:txBody>
                  <a:tcPr anchor="ctr"/>
                </a:tc>
                <a:extLst>
                  <a:ext uri="{0D108BD9-81ED-4DB2-BD59-A6C34878D82A}">
                    <a16:rowId xmlns:a16="http://schemas.microsoft.com/office/drawing/2014/main" val="1509469270"/>
                  </a:ext>
                </a:extLst>
              </a:tr>
              <a:tr h="514287">
                <a:tc>
                  <a:txBody>
                    <a:bodyPr/>
                    <a:lstStyle/>
                    <a:p>
                      <a:r>
                        <a:rPr lang="en-US" altLang="ja-JP" sz="1400">
                          <a:solidFill>
                            <a:srgbClr val="000000"/>
                          </a:solidFill>
                          <a:latin typeface="Meiryo UI" panose="020B0604030504040204" pitchFamily="50" charset="-128"/>
                          <a:ea typeface="Meiryo UI" panose="020B0604030504040204" pitchFamily="50" charset="-128"/>
                        </a:rPr>
                        <a:t>4. Verification result including side impact</a:t>
                      </a:r>
                      <a:endParaRPr kumimoji="1" lang="ja-JP" altLang="en-US" sz="1400">
                        <a:solidFill>
                          <a:schemeClr val="tx1"/>
                        </a:solidFill>
                        <a:latin typeface="Meiryo UI" panose="020B0604030504040204" pitchFamily="50" charset="-128"/>
                        <a:ea typeface="Meiryo UI" panose="020B0604030504040204" pitchFamily="50" charset="-128"/>
                      </a:endParaRPr>
                    </a:p>
                  </a:txBody>
                  <a:tcPr anchor="ctr"/>
                </a:tc>
                <a:tc>
                  <a:txBody>
                    <a:bodyPr/>
                    <a:lstStyle/>
                    <a:p>
                      <a:pPr algn="ctr"/>
                      <a:r>
                        <a:rPr kumimoji="1" lang="ja-JP" altLang="en-US" sz="1400">
                          <a:latin typeface="Meiryo UI" panose="020B0604030504040204" pitchFamily="50" charset="-128"/>
                          <a:ea typeface="Meiryo UI" panose="020B0604030504040204" pitchFamily="50" charset="-128"/>
                        </a:rPr>
                        <a:t>〇</a:t>
                      </a:r>
                    </a:p>
                  </a:txBody>
                  <a:tcPr anchor="ctr"/>
                </a:tc>
                <a:tc>
                  <a:txBody>
                    <a:bodyPr/>
                    <a:lstStyle/>
                    <a:p>
                      <a:pPr algn="ctr"/>
                      <a:r>
                        <a:rPr kumimoji="1" lang="ja-JP" altLang="en-US" sz="1400">
                          <a:latin typeface="Meiryo UI" panose="020B0604030504040204" pitchFamily="50" charset="-128"/>
                          <a:ea typeface="Meiryo UI" panose="020B0604030504040204" pitchFamily="50" charset="-128"/>
                        </a:rPr>
                        <a:t>〇</a:t>
                      </a:r>
                    </a:p>
                  </a:txBody>
                  <a:tcPr anchor="ctr"/>
                </a:tc>
                <a:extLst>
                  <a:ext uri="{0D108BD9-81ED-4DB2-BD59-A6C34878D82A}">
                    <a16:rowId xmlns:a16="http://schemas.microsoft.com/office/drawing/2014/main" val="3566798504"/>
                  </a:ext>
                </a:extLst>
              </a:tr>
              <a:tr h="51428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400">
                          <a:solidFill>
                            <a:srgbClr val="000000"/>
                          </a:solidFill>
                          <a:latin typeface="Meiryo UI" panose="020B0604030504040204" pitchFamily="50" charset="-128"/>
                          <a:ea typeface="Meiryo UI" panose="020B0604030504040204" pitchFamily="50" charset="-128"/>
                        </a:rPr>
                        <a:t>5. behavior comparison between previous MPx</a:t>
                      </a:r>
                    </a:p>
                  </a:txBody>
                  <a:tcPr anchor="ctr"/>
                </a:tc>
                <a:tc>
                  <a:txBody>
                    <a:bodyPr/>
                    <a:lstStyle/>
                    <a:p>
                      <a:pPr algn="ctr"/>
                      <a:r>
                        <a:rPr kumimoji="1" lang="ja-JP" altLang="en-US" sz="1400">
                          <a:latin typeface="Meiryo UI" panose="020B0604030504040204" pitchFamily="50" charset="-128"/>
                          <a:ea typeface="Meiryo UI" panose="020B0604030504040204" pitchFamily="50" charset="-128"/>
                        </a:rPr>
                        <a:t>〇</a:t>
                      </a:r>
                      <a:r>
                        <a:rPr kumimoji="1" lang="en-US" altLang="ja-JP" sz="1400">
                          <a:latin typeface="Meiryo UI" panose="020B0604030504040204" pitchFamily="50" charset="-128"/>
                          <a:ea typeface="Meiryo UI" panose="020B0604030504040204" pitchFamily="50" charset="-128"/>
                        </a:rPr>
                        <a:t>※</a:t>
                      </a:r>
                    </a:p>
                    <a:p>
                      <a:pPr algn="ctr"/>
                      <a:r>
                        <a:rPr kumimoji="1" lang="en-US" altLang="ja-JP" sz="1100">
                          <a:latin typeface="Meiryo UI" panose="020B0604030504040204" pitchFamily="50" charset="-128"/>
                          <a:ea typeface="Meiryo UI" panose="020B0604030504040204" pitchFamily="50" charset="-128"/>
                        </a:rPr>
                        <a:t>(Previous</a:t>
                      </a:r>
                      <a:r>
                        <a:rPr kumimoji="1" lang="ja-JP" altLang="en-US" sz="1100">
                          <a:latin typeface="Meiryo UI" panose="020B0604030504040204" pitchFamily="50" charset="-128"/>
                          <a:ea typeface="Meiryo UI" panose="020B0604030504040204" pitchFamily="50" charset="-128"/>
                        </a:rPr>
                        <a:t> </a:t>
                      </a:r>
                      <a:r>
                        <a:rPr kumimoji="1" lang="en-US" altLang="ja-JP" sz="1100">
                          <a:latin typeface="Meiryo UI" panose="020B0604030504040204" pitchFamily="50" charset="-128"/>
                          <a:ea typeface="Meiryo UI" panose="020B0604030504040204" pitchFamily="50" charset="-128"/>
                        </a:rPr>
                        <a:t>Model)</a:t>
                      </a:r>
                      <a:endParaRPr kumimoji="1" lang="ja-JP" altLang="en-US" sz="1100">
                        <a:latin typeface="Meiryo UI" panose="020B0604030504040204" pitchFamily="50" charset="-128"/>
                        <a:ea typeface="Meiryo UI" panose="020B0604030504040204" pitchFamily="50" charset="-128"/>
                      </a:endParaRPr>
                    </a:p>
                  </a:txBody>
                  <a:tcPr anchor="ctr"/>
                </a:tc>
                <a:tc>
                  <a:txBody>
                    <a:bodyPr/>
                    <a:lstStyle/>
                    <a:p>
                      <a:pPr algn="ctr"/>
                      <a:r>
                        <a:rPr kumimoji="1" lang="ja-JP" altLang="en-US" sz="1400">
                          <a:latin typeface="Meiryo UI" panose="020B0604030504040204" pitchFamily="50" charset="-128"/>
                          <a:ea typeface="Meiryo UI" panose="020B0604030504040204" pitchFamily="50" charset="-128"/>
                        </a:rPr>
                        <a:t>〇</a:t>
                      </a:r>
                    </a:p>
                  </a:txBody>
                  <a:tcPr anchor="ctr"/>
                </a:tc>
                <a:extLst>
                  <a:ext uri="{0D108BD9-81ED-4DB2-BD59-A6C34878D82A}">
                    <a16:rowId xmlns:a16="http://schemas.microsoft.com/office/drawing/2014/main" val="1485590372"/>
                  </a:ext>
                </a:extLst>
              </a:tr>
              <a:tr h="514287">
                <a:tc>
                  <a:txBody>
                    <a:bodyPr/>
                    <a:lstStyle/>
                    <a:p>
                      <a:pPr lvl="0" algn="l">
                        <a:spcBef>
                          <a:spcPts val="300"/>
                        </a:spcBef>
                        <a:defRPr/>
                      </a:pPr>
                      <a:r>
                        <a:rPr lang="en-US" altLang="ja-JP" sz="1400">
                          <a:solidFill>
                            <a:srgbClr val="000000"/>
                          </a:solidFill>
                          <a:latin typeface="Meiryo UI" panose="020B0604030504040204" pitchFamily="50" charset="-128"/>
                          <a:ea typeface="Meiryo UI" panose="020B0604030504040204" pitchFamily="50" charset="-128"/>
                        </a:rPr>
                        <a:t>6. dataset comparison with previous MPx to see which area is changed</a:t>
                      </a:r>
                      <a:endParaRPr lang="en-US" altLang="ja-JP" sz="1400">
                        <a:solidFill>
                          <a:schemeClr val="tx1"/>
                        </a:solidFill>
                        <a:latin typeface="Meiryo UI" panose="020B0604030504040204" pitchFamily="50" charset="-128"/>
                        <a:ea typeface="Meiryo UI" panose="020B0604030504040204" pitchFamily="50" charset="-128"/>
                      </a:endParaRPr>
                    </a:p>
                  </a:txBody>
                  <a:tcPr anchor="ctr"/>
                </a:tc>
                <a:tc>
                  <a:txBody>
                    <a:bodyPr/>
                    <a:lstStyle/>
                    <a:p>
                      <a:pPr algn="ctr"/>
                      <a:r>
                        <a:rPr kumimoji="1" lang="ja-JP" altLang="en-US" sz="1400">
                          <a:latin typeface="Meiryo UI" panose="020B0604030504040204" pitchFamily="50" charset="-128"/>
                          <a:ea typeface="Meiryo UI" panose="020B0604030504040204" pitchFamily="50" charset="-128"/>
                        </a:rPr>
                        <a:t>〇</a:t>
                      </a:r>
                      <a:r>
                        <a:rPr kumimoji="1" lang="en-US" altLang="ja-JP" sz="1400">
                          <a:latin typeface="Meiryo UI" panose="020B0604030504040204" pitchFamily="50" charset="-128"/>
                          <a:ea typeface="Meiryo UI" panose="020B0604030504040204" pitchFamily="50" charset="-128"/>
                        </a:rPr>
                        <a:t>※</a:t>
                      </a:r>
                    </a:p>
                    <a:p>
                      <a:pPr algn="ctr"/>
                      <a:r>
                        <a:rPr kumimoji="1" lang="en-US" altLang="ja-JP" sz="1100">
                          <a:latin typeface="Meiryo UI" panose="020B0604030504040204" pitchFamily="50" charset="-128"/>
                          <a:ea typeface="Meiryo UI" panose="020B0604030504040204" pitchFamily="50" charset="-128"/>
                        </a:rPr>
                        <a:t>(Previous</a:t>
                      </a:r>
                      <a:r>
                        <a:rPr kumimoji="1" lang="ja-JP" altLang="en-US" sz="1100">
                          <a:latin typeface="Meiryo UI" panose="020B0604030504040204" pitchFamily="50" charset="-128"/>
                          <a:ea typeface="Meiryo UI" panose="020B0604030504040204" pitchFamily="50" charset="-128"/>
                        </a:rPr>
                        <a:t> </a:t>
                      </a:r>
                      <a:r>
                        <a:rPr kumimoji="1" lang="en-US" altLang="ja-JP" sz="1100">
                          <a:latin typeface="Meiryo UI" panose="020B0604030504040204" pitchFamily="50" charset="-128"/>
                          <a:ea typeface="Meiryo UI" panose="020B0604030504040204" pitchFamily="50" charset="-128"/>
                        </a:rPr>
                        <a:t>Model)</a:t>
                      </a:r>
                      <a:endParaRPr kumimoji="1" lang="ja-JP" altLang="en-US" sz="1100">
                        <a:latin typeface="Meiryo UI" panose="020B0604030504040204" pitchFamily="50" charset="-128"/>
                        <a:ea typeface="Meiryo UI" panose="020B0604030504040204" pitchFamily="50" charset="-128"/>
                      </a:endParaRPr>
                    </a:p>
                  </a:txBody>
                  <a:tcPr anchor="ctr"/>
                </a:tc>
                <a:tc>
                  <a:txBody>
                    <a:bodyPr/>
                    <a:lstStyle/>
                    <a:p>
                      <a:pPr algn="ctr"/>
                      <a:r>
                        <a:rPr kumimoji="1" lang="ja-JP" altLang="en-US" sz="1400">
                          <a:latin typeface="Meiryo UI" panose="020B0604030504040204" pitchFamily="50" charset="-128"/>
                          <a:ea typeface="Meiryo UI" panose="020B0604030504040204" pitchFamily="50" charset="-128"/>
                        </a:rPr>
                        <a:t>〇</a:t>
                      </a:r>
                    </a:p>
                  </a:txBody>
                  <a:tcPr anchor="ctr"/>
                </a:tc>
                <a:extLst>
                  <a:ext uri="{0D108BD9-81ED-4DB2-BD59-A6C34878D82A}">
                    <a16:rowId xmlns:a16="http://schemas.microsoft.com/office/drawing/2014/main" val="326824532"/>
                  </a:ext>
                </a:extLst>
              </a:tr>
              <a:tr h="514287">
                <a:tc>
                  <a:txBody>
                    <a:bodyPr/>
                    <a:lstStyle/>
                    <a:p>
                      <a:pPr lvl="0" algn="l">
                        <a:defRPr/>
                      </a:pPr>
                      <a:r>
                        <a:rPr lang="en-US" altLang="ja-JP" sz="1400">
                          <a:solidFill>
                            <a:srgbClr val="000000"/>
                          </a:solidFill>
                          <a:latin typeface="Meiryo UI" panose="020B0604030504040204" pitchFamily="50" charset="-128"/>
                          <a:ea typeface="Meiryo UI" panose="020B0604030504040204" pitchFamily="50" charset="-128"/>
                        </a:rPr>
                        <a:t>7. side impact verification with all related W/P and signature of related W/P PIC or team leader</a:t>
                      </a:r>
                    </a:p>
                  </a:txBody>
                  <a:tcPr anchor="ctr"/>
                </a:tc>
                <a:tc>
                  <a:txBody>
                    <a:bodyPr/>
                    <a:lstStyle/>
                    <a:p>
                      <a:pPr algn="ctr"/>
                      <a:r>
                        <a:rPr kumimoji="1" lang="ja-JP" altLang="en-US" sz="1400">
                          <a:latin typeface="Meiryo UI" panose="020B0604030504040204" pitchFamily="50" charset="-128"/>
                          <a:ea typeface="Meiryo UI" panose="020B0604030504040204" pitchFamily="50" charset="-128"/>
                        </a:rPr>
                        <a:t>〇</a:t>
                      </a:r>
                    </a:p>
                  </a:txBody>
                  <a:tcPr anchor="ctr"/>
                </a:tc>
                <a:tc>
                  <a:txBody>
                    <a:bodyPr/>
                    <a:lstStyle/>
                    <a:p>
                      <a:pPr algn="ctr"/>
                      <a:r>
                        <a:rPr kumimoji="1" lang="ja-JP" altLang="en-US" sz="1400">
                          <a:latin typeface="Meiryo UI" panose="020B0604030504040204" pitchFamily="50" charset="-128"/>
                          <a:ea typeface="Meiryo UI" panose="020B0604030504040204" pitchFamily="50" charset="-128"/>
                        </a:rPr>
                        <a:t>〇</a:t>
                      </a:r>
                    </a:p>
                  </a:txBody>
                  <a:tcPr anchor="ctr"/>
                </a:tc>
                <a:extLst>
                  <a:ext uri="{0D108BD9-81ED-4DB2-BD59-A6C34878D82A}">
                    <a16:rowId xmlns:a16="http://schemas.microsoft.com/office/drawing/2014/main" val="1261847771"/>
                  </a:ext>
                </a:extLst>
              </a:tr>
              <a:tr h="514287">
                <a:tc>
                  <a:txBody>
                    <a:bodyPr/>
                    <a:lstStyle/>
                    <a:p>
                      <a:r>
                        <a:rPr lang="en-US" altLang="ja-JP" sz="1400">
                          <a:solidFill>
                            <a:srgbClr val="000000"/>
                          </a:solidFill>
                          <a:latin typeface="Meiryo UI" panose="020B0604030504040204" pitchFamily="50" charset="-128"/>
                          <a:ea typeface="Meiryo UI" panose="020B0604030504040204" pitchFamily="50" charset="-128"/>
                        </a:rPr>
                        <a:t>8. variant list</a:t>
                      </a:r>
                      <a:endParaRPr kumimoji="1" lang="ja-JP" altLang="en-US" sz="1400">
                        <a:solidFill>
                          <a:schemeClr val="tx1"/>
                        </a:solidFill>
                        <a:latin typeface="Meiryo UI" panose="020B0604030504040204" pitchFamily="50" charset="-128"/>
                        <a:ea typeface="Meiryo UI" panose="020B0604030504040204" pitchFamily="50" charset="-128"/>
                      </a:endParaRPr>
                    </a:p>
                  </a:txBody>
                  <a:tcPr anchor="ctr"/>
                </a:tc>
                <a:tc>
                  <a:txBody>
                    <a:bodyPr/>
                    <a:lstStyle/>
                    <a:p>
                      <a:pPr algn="ctr"/>
                      <a:r>
                        <a:rPr kumimoji="1" lang="ja-JP" altLang="en-US" sz="1400">
                          <a:latin typeface="Meiryo UI" panose="020B0604030504040204" pitchFamily="50" charset="-128"/>
                          <a:ea typeface="Meiryo UI" panose="020B0604030504040204" pitchFamily="50" charset="-128"/>
                        </a:rPr>
                        <a:t>〇</a:t>
                      </a:r>
                    </a:p>
                  </a:txBody>
                  <a:tcPr anchor="ctr"/>
                </a:tc>
                <a:tc>
                  <a:txBody>
                    <a:bodyPr/>
                    <a:lstStyle/>
                    <a:p>
                      <a:pPr algn="ctr"/>
                      <a:r>
                        <a:rPr kumimoji="1" lang="ja-JP" altLang="en-US" sz="1400">
                          <a:latin typeface="Meiryo UI" panose="020B0604030504040204" pitchFamily="50" charset="-128"/>
                          <a:ea typeface="Meiryo UI" panose="020B0604030504040204" pitchFamily="50" charset="-128"/>
                        </a:rPr>
                        <a:t>〇</a:t>
                      </a:r>
                    </a:p>
                  </a:txBody>
                  <a:tcPr anchor="ctr"/>
                </a:tc>
                <a:extLst>
                  <a:ext uri="{0D108BD9-81ED-4DB2-BD59-A6C34878D82A}">
                    <a16:rowId xmlns:a16="http://schemas.microsoft.com/office/drawing/2014/main" val="1814496356"/>
                  </a:ext>
                </a:extLst>
              </a:tr>
              <a:tr h="514287">
                <a:tc>
                  <a:txBody>
                    <a:bodyPr/>
                    <a:lstStyle/>
                    <a:p>
                      <a:r>
                        <a:rPr lang="en-US" altLang="ja-JP" sz="1400">
                          <a:solidFill>
                            <a:srgbClr val="000000"/>
                          </a:solidFill>
                          <a:latin typeface="Meiryo UI" panose="020B0604030504040204" pitchFamily="50" charset="-128"/>
                          <a:ea typeface="Meiryo UI" panose="020B0604030504040204" pitchFamily="50" charset="-128"/>
                        </a:rPr>
                        <a:t>9. conclusion</a:t>
                      </a:r>
                      <a:endParaRPr kumimoji="1" lang="ja-JP" altLang="en-US" sz="1400">
                        <a:solidFill>
                          <a:schemeClr val="tx1"/>
                        </a:solidFill>
                        <a:latin typeface="Meiryo UI" panose="020B0604030504040204" pitchFamily="50" charset="-128"/>
                        <a:ea typeface="Meiryo UI" panose="020B0604030504040204" pitchFamily="50" charset="-128"/>
                      </a:endParaRPr>
                    </a:p>
                  </a:txBody>
                  <a:tcPr anchor="ctr"/>
                </a:tc>
                <a:tc>
                  <a:txBody>
                    <a:bodyPr/>
                    <a:lstStyle/>
                    <a:p>
                      <a:pPr algn="ctr"/>
                      <a:r>
                        <a:rPr kumimoji="1" lang="ja-JP" altLang="en-US" sz="1400">
                          <a:latin typeface="Meiryo UI" panose="020B0604030504040204" pitchFamily="50" charset="-128"/>
                          <a:ea typeface="Meiryo UI" panose="020B0604030504040204" pitchFamily="50" charset="-128"/>
                        </a:rPr>
                        <a:t>〇</a:t>
                      </a:r>
                    </a:p>
                  </a:txBody>
                  <a:tcPr anchor="ctr"/>
                </a:tc>
                <a:tc>
                  <a:txBody>
                    <a:bodyPr/>
                    <a:lstStyle/>
                    <a:p>
                      <a:pPr algn="ctr"/>
                      <a:r>
                        <a:rPr kumimoji="1" lang="ja-JP" altLang="en-US" sz="1400">
                          <a:latin typeface="Meiryo UI" panose="020B0604030504040204" pitchFamily="50" charset="-128"/>
                          <a:ea typeface="Meiryo UI" panose="020B0604030504040204" pitchFamily="50" charset="-128"/>
                        </a:rPr>
                        <a:t>〇</a:t>
                      </a:r>
                    </a:p>
                  </a:txBody>
                  <a:tcPr anchor="ctr"/>
                </a:tc>
                <a:extLst>
                  <a:ext uri="{0D108BD9-81ED-4DB2-BD59-A6C34878D82A}">
                    <a16:rowId xmlns:a16="http://schemas.microsoft.com/office/drawing/2014/main" val="2514733433"/>
                  </a:ext>
                </a:extLst>
              </a:tr>
              <a:tr h="514287">
                <a:tc>
                  <a:txBody>
                    <a:bodyPr/>
                    <a:lstStyle/>
                    <a:p>
                      <a:r>
                        <a:rPr lang="en-US" altLang="ja-JP" sz="1400">
                          <a:solidFill>
                            <a:srgbClr val="000000"/>
                          </a:solidFill>
                          <a:latin typeface="Meiryo UI" panose="020B0604030504040204" pitchFamily="50" charset="-128"/>
                          <a:ea typeface="Meiryo UI" panose="020B0604030504040204" pitchFamily="50" charset="-128"/>
                        </a:rPr>
                        <a:t>10. open item, until when, what will be done</a:t>
                      </a:r>
                      <a:endParaRPr kumimoji="1" lang="ja-JP" altLang="en-US" sz="1400">
                        <a:solidFill>
                          <a:schemeClr val="tx1"/>
                        </a:solidFill>
                        <a:latin typeface="Meiryo UI" panose="020B0604030504040204" pitchFamily="50" charset="-128"/>
                        <a:ea typeface="Meiryo UI" panose="020B0604030504040204" pitchFamily="50" charset="-128"/>
                      </a:endParaRPr>
                    </a:p>
                  </a:txBody>
                  <a:tcPr anchor="ctr"/>
                </a:tc>
                <a:tc>
                  <a:txBody>
                    <a:bodyPr/>
                    <a:lstStyle/>
                    <a:p>
                      <a:pPr algn="ctr"/>
                      <a:r>
                        <a:rPr kumimoji="1" lang="ja-JP" altLang="en-US" sz="1400">
                          <a:latin typeface="Meiryo UI" panose="020B0604030504040204" pitchFamily="50" charset="-128"/>
                          <a:ea typeface="Meiryo UI" panose="020B0604030504040204" pitchFamily="50" charset="-128"/>
                        </a:rPr>
                        <a:t>〇</a:t>
                      </a:r>
                    </a:p>
                  </a:txBody>
                  <a:tcPr anchor="ctr"/>
                </a:tc>
                <a:tc>
                  <a:txBody>
                    <a:bodyPr/>
                    <a:lstStyle/>
                    <a:p>
                      <a:pPr algn="ctr"/>
                      <a:r>
                        <a:rPr kumimoji="1" lang="ja-JP" altLang="en-US" sz="1400">
                          <a:latin typeface="Meiryo UI" panose="020B0604030504040204" pitchFamily="50" charset="-128"/>
                          <a:ea typeface="Meiryo UI" panose="020B0604030504040204" pitchFamily="50" charset="-128"/>
                        </a:rPr>
                        <a:t>〇</a:t>
                      </a:r>
                    </a:p>
                  </a:txBody>
                  <a:tcPr anchor="ctr"/>
                </a:tc>
                <a:extLst>
                  <a:ext uri="{0D108BD9-81ED-4DB2-BD59-A6C34878D82A}">
                    <a16:rowId xmlns:a16="http://schemas.microsoft.com/office/drawing/2014/main" val="90628205"/>
                  </a:ext>
                </a:extLst>
              </a:tr>
            </a:tbl>
          </a:graphicData>
        </a:graphic>
      </p:graphicFrame>
      <p:sp>
        <p:nvSpPr>
          <p:cNvPr id="8" name="テキスト ボックス 7">
            <a:extLst>
              <a:ext uri="{FF2B5EF4-FFF2-40B4-BE49-F238E27FC236}">
                <a16:creationId xmlns:a16="http://schemas.microsoft.com/office/drawing/2014/main" id="{A8BED1E3-73DC-42DD-8D10-30FE864C88DB}"/>
              </a:ext>
            </a:extLst>
          </p:cNvPr>
          <p:cNvSpPr txBox="1"/>
          <p:nvPr/>
        </p:nvSpPr>
        <p:spPr>
          <a:xfrm>
            <a:off x="0" y="532326"/>
            <a:ext cx="7630935" cy="584775"/>
          </a:xfrm>
          <a:prstGeom prst="rect">
            <a:avLst/>
          </a:prstGeom>
          <a:noFill/>
        </p:spPr>
        <p:txBody>
          <a:bodyPr wrap="none" rtlCol="0">
            <a:spAutoFit/>
          </a:bodyPr>
          <a:lstStyle/>
          <a:p>
            <a:pPr algn="l">
              <a:defRPr/>
            </a:pPr>
            <a:r>
              <a:rPr lang="en-US" altLang="ja-JP" sz="1800" b="1" u="sng">
                <a:solidFill>
                  <a:srgbClr val="000000"/>
                </a:solidFill>
                <a:latin typeface="Meiryo UI" panose="020B0604030504040204" pitchFamily="50" charset="-128"/>
                <a:ea typeface="Meiryo UI" panose="020B0604030504040204" pitchFamily="50" charset="-128"/>
              </a:rPr>
              <a:t>Contents of Calibration W/P R</a:t>
            </a:r>
            <a:r>
              <a:rPr lang="en-US" altLang="ja-JP" sz="1800" b="1" u="sng">
                <a:latin typeface="Meiryo UI" panose="020B0604030504040204" pitchFamily="50" charset="-128"/>
                <a:ea typeface="Meiryo UI" panose="020B0604030504040204" pitchFamily="50" charset="-128"/>
              </a:rPr>
              <a:t>eport</a:t>
            </a:r>
            <a:endParaRPr lang="en-US" altLang="ja-JP" sz="1800" b="1" u="sng">
              <a:solidFill>
                <a:srgbClr val="000000"/>
              </a:solidFill>
              <a:latin typeface="Meiryo UI" panose="020B0604030504040204" pitchFamily="50" charset="-128"/>
              <a:ea typeface="Meiryo UI" panose="020B0604030504040204" pitchFamily="50" charset="-128"/>
            </a:endParaRPr>
          </a:p>
          <a:p>
            <a:pPr lvl="0" algn="l">
              <a:defRPr/>
            </a:pPr>
            <a:r>
              <a:rPr lang="ja-JP" altLang="en-US" sz="1400">
                <a:solidFill>
                  <a:srgbClr val="000000"/>
                </a:solidFill>
                <a:latin typeface="Meiryo UI" panose="020B0604030504040204" pitchFamily="50" charset="-128"/>
                <a:ea typeface="Meiryo UI" panose="020B0604030504040204" pitchFamily="50" charset="-128"/>
              </a:rPr>
              <a:t>   ・</a:t>
            </a:r>
            <a:r>
              <a:rPr lang="en-US" altLang="ja-JP" sz="1400">
                <a:solidFill>
                  <a:srgbClr val="000000"/>
                </a:solidFill>
                <a:latin typeface="Meiryo UI" panose="020B0604030504040204" pitchFamily="50" charset="-128"/>
                <a:ea typeface="Meiryo UI" panose="020B0604030504040204" pitchFamily="50" charset="-128"/>
              </a:rPr>
              <a:t>Calibration W/P report is performing report required at the time of each MP issue. </a:t>
            </a:r>
            <a:endParaRPr lang="en-US" altLang="ja-JP" sz="1400">
              <a:latin typeface="Meiryo UI" panose="020B0604030504040204" pitchFamily="50" charset="-128"/>
              <a:ea typeface="Meiryo UI" panose="020B0604030504040204" pitchFamily="50" charset="-128"/>
            </a:endParaRPr>
          </a:p>
        </p:txBody>
      </p:sp>
      <p:sp>
        <p:nvSpPr>
          <p:cNvPr id="11" name="テキスト ボックス 10">
            <a:extLst>
              <a:ext uri="{FF2B5EF4-FFF2-40B4-BE49-F238E27FC236}">
                <a16:creationId xmlns:a16="http://schemas.microsoft.com/office/drawing/2014/main" id="{3120EBE2-0349-4B81-A12F-E1C3E9B2D7BF}"/>
              </a:ext>
            </a:extLst>
          </p:cNvPr>
          <p:cNvSpPr txBox="1"/>
          <p:nvPr/>
        </p:nvSpPr>
        <p:spPr>
          <a:xfrm>
            <a:off x="3815467" y="6553647"/>
            <a:ext cx="5160387" cy="307777"/>
          </a:xfrm>
          <a:prstGeom prst="rect">
            <a:avLst/>
          </a:prstGeom>
          <a:noFill/>
        </p:spPr>
        <p:txBody>
          <a:bodyPr wrap="none">
            <a:spAutoFit/>
          </a:bodyPr>
          <a:lstStyle/>
          <a:p>
            <a:pPr algn="l"/>
            <a:r>
              <a:rPr lang="en-US" altLang="ja-JP" sz="1400">
                <a:latin typeface="Meiryo UI" panose="020B0604030504040204" pitchFamily="50" charset="-128"/>
                <a:ea typeface="Meiryo UI" panose="020B0604030504040204" pitchFamily="50" charset="-128"/>
              </a:rPr>
              <a:t>※</a:t>
            </a:r>
            <a:r>
              <a:rPr lang="ja-JP" altLang="en-US" sz="1400">
                <a:latin typeface="Meiryo UI" panose="020B0604030504040204" pitchFamily="50" charset="-128"/>
                <a:ea typeface="Meiryo UI" panose="020B0604030504040204" pitchFamily="50" charset="-128"/>
              </a:rPr>
              <a:t>Not required for new models without a previous model</a:t>
            </a:r>
          </a:p>
        </p:txBody>
      </p:sp>
    </p:spTree>
    <p:extLst>
      <p:ext uri="{BB962C8B-B14F-4D97-AF65-F5344CB8AC3E}">
        <p14:creationId xmlns:p14="http://schemas.microsoft.com/office/powerpoint/2010/main" val="2019517543"/>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2"/>
          <p:cNvSpPr txBox="1">
            <a:spLocks noChangeArrowheads="1"/>
          </p:cNvSpPr>
          <p:nvPr/>
        </p:nvSpPr>
        <p:spPr bwMode="auto">
          <a:xfrm>
            <a:off x="250829" y="96703"/>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2000">
                <a:solidFill>
                  <a:srgbClr val="FFFFFF"/>
                </a:solidFill>
                <a:latin typeface="Meiryo UI" panose="020B0604030504040204" pitchFamily="50" charset="-128"/>
                <a:ea typeface="Meiryo UI" panose="020B0604030504040204" pitchFamily="50" charset="-128"/>
                <a:cs typeface="Arial" pitchFamily="34" charset="0"/>
              </a:rPr>
              <a:t>19. Expert Meeting (5/5)</a:t>
            </a:r>
            <a:endParaRPr lang="en-US" altLang="ja-JP" sz="1100">
              <a:solidFill>
                <a:srgbClr val="FFFFFF"/>
              </a:solidFill>
              <a:latin typeface="HGPｺﾞｼｯｸE" pitchFamily="50" charset="-128"/>
              <a:ea typeface="HGPｺﾞｼｯｸE" pitchFamily="50" charset="-128"/>
              <a:cs typeface="Arial" pitchFamily="34" charset="0"/>
            </a:endParaRPr>
          </a:p>
        </p:txBody>
      </p:sp>
      <p:graphicFrame>
        <p:nvGraphicFramePr>
          <p:cNvPr id="2" name="表 2">
            <a:extLst>
              <a:ext uri="{FF2B5EF4-FFF2-40B4-BE49-F238E27FC236}">
                <a16:creationId xmlns:a16="http://schemas.microsoft.com/office/drawing/2014/main" id="{3F7AAB80-ED56-4B49-9CD1-F47D788E847B}"/>
              </a:ext>
            </a:extLst>
          </p:cNvPr>
          <p:cNvGraphicFramePr>
            <a:graphicFrameLocks noGrp="1"/>
          </p:cNvGraphicFramePr>
          <p:nvPr>
            <p:extLst>
              <p:ext uri="{D42A27DB-BD31-4B8C-83A1-F6EECF244321}">
                <p14:modId xmlns:p14="http://schemas.microsoft.com/office/powerpoint/2010/main" val="1483261541"/>
              </p:ext>
            </p:extLst>
          </p:nvPr>
        </p:nvGraphicFramePr>
        <p:xfrm>
          <a:off x="250829" y="1110766"/>
          <a:ext cx="8748000" cy="5443108"/>
        </p:xfrm>
        <a:graphic>
          <a:graphicData uri="http://schemas.openxmlformats.org/drawingml/2006/table">
            <a:tbl>
              <a:tblPr firstRow="1" bandRow="1">
                <a:tableStyleId>{5940675A-B579-460E-94D1-54222C63F5DA}</a:tableStyleId>
              </a:tblPr>
              <a:tblGrid>
                <a:gridCol w="6084000">
                  <a:extLst>
                    <a:ext uri="{9D8B030D-6E8A-4147-A177-3AD203B41FA5}">
                      <a16:colId xmlns:a16="http://schemas.microsoft.com/office/drawing/2014/main" val="3292792813"/>
                    </a:ext>
                  </a:extLst>
                </a:gridCol>
                <a:gridCol w="1332000">
                  <a:extLst>
                    <a:ext uri="{9D8B030D-6E8A-4147-A177-3AD203B41FA5}">
                      <a16:colId xmlns:a16="http://schemas.microsoft.com/office/drawing/2014/main" val="792832928"/>
                    </a:ext>
                  </a:extLst>
                </a:gridCol>
                <a:gridCol w="1332000">
                  <a:extLst>
                    <a:ext uri="{9D8B030D-6E8A-4147-A177-3AD203B41FA5}">
                      <a16:colId xmlns:a16="http://schemas.microsoft.com/office/drawing/2014/main" val="683923867"/>
                    </a:ext>
                  </a:extLst>
                </a:gridCol>
              </a:tblGrid>
              <a:tr h="296921">
                <a:tc>
                  <a:txBody>
                    <a:bodyPr/>
                    <a:lstStyle/>
                    <a:p>
                      <a:endParaRPr kumimoji="1" lang="ja-JP" altLang="en-US" sz="1400">
                        <a:latin typeface="Meiryo UI" panose="020B0604030504040204" pitchFamily="50" charset="-128"/>
                        <a:ea typeface="Meiryo UI" panose="020B0604030504040204" pitchFamily="50" charset="-128"/>
                      </a:endParaRPr>
                    </a:p>
                  </a:txBody>
                  <a:tcPr/>
                </a:tc>
                <a:tc>
                  <a:txBody>
                    <a:bodyPr/>
                    <a:lstStyle/>
                    <a:p>
                      <a:pPr algn="ctr"/>
                      <a:r>
                        <a:rPr kumimoji="1" lang="en-US" altLang="ja-JP" sz="1400">
                          <a:latin typeface="Meiryo UI" panose="020B0604030504040204" pitchFamily="50" charset="-128"/>
                          <a:ea typeface="Meiryo UI" panose="020B0604030504040204" pitchFamily="50" charset="-128"/>
                        </a:rPr>
                        <a:t>MP0</a:t>
                      </a:r>
                      <a:endParaRPr kumimoji="1" lang="ja-JP" altLang="en-US" sz="1400">
                        <a:latin typeface="Meiryo UI" panose="020B0604030504040204" pitchFamily="50" charset="-128"/>
                        <a:ea typeface="Meiryo UI" panose="020B0604030504040204" pitchFamily="50" charset="-128"/>
                      </a:endParaRPr>
                    </a:p>
                  </a:txBody>
                  <a:tcPr/>
                </a:tc>
                <a:tc>
                  <a:txBody>
                    <a:bodyPr/>
                    <a:lstStyle/>
                    <a:p>
                      <a:pPr algn="ctr"/>
                      <a:r>
                        <a:rPr kumimoji="1" lang="en-US" altLang="ja-JP" sz="1400">
                          <a:latin typeface="Meiryo UI" panose="020B0604030504040204" pitchFamily="50" charset="-128"/>
                          <a:ea typeface="Meiryo UI" panose="020B0604030504040204" pitchFamily="50" charset="-128"/>
                        </a:rPr>
                        <a:t>MP1 or Later</a:t>
                      </a:r>
                      <a:endParaRPr kumimoji="1" lang="ja-JP" altLang="en-US" sz="1400">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3926245657"/>
                  </a:ext>
                </a:extLst>
              </a:tr>
              <a:tr h="507986">
                <a:tc>
                  <a:txBody>
                    <a:bodyPr/>
                    <a:lstStyle/>
                    <a:p>
                      <a:r>
                        <a:rPr kumimoji="1" lang="en-US" altLang="ja-JP" sz="1400">
                          <a:solidFill>
                            <a:schemeClr val="tx1"/>
                          </a:solidFill>
                          <a:latin typeface="Meiryo UI" panose="020B0604030504040204" pitchFamily="50" charset="-128"/>
                          <a:ea typeface="Meiryo UI" panose="020B0604030504040204" pitchFamily="50" charset="-128"/>
                        </a:rPr>
                        <a:t>1.</a:t>
                      </a:r>
                      <a:r>
                        <a:rPr lang="en-US" altLang="ja-JP" sz="1400">
                          <a:solidFill>
                            <a:schemeClr val="tx1"/>
                          </a:solidFill>
                          <a:latin typeface="Meiryo UI" panose="020B0604030504040204" pitchFamily="50" charset="-128"/>
                          <a:ea typeface="Meiryo UI" panose="020B0604030504040204" pitchFamily="50" charset="-128"/>
                        </a:rPr>
                        <a:t> </a:t>
                      </a:r>
                      <a:r>
                        <a:rPr lang="ja-JP" altLang="en-US" sz="1400">
                          <a:solidFill>
                            <a:schemeClr val="tx1"/>
                          </a:solidFill>
                          <a:latin typeface="Meiryo UI" panose="020B0604030504040204" pitchFamily="50" charset="-128"/>
                          <a:ea typeface="Meiryo UI" panose="020B0604030504040204" pitchFamily="50" charset="-128"/>
                        </a:rPr>
                        <a:t>目的、背景、変更が必要な理由</a:t>
                      </a:r>
                      <a:endParaRPr kumimoji="1" lang="ja-JP" altLang="en-US" sz="1400">
                        <a:solidFill>
                          <a:schemeClr val="tx1"/>
                        </a:solidFill>
                        <a:latin typeface="Meiryo UI" panose="020B0604030504040204" pitchFamily="50" charset="-128"/>
                        <a:ea typeface="Meiryo UI" panose="020B0604030504040204" pitchFamily="50" charset="-128"/>
                      </a:endParaRPr>
                    </a:p>
                  </a:txBody>
                  <a:tcPr anchor="ctr"/>
                </a:tc>
                <a:tc>
                  <a:txBody>
                    <a:bodyPr/>
                    <a:lstStyle/>
                    <a:p>
                      <a:pPr algn="ctr"/>
                      <a:r>
                        <a:rPr kumimoji="1" lang="ja-JP" altLang="en-US" sz="1400">
                          <a:latin typeface="Meiryo UI" panose="020B0604030504040204" pitchFamily="50" charset="-128"/>
                          <a:ea typeface="Meiryo UI" panose="020B0604030504040204" pitchFamily="50" charset="-128"/>
                        </a:rPr>
                        <a:t>〇</a:t>
                      </a:r>
                    </a:p>
                  </a:txBody>
                  <a:tcPr anchor="ctr"/>
                </a:tc>
                <a:tc>
                  <a:txBody>
                    <a:bodyPr/>
                    <a:lstStyle/>
                    <a:p>
                      <a:pPr algn="ctr"/>
                      <a:r>
                        <a:rPr kumimoji="1" lang="ja-JP" altLang="en-US" sz="1400">
                          <a:latin typeface="Meiryo UI" panose="020B0604030504040204" pitchFamily="50" charset="-128"/>
                          <a:ea typeface="Meiryo UI" panose="020B0604030504040204" pitchFamily="50" charset="-128"/>
                        </a:rPr>
                        <a:t>〇</a:t>
                      </a:r>
                    </a:p>
                  </a:txBody>
                  <a:tcPr anchor="ctr"/>
                </a:tc>
                <a:extLst>
                  <a:ext uri="{0D108BD9-81ED-4DB2-BD59-A6C34878D82A}">
                    <a16:rowId xmlns:a16="http://schemas.microsoft.com/office/drawing/2014/main" val="3377292504"/>
                  </a:ext>
                </a:extLst>
              </a:tr>
              <a:tr h="507986">
                <a:tc>
                  <a:txBody>
                    <a:bodyPr/>
                    <a:lstStyle/>
                    <a:p>
                      <a:r>
                        <a:rPr lang="en-US" altLang="ja-JP" sz="1400">
                          <a:solidFill>
                            <a:schemeClr val="tx1"/>
                          </a:solidFill>
                          <a:latin typeface="Meiryo UI" panose="020B0604030504040204" pitchFamily="50" charset="-128"/>
                          <a:ea typeface="Meiryo UI" panose="020B0604030504040204" pitchFamily="50" charset="-128"/>
                        </a:rPr>
                        <a:t>2. </a:t>
                      </a:r>
                      <a:r>
                        <a:rPr lang="ja-JP" altLang="en-US" sz="1400">
                          <a:solidFill>
                            <a:schemeClr val="tx1"/>
                          </a:solidFill>
                          <a:latin typeface="Meiryo UI" panose="020B0604030504040204" pitchFamily="50" charset="-128"/>
                          <a:ea typeface="Meiryo UI" panose="020B0604030504040204" pitchFamily="50" charset="-128"/>
                        </a:rPr>
                        <a:t>適合内容の説明およびデータ設定の設定指針</a:t>
                      </a:r>
                      <a:endParaRPr kumimoji="1" lang="ja-JP" altLang="en-US" sz="1400">
                        <a:solidFill>
                          <a:schemeClr val="tx1"/>
                        </a:solidFill>
                        <a:latin typeface="Meiryo UI" panose="020B0604030504040204" pitchFamily="50" charset="-128"/>
                        <a:ea typeface="Meiryo UI" panose="020B0604030504040204" pitchFamily="50" charset="-128"/>
                      </a:endParaRPr>
                    </a:p>
                  </a:txBody>
                  <a:tcPr anchor="ctr"/>
                </a:tc>
                <a:tc>
                  <a:txBody>
                    <a:bodyPr/>
                    <a:lstStyle/>
                    <a:p>
                      <a:pPr algn="ctr"/>
                      <a:r>
                        <a:rPr kumimoji="1" lang="ja-JP" altLang="en-US" sz="1400">
                          <a:latin typeface="Meiryo UI" panose="020B0604030504040204" pitchFamily="50" charset="-128"/>
                          <a:ea typeface="Meiryo UI" panose="020B0604030504040204" pitchFamily="50" charset="-128"/>
                        </a:rPr>
                        <a:t>〇</a:t>
                      </a:r>
                    </a:p>
                  </a:txBody>
                  <a:tcPr anchor="ctr"/>
                </a:tc>
                <a:tc>
                  <a:txBody>
                    <a:bodyPr/>
                    <a:lstStyle/>
                    <a:p>
                      <a:pPr algn="ctr"/>
                      <a:r>
                        <a:rPr kumimoji="1" lang="ja-JP" altLang="en-US" sz="1400">
                          <a:latin typeface="Meiryo UI" panose="020B0604030504040204" pitchFamily="50" charset="-128"/>
                          <a:ea typeface="Meiryo UI" panose="020B0604030504040204" pitchFamily="50" charset="-128"/>
                        </a:rPr>
                        <a:t>〇</a:t>
                      </a:r>
                    </a:p>
                  </a:txBody>
                  <a:tcPr anchor="ctr"/>
                </a:tc>
                <a:extLst>
                  <a:ext uri="{0D108BD9-81ED-4DB2-BD59-A6C34878D82A}">
                    <a16:rowId xmlns:a16="http://schemas.microsoft.com/office/drawing/2014/main" val="1987739720"/>
                  </a:ext>
                </a:extLst>
              </a:tr>
              <a:tr h="507986">
                <a:tc>
                  <a:txBody>
                    <a:bodyPr/>
                    <a:lstStyle/>
                    <a:p>
                      <a:r>
                        <a:rPr lang="en-US" altLang="ja-JP" sz="1400">
                          <a:solidFill>
                            <a:schemeClr val="tx1"/>
                          </a:solidFill>
                          <a:latin typeface="Meiryo UI" panose="020B0604030504040204" pitchFamily="50" charset="-128"/>
                          <a:ea typeface="Meiryo UI" panose="020B0604030504040204" pitchFamily="50" charset="-128"/>
                        </a:rPr>
                        <a:t>3. </a:t>
                      </a:r>
                      <a:r>
                        <a:rPr lang="ja-JP" altLang="en-US" sz="1400">
                          <a:solidFill>
                            <a:schemeClr val="tx1"/>
                          </a:solidFill>
                          <a:latin typeface="Meiryo UI" panose="020B0604030504040204" pitchFamily="50" charset="-128"/>
                          <a:ea typeface="Meiryo UI" panose="020B0604030504040204" pitchFamily="50" charset="-128"/>
                        </a:rPr>
                        <a:t>判定基準と</a:t>
                      </a:r>
                      <a:r>
                        <a:rPr lang="en-US" altLang="ja-JP" sz="1400">
                          <a:solidFill>
                            <a:schemeClr val="tx1"/>
                          </a:solidFill>
                          <a:latin typeface="Meiryo UI" panose="020B0604030504040204" pitchFamily="50" charset="-128"/>
                          <a:ea typeface="Meiryo UI" panose="020B0604030504040204" pitchFamily="50" charset="-128"/>
                        </a:rPr>
                        <a:t>HW</a:t>
                      </a:r>
                      <a:r>
                        <a:rPr lang="ja-JP" altLang="en-US" sz="1400">
                          <a:solidFill>
                            <a:schemeClr val="tx1"/>
                          </a:solidFill>
                          <a:latin typeface="Meiryo UI" panose="020B0604030504040204" pitchFamily="50" charset="-128"/>
                          <a:ea typeface="Meiryo UI" panose="020B0604030504040204" pitchFamily="50" charset="-128"/>
                        </a:rPr>
                        <a:t>の限界設定説明</a:t>
                      </a:r>
                      <a:endParaRPr kumimoji="1" lang="ja-JP" altLang="en-US" sz="1400">
                        <a:solidFill>
                          <a:schemeClr val="tx1"/>
                        </a:solidFill>
                        <a:latin typeface="Meiryo UI" panose="020B0604030504040204" pitchFamily="50" charset="-128"/>
                        <a:ea typeface="Meiryo UI" panose="020B0604030504040204" pitchFamily="50" charset="-128"/>
                      </a:endParaRPr>
                    </a:p>
                  </a:txBody>
                  <a:tcPr anchor="ctr"/>
                </a:tc>
                <a:tc>
                  <a:txBody>
                    <a:bodyPr/>
                    <a:lstStyle/>
                    <a:p>
                      <a:pPr algn="ctr"/>
                      <a:r>
                        <a:rPr kumimoji="1" lang="ja-JP" altLang="en-US" sz="1400">
                          <a:latin typeface="Meiryo UI" panose="020B0604030504040204" pitchFamily="50" charset="-128"/>
                          <a:ea typeface="Meiryo UI" panose="020B0604030504040204" pitchFamily="50" charset="-128"/>
                        </a:rPr>
                        <a:t>〇</a:t>
                      </a:r>
                    </a:p>
                  </a:txBody>
                  <a:tcPr anchor="ctr"/>
                </a:tc>
                <a:tc>
                  <a:txBody>
                    <a:bodyPr/>
                    <a:lstStyle/>
                    <a:p>
                      <a:pPr algn="ctr"/>
                      <a:r>
                        <a:rPr kumimoji="1" lang="ja-JP" altLang="en-US" sz="1400">
                          <a:latin typeface="Meiryo UI" panose="020B0604030504040204" pitchFamily="50" charset="-128"/>
                          <a:ea typeface="Meiryo UI" panose="020B0604030504040204" pitchFamily="50" charset="-128"/>
                        </a:rPr>
                        <a:t>〇</a:t>
                      </a:r>
                    </a:p>
                  </a:txBody>
                  <a:tcPr anchor="ctr"/>
                </a:tc>
                <a:extLst>
                  <a:ext uri="{0D108BD9-81ED-4DB2-BD59-A6C34878D82A}">
                    <a16:rowId xmlns:a16="http://schemas.microsoft.com/office/drawing/2014/main" val="1509469270"/>
                  </a:ext>
                </a:extLst>
              </a:tr>
              <a:tr h="507986">
                <a:tc>
                  <a:txBody>
                    <a:bodyPr/>
                    <a:lstStyle/>
                    <a:p>
                      <a:r>
                        <a:rPr lang="en-US" altLang="ja-JP" sz="1400">
                          <a:solidFill>
                            <a:schemeClr val="tx1"/>
                          </a:solidFill>
                          <a:latin typeface="Meiryo UI" panose="020B0604030504040204" pitchFamily="50" charset="-128"/>
                          <a:ea typeface="Meiryo UI" panose="020B0604030504040204" pitchFamily="50" charset="-128"/>
                        </a:rPr>
                        <a:t>4.</a:t>
                      </a:r>
                      <a:r>
                        <a:rPr lang="ja-JP" altLang="en-US" sz="1400">
                          <a:solidFill>
                            <a:schemeClr val="tx1"/>
                          </a:solidFill>
                          <a:latin typeface="Meiryo UI" panose="020B0604030504040204" pitchFamily="50" charset="-128"/>
                          <a:ea typeface="Meiryo UI" panose="020B0604030504040204" pitchFamily="50" charset="-128"/>
                        </a:rPr>
                        <a:t> 検証結果の報告、他影響の検証結果も含むこと</a:t>
                      </a:r>
                      <a:endParaRPr kumimoji="1" lang="ja-JP" altLang="en-US" sz="1400">
                        <a:solidFill>
                          <a:schemeClr val="tx1"/>
                        </a:solidFill>
                        <a:latin typeface="Meiryo UI" panose="020B0604030504040204" pitchFamily="50" charset="-128"/>
                        <a:ea typeface="Meiryo UI" panose="020B0604030504040204" pitchFamily="50" charset="-128"/>
                      </a:endParaRPr>
                    </a:p>
                  </a:txBody>
                  <a:tcPr anchor="ctr"/>
                </a:tc>
                <a:tc>
                  <a:txBody>
                    <a:bodyPr/>
                    <a:lstStyle/>
                    <a:p>
                      <a:pPr algn="ctr"/>
                      <a:r>
                        <a:rPr kumimoji="1" lang="ja-JP" altLang="en-US" sz="1400">
                          <a:latin typeface="Meiryo UI" panose="020B0604030504040204" pitchFamily="50" charset="-128"/>
                          <a:ea typeface="Meiryo UI" panose="020B0604030504040204" pitchFamily="50" charset="-128"/>
                        </a:rPr>
                        <a:t>〇</a:t>
                      </a:r>
                    </a:p>
                  </a:txBody>
                  <a:tcPr anchor="ctr"/>
                </a:tc>
                <a:tc>
                  <a:txBody>
                    <a:bodyPr/>
                    <a:lstStyle/>
                    <a:p>
                      <a:pPr algn="ctr"/>
                      <a:r>
                        <a:rPr kumimoji="1" lang="ja-JP" altLang="en-US" sz="1400">
                          <a:latin typeface="Meiryo UI" panose="020B0604030504040204" pitchFamily="50" charset="-128"/>
                          <a:ea typeface="Meiryo UI" panose="020B0604030504040204" pitchFamily="50" charset="-128"/>
                        </a:rPr>
                        <a:t>〇</a:t>
                      </a:r>
                    </a:p>
                  </a:txBody>
                  <a:tcPr anchor="ctr"/>
                </a:tc>
                <a:extLst>
                  <a:ext uri="{0D108BD9-81ED-4DB2-BD59-A6C34878D82A}">
                    <a16:rowId xmlns:a16="http://schemas.microsoft.com/office/drawing/2014/main" val="3566798504"/>
                  </a:ext>
                </a:extLst>
              </a:tr>
              <a:tr h="507986">
                <a:tc>
                  <a:txBody>
                    <a:bodyPr/>
                    <a:lstStyle/>
                    <a:p>
                      <a:r>
                        <a:rPr lang="en-US" altLang="ja-JP" sz="1400">
                          <a:solidFill>
                            <a:schemeClr val="tx1"/>
                          </a:solidFill>
                          <a:latin typeface="Meiryo UI" panose="020B0604030504040204" pitchFamily="50" charset="-128"/>
                          <a:ea typeface="Meiryo UI" panose="020B0604030504040204" pitchFamily="50" charset="-128"/>
                        </a:rPr>
                        <a:t>5. </a:t>
                      </a:r>
                      <a:r>
                        <a:rPr lang="ja-JP" altLang="en-US" sz="1400">
                          <a:solidFill>
                            <a:schemeClr val="tx1"/>
                          </a:solidFill>
                          <a:latin typeface="Meiryo UI" panose="020B0604030504040204" pitchFamily="50" charset="-128"/>
                          <a:ea typeface="Meiryo UI" panose="020B0604030504040204" pitchFamily="50" charset="-128"/>
                        </a:rPr>
                        <a:t>前</a:t>
                      </a:r>
                      <a:r>
                        <a:rPr lang="en-US" altLang="ja-JP" sz="1400">
                          <a:solidFill>
                            <a:schemeClr val="tx1"/>
                          </a:solidFill>
                          <a:latin typeface="Meiryo UI" panose="020B0604030504040204" pitchFamily="50" charset="-128"/>
                          <a:ea typeface="Meiryo UI" panose="020B0604030504040204" pitchFamily="50" charset="-128"/>
                        </a:rPr>
                        <a:t>MPx</a:t>
                      </a:r>
                      <a:r>
                        <a:rPr lang="ja-JP" altLang="en-US" sz="1400">
                          <a:solidFill>
                            <a:schemeClr val="tx1"/>
                          </a:solidFill>
                          <a:latin typeface="Meiryo UI" panose="020B0604030504040204" pitchFamily="50" charset="-128"/>
                          <a:ea typeface="Meiryo UI" panose="020B0604030504040204" pitchFamily="50" charset="-128"/>
                        </a:rPr>
                        <a:t>からの変化点と振る舞い</a:t>
                      </a:r>
                      <a:endParaRPr lang="en-US" altLang="ja-JP" sz="1400">
                        <a:solidFill>
                          <a:schemeClr val="tx1"/>
                        </a:solidFill>
                        <a:latin typeface="Meiryo UI" panose="020B0604030504040204" pitchFamily="50" charset="-128"/>
                        <a:ea typeface="Meiryo UI" panose="020B0604030504040204" pitchFamily="50" charset="-128"/>
                      </a:endParaRPr>
                    </a:p>
                  </a:txBody>
                  <a:tcPr anchor="ctr"/>
                </a:tc>
                <a:tc>
                  <a:txBody>
                    <a:bodyPr/>
                    <a:lstStyle/>
                    <a:p>
                      <a:pPr algn="ctr"/>
                      <a:r>
                        <a:rPr kumimoji="1" lang="ja-JP" altLang="en-US" sz="1400">
                          <a:latin typeface="Meiryo UI" panose="020B0604030504040204" pitchFamily="50" charset="-128"/>
                          <a:ea typeface="Meiryo UI" panose="020B0604030504040204" pitchFamily="50" charset="-128"/>
                        </a:rPr>
                        <a:t>〇</a:t>
                      </a:r>
                      <a:r>
                        <a:rPr kumimoji="1" lang="en-US" altLang="ja-JP" sz="1400">
                          <a:latin typeface="Meiryo UI" panose="020B0604030504040204" pitchFamily="50" charset="-128"/>
                          <a:ea typeface="Meiryo UI" panose="020B0604030504040204" pitchFamily="50" charset="-128"/>
                        </a:rPr>
                        <a:t>※</a:t>
                      </a:r>
                    </a:p>
                    <a:p>
                      <a:pPr algn="ctr"/>
                      <a:r>
                        <a:rPr kumimoji="1" lang="ja-JP" altLang="en-US" sz="1400">
                          <a:latin typeface="Meiryo UI" panose="020B0604030504040204" pitchFamily="50" charset="-128"/>
                          <a:ea typeface="Meiryo UI" panose="020B0604030504040204" pitchFamily="50" charset="-128"/>
                        </a:rPr>
                        <a:t>（前モデル）</a:t>
                      </a:r>
                      <a:endParaRPr kumimoji="1" lang="en-US" altLang="ja-JP" sz="1400">
                        <a:latin typeface="Meiryo UI" panose="020B0604030504040204" pitchFamily="50" charset="-128"/>
                        <a:ea typeface="Meiryo UI" panose="020B0604030504040204" pitchFamily="50" charset="-128"/>
                      </a:endParaRPr>
                    </a:p>
                  </a:txBody>
                  <a:tcPr anchor="ctr"/>
                </a:tc>
                <a:tc>
                  <a:txBody>
                    <a:bodyPr/>
                    <a:lstStyle/>
                    <a:p>
                      <a:pPr algn="ctr"/>
                      <a:r>
                        <a:rPr kumimoji="1" lang="ja-JP" altLang="en-US" sz="1400">
                          <a:latin typeface="Meiryo UI" panose="020B0604030504040204" pitchFamily="50" charset="-128"/>
                          <a:ea typeface="Meiryo UI" panose="020B0604030504040204" pitchFamily="50" charset="-128"/>
                        </a:rPr>
                        <a:t>〇</a:t>
                      </a:r>
                    </a:p>
                  </a:txBody>
                  <a:tcPr anchor="ctr"/>
                </a:tc>
                <a:extLst>
                  <a:ext uri="{0D108BD9-81ED-4DB2-BD59-A6C34878D82A}">
                    <a16:rowId xmlns:a16="http://schemas.microsoft.com/office/drawing/2014/main" val="1485590372"/>
                  </a:ext>
                </a:extLst>
              </a:tr>
              <a:tr h="541880">
                <a:tc>
                  <a:txBody>
                    <a:bodyPr/>
                    <a:lstStyle/>
                    <a:p>
                      <a:pPr lvl="0" algn="l">
                        <a:spcBef>
                          <a:spcPts val="300"/>
                        </a:spcBef>
                        <a:defRPr/>
                      </a:pPr>
                      <a:r>
                        <a:rPr lang="en-US" altLang="ja-JP" sz="1400">
                          <a:solidFill>
                            <a:schemeClr val="tx1"/>
                          </a:solidFill>
                          <a:latin typeface="Meiryo UI" panose="020B0604030504040204" pitchFamily="50" charset="-128"/>
                          <a:ea typeface="Meiryo UI" panose="020B0604030504040204" pitchFamily="50" charset="-128"/>
                        </a:rPr>
                        <a:t>6. </a:t>
                      </a:r>
                      <a:r>
                        <a:rPr lang="ja-JP" altLang="en-US" sz="1400">
                          <a:solidFill>
                            <a:schemeClr val="tx1"/>
                          </a:solidFill>
                          <a:latin typeface="Meiryo UI" panose="020B0604030504040204" pitchFamily="50" charset="-128"/>
                          <a:ea typeface="Meiryo UI" panose="020B0604030504040204" pitchFamily="50" charset="-128"/>
                        </a:rPr>
                        <a:t>前</a:t>
                      </a:r>
                      <a:r>
                        <a:rPr lang="en-US" altLang="ja-JP" sz="1400">
                          <a:solidFill>
                            <a:schemeClr val="tx1"/>
                          </a:solidFill>
                          <a:latin typeface="Meiryo UI" panose="020B0604030504040204" pitchFamily="50" charset="-128"/>
                          <a:ea typeface="Meiryo UI" panose="020B0604030504040204" pitchFamily="50" charset="-128"/>
                        </a:rPr>
                        <a:t>MPx</a:t>
                      </a:r>
                      <a:r>
                        <a:rPr lang="ja-JP" altLang="en-US" sz="1400">
                          <a:solidFill>
                            <a:schemeClr val="tx1"/>
                          </a:solidFill>
                          <a:latin typeface="Meiryo UI" panose="020B0604030504040204" pitchFamily="50" charset="-128"/>
                          <a:ea typeface="Meiryo UI" panose="020B0604030504040204" pitchFamily="50" charset="-128"/>
                        </a:rPr>
                        <a:t>からのデータ設定比較と、どの部分が変更になったかの提示</a:t>
                      </a:r>
                      <a:endParaRPr lang="en-US" altLang="ja-JP" sz="1400">
                        <a:solidFill>
                          <a:schemeClr val="tx1"/>
                        </a:solidFill>
                        <a:latin typeface="Meiryo UI" panose="020B0604030504040204" pitchFamily="50" charset="-128"/>
                        <a:ea typeface="Meiryo UI" panose="020B0604030504040204" pitchFamily="50" charset="-128"/>
                      </a:endParaRPr>
                    </a:p>
                    <a:p>
                      <a:pPr lvl="0" algn="l">
                        <a:spcBef>
                          <a:spcPts val="300"/>
                        </a:spcBef>
                        <a:defRPr/>
                      </a:pPr>
                      <a:r>
                        <a:rPr lang="ja-JP" altLang="en-US" sz="1400">
                          <a:solidFill>
                            <a:schemeClr val="tx1"/>
                          </a:solidFill>
                          <a:latin typeface="Meiryo UI" panose="020B0604030504040204" pitchFamily="50" charset="-128"/>
                          <a:ea typeface="Meiryo UI" panose="020B0604030504040204" pitchFamily="50" charset="-128"/>
                        </a:rPr>
                        <a:t>    → </a:t>
                      </a:r>
                      <a:r>
                        <a:rPr lang="en-US" altLang="ja-JP" sz="1400">
                          <a:solidFill>
                            <a:schemeClr val="tx1"/>
                          </a:solidFill>
                          <a:latin typeface="Meiryo UI" panose="020B0604030504040204" pitchFamily="50" charset="-128"/>
                          <a:ea typeface="Meiryo UI" panose="020B0604030504040204" pitchFamily="50" charset="-128"/>
                        </a:rPr>
                        <a:t>MAP</a:t>
                      </a:r>
                      <a:r>
                        <a:rPr lang="ja-JP" altLang="en-US" sz="1400">
                          <a:solidFill>
                            <a:schemeClr val="tx1"/>
                          </a:solidFill>
                          <a:latin typeface="Meiryo UI" panose="020B0604030504040204" pitchFamily="50" charset="-128"/>
                          <a:ea typeface="Meiryo UI" panose="020B0604030504040204" pitchFamily="50" charset="-128"/>
                        </a:rPr>
                        <a:t>と</a:t>
                      </a:r>
                      <a:r>
                        <a:rPr lang="en-US" altLang="ja-JP" sz="1400">
                          <a:solidFill>
                            <a:schemeClr val="tx1"/>
                          </a:solidFill>
                          <a:latin typeface="Meiryo UI" panose="020B0604030504040204" pitchFamily="50" charset="-128"/>
                          <a:ea typeface="Meiryo UI" panose="020B0604030504040204" pitchFamily="50" charset="-128"/>
                        </a:rPr>
                        <a:t>Curve</a:t>
                      </a:r>
                      <a:r>
                        <a:rPr lang="ja-JP" altLang="en-US" sz="1400">
                          <a:solidFill>
                            <a:schemeClr val="tx1"/>
                          </a:solidFill>
                          <a:latin typeface="Meiryo UI" panose="020B0604030504040204" pitchFamily="50" charset="-128"/>
                          <a:ea typeface="Meiryo UI" panose="020B0604030504040204" pitchFamily="50" charset="-128"/>
                        </a:rPr>
                        <a:t>については数値とグラフで表現すること</a:t>
                      </a:r>
                      <a:endParaRPr lang="en-US" altLang="ja-JP" sz="1400">
                        <a:solidFill>
                          <a:schemeClr val="tx1"/>
                        </a:solidFill>
                        <a:latin typeface="Meiryo UI" panose="020B0604030504040204" pitchFamily="50" charset="-128"/>
                        <a:ea typeface="Meiryo UI" panose="020B0604030504040204" pitchFamily="50" charset="-128"/>
                      </a:endParaRPr>
                    </a:p>
                  </a:txBody>
                  <a:tcPr anchor="ctr"/>
                </a:tc>
                <a:tc>
                  <a:txBody>
                    <a:bodyPr/>
                    <a:lstStyle/>
                    <a:p>
                      <a:pPr algn="ctr"/>
                      <a:r>
                        <a:rPr kumimoji="1" lang="ja-JP" altLang="en-US" sz="1400">
                          <a:latin typeface="Meiryo UI" panose="020B0604030504040204" pitchFamily="50" charset="-128"/>
                          <a:ea typeface="Meiryo UI" panose="020B0604030504040204" pitchFamily="50" charset="-128"/>
                        </a:rPr>
                        <a:t>〇</a:t>
                      </a:r>
                      <a:r>
                        <a:rPr kumimoji="1" lang="en-US" altLang="ja-JP" sz="1400">
                          <a:latin typeface="Meiryo UI" panose="020B0604030504040204" pitchFamily="50" charset="-128"/>
                          <a:ea typeface="Meiryo UI" panose="020B0604030504040204" pitchFamily="50" charset="-128"/>
                        </a:rPr>
                        <a:t>※</a:t>
                      </a:r>
                    </a:p>
                    <a:p>
                      <a:pPr algn="ctr"/>
                      <a:r>
                        <a:rPr kumimoji="1" lang="ja-JP" altLang="en-US" sz="1400">
                          <a:latin typeface="Meiryo UI" panose="020B0604030504040204" pitchFamily="50" charset="-128"/>
                          <a:ea typeface="Meiryo UI" panose="020B0604030504040204" pitchFamily="50" charset="-128"/>
                        </a:rPr>
                        <a:t>（前モデル）</a:t>
                      </a:r>
                      <a:endParaRPr kumimoji="1" lang="en-US" altLang="ja-JP" sz="1400">
                        <a:latin typeface="Meiryo UI" panose="020B0604030504040204" pitchFamily="50" charset="-128"/>
                        <a:ea typeface="Meiryo UI" panose="020B0604030504040204" pitchFamily="50" charset="-128"/>
                      </a:endParaRPr>
                    </a:p>
                  </a:txBody>
                  <a:tcPr anchor="ctr"/>
                </a:tc>
                <a:tc>
                  <a:txBody>
                    <a:bodyPr/>
                    <a:lstStyle/>
                    <a:p>
                      <a:pPr algn="ctr"/>
                      <a:r>
                        <a:rPr kumimoji="1" lang="ja-JP" altLang="en-US" sz="1400">
                          <a:latin typeface="Meiryo UI" panose="020B0604030504040204" pitchFamily="50" charset="-128"/>
                          <a:ea typeface="Meiryo UI" panose="020B0604030504040204" pitchFamily="50" charset="-128"/>
                        </a:rPr>
                        <a:t>〇</a:t>
                      </a:r>
                    </a:p>
                  </a:txBody>
                  <a:tcPr anchor="ctr"/>
                </a:tc>
                <a:extLst>
                  <a:ext uri="{0D108BD9-81ED-4DB2-BD59-A6C34878D82A}">
                    <a16:rowId xmlns:a16="http://schemas.microsoft.com/office/drawing/2014/main" val="326824532"/>
                  </a:ext>
                </a:extLst>
              </a:tr>
              <a:tr h="507986">
                <a:tc>
                  <a:txBody>
                    <a:bodyPr/>
                    <a:lstStyle/>
                    <a:p>
                      <a:r>
                        <a:rPr lang="en-US" altLang="ja-JP" sz="1400">
                          <a:solidFill>
                            <a:schemeClr val="tx1"/>
                          </a:solidFill>
                          <a:latin typeface="Meiryo UI" panose="020B0604030504040204" pitchFamily="50" charset="-128"/>
                          <a:ea typeface="Meiryo UI" panose="020B0604030504040204" pitchFamily="50" charset="-128"/>
                        </a:rPr>
                        <a:t>7. </a:t>
                      </a:r>
                      <a:r>
                        <a:rPr lang="ja-JP" altLang="en-US" sz="1400">
                          <a:solidFill>
                            <a:schemeClr val="tx1"/>
                          </a:solidFill>
                          <a:latin typeface="Meiryo UI" panose="020B0604030504040204" pitchFamily="50" charset="-128"/>
                          <a:ea typeface="Meiryo UI" panose="020B0604030504040204" pitchFamily="50" charset="-128"/>
                        </a:rPr>
                        <a:t>関連</a:t>
                      </a:r>
                      <a:r>
                        <a:rPr lang="en-US" altLang="ja-JP" sz="1400">
                          <a:solidFill>
                            <a:schemeClr val="tx1"/>
                          </a:solidFill>
                          <a:latin typeface="Meiryo UI" panose="020B0604030504040204" pitchFamily="50" charset="-128"/>
                          <a:ea typeface="Meiryo UI" panose="020B0604030504040204" pitchFamily="50" charset="-128"/>
                        </a:rPr>
                        <a:t>W/P</a:t>
                      </a:r>
                      <a:r>
                        <a:rPr lang="ja-JP" altLang="en-US" sz="1400">
                          <a:solidFill>
                            <a:schemeClr val="tx1"/>
                          </a:solidFill>
                          <a:latin typeface="Meiryo UI" panose="020B0604030504040204" pitchFamily="50" charset="-128"/>
                          <a:ea typeface="Meiryo UI" panose="020B0604030504040204" pitchFamily="50" charset="-128"/>
                        </a:rPr>
                        <a:t>を含む全サイドインパクト検証結果の提示</a:t>
                      </a:r>
                      <a:endParaRPr kumimoji="1" lang="ja-JP" altLang="en-US" sz="1400">
                        <a:solidFill>
                          <a:schemeClr val="tx1"/>
                        </a:solidFill>
                        <a:latin typeface="Meiryo UI" panose="020B0604030504040204" pitchFamily="50" charset="-128"/>
                        <a:ea typeface="Meiryo UI" panose="020B0604030504040204" pitchFamily="50" charset="-128"/>
                      </a:endParaRPr>
                    </a:p>
                  </a:txBody>
                  <a:tcPr anchor="ctr"/>
                </a:tc>
                <a:tc>
                  <a:txBody>
                    <a:bodyPr/>
                    <a:lstStyle/>
                    <a:p>
                      <a:pPr algn="ctr"/>
                      <a:r>
                        <a:rPr kumimoji="1" lang="ja-JP" altLang="en-US" sz="1400">
                          <a:latin typeface="Meiryo UI" panose="020B0604030504040204" pitchFamily="50" charset="-128"/>
                          <a:ea typeface="Meiryo UI" panose="020B0604030504040204" pitchFamily="50" charset="-128"/>
                        </a:rPr>
                        <a:t>〇</a:t>
                      </a:r>
                    </a:p>
                  </a:txBody>
                  <a:tcPr anchor="ctr"/>
                </a:tc>
                <a:tc>
                  <a:txBody>
                    <a:bodyPr/>
                    <a:lstStyle/>
                    <a:p>
                      <a:pPr algn="ctr"/>
                      <a:r>
                        <a:rPr kumimoji="1" lang="ja-JP" altLang="en-US" sz="1400">
                          <a:latin typeface="Meiryo UI" panose="020B0604030504040204" pitchFamily="50" charset="-128"/>
                          <a:ea typeface="Meiryo UI" panose="020B0604030504040204" pitchFamily="50" charset="-128"/>
                        </a:rPr>
                        <a:t>〇</a:t>
                      </a:r>
                    </a:p>
                  </a:txBody>
                  <a:tcPr anchor="ctr"/>
                </a:tc>
                <a:extLst>
                  <a:ext uri="{0D108BD9-81ED-4DB2-BD59-A6C34878D82A}">
                    <a16:rowId xmlns:a16="http://schemas.microsoft.com/office/drawing/2014/main" val="1261847771"/>
                  </a:ext>
                </a:extLst>
              </a:tr>
              <a:tr h="507986">
                <a:tc>
                  <a:txBody>
                    <a:bodyPr/>
                    <a:lstStyle/>
                    <a:p>
                      <a:r>
                        <a:rPr lang="en-US" altLang="ja-JP" sz="1400">
                          <a:solidFill>
                            <a:schemeClr val="tx1"/>
                          </a:solidFill>
                          <a:latin typeface="Meiryo UI" panose="020B0604030504040204" pitchFamily="50" charset="-128"/>
                          <a:ea typeface="Meiryo UI" panose="020B0604030504040204" pitchFamily="50" charset="-128"/>
                        </a:rPr>
                        <a:t>8.</a:t>
                      </a:r>
                      <a:r>
                        <a:rPr lang="ja-JP" altLang="en-US" sz="1400">
                          <a:solidFill>
                            <a:schemeClr val="tx1"/>
                          </a:solidFill>
                          <a:latin typeface="Meiryo UI" panose="020B0604030504040204" pitchFamily="50" charset="-128"/>
                          <a:ea typeface="Meiryo UI" panose="020B0604030504040204" pitchFamily="50" charset="-128"/>
                        </a:rPr>
                        <a:t> 適用</a:t>
                      </a:r>
                      <a:r>
                        <a:rPr kumimoji="1" lang="ja-JP" altLang="en-US" sz="1400" b="0" i="0" u="none" strike="noStrike" kern="1200" cap="none" spc="0" normalizeH="0" baseline="0" noProof="0">
                          <a:ln>
                            <a:noFill/>
                          </a:ln>
                          <a:solidFill>
                            <a:schemeClr val="tx1"/>
                          </a:solidFill>
                          <a:effectLst/>
                          <a:uLnTx/>
                          <a:uFillTx/>
                          <a:latin typeface="Meiryo UI" panose="020B0604030504040204" pitchFamily="50" charset="-128"/>
                          <a:ea typeface="Meiryo UI" panose="020B0604030504040204" pitchFamily="50" charset="-128"/>
                        </a:rPr>
                        <a:t>リスト（仕向けごとの変化点）</a:t>
                      </a:r>
                      <a:endParaRPr kumimoji="1" lang="ja-JP" altLang="en-US" sz="1400">
                        <a:solidFill>
                          <a:schemeClr val="tx1"/>
                        </a:solidFill>
                        <a:latin typeface="Meiryo UI" panose="020B0604030504040204" pitchFamily="50" charset="-128"/>
                        <a:ea typeface="Meiryo UI" panose="020B0604030504040204" pitchFamily="50" charset="-128"/>
                      </a:endParaRPr>
                    </a:p>
                  </a:txBody>
                  <a:tcPr anchor="ctr"/>
                </a:tc>
                <a:tc>
                  <a:txBody>
                    <a:bodyPr/>
                    <a:lstStyle/>
                    <a:p>
                      <a:pPr algn="ctr"/>
                      <a:r>
                        <a:rPr kumimoji="1" lang="ja-JP" altLang="en-US" sz="1400">
                          <a:latin typeface="Meiryo UI" panose="020B0604030504040204" pitchFamily="50" charset="-128"/>
                          <a:ea typeface="Meiryo UI" panose="020B0604030504040204" pitchFamily="50" charset="-128"/>
                        </a:rPr>
                        <a:t>〇</a:t>
                      </a:r>
                    </a:p>
                  </a:txBody>
                  <a:tcPr anchor="ctr"/>
                </a:tc>
                <a:tc>
                  <a:txBody>
                    <a:bodyPr/>
                    <a:lstStyle/>
                    <a:p>
                      <a:pPr algn="ctr"/>
                      <a:r>
                        <a:rPr kumimoji="1" lang="ja-JP" altLang="en-US" sz="1400">
                          <a:latin typeface="Meiryo UI" panose="020B0604030504040204" pitchFamily="50" charset="-128"/>
                          <a:ea typeface="Meiryo UI" panose="020B0604030504040204" pitchFamily="50" charset="-128"/>
                        </a:rPr>
                        <a:t>〇</a:t>
                      </a:r>
                    </a:p>
                  </a:txBody>
                  <a:tcPr anchor="ctr"/>
                </a:tc>
                <a:extLst>
                  <a:ext uri="{0D108BD9-81ED-4DB2-BD59-A6C34878D82A}">
                    <a16:rowId xmlns:a16="http://schemas.microsoft.com/office/drawing/2014/main" val="1814496356"/>
                  </a:ext>
                </a:extLst>
              </a:tr>
              <a:tr h="507986">
                <a:tc>
                  <a:txBody>
                    <a:bodyPr/>
                    <a:lstStyle/>
                    <a:p>
                      <a:r>
                        <a:rPr lang="en-US" altLang="ja-JP" sz="1400">
                          <a:solidFill>
                            <a:schemeClr val="tx1"/>
                          </a:solidFill>
                          <a:latin typeface="Meiryo UI" panose="020B0604030504040204" pitchFamily="50" charset="-128"/>
                          <a:ea typeface="Meiryo UI" panose="020B0604030504040204" pitchFamily="50" charset="-128"/>
                        </a:rPr>
                        <a:t>9. </a:t>
                      </a:r>
                      <a:r>
                        <a:rPr lang="ja-JP" altLang="en-US" sz="1400">
                          <a:solidFill>
                            <a:schemeClr val="tx1"/>
                          </a:solidFill>
                          <a:latin typeface="Meiryo UI" panose="020B0604030504040204" pitchFamily="50" charset="-128"/>
                          <a:ea typeface="Meiryo UI" panose="020B0604030504040204" pitchFamily="50" charset="-128"/>
                        </a:rPr>
                        <a:t>結論</a:t>
                      </a:r>
                      <a:endParaRPr kumimoji="1" lang="ja-JP" altLang="en-US" sz="1400">
                        <a:solidFill>
                          <a:schemeClr val="tx1"/>
                        </a:solidFill>
                        <a:latin typeface="Meiryo UI" panose="020B0604030504040204" pitchFamily="50" charset="-128"/>
                        <a:ea typeface="Meiryo UI" panose="020B0604030504040204" pitchFamily="50" charset="-128"/>
                      </a:endParaRPr>
                    </a:p>
                  </a:txBody>
                  <a:tcPr anchor="ctr"/>
                </a:tc>
                <a:tc>
                  <a:txBody>
                    <a:bodyPr/>
                    <a:lstStyle/>
                    <a:p>
                      <a:pPr algn="ctr"/>
                      <a:r>
                        <a:rPr kumimoji="1" lang="ja-JP" altLang="en-US" sz="1400">
                          <a:latin typeface="Meiryo UI" panose="020B0604030504040204" pitchFamily="50" charset="-128"/>
                          <a:ea typeface="Meiryo UI" panose="020B0604030504040204" pitchFamily="50" charset="-128"/>
                        </a:rPr>
                        <a:t>〇</a:t>
                      </a:r>
                    </a:p>
                  </a:txBody>
                  <a:tcPr anchor="ctr"/>
                </a:tc>
                <a:tc>
                  <a:txBody>
                    <a:bodyPr/>
                    <a:lstStyle/>
                    <a:p>
                      <a:pPr algn="ctr"/>
                      <a:r>
                        <a:rPr kumimoji="1" lang="ja-JP" altLang="en-US" sz="1400">
                          <a:latin typeface="Meiryo UI" panose="020B0604030504040204" pitchFamily="50" charset="-128"/>
                          <a:ea typeface="Meiryo UI" panose="020B0604030504040204" pitchFamily="50" charset="-128"/>
                        </a:rPr>
                        <a:t>〇</a:t>
                      </a:r>
                    </a:p>
                  </a:txBody>
                  <a:tcPr anchor="ctr"/>
                </a:tc>
                <a:extLst>
                  <a:ext uri="{0D108BD9-81ED-4DB2-BD59-A6C34878D82A}">
                    <a16:rowId xmlns:a16="http://schemas.microsoft.com/office/drawing/2014/main" val="2514733433"/>
                  </a:ext>
                </a:extLst>
              </a:tr>
              <a:tr h="507986">
                <a:tc>
                  <a:txBody>
                    <a:bodyPr/>
                    <a:lstStyle/>
                    <a:p>
                      <a:r>
                        <a:rPr lang="en-US" altLang="ja-JP" sz="1400">
                          <a:solidFill>
                            <a:schemeClr val="tx1"/>
                          </a:solidFill>
                          <a:latin typeface="Meiryo UI" panose="020B0604030504040204" pitchFamily="50" charset="-128"/>
                          <a:ea typeface="Meiryo UI" panose="020B0604030504040204" pitchFamily="50" charset="-128"/>
                        </a:rPr>
                        <a:t>10. OPEN</a:t>
                      </a:r>
                      <a:r>
                        <a:rPr lang="ja-JP" altLang="en-US" sz="1400">
                          <a:solidFill>
                            <a:schemeClr val="tx1"/>
                          </a:solidFill>
                          <a:latin typeface="Meiryo UI" panose="020B0604030504040204" pitchFamily="50" charset="-128"/>
                          <a:ea typeface="Meiryo UI" panose="020B0604030504040204" pitchFamily="50" charset="-128"/>
                        </a:rPr>
                        <a:t>項目、いつまでに完了するかの情報</a:t>
                      </a:r>
                      <a:endParaRPr kumimoji="1" lang="ja-JP" altLang="en-US" sz="1400">
                        <a:solidFill>
                          <a:schemeClr val="tx1"/>
                        </a:solidFill>
                        <a:latin typeface="Meiryo UI" panose="020B0604030504040204" pitchFamily="50" charset="-128"/>
                        <a:ea typeface="Meiryo UI" panose="020B0604030504040204" pitchFamily="50" charset="-128"/>
                      </a:endParaRPr>
                    </a:p>
                  </a:txBody>
                  <a:tcPr anchor="ctr"/>
                </a:tc>
                <a:tc>
                  <a:txBody>
                    <a:bodyPr/>
                    <a:lstStyle/>
                    <a:p>
                      <a:pPr algn="ctr"/>
                      <a:r>
                        <a:rPr kumimoji="1" lang="ja-JP" altLang="en-US" sz="1400">
                          <a:latin typeface="Meiryo UI" panose="020B0604030504040204" pitchFamily="50" charset="-128"/>
                          <a:ea typeface="Meiryo UI" panose="020B0604030504040204" pitchFamily="50" charset="-128"/>
                        </a:rPr>
                        <a:t>〇</a:t>
                      </a:r>
                    </a:p>
                  </a:txBody>
                  <a:tcPr anchor="ctr"/>
                </a:tc>
                <a:tc>
                  <a:txBody>
                    <a:bodyPr/>
                    <a:lstStyle/>
                    <a:p>
                      <a:pPr algn="ctr"/>
                      <a:r>
                        <a:rPr kumimoji="1" lang="ja-JP" altLang="en-US" sz="1400">
                          <a:latin typeface="Meiryo UI" panose="020B0604030504040204" pitchFamily="50" charset="-128"/>
                          <a:ea typeface="Meiryo UI" panose="020B0604030504040204" pitchFamily="50" charset="-128"/>
                        </a:rPr>
                        <a:t>〇</a:t>
                      </a:r>
                    </a:p>
                  </a:txBody>
                  <a:tcPr anchor="ctr"/>
                </a:tc>
                <a:extLst>
                  <a:ext uri="{0D108BD9-81ED-4DB2-BD59-A6C34878D82A}">
                    <a16:rowId xmlns:a16="http://schemas.microsoft.com/office/drawing/2014/main" val="90628205"/>
                  </a:ext>
                </a:extLst>
              </a:tr>
            </a:tbl>
          </a:graphicData>
        </a:graphic>
      </p:graphicFrame>
      <p:sp>
        <p:nvSpPr>
          <p:cNvPr id="8" name="テキスト ボックス 7">
            <a:extLst>
              <a:ext uri="{FF2B5EF4-FFF2-40B4-BE49-F238E27FC236}">
                <a16:creationId xmlns:a16="http://schemas.microsoft.com/office/drawing/2014/main" id="{A8BED1E3-73DC-42DD-8D10-30FE864C88DB}"/>
              </a:ext>
            </a:extLst>
          </p:cNvPr>
          <p:cNvSpPr txBox="1"/>
          <p:nvPr/>
        </p:nvSpPr>
        <p:spPr>
          <a:xfrm>
            <a:off x="0" y="532326"/>
            <a:ext cx="4083169" cy="646331"/>
          </a:xfrm>
          <a:prstGeom prst="rect">
            <a:avLst/>
          </a:prstGeom>
          <a:noFill/>
        </p:spPr>
        <p:txBody>
          <a:bodyPr wrap="none" rtlCol="0">
            <a:spAutoFit/>
          </a:bodyPr>
          <a:lstStyle/>
          <a:p>
            <a:pPr lvl="0" algn="l">
              <a:defRPr/>
            </a:pPr>
            <a:r>
              <a:rPr lang="ja-JP" altLang="en-US" sz="1800" b="1" u="sng">
                <a:solidFill>
                  <a:srgbClr val="000000"/>
                </a:solidFill>
                <a:latin typeface="Meiryo UI" panose="020B0604030504040204" pitchFamily="50" charset="-128"/>
                <a:ea typeface="Meiryo UI" panose="020B0604030504040204" pitchFamily="50" charset="-128"/>
              </a:rPr>
              <a:t>適合</a:t>
            </a:r>
            <a:r>
              <a:rPr lang="en-US" altLang="ja-JP" sz="1800" b="1" u="sng">
                <a:solidFill>
                  <a:srgbClr val="000000"/>
                </a:solidFill>
                <a:latin typeface="Meiryo UI" panose="020B0604030504040204" pitchFamily="50" charset="-128"/>
                <a:ea typeface="Meiryo UI" panose="020B0604030504040204" pitchFamily="50" charset="-128"/>
              </a:rPr>
              <a:t>W/P</a:t>
            </a:r>
            <a:r>
              <a:rPr lang="ja-JP" altLang="en-US" sz="1800" b="1" u="sng">
                <a:solidFill>
                  <a:srgbClr val="000000"/>
                </a:solidFill>
                <a:latin typeface="Meiryo UI" panose="020B0604030504040204" pitchFamily="50" charset="-128"/>
                <a:ea typeface="Meiryo UI" panose="020B0604030504040204" pitchFamily="50" charset="-128"/>
              </a:rPr>
              <a:t>報告の内容</a:t>
            </a:r>
            <a:endParaRPr lang="en-US" altLang="ja-JP" sz="1800" b="1" u="sng">
              <a:solidFill>
                <a:srgbClr val="000000"/>
              </a:solidFill>
              <a:latin typeface="Meiryo UI" panose="020B0604030504040204" pitchFamily="50" charset="-128"/>
              <a:ea typeface="Meiryo UI" panose="020B0604030504040204" pitchFamily="50" charset="-128"/>
            </a:endParaRPr>
          </a:p>
          <a:p>
            <a:pPr lvl="0" algn="l">
              <a:defRPr/>
            </a:pPr>
            <a:r>
              <a:rPr lang="ja-JP" altLang="en-US" sz="1800">
                <a:solidFill>
                  <a:srgbClr val="000000"/>
                </a:solidFill>
                <a:latin typeface="Meiryo UI" panose="020B0604030504040204" pitchFamily="50" charset="-128"/>
                <a:ea typeface="Meiryo UI" panose="020B0604030504040204" pitchFamily="50" charset="-128"/>
              </a:rPr>
              <a:t> </a:t>
            </a:r>
            <a:r>
              <a:rPr lang="ja-JP" altLang="en-US" sz="1400">
                <a:solidFill>
                  <a:srgbClr val="000000"/>
                </a:solidFill>
                <a:latin typeface="Meiryo UI" panose="020B0604030504040204" pitchFamily="50" charset="-128"/>
                <a:ea typeface="Meiryo UI" panose="020B0604030504040204" pitchFamily="50" charset="-128"/>
              </a:rPr>
              <a:t>・適合</a:t>
            </a:r>
            <a:r>
              <a:rPr lang="en-US" altLang="ja-JP" sz="1400">
                <a:solidFill>
                  <a:srgbClr val="000000"/>
                </a:solidFill>
                <a:latin typeface="Meiryo UI" panose="020B0604030504040204" pitchFamily="50" charset="-128"/>
                <a:ea typeface="Meiryo UI" panose="020B0604030504040204" pitchFamily="50" charset="-128"/>
              </a:rPr>
              <a:t>W/P</a:t>
            </a:r>
            <a:r>
              <a:rPr lang="ja-JP" altLang="en-US" sz="1400">
                <a:solidFill>
                  <a:srgbClr val="000000"/>
                </a:solidFill>
                <a:latin typeface="Meiryo UI" panose="020B0604030504040204" pitchFamily="50" charset="-128"/>
                <a:ea typeface="Meiryo UI" panose="020B0604030504040204" pitchFamily="50" charset="-128"/>
              </a:rPr>
              <a:t>レポートは、各</a:t>
            </a:r>
            <a:r>
              <a:rPr lang="en-US" altLang="ja-JP" sz="1400">
                <a:solidFill>
                  <a:srgbClr val="000000"/>
                </a:solidFill>
                <a:latin typeface="Meiryo UI" panose="020B0604030504040204" pitchFamily="50" charset="-128"/>
                <a:ea typeface="Meiryo UI" panose="020B0604030504040204" pitchFamily="50" charset="-128"/>
              </a:rPr>
              <a:t>MP</a:t>
            </a:r>
            <a:r>
              <a:rPr lang="ja-JP" altLang="en-US" sz="1400">
                <a:solidFill>
                  <a:srgbClr val="000000"/>
                </a:solidFill>
                <a:latin typeface="Meiryo UI" panose="020B0604030504040204" pitchFamily="50" charset="-128"/>
                <a:ea typeface="Meiryo UI" panose="020B0604030504040204" pitchFamily="50" charset="-128"/>
              </a:rPr>
              <a:t>発行時までに報告する</a:t>
            </a:r>
            <a:endParaRPr lang="en-US" altLang="ja-JP" sz="1800" b="1" u="sng">
              <a:latin typeface="Meiryo UI" panose="020B0604030504040204" pitchFamily="50" charset="-128"/>
              <a:ea typeface="Meiryo UI" panose="020B0604030504040204" pitchFamily="50" charset="-128"/>
            </a:endParaRPr>
          </a:p>
        </p:txBody>
      </p:sp>
      <p:sp>
        <p:nvSpPr>
          <p:cNvPr id="11" name="テキスト ボックス 10">
            <a:extLst>
              <a:ext uri="{FF2B5EF4-FFF2-40B4-BE49-F238E27FC236}">
                <a16:creationId xmlns:a16="http://schemas.microsoft.com/office/drawing/2014/main" id="{0B89CC00-DBB4-42AA-AE20-81CD8A381521}"/>
              </a:ext>
            </a:extLst>
          </p:cNvPr>
          <p:cNvSpPr txBox="1"/>
          <p:nvPr/>
        </p:nvSpPr>
        <p:spPr>
          <a:xfrm>
            <a:off x="5766152" y="6550223"/>
            <a:ext cx="3377848" cy="307777"/>
          </a:xfrm>
          <a:prstGeom prst="rect">
            <a:avLst/>
          </a:prstGeom>
          <a:noFill/>
        </p:spPr>
        <p:txBody>
          <a:bodyPr wrap="none">
            <a:spAutoFit/>
          </a:bodyPr>
          <a:lstStyle/>
          <a:p>
            <a:pPr algn="l"/>
            <a:r>
              <a:rPr lang="en-US" altLang="ja-JP" sz="1400">
                <a:latin typeface="Meiryo UI" panose="020B0604030504040204" pitchFamily="50" charset="-128"/>
                <a:ea typeface="Meiryo UI" panose="020B0604030504040204" pitchFamily="50" charset="-128"/>
              </a:rPr>
              <a:t>※</a:t>
            </a:r>
            <a:r>
              <a:rPr lang="ja-JP" altLang="en-US" sz="1400">
                <a:latin typeface="Meiryo UI" panose="020B0604030504040204" pitchFamily="50" charset="-128"/>
                <a:ea typeface="Meiryo UI" panose="020B0604030504040204" pitchFamily="50" charset="-128"/>
              </a:rPr>
              <a:t>前モデルがない新機種の場合は必要無し</a:t>
            </a:r>
          </a:p>
        </p:txBody>
      </p:sp>
    </p:spTree>
    <p:extLst>
      <p:ext uri="{BB962C8B-B14F-4D97-AF65-F5344CB8AC3E}">
        <p14:creationId xmlns:p14="http://schemas.microsoft.com/office/powerpoint/2010/main" val="453607910"/>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ext Box 2"/>
          <p:cNvSpPr txBox="1">
            <a:spLocks noChangeArrowheads="1"/>
          </p:cNvSpPr>
          <p:nvPr/>
        </p:nvSpPr>
        <p:spPr bwMode="auto">
          <a:xfrm>
            <a:off x="5017111" y="571728"/>
            <a:ext cx="4126889" cy="61247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キックオフミーティングの目的</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委託開発適用範囲</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委託元と</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Bosch</a:t>
            </a:r>
            <a:endPar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基本コンセプト</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成果物</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委託業務役割責任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RASIC</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要約）</a:t>
            </a: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前提条件</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判断（評価判断、委託完了判断・対価の判断）およびタイミング</a:t>
            </a:r>
            <a:b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b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支払い基準</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開発費定義　　　　　　　　　　　　　　　　　　　　　　　　　　　　　　　　　　　　　　　　　　　　　　</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プロジェクトマネージメント</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概要・基本諸元説明</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適用法規概要</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Engine</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Management</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System</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概要</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構成部品（</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Bosch</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部品）</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仕様差</a:t>
            </a:r>
            <a:b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b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・プロジェクト情報</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関連部品</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Spec</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説明</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車載機能・装備説明</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信頼性保証要件</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要求＆ＣＲ</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成果物検証・品質検証</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シート</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エキスパート</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MTG</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について</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サポート業務</a:t>
            </a: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その他の開発ガイドライン</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開発日程</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開発体制表</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p:txBody>
      </p:sp>
      <p:sp>
        <p:nvSpPr>
          <p:cNvPr id="6" name="Text Box 2"/>
          <p:cNvSpPr txBox="1">
            <a:spLocks noChangeArrowheads="1"/>
          </p:cNvSpPr>
          <p:nvPr/>
        </p:nvSpPr>
        <p:spPr bwMode="auto">
          <a:xfrm>
            <a:off x="133262" y="44450"/>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20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Contents</a:t>
            </a:r>
            <a:r>
              <a:rPr kumimoji="1" lang="ja-JP" altLang="en-US" sz="20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　（目次）</a:t>
            </a:r>
            <a:endParaRPr kumimoji="1" lang="en-US" altLang="ja-JP" sz="1100" b="0" i="0" u="none" strike="noStrike" kern="1200" cap="none" spc="0" normalizeH="0" baseline="0" noProof="0">
              <a:ln>
                <a:noFill/>
              </a:ln>
              <a:solidFill>
                <a:srgbClr val="FFFFFF"/>
              </a:solidFill>
              <a:effectLst/>
              <a:uLnTx/>
              <a:uFillTx/>
              <a:latin typeface="HGPｺﾞｼｯｸE" pitchFamily="50" charset="-128"/>
              <a:ea typeface="HGPｺﾞｼｯｸE" pitchFamily="50" charset="-128"/>
              <a:cs typeface="Arial" pitchFamily="34" charset="0"/>
            </a:endParaRPr>
          </a:p>
        </p:txBody>
      </p:sp>
      <p:sp>
        <p:nvSpPr>
          <p:cNvPr id="7" name="Text Box 2"/>
          <p:cNvSpPr txBox="1">
            <a:spLocks noChangeArrowheads="1"/>
          </p:cNvSpPr>
          <p:nvPr/>
        </p:nvSpPr>
        <p:spPr bwMode="auto">
          <a:xfrm>
            <a:off x="106623" y="571728"/>
            <a:ext cx="4910488" cy="5909310"/>
          </a:xfrm>
          <a:prstGeom prst="rect">
            <a:avLst/>
          </a:prstGeom>
          <a:noFill/>
          <a:ln>
            <a:noFill/>
          </a:ln>
          <a:effec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Purpose of</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Kick-off Meeting</a:t>
            </a:r>
            <a:endPar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Scope of Development Work</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err="1">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Entrustor</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and </a:t>
            </a:r>
            <a:r>
              <a:rPr kumimoji="1" lang="en-US" altLang="ja-JP" sz="1400" b="0" i="0" u="none" strike="noStrike" kern="1200" cap="none" spc="0" normalizeH="0" baseline="0" noProof="0" dirty="0" err="1">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Entrustee</a:t>
            </a:r>
            <a:endPar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Basic Concept / Deliverables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Role</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&amp;</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Responsibility (Samples of RASIC)</a:t>
            </a:r>
            <a:endPar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Preconditions</a:t>
            </a:r>
          </a:p>
          <a:p>
            <a:pPr marL="450850" marR="0" lvl="0" indent="-45085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Judgments (on Evaluation, Completion of Development Work Entrusted by Honda and  Payment Amount) and Timings</a:t>
            </a:r>
            <a:b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b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Payment Criteria / Definition of Development Fee </a:t>
            </a:r>
          </a:p>
          <a:p>
            <a:pPr marL="450850" marR="0" lvl="0" indent="-45085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Project Management </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Engine Overview</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and</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Basic Specification </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Applicable Regulations Overview</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Engine</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Management</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System Overview</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 Components</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(Bosch components)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Engine Spec Comparison from Base Model</a:t>
            </a:r>
            <a:b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b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Project information / Non-Bosch</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Components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In-Vehicle</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Functions</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Relating</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ECU and Features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Reliability</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Assurance</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 Requirement and CR </a:t>
            </a:r>
            <a:endParaRPr kumimoji="1" lang="ja-JP" altLang="en-US" sz="1400" b="0" i="0" u="none" strike="dbl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anose="020B0604020202020204" pitchFamily="34" charset="0"/>
              </a:rPr>
              <a:t>EMS Report Maturity and Quality Verification</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anose="020B0604020202020204" pitchFamily="34" charset="0"/>
              </a:rPr>
              <a:t>EMS Sheet</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anose="020B0604020202020204" pitchFamily="34" charset="0"/>
              </a:rPr>
              <a:t>Expert Meeting</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rPr>
              <a:t>Necessary</a:t>
            </a:r>
            <a:r>
              <a:rPr kumimoji="1" lang="ja-JP" altLang="en-US" sz="14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Support</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Miscellaneous Guidelines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Development Schedule</a:t>
            </a:r>
            <a:endPar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Development Organization Chart</a:t>
            </a:r>
          </a:p>
        </p:txBody>
      </p:sp>
    </p:spTree>
    <p:extLst>
      <p:ext uri="{BB962C8B-B14F-4D97-AF65-F5344CB8AC3E}">
        <p14:creationId xmlns:p14="http://schemas.microsoft.com/office/powerpoint/2010/main" val="4134201041"/>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 name="Text Box 2"/>
          <p:cNvSpPr txBox="1">
            <a:spLocks noChangeArrowheads="1"/>
          </p:cNvSpPr>
          <p:nvPr/>
        </p:nvSpPr>
        <p:spPr bwMode="auto">
          <a:xfrm>
            <a:off x="250829" y="44451"/>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2000">
                <a:solidFill>
                  <a:srgbClr val="FFFFFF"/>
                </a:solidFill>
                <a:latin typeface="Meiryo UI" panose="020B0604030504040204" pitchFamily="50" charset="-128"/>
                <a:ea typeface="Meiryo UI" panose="020B0604030504040204" pitchFamily="50" charset="-128"/>
                <a:cs typeface="Arial" pitchFamily="34" charset="0"/>
              </a:rPr>
              <a:t>20. Necessary</a:t>
            </a:r>
            <a:r>
              <a:rPr lang="ja-JP" altLang="en-US" sz="2000">
                <a:solidFill>
                  <a:srgbClr val="FFFFFF"/>
                </a:solidFill>
                <a:latin typeface="Meiryo UI" panose="020B0604030504040204" pitchFamily="50" charset="-128"/>
                <a:ea typeface="Meiryo UI" panose="020B0604030504040204" pitchFamily="50" charset="-128"/>
                <a:cs typeface="Arial" pitchFamily="34" charset="0"/>
              </a:rPr>
              <a:t> </a:t>
            </a:r>
            <a:r>
              <a:rPr lang="en-US" altLang="ja-JP" sz="2000">
                <a:solidFill>
                  <a:srgbClr val="FFFFFF"/>
                </a:solidFill>
                <a:latin typeface="Meiryo UI" panose="020B0604030504040204" pitchFamily="50" charset="-128"/>
                <a:ea typeface="Meiryo UI" panose="020B0604030504040204" pitchFamily="50" charset="-128"/>
                <a:cs typeface="Arial" pitchFamily="34" charset="0"/>
              </a:rPr>
              <a:t>Support (1/5)</a:t>
            </a:r>
            <a:endParaRPr lang="en-US" altLang="ja-JP" sz="1100">
              <a:solidFill>
                <a:srgbClr val="FFFFFF"/>
              </a:solidFill>
              <a:latin typeface="HGPｺﾞｼｯｸE" pitchFamily="50" charset="-128"/>
              <a:ea typeface="HGPｺﾞｼｯｸE" pitchFamily="50" charset="-128"/>
              <a:cs typeface="Arial" pitchFamily="34" charset="0"/>
            </a:endParaRPr>
          </a:p>
        </p:txBody>
      </p:sp>
      <p:sp>
        <p:nvSpPr>
          <p:cNvPr id="87" name="Rectangle 13"/>
          <p:cNvSpPr>
            <a:spLocks noChangeArrowheads="1"/>
          </p:cNvSpPr>
          <p:nvPr/>
        </p:nvSpPr>
        <p:spPr bwMode="auto">
          <a:xfrm>
            <a:off x="-22479" y="4407528"/>
            <a:ext cx="9109075" cy="22775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ja-JP" sz="1600" b="1" u="sng" dirty="0">
                <a:latin typeface="Meiryo UI" panose="020B0604030504040204" pitchFamily="50" charset="-128"/>
                <a:ea typeface="Meiryo UI" panose="020B0604030504040204" pitchFamily="50" charset="-128"/>
                <a:cs typeface="Arial" pitchFamily="34" charset="0"/>
              </a:rPr>
              <a:t>On-site Support</a:t>
            </a:r>
          </a:p>
          <a:p>
            <a:pPr marL="609600" lvl="1" indent="-342900" algn="l">
              <a:buAutoNum type="arabicParenR"/>
            </a:pPr>
            <a:r>
              <a:rPr lang="en-US" altLang="ja-JP" sz="1400" dirty="0">
                <a:latin typeface="Meiryo UI" panose="020B0604030504040204" pitchFamily="50" charset="-128"/>
                <a:ea typeface="Meiryo UI" panose="020B0604030504040204" pitchFamily="50" charset="-128"/>
                <a:cs typeface="Arial" pitchFamily="34" charset="0"/>
              </a:rPr>
              <a:t>Honda requests</a:t>
            </a:r>
          </a:p>
          <a:p>
            <a:pPr marL="1066800" lvl="2" indent="-342900" algn="l">
              <a:buFont typeface="Arial" pitchFamily="34" charset="0"/>
              <a:buChar char="•"/>
            </a:pPr>
            <a:r>
              <a:rPr lang="en-US" altLang="ja-JP" sz="1400" dirty="0">
                <a:latin typeface="Meiryo UI" panose="020B0604030504040204" pitchFamily="50" charset="-128"/>
                <a:ea typeface="Meiryo UI" panose="020B0604030504040204" pitchFamily="50" charset="-128"/>
                <a:cs typeface="Arial" pitchFamily="34" charset="0"/>
              </a:rPr>
              <a:t>When prototype vehicle is assembled or starting bench test in Honda etc.,  Honda requests</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dirty="0">
                <a:latin typeface="Meiryo UI" panose="020B0604030504040204" pitchFamily="50" charset="-128"/>
                <a:ea typeface="Meiryo UI" panose="020B0604030504040204" pitchFamily="50" charset="-128"/>
                <a:cs typeface="Arial" pitchFamily="34" charset="0"/>
              </a:rPr>
              <a:t> for on-site support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dirty="0">
                <a:latin typeface="Meiryo UI" panose="020B0604030504040204" pitchFamily="50" charset="-128"/>
                <a:ea typeface="Meiryo UI" panose="020B0604030504040204" pitchFamily="50" charset="-128"/>
                <a:cs typeface="Arial" pitchFamily="34" charset="0"/>
              </a:rPr>
              <a:t> engineer  will stay in Honda) </a:t>
            </a:r>
          </a:p>
          <a:p>
            <a:pPr marL="1066800" lvl="2" indent="-342900" algn="l">
              <a:buFont typeface="Arial" pitchFamily="34" charset="0"/>
              <a:buChar char="•"/>
            </a:pPr>
            <a:r>
              <a:rPr lang="en-US" altLang="ja-JP" sz="1400" dirty="0">
                <a:latin typeface="Meiryo UI" panose="020B0604030504040204" pitchFamily="50" charset="-128"/>
                <a:ea typeface="Meiryo UI" panose="020B0604030504040204" pitchFamily="50" charset="-128"/>
                <a:cs typeface="Arial" pitchFamily="34" charset="0"/>
              </a:rPr>
              <a:t>Honda will show this type of on-site support in KOM documents </a:t>
            </a:r>
          </a:p>
          <a:p>
            <a:pPr marL="609600" lvl="1" indent="-342900" algn="l">
              <a:buAutoNum type="arabicParenR" startAt="2"/>
            </a:pP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dirty="0">
                <a:latin typeface="Meiryo UI" panose="020B0604030504040204" pitchFamily="50" charset="-128"/>
                <a:ea typeface="Meiryo UI" panose="020B0604030504040204" pitchFamily="50" charset="-128"/>
                <a:cs typeface="Arial" pitchFamily="34" charset="0"/>
              </a:rPr>
              <a:t> responsibility</a:t>
            </a:r>
          </a:p>
          <a:p>
            <a:pPr marL="1066800" lvl="2" indent="-342900" algn="l">
              <a:buFont typeface="Arial" pitchFamily="34" charset="0"/>
              <a:buChar char="•"/>
            </a:pPr>
            <a:r>
              <a:rPr lang="en-US" altLang="ja-JP" sz="1400" dirty="0">
                <a:latin typeface="Meiryo UI" panose="020B0604030504040204" pitchFamily="50" charset="-128"/>
                <a:ea typeface="Meiryo UI" panose="020B0604030504040204" pitchFamily="50" charset="-128"/>
                <a:cs typeface="Arial" pitchFamily="34" charset="0"/>
              </a:rPr>
              <a:t>When official data release or PVER release, it will work well in Vehicle or Bench dyno or HILs. It is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dirty="0">
                <a:latin typeface="Meiryo UI" panose="020B0604030504040204" pitchFamily="50" charset="-128"/>
                <a:ea typeface="Meiryo UI" panose="020B0604030504040204" pitchFamily="50" charset="-128"/>
                <a:cs typeface="Arial" pitchFamily="34" charset="0"/>
              </a:rPr>
              <a:t> responsibility especially before milestone event in Honda and to confirm it by sending engineer to Honda is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dirty="0">
                <a:latin typeface="Meiryo UI" panose="020B0604030504040204" pitchFamily="50" charset="-128"/>
                <a:ea typeface="Meiryo UI" panose="020B0604030504040204" pitchFamily="50" charset="-128"/>
                <a:cs typeface="Arial" pitchFamily="34" charset="0"/>
              </a:rPr>
              <a:t> own roles.</a:t>
            </a:r>
          </a:p>
          <a:p>
            <a:pPr marL="1066800" lvl="2" indent="-342900" algn="l">
              <a:buFont typeface="Arial" pitchFamily="34" charset="0"/>
              <a:buChar char="•"/>
            </a:pP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dirty="0">
                <a:latin typeface="Meiryo UI" panose="020B0604030504040204" pitchFamily="50" charset="-128"/>
                <a:ea typeface="Meiryo UI" panose="020B0604030504040204" pitchFamily="50" charset="-128"/>
                <a:cs typeface="Arial" pitchFamily="34" charset="0"/>
              </a:rPr>
              <a:t> will show it in SOW, if necessary.</a:t>
            </a:r>
            <a:endParaRPr lang="ja-JP" altLang="en-US" sz="1400" dirty="0">
              <a:latin typeface="Meiryo UI" panose="020B0604030504040204" pitchFamily="50" charset="-128"/>
              <a:ea typeface="Meiryo UI" panose="020B0604030504040204" pitchFamily="50" charset="-128"/>
              <a:cs typeface="Arial" pitchFamily="34" charset="0"/>
            </a:endParaRPr>
          </a:p>
        </p:txBody>
      </p:sp>
      <p:cxnSp>
        <p:nvCxnSpPr>
          <p:cNvPr id="300" name="直線矢印コネクタ 299"/>
          <p:cNvCxnSpPr/>
          <p:nvPr/>
        </p:nvCxnSpPr>
        <p:spPr bwMode="auto">
          <a:xfrm>
            <a:off x="2112202" y="3831360"/>
            <a:ext cx="260968" cy="0"/>
          </a:xfrm>
          <a:prstGeom prst="straightConnector1">
            <a:avLst/>
          </a:prstGeom>
          <a:solidFill>
            <a:schemeClr val="accent1"/>
          </a:solidFill>
          <a:ln w="9525" cap="flat" cmpd="sng" algn="ctr">
            <a:solidFill>
              <a:srgbClr val="0070C0"/>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3" name="テキスト ボックス 42"/>
          <p:cNvSpPr txBox="1"/>
          <p:nvPr/>
        </p:nvSpPr>
        <p:spPr>
          <a:xfrm>
            <a:off x="1742354" y="3898751"/>
            <a:ext cx="739696" cy="461665"/>
          </a:xfrm>
          <a:prstGeom prst="rect">
            <a:avLst/>
          </a:prstGeom>
          <a:noFill/>
        </p:spPr>
        <p:txBody>
          <a:bodyPr wrap="square" rtlCol="0">
            <a:spAutoFit/>
          </a:bodyPr>
          <a:lstStyle/>
          <a:p>
            <a:r>
              <a:rPr kumimoji="1" lang="en-US" altLang="ja-JP" sz="1200" dirty="0">
                <a:latin typeface="Meiryo UI" panose="020B0604030504040204" pitchFamily="50" charset="-128"/>
                <a:ea typeface="Meiryo UI" panose="020B0604030504040204" pitchFamily="50" charset="-128"/>
              </a:rPr>
              <a:t>Start Up</a:t>
            </a:r>
            <a:endParaRPr kumimoji="1" lang="ja-JP" altLang="en-US" sz="1200" dirty="0">
              <a:latin typeface="Meiryo UI" panose="020B0604030504040204" pitchFamily="50" charset="-128"/>
              <a:ea typeface="Meiryo UI" panose="020B0604030504040204" pitchFamily="50" charset="-128"/>
            </a:endParaRPr>
          </a:p>
        </p:txBody>
      </p:sp>
      <p:sp>
        <p:nvSpPr>
          <p:cNvPr id="5" name="TextBox 4">
            <a:extLst>
              <a:ext uri="{FF2B5EF4-FFF2-40B4-BE49-F238E27FC236}">
                <a16:creationId xmlns:a16="http://schemas.microsoft.com/office/drawing/2014/main" id="{C3DFC3E2-B807-BD77-CD42-4E93D8099D1D}"/>
              </a:ext>
            </a:extLst>
          </p:cNvPr>
          <p:cNvSpPr txBox="1"/>
          <p:nvPr/>
        </p:nvSpPr>
        <p:spPr>
          <a:xfrm>
            <a:off x="8534131" y="570393"/>
            <a:ext cx="688009" cy="307777"/>
          </a:xfrm>
          <a:prstGeom prst="rect">
            <a:avLst/>
          </a:prstGeom>
          <a:noFill/>
        </p:spPr>
        <p:txBody>
          <a:bodyPr wrap="none" rtlCol="0">
            <a:spAutoFit/>
          </a:bodyPr>
          <a:lstStyle/>
          <a:p>
            <a:r>
              <a:rPr lang="en-US" sz="1400" dirty="0">
                <a:highlight>
                  <a:srgbClr val="FFFF00"/>
                </a:highlight>
                <a:latin typeface="Meiryo UI" panose="020B0604030504040204" pitchFamily="50" charset="-128"/>
                <a:ea typeface="Meiryo UI" panose="020B0604030504040204" pitchFamily="50" charset="-128"/>
              </a:rPr>
              <a:t>rev05</a:t>
            </a:r>
          </a:p>
        </p:txBody>
      </p:sp>
      <p:pic>
        <p:nvPicPr>
          <p:cNvPr id="9" name="Picture 8">
            <a:extLst>
              <a:ext uri="{FF2B5EF4-FFF2-40B4-BE49-F238E27FC236}">
                <a16:creationId xmlns:a16="http://schemas.microsoft.com/office/drawing/2014/main" id="{DC4E94EE-A60F-C8C3-59E2-C413D4CC33EA}"/>
              </a:ext>
            </a:extLst>
          </p:cNvPr>
          <p:cNvPicPr>
            <a:picLocks noChangeAspect="1"/>
          </p:cNvPicPr>
          <p:nvPr/>
        </p:nvPicPr>
        <p:blipFill>
          <a:blip r:embed="rId2"/>
          <a:stretch>
            <a:fillRect/>
          </a:stretch>
        </p:blipFill>
        <p:spPr>
          <a:xfrm>
            <a:off x="97148" y="916288"/>
            <a:ext cx="8949704" cy="3535986"/>
          </a:xfrm>
          <a:prstGeom prst="rect">
            <a:avLst/>
          </a:prstGeom>
        </p:spPr>
      </p:pic>
    </p:spTree>
    <p:extLst>
      <p:ext uri="{BB962C8B-B14F-4D97-AF65-F5344CB8AC3E}">
        <p14:creationId xmlns:p14="http://schemas.microsoft.com/office/powerpoint/2010/main" val="2294914122"/>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表 5">
            <a:extLst>
              <a:ext uri="{FF2B5EF4-FFF2-40B4-BE49-F238E27FC236}">
                <a16:creationId xmlns:a16="http://schemas.microsoft.com/office/drawing/2014/main" id="{5F7E03EF-2CC6-4A1A-4FF4-AF7DE98AC58A}"/>
              </a:ext>
            </a:extLst>
          </p:cNvPr>
          <p:cNvGraphicFramePr>
            <a:graphicFrameLocks noGrp="1"/>
          </p:cNvGraphicFramePr>
          <p:nvPr/>
        </p:nvGraphicFramePr>
        <p:xfrm>
          <a:off x="117565" y="1018466"/>
          <a:ext cx="8934993" cy="4656383"/>
        </p:xfrm>
        <a:graphic>
          <a:graphicData uri="http://schemas.openxmlformats.org/drawingml/2006/table">
            <a:tbl>
              <a:tblPr firstRow="1" bandRow="1">
                <a:tableStyleId>{5C22544A-7EE6-4342-B048-85BDC9FD1C3A}</a:tableStyleId>
              </a:tblPr>
              <a:tblGrid>
                <a:gridCol w="3194253">
                  <a:extLst>
                    <a:ext uri="{9D8B030D-6E8A-4147-A177-3AD203B41FA5}">
                      <a16:colId xmlns:a16="http://schemas.microsoft.com/office/drawing/2014/main" val="123933921"/>
                    </a:ext>
                  </a:extLst>
                </a:gridCol>
                <a:gridCol w="2112270">
                  <a:extLst>
                    <a:ext uri="{9D8B030D-6E8A-4147-A177-3AD203B41FA5}">
                      <a16:colId xmlns:a16="http://schemas.microsoft.com/office/drawing/2014/main" val="2401591218"/>
                    </a:ext>
                  </a:extLst>
                </a:gridCol>
                <a:gridCol w="1685791">
                  <a:extLst>
                    <a:ext uri="{9D8B030D-6E8A-4147-A177-3AD203B41FA5}">
                      <a16:colId xmlns:a16="http://schemas.microsoft.com/office/drawing/2014/main" val="2186150059"/>
                    </a:ext>
                  </a:extLst>
                </a:gridCol>
                <a:gridCol w="696569">
                  <a:extLst>
                    <a:ext uri="{9D8B030D-6E8A-4147-A177-3AD203B41FA5}">
                      <a16:colId xmlns:a16="http://schemas.microsoft.com/office/drawing/2014/main" val="846571682"/>
                    </a:ext>
                  </a:extLst>
                </a:gridCol>
                <a:gridCol w="717580">
                  <a:extLst>
                    <a:ext uri="{9D8B030D-6E8A-4147-A177-3AD203B41FA5}">
                      <a16:colId xmlns:a16="http://schemas.microsoft.com/office/drawing/2014/main" val="3173192542"/>
                    </a:ext>
                  </a:extLst>
                </a:gridCol>
                <a:gridCol w="528530">
                  <a:extLst>
                    <a:ext uri="{9D8B030D-6E8A-4147-A177-3AD203B41FA5}">
                      <a16:colId xmlns:a16="http://schemas.microsoft.com/office/drawing/2014/main" val="2884440178"/>
                    </a:ext>
                  </a:extLst>
                </a:gridCol>
              </a:tblGrid>
              <a:tr h="297728">
                <a:tc rowSpan="2">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400" b="1">
                          <a:solidFill>
                            <a:schemeClr val="tx1"/>
                          </a:solidFill>
                          <a:latin typeface="Meiryo UI" panose="020B0604030504040204" pitchFamily="50" charset="-128"/>
                          <a:ea typeface="Meiryo UI" panose="020B0604030504040204" pitchFamily="50" charset="-128"/>
                          <a:cs typeface="Arial" panose="020B0604020202020204" pitchFamily="34" charset="0"/>
                        </a:rPr>
                        <a:t>Necessary information</a:t>
                      </a:r>
                    </a:p>
                    <a:p>
                      <a:pPr algn="ctr"/>
                      <a:r>
                        <a:rPr kumimoji="1" lang="ja-JP" altLang="en-US" sz="1400" b="1">
                          <a:solidFill>
                            <a:schemeClr val="tx1"/>
                          </a:solidFill>
                          <a:latin typeface="Meiryo UI" panose="020B0604030504040204" pitchFamily="50" charset="-128"/>
                          <a:ea typeface="Meiryo UI" panose="020B0604030504040204" pitchFamily="50" charset="-128"/>
                          <a:cs typeface="Arial" panose="020B0604020202020204" pitchFamily="34" charset="0"/>
                        </a:rPr>
                        <a:t>必要な情報</a:t>
                      </a:r>
                    </a:p>
                  </a:txBody>
                  <a:tcPr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rowSpan="2">
                  <a:txBody>
                    <a:bodyPr/>
                    <a:lstStyle/>
                    <a:p>
                      <a:pPr algn="ctr"/>
                      <a:r>
                        <a:rPr kumimoji="1" lang="en-US" altLang="ja-JP" sz="1400" b="1">
                          <a:solidFill>
                            <a:schemeClr val="tx1"/>
                          </a:solidFill>
                          <a:latin typeface="Meiryo UI" panose="020B0604030504040204" pitchFamily="50" charset="-128"/>
                          <a:ea typeface="Meiryo UI" panose="020B0604030504040204" pitchFamily="50" charset="-128"/>
                          <a:cs typeface="Arial" panose="020B0604020202020204" pitchFamily="34" charset="0"/>
                        </a:rPr>
                        <a:t>Reported  by </a:t>
                      </a:r>
                      <a:endParaRPr kumimoji="1" lang="ja-JP" altLang="en-US" sz="1400" b="1">
                        <a:solidFill>
                          <a:schemeClr val="tx1"/>
                        </a:solidFill>
                        <a:latin typeface="Meiryo UI" panose="020B0604030504040204" pitchFamily="50" charset="-128"/>
                        <a:ea typeface="Meiryo UI" panose="020B0604030504040204" pitchFamily="50" charset="-128"/>
                        <a:cs typeface="Arial" panose="020B0604020202020204" pitchFamily="34" charset="0"/>
                      </a:endParaRPr>
                    </a:p>
                  </a:txBody>
                  <a:tcPr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rowSpan="2">
                  <a:txBody>
                    <a:bodyPr/>
                    <a:lstStyle/>
                    <a:p>
                      <a:pPr algn="ctr"/>
                      <a:r>
                        <a:rPr kumimoji="1" lang="en-US" altLang="ja-JP" sz="1400" b="1">
                          <a:solidFill>
                            <a:schemeClr val="tx1"/>
                          </a:solidFill>
                          <a:latin typeface="Meiryo UI" panose="020B0604030504040204" pitchFamily="50" charset="-128"/>
                          <a:ea typeface="Meiryo UI" panose="020B0604030504040204" pitchFamily="50" charset="-128"/>
                          <a:cs typeface="Arial" panose="020B0604020202020204" pitchFamily="34" charset="0"/>
                        </a:rPr>
                        <a:t>Reporting</a:t>
                      </a:r>
                      <a:r>
                        <a:rPr kumimoji="1" lang="en-US" altLang="ja-JP" sz="1400" b="1" baseline="0">
                          <a:solidFill>
                            <a:schemeClr val="tx1"/>
                          </a:solidFill>
                          <a:latin typeface="Meiryo UI" panose="020B0604030504040204" pitchFamily="50" charset="-128"/>
                          <a:ea typeface="Meiryo UI" panose="020B0604030504040204" pitchFamily="50" charset="-128"/>
                          <a:cs typeface="Arial" panose="020B0604020202020204" pitchFamily="34" charset="0"/>
                        </a:rPr>
                        <a:t> timing</a:t>
                      </a:r>
                      <a:endParaRPr kumimoji="1" lang="ja-JP" altLang="en-US" sz="1400" b="1">
                        <a:solidFill>
                          <a:schemeClr val="tx1"/>
                        </a:solidFill>
                        <a:latin typeface="Meiryo UI" panose="020B0604030504040204" pitchFamily="50" charset="-128"/>
                        <a:ea typeface="Meiryo UI" panose="020B0604030504040204" pitchFamily="50" charset="-128"/>
                        <a:cs typeface="Arial" panose="020B0604020202020204" pitchFamily="34" charset="0"/>
                      </a:endParaRPr>
                    </a:p>
                  </a:txBody>
                  <a:tcPr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gridSpan="3">
                  <a:txBody>
                    <a:bodyPr/>
                    <a:lstStyle/>
                    <a:p>
                      <a:pPr algn="ctr"/>
                      <a:r>
                        <a:rPr kumimoji="1" lang="en-US" altLang="ja-JP" sz="1100">
                          <a:solidFill>
                            <a:schemeClr val="tx1"/>
                          </a:solidFill>
                          <a:latin typeface="Meiryo UI" panose="020B0604030504040204" pitchFamily="50" charset="-128"/>
                          <a:cs typeface="Arial" panose="020B0604020202020204" pitchFamily="34" charset="0"/>
                        </a:rPr>
                        <a:t>Will be</a:t>
                      </a:r>
                      <a:r>
                        <a:rPr kumimoji="1" lang="en-US" altLang="ja-JP" sz="1100" baseline="0">
                          <a:solidFill>
                            <a:schemeClr val="tx1"/>
                          </a:solidFill>
                          <a:latin typeface="Meiryo UI" panose="020B0604030504040204" pitchFamily="50" charset="-128"/>
                          <a:cs typeface="Arial" panose="020B0604020202020204" pitchFamily="34" charset="0"/>
                        </a:rPr>
                        <a:t> used for</a:t>
                      </a:r>
                      <a:endParaRPr kumimoji="1" lang="ja-JP" altLang="en-US" sz="1100">
                        <a:solidFill>
                          <a:schemeClr val="tx1"/>
                        </a:solidFill>
                        <a:latin typeface="Meiryo UI" panose="020B0604030504040204" pitchFamily="50" charset="-128"/>
                        <a:cs typeface="Arial" panose="020B0604020202020204" pitchFamily="34" charset="0"/>
                      </a:endParaRPr>
                    </a:p>
                  </a:txBody>
                  <a:tcP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1207430733"/>
                  </a:ext>
                </a:extLst>
              </a:tr>
              <a:tr h="297728">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ctr"/>
                      <a:r>
                        <a:rPr kumimoji="1" lang="en-US" altLang="ja-JP" sz="1050">
                          <a:solidFill>
                            <a:schemeClr val="tx1"/>
                          </a:solidFill>
                          <a:latin typeface="Meiryo UI" panose="020B0604030504040204" pitchFamily="50" charset="-128"/>
                          <a:cs typeface="Arial" panose="020B0604020202020204" pitchFamily="34" charset="0"/>
                        </a:rPr>
                        <a:t>Service</a:t>
                      </a:r>
                      <a:endParaRPr kumimoji="1" lang="ja-JP" altLang="en-US" sz="1050">
                        <a:solidFill>
                          <a:schemeClr val="tx1"/>
                        </a:solidFill>
                        <a:latin typeface="Meiryo UI" panose="020B0604030504040204" pitchFamily="50" charset="-128"/>
                        <a:cs typeface="Arial" panose="020B0604020202020204" pitchFamily="34" charset="0"/>
                      </a:endParaRPr>
                    </a:p>
                  </a:txBody>
                  <a:tcPr anchor="ctr">
                    <a:lnL w="1905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1050">
                          <a:solidFill>
                            <a:schemeClr val="tx1"/>
                          </a:solidFill>
                          <a:latin typeface="Meiryo UI" panose="020B0604030504040204" pitchFamily="50" charset="-128"/>
                          <a:cs typeface="Arial" panose="020B0604020202020204" pitchFamily="34" charset="0"/>
                        </a:rPr>
                        <a:t>Factory</a:t>
                      </a:r>
                      <a:endParaRPr kumimoji="1" lang="ja-JP" altLang="en-US" sz="1050">
                        <a:solidFill>
                          <a:schemeClr val="tx1"/>
                        </a:solidFill>
                        <a:latin typeface="Meiryo UI" panose="020B0604030504040204" pitchFamily="50" charset="-128"/>
                        <a:cs typeface="Arial" panose="020B060402020202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1050">
                          <a:solidFill>
                            <a:schemeClr val="tx1"/>
                          </a:solidFill>
                          <a:latin typeface="Meiryo UI" panose="020B0604030504040204" pitchFamily="50" charset="-128"/>
                          <a:cs typeface="Arial" panose="020B0604020202020204" pitchFamily="34" charset="0"/>
                        </a:rPr>
                        <a:t>Cert</a:t>
                      </a:r>
                      <a:endParaRPr kumimoji="1" lang="ja-JP" altLang="en-US" sz="1050">
                        <a:solidFill>
                          <a:schemeClr val="tx1"/>
                        </a:solidFill>
                        <a:latin typeface="Meiryo UI" panose="020B0604030504040204" pitchFamily="50" charset="-128"/>
                        <a:cs typeface="Arial" panose="020B0604020202020204" pitchFamily="34" charset="0"/>
                      </a:endParaRPr>
                    </a:p>
                  </a:txBody>
                  <a:tcPr anchor="ctr">
                    <a:lnL w="1270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4205150334"/>
                  </a:ext>
                </a:extLst>
              </a:tr>
              <a:tr h="501322">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altLang="ja-JP" sz="1200" b="0" i="0" u="none" strike="noStrike">
                          <a:solidFill>
                            <a:schemeClr val="tx1"/>
                          </a:solidFill>
                          <a:effectLst/>
                          <a:latin typeface="Meiryo UI" panose="020B0604030504040204" pitchFamily="50" charset="-128"/>
                          <a:ea typeface="Meiryo UI" panose="020B0604030504040204" pitchFamily="50" charset="-128"/>
                          <a:cs typeface="Arial" panose="020B0604020202020204" pitchFamily="34" charset="0"/>
                        </a:rPr>
                        <a:t>OBD2 </a:t>
                      </a:r>
                      <a:r>
                        <a:rPr lang="ja-JP" altLang="en-US" sz="1200" b="0" i="0" u="none" strike="noStrike">
                          <a:solidFill>
                            <a:schemeClr val="tx1"/>
                          </a:solidFill>
                          <a:effectLst/>
                          <a:latin typeface="Meiryo UI" panose="020B0604030504040204" pitchFamily="50" charset="-128"/>
                          <a:ea typeface="Meiryo UI" panose="020B0604030504040204" pitchFamily="50" charset="-128"/>
                          <a:cs typeface="Arial" panose="020B0604020202020204" pitchFamily="34" charset="0"/>
                        </a:rPr>
                        <a:t>モニターチェックリスト</a:t>
                      </a:r>
                    </a:p>
                    <a:p>
                      <a:pPr algn="l" fontAlgn="ctr"/>
                      <a:r>
                        <a:rPr lang="en-US" altLang="ja-JP" sz="1200" b="0" i="0" u="none" strike="noStrike">
                          <a:solidFill>
                            <a:schemeClr val="tx1"/>
                          </a:solidFill>
                          <a:effectLst/>
                          <a:latin typeface="Meiryo UI" panose="020B0604030504040204" pitchFamily="50" charset="-128"/>
                          <a:ea typeface="Meiryo UI" panose="020B0604030504040204" pitchFamily="50" charset="-128"/>
                          <a:cs typeface="Arial" panose="020B0604020202020204" pitchFamily="34" charset="0"/>
                        </a:rPr>
                        <a:t>OBD2</a:t>
                      </a:r>
                      <a:r>
                        <a:rPr lang="ja-JP" altLang="en-US" sz="1200" b="0" i="0" u="none" strike="noStrike">
                          <a:solidFill>
                            <a:schemeClr val="tx1"/>
                          </a:solidFill>
                          <a:effectLst/>
                          <a:latin typeface="Meiryo UI" panose="020B0604030504040204" pitchFamily="50" charset="-128"/>
                          <a:ea typeface="Meiryo UI" panose="020B0604030504040204" pitchFamily="50" charset="-128"/>
                          <a:cs typeface="Arial" panose="020B0604020202020204" pitchFamily="34" charset="0"/>
                        </a:rPr>
                        <a:t> </a:t>
                      </a:r>
                      <a:r>
                        <a:rPr lang="en-US" altLang="ja-JP" sz="1200" b="0" i="0" u="none" strike="noStrike">
                          <a:solidFill>
                            <a:schemeClr val="tx1"/>
                          </a:solidFill>
                          <a:effectLst/>
                          <a:latin typeface="Meiryo UI" panose="020B0604030504040204" pitchFamily="50" charset="-128"/>
                          <a:ea typeface="Meiryo UI" panose="020B0604030504040204" pitchFamily="50" charset="-128"/>
                          <a:cs typeface="Arial" panose="020B0604020202020204" pitchFamily="34" charset="0"/>
                        </a:rPr>
                        <a:t>monitor</a:t>
                      </a:r>
                      <a:r>
                        <a:rPr lang="ja-JP" altLang="en-US" sz="1200" b="0" i="0" u="none" strike="noStrike">
                          <a:solidFill>
                            <a:schemeClr val="tx1"/>
                          </a:solidFill>
                          <a:effectLst/>
                          <a:latin typeface="Meiryo UI" panose="020B0604030504040204" pitchFamily="50" charset="-128"/>
                          <a:ea typeface="Meiryo UI" panose="020B0604030504040204" pitchFamily="50" charset="-128"/>
                          <a:cs typeface="Arial" panose="020B0604020202020204" pitchFamily="34" charset="0"/>
                        </a:rPr>
                        <a:t> </a:t>
                      </a:r>
                      <a:r>
                        <a:rPr lang="en-US" altLang="ja-JP" sz="1200" b="0" i="0" u="none" strike="noStrike">
                          <a:solidFill>
                            <a:schemeClr val="tx1"/>
                          </a:solidFill>
                          <a:effectLst/>
                          <a:latin typeface="Meiryo UI" panose="020B0604030504040204" pitchFamily="50" charset="-128"/>
                          <a:ea typeface="Meiryo UI" panose="020B0604030504040204" pitchFamily="50" charset="-128"/>
                          <a:cs typeface="Arial" panose="020B0604020202020204" pitchFamily="34" charset="0"/>
                        </a:rPr>
                        <a:t>check</a:t>
                      </a:r>
                      <a:r>
                        <a:rPr lang="ja-JP" altLang="en-US" sz="1200" b="0" i="0" u="none" strike="noStrike">
                          <a:solidFill>
                            <a:schemeClr val="tx1"/>
                          </a:solidFill>
                          <a:effectLst/>
                          <a:latin typeface="Meiryo UI" panose="020B0604030504040204" pitchFamily="50" charset="-128"/>
                          <a:ea typeface="Meiryo UI" panose="020B0604030504040204" pitchFamily="50" charset="-128"/>
                          <a:cs typeface="Arial" panose="020B0604020202020204" pitchFamily="34" charset="0"/>
                        </a:rPr>
                        <a:t> </a:t>
                      </a:r>
                      <a:r>
                        <a:rPr lang="en-US" altLang="ja-JP" sz="1200" b="0" i="0" u="none" strike="noStrike">
                          <a:solidFill>
                            <a:schemeClr val="tx1"/>
                          </a:solidFill>
                          <a:effectLst/>
                          <a:latin typeface="Meiryo UI" panose="020B0604030504040204" pitchFamily="50" charset="-128"/>
                          <a:ea typeface="Meiryo UI" panose="020B0604030504040204" pitchFamily="50" charset="-128"/>
                          <a:cs typeface="Arial" panose="020B0604020202020204" pitchFamily="34" charset="0"/>
                        </a:rPr>
                        <a:t>list</a:t>
                      </a:r>
                    </a:p>
                  </a:txBody>
                  <a:tcPr marL="36000" marR="9525" marT="9525"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Refer to “OBD-2</a:t>
                      </a:r>
                      <a:r>
                        <a:rPr lang="en-US" sz="1200" b="0" i="0" u="none" strike="noStrike" baseline="0">
                          <a:solidFill>
                            <a:srgbClr val="000000"/>
                          </a:solidFill>
                          <a:effectLst/>
                          <a:latin typeface="Meiryo UI" panose="020B0604030504040204" pitchFamily="50" charset="-128"/>
                          <a:ea typeface="Meiryo UI" panose="020B0604030504040204" pitchFamily="50" charset="-128"/>
                          <a:cs typeface="Arial" panose="020B0604020202020204" pitchFamily="34" charset="0"/>
                        </a:rPr>
                        <a:t> information” file</a:t>
                      </a:r>
                      <a:endParaRPr lang="en-US" sz="12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endParaRPr>
                    </a:p>
                  </a:txBody>
                  <a:tcPr marL="9525" marR="9525" marT="9525"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1400">
                          <a:latin typeface="Meiryo UI" panose="020B0604030504040204" pitchFamily="50" charset="-128"/>
                          <a:ea typeface="Meiryo UI" panose="020B0604030504040204" pitchFamily="50" charset="-128"/>
                          <a:cs typeface="Arial" panose="020B0604020202020204" pitchFamily="34" charset="0"/>
                        </a:rPr>
                        <a:t>MP1</a:t>
                      </a:r>
                      <a:endParaRPr kumimoji="1" lang="ja-JP" altLang="en-US" sz="1400">
                        <a:latin typeface="Meiryo UI" panose="020B0604030504040204" pitchFamily="50" charset="-128"/>
                        <a:ea typeface="Meiryo UI" panose="020B0604030504040204" pitchFamily="50" charset="-128"/>
                        <a:cs typeface="Arial" panose="020B0604020202020204" pitchFamily="34" charset="0"/>
                      </a:endParaRPr>
                    </a:p>
                  </a:txBody>
                  <a:tcPr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latin typeface="Meiryo UI" panose="020B0604030504040204" pitchFamily="50" charset="-128"/>
                        <a:ea typeface="Meiryo UI" panose="020B0604030504040204" pitchFamily="50" charset="-128"/>
                        <a:cs typeface="Arial" panose="020B0604020202020204" pitchFamily="34" charset="0"/>
                      </a:endParaRPr>
                    </a:p>
                  </a:txBody>
                  <a:tcPr anchor="ctr">
                    <a:lnL w="1905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latin typeface="Meiryo UI" panose="020B0604030504040204" pitchFamily="50" charset="-128"/>
                        <a:ea typeface="Meiryo UI" panose="020B0604030504040204" pitchFamily="50" charset="-128"/>
                        <a:cs typeface="Arial" panose="020B060402020202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kumimoji="1" lang="ja-JP" altLang="en-US" sz="1400">
                        <a:latin typeface="Meiryo UI" panose="020B0604030504040204" pitchFamily="50" charset="-128"/>
                        <a:ea typeface="Meiryo UI" panose="020B0604030504040204" pitchFamily="50" charset="-128"/>
                        <a:cs typeface="Arial" panose="020B0604020202020204" pitchFamily="34" charset="0"/>
                      </a:endParaRPr>
                    </a:p>
                  </a:txBody>
                  <a:tcPr marL="90000" anchor="ctr">
                    <a:lnL w="1270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231007449"/>
                  </a:ext>
                </a:extLst>
              </a:tr>
              <a:tr h="431268">
                <a:tc>
                  <a:txBody>
                    <a:bodyPr/>
                    <a:lstStyle/>
                    <a:p>
                      <a:pPr algn="l" fontAlgn="ctr"/>
                      <a:r>
                        <a:rPr lang="en-US" altLang="ja-JP" sz="12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Bit </a:t>
                      </a:r>
                      <a:r>
                        <a:rPr lang="ja-JP" altLang="en-US" sz="12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定義</a:t>
                      </a:r>
                      <a:endParaRPr lang="en-US" altLang="ja-JP" sz="12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endParaRPr>
                    </a:p>
                    <a:p>
                      <a:pPr algn="l" fontAlgn="ctr"/>
                      <a:r>
                        <a:rPr lang="en-US" sz="12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Bit definition</a:t>
                      </a:r>
                    </a:p>
                  </a:txBody>
                  <a:tcPr marL="36000" marR="9525" marT="9525"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fontAlgn="ctr"/>
                      <a:r>
                        <a:rPr lang="en-US" altLang="ja-JP" sz="12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Refer</a:t>
                      </a:r>
                      <a:r>
                        <a:rPr lang="en-US" altLang="ja-JP" sz="1200" b="0" i="0" u="none" strike="noStrike" baseline="0">
                          <a:solidFill>
                            <a:srgbClr val="000000"/>
                          </a:solidFill>
                          <a:effectLst/>
                          <a:latin typeface="Meiryo UI" panose="020B0604030504040204" pitchFamily="50" charset="-128"/>
                          <a:ea typeface="Meiryo UI" panose="020B0604030504040204" pitchFamily="50" charset="-128"/>
                          <a:cs typeface="Arial" panose="020B0604020202020204" pitchFamily="34" charset="0"/>
                        </a:rPr>
                        <a:t> to “Bit definition” file</a:t>
                      </a:r>
                      <a:endParaRPr lang="ja-JP" altLang="en-US" sz="12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endParaRPr>
                    </a:p>
                  </a:txBody>
                  <a:tcPr marL="9525" marR="9525" marT="9525"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1400">
                          <a:latin typeface="Meiryo UI" panose="020B0604030504040204" pitchFamily="50" charset="-128"/>
                          <a:ea typeface="Meiryo UI" panose="020B0604030504040204" pitchFamily="50" charset="-128"/>
                          <a:cs typeface="Arial" panose="020B0604020202020204" pitchFamily="34" charset="0"/>
                        </a:rPr>
                        <a:t>MP1</a:t>
                      </a:r>
                      <a:endParaRPr kumimoji="1" lang="ja-JP" altLang="en-US" sz="1400">
                        <a:latin typeface="Meiryo UI" panose="020B0604030504040204" pitchFamily="50" charset="-128"/>
                        <a:ea typeface="Meiryo UI" panose="020B0604030504040204" pitchFamily="50" charset="-128"/>
                        <a:cs typeface="Arial" panose="020B0604020202020204" pitchFamily="34" charset="0"/>
                      </a:endParaRPr>
                    </a:p>
                  </a:txBody>
                  <a:tcPr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latin typeface="Meiryo UI" panose="020B0604030504040204" pitchFamily="50" charset="-128"/>
                        <a:ea typeface="Meiryo UI" panose="020B0604030504040204" pitchFamily="50" charset="-128"/>
                        <a:cs typeface="Arial" panose="020B0604020202020204" pitchFamily="34" charset="0"/>
                      </a:endParaRPr>
                    </a:p>
                  </a:txBody>
                  <a:tcPr anchor="ctr">
                    <a:lnL w="1905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latin typeface="Meiryo UI" panose="020B0604030504040204" pitchFamily="50" charset="-128"/>
                        <a:ea typeface="Meiryo UI" panose="020B0604030504040204" pitchFamily="50" charset="-128"/>
                        <a:cs typeface="Arial" panose="020B060402020202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400">
                        <a:latin typeface="Meiryo UI" panose="020B0604030504040204" pitchFamily="50" charset="-128"/>
                        <a:ea typeface="Meiryo UI" panose="020B0604030504040204" pitchFamily="50" charset="-128"/>
                        <a:cs typeface="Arial" panose="020B0604020202020204" pitchFamily="34" charset="0"/>
                      </a:endParaRPr>
                    </a:p>
                  </a:txBody>
                  <a:tcPr marL="90000" anchor="ctr">
                    <a:lnL w="1270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741454021"/>
                  </a:ext>
                </a:extLst>
              </a:tr>
              <a:tr h="501322">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kumimoji="1" lang="en-US" altLang="ja-JP" sz="1200">
                          <a:latin typeface="Meiryo UI" panose="020B0604030504040204" pitchFamily="50" charset="-128"/>
                          <a:ea typeface="Meiryo UI" panose="020B0604030504040204" pitchFamily="50" charset="-128"/>
                          <a:cs typeface="Arial" panose="020B0604020202020204" pitchFamily="34" charset="0"/>
                        </a:rPr>
                        <a:t>Service$06</a:t>
                      </a:r>
                      <a:endParaRPr kumimoji="1" lang="ja-JP" altLang="en-US" sz="1200">
                        <a:latin typeface="Meiryo UI" panose="020B0604030504040204" pitchFamily="50" charset="-128"/>
                        <a:ea typeface="Meiryo UI" panose="020B0604030504040204" pitchFamily="50" charset="-128"/>
                        <a:cs typeface="Arial" panose="020B0604020202020204" pitchFamily="34" charset="0"/>
                      </a:endParaRPr>
                    </a:p>
                    <a:p>
                      <a:pPr algn="l" fontAlgn="ctr"/>
                      <a:r>
                        <a:rPr lang="en-US" altLang="ja-JP" sz="12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$06</a:t>
                      </a:r>
                      <a:r>
                        <a:rPr lang="ja-JP" altLang="en-US" sz="12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情報 </a:t>
                      </a:r>
                      <a:r>
                        <a:rPr lang="en-US" altLang="ja-JP" sz="12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a:t>
                      </a:r>
                      <a:r>
                        <a:rPr lang="en-US" sz="12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TID/MID/GST LIST)</a:t>
                      </a:r>
                    </a:p>
                  </a:txBody>
                  <a:tcPr marL="36000" marR="9525" marT="9525"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fontAlgn="ctr"/>
                      <a:r>
                        <a:rPr lang="en-US" altLang="ja-JP" sz="12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Refer</a:t>
                      </a:r>
                      <a:r>
                        <a:rPr lang="en-US" altLang="ja-JP" sz="1200" b="0" i="0" u="none" strike="noStrike" baseline="0">
                          <a:solidFill>
                            <a:srgbClr val="000000"/>
                          </a:solidFill>
                          <a:effectLst/>
                          <a:latin typeface="Meiryo UI" panose="020B0604030504040204" pitchFamily="50" charset="-128"/>
                          <a:ea typeface="Meiryo UI" panose="020B0604030504040204" pitchFamily="50" charset="-128"/>
                          <a:cs typeface="Arial" panose="020B0604020202020204" pitchFamily="34" charset="0"/>
                        </a:rPr>
                        <a:t> to </a:t>
                      </a:r>
                      <a:r>
                        <a:rPr lang="en-US" altLang="ja-JP" sz="12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“Service$06</a:t>
                      </a:r>
                      <a:r>
                        <a:rPr lang="ja-JP" altLang="en-US" sz="12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 </a:t>
                      </a:r>
                      <a:r>
                        <a:rPr lang="en-US" altLang="ja-JP" sz="12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TID,MID,GST LIST”</a:t>
                      </a:r>
                    </a:p>
                  </a:txBody>
                  <a:tcPr marL="9525" marR="9525" marT="9525"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1400">
                          <a:latin typeface="Meiryo UI" panose="020B0604030504040204" pitchFamily="50" charset="-128"/>
                          <a:ea typeface="Meiryo UI" panose="020B0604030504040204" pitchFamily="50" charset="-128"/>
                          <a:cs typeface="Arial" panose="020B0604020202020204" pitchFamily="34" charset="0"/>
                        </a:rPr>
                        <a:t>MP1</a:t>
                      </a:r>
                      <a:endParaRPr kumimoji="1" lang="ja-JP" altLang="en-US" sz="1400">
                        <a:latin typeface="Meiryo UI" panose="020B0604030504040204" pitchFamily="50" charset="-128"/>
                        <a:ea typeface="Meiryo UI" panose="020B0604030504040204" pitchFamily="50" charset="-128"/>
                        <a:cs typeface="Arial" panose="020B0604020202020204" pitchFamily="34" charset="0"/>
                      </a:endParaRPr>
                    </a:p>
                  </a:txBody>
                  <a:tcPr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latin typeface="Meiryo UI" panose="020B0604030504040204" pitchFamily="50" charset="-128"/>
                        <a:ea typeface="Meiryo UI" panose="020B0604030504040204" pitchFamily="50" charset="-128"/>
                        <a:cs typeface="Arial" panose="020B0604020202020204" pitchFamily="34" charset="0"/>
                      </a:endParaRPr>
                    </a:p>
                  </a:txBody>
                  <a:tcPr anchor="ctr">
                    <a:lnL w="1905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latin typeface="Meiryo UI" panose="020B0604030504040204" pitchFamily="50" charset="-128"/>
                        <a:ea typeface="Meiryo UI" panose="020B0604030504040204" pitchFamily="50" charset="-128"/>
                        <a:cs typeface="Arial" panose="020B060402020202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kumimoji="1" lang="ja-JP" altLang="en-US" sz="1400">
                        <a:latin typeface="Meiryo UI" panose="020B0604030504040204" pitchFamily="50" charset="-128"/>
                        <a:ea typeface="Meiryo UI" panose="020B0604030504040204" pitchFamily="50" charset="-128"/>
                        <a:cs typeface="Arial" panose="020B0604020202020204" pitchFamily="34" charset="0"/>
                      </a:endParaRPr>
                    </a:p>
                  </a:txBody>
                  <a:tcPr marL="90000" anchor="ctr">
                    <a:lnL w="1270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4041009534"/>
                  </a:ext>
                </a:extLst>
              </a:tr>
              <a:tr h="525403">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ja-JP" altLang="en-US" sz="12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検知サイクル情報</a:t>
                      </a:r>
                      <a:endParaRPr kumimoji="1" lang="en-US" altLang="ja-JP" sz="1200">
                        <a:latin typeface="Meiryo UI" panose="020B0604030504040204" pitchFamily="50" charset="-128"/>
                        <a:ea typeface="Meiryo UI" panose="020B0604030504040204" pitchFamily="50" charset="-128"/>
                        <a:cs typeface="Arial" panose="020B0604020202020204" pitchFamily="34" charset="0"/>
                      </a:endParaRPr>
                    </a:p>
                    <a:p>
                      <a:pPr marL="0" marR="0" indent="0" algn="l" defTabSz="914400" rtl="0" eaLnBrk="1" fontAlgn="ctr" latinLnBrk="0" hangingPunct="1">
                        <a:lnSpc>
                          <a:spcPct val="100000"/>
                        </a:lnSpc>
                        <a:spcBef>
                          <a:spcPts val="0"/>
                        </a:spcBef>
                        <a:spcAft>
                          <a:spcPts val="0"/>
                        </a:spcAft>
                        <a:buClrTx/>
                        <a:buSzTx/>
                        <a:buFontTx/>
                        <a:buNone/>
                        <a:tabLst/>
                        <a:defRPr/>
                      </a:pPr>
                      <a:r>
                        <a:rPr kumimoji="1" lang="en-US" altLang="ja-JP" sz="1200">
                          <a:latin typeface="Meiryo UI" panose="020B0604030504040204" pitchFamily="50" charset="-128"/>
                          <a:ea typeface="Meiryo UI" panose="020B0604030504040204" pitchFamily="50" charset="-128"/>
                          <a:cs typeface="Arial" panose="020B0604020202020204" pitchFamily="34" charset="0"/>
                        </a:rPr>
                        <a:t>Driving</a:t>
                      </a:r>
                      <a:r>
                        <a:rPr kumimoji="1" lang="en-US" altLang="ja-JP" sz="1200" baseline="0">
                          <a:latin typeface="Meiryo UI" panose="020B0604030504040204" pitchFamily="50" charset="-128"/>
                          <a:ea typeface="Meiryo UI" panose="020B0604030504040204" pitchFamily="50" charset="-128"/>
                          <a:cs typeface="Arial" panose="020B0604020202020204" pitchFamily="34" charset="0"/>
                        </a:rPr>
                        <a:t> cycle for detection</a:t>
                      </a:r>
                      <a:endParaRPr kumimoji="1" lang="ja-JP" altLang="en-US" sz="1200">
                        <a:latin typeface="Meiryo UI" panose="020B0604030504040204" pitchFamily="50" charset="-128"/>
                        <a:ea typeface="Meiryo UI" panose="020B0604030504040204" pitchFamily="50" charset="-128"/>
                        <a:cs typeface="Arial" panose="020B0604020202020204" pitchFamily="34" charset="0"/>
                      </a:endParaRPr>
                    </a:p>
                  </a:txBody>
                  <a:tcPr marL="36000" marR="9525" marT="9525"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fontAlgn="ctr"/>
                      <a:r>
                        <a:rPr lang="en-US" altLang="ja-JP" sz="12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Cal spec list</a:t>
                      </a:r>
                      <a:endParaRPr lang="ja-JP" altLang="en-US" sz="12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endParaRPr>
                    </a:p>
                  </a:txBody>
                  <a:tcPr marL="9525" marR="9525" marT="9525"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1200">
                          <a:latin typeface="Meiryo UI" panose="020B0604030504040204" pitchFamily="50" charset="-128"/>
                          <a:ea typeface="Meiryo UI" panose="020B0604030504040204" pitchFamily="50" charset="-128"/>
                          <a:cs typeface="Arial" panose="020B0604020202020204" pitchFamily="34" charset="0"/>
                        </a:rPr>
                        <a:t>Each</a:t>
                      </a:r>
                      <a:r>
                        <a:rPr kumimoji="1" lang="en-US" altLang="ja-JP" sz="1200" baseline="0">
                          <a:latin typeface="Meiryo UI" panose="020B0604030504040204" pitchFamily="50" charset="-128"/>
                          <a:ea typeface="Meiryo UI" panose="020B0604030504040204" pitchFamily="50" charset="-128"/>
                          <a:cs typeface="Arial" panose="020B0604020202020204" pitchFamily="34" charset="0"/>
                        </a:rPr>
                        <a:t> Hex release timing</a:t>
                      </a:r>
                      <a:endParaRPr kumimoji="1" lang="ja-JP" altLang="en-US" sz="1200">
                        <a:latin typeface="Meiryo UI" panose="020B0604030504040204" pitchFamily="50" charset="-128"/>
                        <a:ea typeface="Meiryo UI" panose="020B0604030504040204" pitchFamily="50" charset="-128"/>
                        <a:cs typeface="Arial" panose="020B0604020202020204" pitchFamily="34" charset="0"/>
                      </a:endParaRPr>
                    </a:p>
                  </a:txBody>
                  <a:tcPr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latin typeface="Meiryo UI" panose="020B0604030504040204" pitchFamily="50" charset="-128"/>
                        <a:ea typeface="Meiryo UI" panose="020B0604030504040204" pitchFamily="50" charset="-128"/>
                        <a:cs typeface="Arial" panose="020B0604020202020204" pitchFamily="34" charset="0"/>
                      </a:endParaRPr>
                    </a:p>
                  </a:txBody>
                  <a:tcPr anchor="ctr">
                    <a:lnL w="1905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latin typeface="Meiryo UI" panose="020B0604030504040204" pitchFamily="50" charset="-128"/>
                        <a:ea typeface="Meiryo UI" panose="020B0604030504040204" pitchFamily="50" charset="-128"/>
                        <a:cs typeface="Arial" panose="020B060402020202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rPr>
                        <a:t>〇</a:t>
                      </a:r>
                      <a:endParaRPr kumimoji="1" lang="ja-JP" altLang="en-US" sz="1400">
                        <a:latin typeface="Meiryo UI" panose="020B0604030504040204" pitchFamily="50" charset="-128"/>
                        <a:ea typeface="Meiryo UI" panose="020B0604030504040204" pitchFamily="50" charset="-128"/>
                        <a:cs typeface="Arial" panose="020B0604020202020204" pitchFamily="34" charset="0"/>
                      </a:endParaRPr>
                    </a:p>
                  </a:txBody>
                  <a:tcPr marL="90000" anchor="ctr">
                    <a:lnL w="1270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408065121"/>
                  </a:ext>
                </a:extLst>
              </a:tr>
              <a:tr h="525403">
                <a:tc>
                  <a:txBody>
                    <a:bodyPr/>
                    <a:lstStyle/>
                    <a:p>
                      <a:pPr algn="l" fontAlgn="ctr"/>
                      <a:r>
                        <a:rPr lang="ja-JP" altLang="en-US" sz="12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入出力回路情報</a:t>
                      </a:r>
                    </a:p>
                    <a:p>
                      <a:pPr algn="l" fontAlgn="ctr"/>
                      <a:r>
                        <a:rPr lang="en-US" altLang="ja-JP" sz="12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Input output circuitry information</a:t>
                      </a:r>
                      <a:endParaRPr lang="ja-JP" altLang="en-US" sz="12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endParaRPr>
                    </a:p>
                  </a:txBody>
                  <a:tcPr marL="36000" marR="9525" marT="9525"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ja-JP" sz="12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EMS3-1-7</a:t>
                      </a:r>
                    </a:p>
                  </a:txBody>
                  <a:tcPr marL="9525" marR="9525" marT="9525"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rPr>
                        <a:t>Defined in EMS index</a:t>
                      </a:r>
                      <a:endParaRPr kumimoji="1" lang="ja-JP" altLang="en-US" sz="12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endParaRPr>
                    </a:p>
                  </a:txBody>
                  <a:tcPr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rPr>
                        <a:t>〇</a:t>
                      </a:r>
                      <a:endParaRPr kumimoji="1" lang="ja-JP" altLang="en-US" sz="1400">
                        <a:latin typeface="Meiryo UI" panose="020B0604030504040204" pitchFamily="50" charset="-128"/>
                        <a:ea typeface="Meiryo UI" panose="020B0604030504040204" pitchFamily="50" charset="-128"/>
                        <a:cs typeface="Arial" panose="020B0604020202020204" pitchFamily="34" charset="0"/>
                      </a:endParaRPr>
                    </a:p>
                  </a:txBody>
                  <a:tcPr anchor="ctr">
                    <a:lnL w="1905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latin typeface="Meiryo UI" panose="020B0604030504040204" pitchFamily="50" charset="-128"/>
                        <a:ea typeface="Meiryo UI" panose="020B0604030504040204" pitchFamily="50" charset="-128"/>
                        <a:cs typeface="Arial" panose="020B060402020202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latin typeface="Meiryo UI" panose="020B0604030504040204" pitchFamily="50" charset="-128"/>
                        <a:ea typeface="Meiryo UI" panose="020B0604030504040204" pitchFamily="50" charset="-128"/>
                        <a:cs typeface="Arial" panose="020B0604020202020204" pitchFamily="34" charset="0"/>
                      </a:endParaRPr>
                    </a:p>
                  </a:txBody>
                  <a:tcPr anchor="ctr">
                    <a:lnL w="1270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922928178"/>
                  </a:ext>
                </a:extLst>
              </a:tr>
              <a:tr h="525403">
                <a:tc>
                  <a:txBody>
                    <a:bodyPr/>
                    <a:lstStyle/>
                    <a:p>
                      <a:pPr algn="l" fontAlgn="ctr"/>
                      <a:r>
                        <a:rPr lang="ja-JP" altLang="en-US" sz="12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サービスマニュアルトラシュー原案</a:t>
                      </a:r>
                    </a:p>
                    <a:p>
                      <a:pPr algn="l" fontAlgn="ctr"/>
                      <a:r>
                        <a:rPr lang="en-US" altLang="ja-JP" sz="12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service manual troubleshoot draft</a:t>
                      </a:r>
                      <a:endParaRPr lang="ja-JP" altLang="en-US" sz="12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endParaRPr>
                    </a:p>
                  </a:txBody>
                  <a:tcPr marL="36000" marR="9525" marT="9525"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ja-JP" sz="12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EMS3-1-7</a:t>
                      </a:r>
                    </a:p>
                  </a:txBody>
                  <a:tcPr marL="9525" marR="9525" marT="9525"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rPr>
                        <a:t>Defined in EMS index</a:t>
                      </a:r>
                      <a:endParaRPr kumimoji="1" lang="ja-JP" altLang="en-US" sz="12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endParaRPr>
                    </a:p>
                  </a:txBody>
                  <a:tcPr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rPr>
                        <a:t>〇</a:t>
                      </a:r>
                    </a:p>
                  </a:txBody>
                  <a:tcPr anchor="ctr">
                    <a:lnL w="1905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latin typeface="Meiryo UI" panose="020B0604030504040204" pitchFamily="50" charset="-128"/>
                        <a:ea typeface="Meiryo UI" panose="020B0604030504040204" pitchFamily="50" charset="-128"/>
                        <a:cs typeface="Arial" panose="020B060402020202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latin typeface="Meiryo UI" panose="020B0604030504040204" pitchFamily="50" charset="-128"/>
                        <a:ea typeface="Meiryo UI" panose="020B0604030504040204" pitchFamily="50" charset="-128"/>
                        <a:cs typeface="Arial" panose="020B0604020202020204" pitchFamily="34" charset="0"/>
                      </a:endParaRPr>
                    </a:p>
                  </a:txBody>
                  <a:tcPr anchor="ctr">
                    <a:lnL w="1270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647460515"/>
                  </a:ext>
                </a:extLst>
              </a:tr>
              <a:tr h="525403">
                <a:tc>
                  <a:txBody>
                    <a:bodyPr/>
                    <a:lstStyle/>
                    <a:p>
                      <a:pPr algn="l" fontAlgn="ctr"/>
                      <a:r>
                        <a:rPr lang="fr-FR" altLang="ja-JP" sz="12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TC Info</a:t>
                      </a:r>
                    </a:p>
                    <a:p>
                      <a:pPr algn="l" fontAlgn="ctr"/>
                      <a:r>
                        <a:rPr lang="fr-FR" altLang="ja-JP" sz="12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trouble code information</a:t>
                      </a:r>
                      <a:endParaRPr lang="ja-JP" altLang="en-US" sz="12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endParaRPr>
                    </a:p>
                  </a:txBody>
                  <a:tcPr marL="36000" marR="9525" marT="9525"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ja-JP" sz="12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EMS6-1-7</a:t>
                      </a:r>
                    </a:p>
                  </a:txBody>
                  <a:tcPr marL="9525" marR="9525" marT="9525"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rPr>
                        <a:t>Defined in EMS index</a:t>
                      </a:r>
                      <a:endParaRPr kumimoji="1" lang="ja-JP" altLang="en-US" sz="12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endParaRPr>
                    </a:p>
                  </a:txBody>
                  <a:tcPr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rPr>
                        <a:t>〇</a:t>
                      </a:r>
                    </a:p>
                  </a:txBody>
                  <a:tcPr anchor="ctr">
                    <a:lnL w="1905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rPr>
                        <a:t>〇</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rPr>
                        <a:t>〇</a:t>
                      </a:r>
                    </a:p>
                  </a:txBody>
                  <a:tcPr marL="90000" anchor="ctr">
                    <a:lnL w="1270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055891911"/>
                  </a:ext>
                </a:extLst>
              </a:tr>
              <a:tr h="525403">
                <a:tc>
                  <a:txBody>
                    <a:bodyPr/>
                    <a:lstStyle/>
                    <a:p>
                      <a:pPr algn="l" fontAlgn="ctr"/>
                      <a:r>
                        <a:rPr lang="en-US" altLang="ja-JP" sz="12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C-Table</a:t>
                      </a:r>
                      <a:endParaRPr lang="ja-JP" altLang="en-US" sz="12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endParaRPr>
                    </a:p>
                    <a:p>
                      <a:pPr algn="l" fontAlgn="ctr"/>
                      <a:r>
                        <a:rPr lang="en-US" altLang="ja-JP" sz="12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Comparison Table</a:t>
                      </a:r>
                      <a:endParaRPr lang="ja-JP" altLang="en-US" sz="12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endParaRPr>
                    </a:p>
                  </a:txBody>
                  <a:tcPr marL="36000" marR="9525" marT="9525"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ja-JP" sz="12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EMS6-1-7</a:t>
                      </a:r>
                    </a:p>
                  </a:txBody>
                  <a:tcPr marL="9525" marR="9525" marT="9525"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rPr>
                        <a:t>Defined in EMS index</a:t>
                      </a:r>
                      <a:endParaRPr kumimoji="1" lang="ja-JP" altLang="en-US" sz="12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endParaRPr>
                    </a:p>
                  </a:txBody>
                  <a:tcPr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rPr>
                        <a:t>〇</a:t>
                      </a:r>
                    </a:p>
                  </a:txBody>
                  <a:tcPr anchor="ctr">
                    <a:lnL w="1905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rPr>
                        <a:t>〇</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rPr>
                        <a:t>〇</a:t>
                      </a:r>
                    </a:p>
                  </a:txBody>
                  <a:tcPr marL="90000" anchor="ctr">
                    <a:lnL w="1270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840003550"/>
                  </a:ext>
                </a:extLst>
              </a:tr>
            </a:tbl>
          </a:graphicData>
        </a:graphic>
      </p:graphicFrame>
      <p:sp>
        <p:nvSpPr>
          <p:cNvPr id="87" name="Rectangle 13"/>
          <p:cNvSpPr>
            <a:spLocks noChangeArrowheads="1"/>
          </p:cNvSpPr>
          <p:nvPr/>
        </p:nvSpPr>
        <p:spPr bwMode="auto">
          <a:xfrm>
            <a:off x="34930" y="609604"/>
            <a:ext cx="91090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ja-JP" sz="1800" b="1" i="0" u="sng"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Necessary</a:t>
            </a:r>
            <a:r>
              <a:rPr kumimoji="1" lang="ja-JP" altLang="en-US" sz="1800" b="1" i="0" u="sng"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800" b="1" i="0" u="sng"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Information</a:t>
            </a:r>
            <a:r>
              <a:rPr kumimoji="1" lang="ja-JP" altLang="en-US" sz="1800" b="1" i="0" u="sng"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800" b="1" i="0" u="sng"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for</a:t>
            </a:r>
            <a:r>
              <a:rPr kumimoji="1" lang="ja-JP" altLang="en-US" sz="1800" b="1" i="0" u="sng"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800" b="1" i="0" u="sng"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Service/Factory/Certification</a:t>
            </a:r>
            <a:endParaRPr kumimoji="1" lang="ja-JP" altLang="en-US" sz="1600" b="1"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endParaRPr>
          </a:p>
        </p:txBody>
      </p:sp>
      <p:sp>
        <p:nvSpPr>
          <p:cNvPr id="85" name="Text Box 2"/>
          <p:cNvSpPr txBox="1">
            <a:spLocks noChangeArrowheads="1"/>
          </p:cNvSpPr>
          <p:nvPr/>
        </p:nvSpPr>
        <p:spPr bwMode="auto">
          <a:xfrm>
            <a:off x="250829" y="44451"/>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20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20. Necessary</a:t>
            </a:r>
            <a:r>
              <a:rPr kumimoji="1" lang="ja-JP" altLang="en-US" sz="20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20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Support (2/5)</a:t>
            </a:r>
            <a:endParaRPr kumimoji="1" lang="en-US" altLang="ja-JP" sz="1100" b="0" i="0" u="none" strike="noStrike" kern="1200" cap="none" spc="0" normalizeH="0" baseline="0" noProof="0">
              <a:ln>
                <a:noFill/>
              </a:ln>
              <a:solidFill>
                <a:srgbClr val="FFFFFF"/>
              </a:solidFill>
              <a:effectLst/>
              <a:uLnTx/>
              <a:uFillTx/>
              <a:latin typeface="HGPｺﾞｼｯｸE" pitchFamily="50" charset="-128"/>
              <a:ea typeface="HGPｺﾞｼｯｸE" pitchFamily="50" charset="-128"/>
              <a:cs typeface="Arial" pitchFamily="34" charset="0"/>
            </a:endParaRPr>
          </a:p>
        </p:txBody>
      </p:sp>
      <p:sp>
        <p:nvSpPr>
          <p:cNvPr id="2" name="正方形/長方形 1">
            <a:extLst>
              <a:ext uri="{FF2B5EF4-FFF2-40B4-BE49-F238E27FC236}">
                <a16:creationId xmlns:a16="http://schemas.microsoft.com/office/drawing/2014/main" id="{D6C02416-15E8-37AF-79D9-A6B1CAF3137C}"/>
              </a:ext>
            </a:extLst>
          </p:cNvPr>
          <p:cNvSpPr/>
          <p:nvPr/>
        </p:nvSpPr>
        <p:spPr bwMode="auto">
          <a:xfrm>
            <a:off x="116074" y="1617575"/>
            <a:ext cx="8936486" cy="1421407"/>
          </a:xfrm>
          <a:prstGeom prst="rect">
            <a:avLst/>
          </a:prstGeom>
          <a:solidFill>
            <a:schemeClr val="bg1">
              <a:lumMod val="50000"/>
              <a:alpha val="7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ja-JP" altLang="en-US" sz="2400" b="0" i="0" u="none" strike="noStrike" kern="1200" cap="none" spc="0" normalizeH="0" baseline="0" noProof="0">
              <a:ln>
                <a:noFill/>
              </a:ln>
              <a:solidFill>
                <a:srgbClr val="000000"/>
              </a:solidFill>
              <a:effectLst/>
              <a:uLnTx/>
              <a:uFillTx/>
              <a:latin typeface="Times New Roman" pitchFamily="18" charset="0"/>
              <a:ea typeface="ＭＳ Ｐゴシック" pitchFamily="50" charset="-128"/>
              <a:cs typeface="+mn-cs"/>
            </a:endParaRPr>
          </a:p>
        </p:txBody>
      </p:sp>
    </p:spTree>
    <p:extLst>
      <p:ext uri="{BB962C8B-B14F-4D97-AF65-F5344CB8AC3E}">
        <p14:creationId xmlns:p14="http://schemas.microsoft.com/office/powerpoint/2010/main" val="3429524598"/>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Rectangle 13"/>
          <p:cNvSpPr>
            <a:spLocks noChangeArrowheads="1"/>
          </p:cNvSpPr>
          <p:nvPr/>
        </p:nvSpPr>
        <p:spPr bwMode="auto">
          <a:xfrm>
            <a:off x="34930" y="609604"/>
            <a:ext cx="91090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ja-JP" sz="1800" b="1" i="0" u="sng"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Necessary</a:t>
            </a:r>
            <a:r>
              <a:rPr kumimoji="1" lang="ja-JP" altLang="en-US" sz="1800" b="1" i="0" u="sng"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800" b="1" i="0" u="sng"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Information</a:t>
            </a:r>
            <a:r>
              <a:rPr kumimoji="1" lang="ja-JP" altLang="en-US" sz="1800" b="1" i="0" u="sng"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800" b="1" i="0" u="sng"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for</a:t>
            </a:r>
            <a:r>
              <a:rPr kumimoji="1" lang="ja-JP" altLang="en-US" sz="1800" b="1" i="0" u="sng"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800" b="1" i="0" u="sng"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Service/Factory/Certification</a:t>
            </a:r>
            <a:endParaRPr kumimoji="1" lang="ja-JP" altLang="en-US" sz="1600" b="1"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endParaRPr>
          </a:p>
        </p:txBody>
      </p:sp>
      <p:sp>
        <p:nvSpPr>
          <p:cNvPr id="85" name="Text Box 2"/>
          <p:cNvSpPr txBox="1">
            <a:spLocks noChangeArrowheads="1"/>
          </p:cNvSpPr>
          <p:nvPr/>
        </p:nvSpPr>
        <p:spPr bwMode="auto">
          <a:xfrm>
            <a:off x="250829" y="44451"/>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20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20. Necessary</a:t>
            </a:r>
            <a:r>
              <a:rPr kumimoji="1" lang="ja-JP" altLang="en-US" sz="20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20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Support (3/5)</a:t>
            </a:r>
            <a:endParaRPr kumimoji="1" lang="en-US" altLang="ja-JP" sz="1100" b="0" i="0" u="none" strike="noStrike" kern="1200" cap="none" spc="0" normalizeH="0" baseline="0" noProof="0">
              <a:ln>
                <a:noFill/>
              </a:ln>
              <a:solidFill>
                <a:srgbClr val="FFFFFF"/>
              </a:solidFill>
              <a:effectLst/>
              <a:uLnTx/>
              <a:uFillTx/>
              <a:latin typeface="HGPｺﾞｼｯｸE" pitchFamily="50" charset="-128"/>
              <a:ea typeface="HGPｺﾞｼｯｸE" pitchFamily="50" charset="-128"/>
              <a:cs typeface="Arial" pitchFamily="34" charset="0"/>
            </a:endParaRPr>
          </a:p>
        </p:txBody>
      </p:sp>
      <p:graphicFrame>
        <p:nvGraphicFramePr>
          <p:cNvPr id="3" name="表 2"/>
          <p:cNvGraphicFramePr>
            <a:graphicFrameLocks noGrp="1"/>
          </p:cNvGraphicFramePr>
          <p:nvPr/>
        </p:nvGraphicFramePr>
        <p:xfrm>
          <a:off x="169820" y="1018466"/>
          <a:ext cx="8869677" cy="5363418"/>
        </p:xfrm>
        <a:graphic>
          <a:graphicData uri="http://schemas.openxmlformats.org/drawingml/2006/table">
            <a:tbl>
              <a:tblPr firstRow="1" bandRow="1">
                <a:tableStyleId>{5C22544A-7EE6-4342-B048-85BDC9FD1C3A}</a:tableStyleId>
              </a:tblPr>
              <a:tblGrid>
                <a:gridCol w="2807800">
                  <a:extLst>
                    <a:ext uri="{9D8B030D-6E8A-4147-A177-3AD203B41FA5}">
                      <a16:colId xmlns:a16="http://schemas.microsoft.com/office/drawing/2014/main" val="123933921"/>
                    </a:ext>
                  </a:extLst>
                </a:gridCol>
                <a:gridCol w="2492940">
                  <a:extLst>
                    <a:ext uri="{9D8B030D-6E8A-4147-A177-3AD203B41FA5}">
                      <a16:colId xmlns:a16="http://schemas.microsoft.com/office/drawing/2014/main" val="2401591218"/>
                    </a:ext>
                  </a:extLst>
                </a:gridCol>
                <a:gridCol w="1523791">
                  <a:extLst>
                    <a:ext uri="{9D8B030D-6E8A-4147-A177-3AD203B41FA5}">
                      <a16:colId xmlns:a16="http://schemas.microsoft.com/office/drawing/2014/main" val="2186150059"/>
                    </a:ext>
                  </a:extLst>
                </a:gridCol>
                <a:gridCol w="819481">
                  <a:extLst>
                    <a:ext uri="{9D8B030D-6E8A-4147-A177-3AD203B41FA5}">
                      <a16:colId xmlns:a16="http://schemas.microsoft.com/office/drawing/2014/main" val="846571682"/>
                    </a:ext>
                  </a:extLst>
                </a:gridCol>
                <a:gridCol w="705807">
                  <a:extLst>
                    <a:ext uri="{9D8B030D-6E8A-4147-A177-3AD203B41FA5}">
                      <a16:colId xmlns:a16="http://schemas.microsoft.com/office/drawing/2014/main" val="3173192542"/>
                    </a:ext>
                  </a:extLst>
                </a:gridCol>
                <a:gridCol w="519858">
                  <a:extLst>
                    <a:ext uri="{9D8B030D-6E8A-4147-A177-3AD203B41FA5}">
                      <a16:colId xmlns:a16="http://schemas.microsoft.com/office/drawing/2014/main" val="2884440178"/>
                    </a:ext>
                  </a:extLst>
                </a:gridCol>
              </a:tblGrid>
              <a:tr h="0">
                <a:tc rowSpan="2">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solidFill>
                            <a:schemeClr val="tx1"/>
                          </a:solidFill>
                          <a:latin typeface="Meiryo UI" panose="020B0604030504040204" pitchFamily="50" charset="-128"/>
                          <a:ea typeface="Meiryo UI" panose="020B0604030504040204" pitchFamily="50" charset="-128"/>
                          <a:cs typeface="Arial" panose="020B0604020202020204" pitchFamily="34" charset="0"/>
                        </a:rPr>
                        <a:t>Necessary information</a:t>
                      </a:r>
                    </a:p>
                    <a:p>
                      <a:pPr algn="ctr"/>
                      <a:r>
                        <a:rPr kumimoji="1" lang="ja-JP" altLang="en-US" sz="1400" dirty="0">
                          <a:solidFill>
                            <a:schemeClr val="tx1"/>
                          </a:solidFill>
                          <a:latin typeface="Meiryo UI" panose="020B0604030504040204" pitchFamily="50" charset="-128"/>
                          <a:ea typeface="Meiryo UI" panose="020B0604030504040204" pitchFamily="50" charset="-128"/>
                          <a:cs typeface="Arial" panose="020B0604020202020204" pitchFamily="34" charset="0"/>
                        </a:rPr>
                        <a:t>必要な情報</a:t>
                      </a:r>
                    </a:p>
                  </a:txBody>
                  <a:tcPr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rowSpan="2">
                  <a:txBody>
                    <a:bodyPr/>
                    <a:lstStyle/>
                    <a:p>
                      <a:pPr algn="ctr"/>
                      <a:r>
                        <a:rPr kumimoji="1" lang="en-US" altLang="ja-JP" sz="1400">
                          <a:solidFill>
                            <a:schemeClr val="tx1"/>
                          </a:solidFill>
                          <a:latin typeface="Meiryo UI" panose="020B0604030504040204" pitchFamily="50" charset="-128"/>
                          <a:ea typeface="Meiryo UI" panose="020B0604030504040204" pitchFamily="50" charset="-128"/>
                          <a:cs typeface="Arial" panose="020B0604020202020204" pitchFamily="34" charset="0"/>
                        </a:rPr>
                        <a:t>Reported  by </a:t>
                      </a:r>
                      <a:endParaRPr kumimoji="1" lang="ja-JP" altLang="en-US" sz="1400">
                        <a:solidFill>
                          <a:schemeClr val="tx1"/>
                        </a:solidFill>
                        <a:latin typeface="Meiryo UI" panose="020B0604030504040204" pitchFamily="50" charset="-128"/>
                        <a:ea typeface="Meiryo UI" panose="020B0604030504040204" pitchFamily="50" charset="-128"/>
                        <a:cs typeface="Arial" panose="020B0604020202020204" pitchFamily="34" charset="0"/>
                      </a:endParaRPr>
                    </a:p>
                  </a:txBody>
                  <a:tcPr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rowSpan="2">
                  <a:txBody>
                    <a:bodyPr/>
                    <a:lstStyle/>
                    <a:p>
                      <a:pPr algn="ctr"/>
                      <a:r>
                        <a:rPr kumimoji="1" lang="en-US" altLang="ja-JP" sz="1400">
                          <a:solidFill>
                            <a:schemeClr val="tx1"/>
                          </a:solidFill>
                          <a:latin typeface="Meiryo UI" panose="020B0604030504040204" pitchFamily="50" charset="-128"/>
                          <a:ea typeface="Meiryo UI" panose="020B0604030504040204" pitchFamily="50" charset="-128"/>
                          <a:cs typeface="Arial" panose="020B0604020202020204" pitchFamily="34" charset="0"/>
                        </a:rPr>
                        <a:t>Reporting</a:t>
                      </a:r>
                      <a:r>
                        <a:rPr kumimoji="1" lang="en-US" altLang="ja-JP" sz="1400" baseline="0">
                          <a:solidFill>
                            <a:schemeClr val="tx1"/>
                          </a:solidFill>
                          <a:latin typeface="Meiryo UI" panose="020B0604030504040204" pitchFamily="50" charset="-128"/>
                          <a:ea typeface="Meiryo UI" panose="020B0604030504040204" pitchFamily="50" charset="-128"/>
                          <a:cs typeface="Arial" panose="020B0604020202020204" pitchFamily="34" charset="0"/>
                        </a:rPr>
                        <a:t> timing</a:t>
                      </a:r>
                      <a:endParaRPr kumimoji="1" lang="ja-JP" altLang="en-US" sz="1400">
                        <a:solidFill>
                          <a:schemeClr val="tx1"/>
                        </a:solidFill>
                        <a:latin typeface="Meiryo UI" panose="020B0604030504040204" pitchFamily="50" charset="-128"/>
                        <a:ea typeface="Meiryo UI" panose="020B0604030504040204" pitchFamily="50" charset="-128"/>
                        <a:cs typeface="Arial" panose="020B0604020202020204" pitchFamily="34" charset="0"/>
                      </a:endParaRPr>
                    </a:p>
                  </a:txBody>
                  <a:tcPr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gridSpan="3">
                  <a:txBody>
                    <a:bodyPr/>
                    <a:lstStyle/>
                    <a:p>
                      <a:pPr algn="ctr"/>
                      <a:r>
                        <a:rPr kumimoji="1" lang="en-US" altLang="ja-JP" sz="1100">
                          <a:solidFill>
                            <a:schemeClr val="tx1"/>
                          </a:solidFill>
                          <a:latin typeface="Meiryo UI" panose="020B0604030504040204" pitchFamily="50" charset="-128"/>
                          <a:cs typeface="Arial" panose="020B0604020202020204" pitchFamily="34" charset="0"/>
                        </a:rPr>
                        <a:t>Will be</a:t>
                      </a:r>
                      <a:r>
                        <a:rPr kumimoji="1" lang="en-US" altLang="ja-JP" sz="1100" baseline="0">
                          <a:solidFill>
                            <a:schemeClr val="tx1"/>
                          </a:solidFill>
                          <a:latin typeface="Meiryo UI" panose="020B0604030504040204" pitchFamily="50" charset="-128"/>
                          <a:cs typeface="Arial" panose="020B0604020202020204" pitchFamily="34" charset="0"/>
                        </a:rPr>
                        <a:t> used for</a:t>
                      </a:r>
                      <a:endParaRPr kumimoji="1" lang="ja-JP" altLang="en-US" sz="1100">
                        <a:solidFill>
                          <a:schemeClr val="tx1"/>
                        </a:solidFill>
                        <a:latin typeface="Meiryo UI" panose="020B0604030504040204" pitchFamily="50" charset="-128"/>
                        <a:cs typeface="Arial" panose="020B0604020202020204" pitchFamily="34" charset="0"/>
                      </a:endParaRPr>
                    </a:p>
                  </a:txBody>
                  <a:tcP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1207430733"/>
                  </a:ext>
                </a:extLst>
              </a:tr>
              <a:tr h="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ctr"/>
                      <a:r>
                        <a:rPr kumimoji="1" lang="en-US" altLang="ja-JP" sz="1100">
                          <a:solidFill>
                            <a:schemeClr val="tx1"/>
                          </a:solidFill>
                          <a:latin typeface="Meiryo UI" panose="020B0604030504040204" pitchFamily="50" charset="-128"/>
                          <a:cs typeface="Arial" panose="020B0604020202020204" pitchFamily="34" charset="0"/>
                        </a:rPr>
                        <a:t>Service</a:t>
                      </a:r>
                      <a:endParaRPr kumimoji="1" lang="ja-JP" altLang="en-US" sz="1100">
                        <a:solidFill>
                          <a:schemeClr val="tx1"/>
                        </a:solidFill>
                        <a:latin typeface="Meiryo UI" panose="020B0604030504040204" pitchFamily="50" charset="-128"/>
                        <a:cs typeface="Arial" panose="020B0604020202020204" pitchFamily="34" charset="0"/>
                      </a:endParaRPr>
                    </a:p>
                  </a:txBody>
                  <a:tcPr anchor="ctr">
                    <a:lnL w="1905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1100">
                          <a:solidFill>
                            <a:schemeClr val="tx1"/>
                          </a:solidFill>
                          <a:latin typeface="Meiryo UI" panose="020B0604030504040204" pitchFamily="50" charset="-128"/>
                          <a:cs typeface="Arial" panose="020B0604020202020204" pitchFamily="34" charset="0"/>
                        </a:rPr>
                        <a:t>Factory</a:t>
                      </a:r>
                      <a:endParaRPr kumimoji="1" lang="ja-JP" altLang="en-US" sz="1100">
                        <a:solidFill>
                          <a:schemeClr val="tx1"/>
                        </a:solidFill>
                        <a:latin typeface="Meiryo UI" panose="020B0604030504040204" pitchFamily="50" charset="-128"/>
                        <a:cs typeface="Arial" panose="020B060402020202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1100">
                          <a:solidFill>
                            <a:schemeClr val="tx1"/>
                          </a:solidFill>
                          <a:latin typeface="Meiryo UI" panose="020B0604030504040204" pitchFamily="50" charset="-128"/>
                          <a:cs typeface="Arial" panose="020B0604020202020204" pitchFamily="34" charset="0"/>
                        </a:rPr>
                        <a:t>Cert</a:t>
                      </a:r>
                      <a:endParaRPr kumimoji="1" lang="ja-JP" altLang="en-US" sz="1100">
                        <a:solidFill>
                          <a:schemeClr val="tx1"/>
                        </a:solidFill>
                        <a:latin typeface="Meiryo UI" panose="020B0604030504040204" pitchFamily="50" charset="-128"/>
                        <a:cs typeface="Arial" panose="020B0604020202020204" pitchFamily="34" charset="0"/>
                      </a:endParaRPr>
                    </a:p>
                  </a:txBody>
                  <a:tcPr anchor="ctr">
                    <a:lnL w="1270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4205150334"/>
                  </a:ext>
                </a:extLst>
              </a:tr>
              <a:tr h="432535">
                <a:tc>
                  <a:txBody>
                    <a:bodyPr/>
                    <a:lstStyle/>
                    <a:p>
                      <a:pPr algn="l" fontAlgn="ctr"/>
                      <a:r>
                        <a:rPr lang="en-US" altLang="ja-JP" sz="14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O-Table</a:t>
                      </a:r>
                      <a:r>
                        <a:rPr lang="ja-JP" altLang="en-US" sz="14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a:t>
                      </a:r>
                      <a:r>
                        <a:rPr lang="en-US" altLang="ja-JP" sz="14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TC Info </a:t>
                      </a:r>
                      <a:r>
                        <a:rPr lang="ja-JP" altLang="en-US" sz="14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一覧表）</a:t>
                      </a:r>
                    </a:p>
                    <a:p>
                      <a:pPr algn="l" fontAlgn="ctr"/>
                      <a:r>
                        <a:rPr lang="en-US" altLang="ja-JP" sz="14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Overview Table, Delivery letter for TC Info</a:t>
                      </a:r>
                      <a:endParaRPr lang="ja-JP" altLang="en-US" sz="14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endParaRPr>
                    </a:p>
                  </a:txBody>
                  <a:tcPr marL="36000" marR="9525" marT="9525"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ja-JP" sz="14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EMS6-1-7</a:t>
                      </a:r>
                    </a:p>
                  </a:txBody>
                  <a:tcPr marL="9525" marR="9525" marT="9525"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rPr>
                        <a:t>Defined in EMS index</a:t>
                      </a:r>
                      <a:endPar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endParaRPr>
                    </a:p>
                  </a:txBody>
                  <a:tcPr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rPr>
                        <a:t>〇</a:t>
                      </a:r>
                    </a:p>
                  </a:txBody>
                  <a:tcPr anchor="ctr">
                    <a:lnL w="1905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rPr>
                        <a:t>〇</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rPr>
                        <a:t>〇</a:t>
                      </a:r>
                    </a:p>
                  </a:txBody>
                  <a:tcPr anchor="ctr">
                    <a:lnL w="1270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002949370"/>
                  </a:ext>
                </a:extLst>
              </a:tr>
              <a:tr h="432535">
                <a:tc>
                  <a:txBody>
                    <a:bodyPr/>
                    <a:lstStyle/>
                    <a:p>
                      <a:pPr algn="l" fontAlgn="ctr"/>
                      <a:r>
                        <a:rPr lang="ja-JP" altLang="en-US" sz="14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多重検知禁止一覧</a:t>
                      </a:r>
                    </a:p>
                    <a:p>
                      <a:pPr algn="l" fontAlgn="ctr"/>
                      <a:r>
                        <a:rPr lang="en-US" altLang="ja-JP" sz="14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summarized table of multiple detection prohibition</a:t>
                      </a:r>
                      <a:endParaRPr lang="ja-JP" altLang="en-US" sz="14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endParaRPr>
                    </a:p>
                  </a:txBody>
                  <a:tcPr marL="36000" marR="9525" marT="9525"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ja-JP" sz="14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EMS6-1-7</a:t>
                      </a:r>
                    </a:p>
                  </a:txBody>
                  <a:tcPr marL="9525" marR="9525" marT="9525"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rPr>
                        <a:t>Defined in EMS index</a:t>
                      </a:r>
                      <a:endPar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endParaRPr>
                    </a:p>
                  </a:txBody>
                  <a:tcPr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rPr>
                        <a:t>〇</a:t>
                      </a:r>
                    </a:p>
                  </a:txBody>
                  <a:tcPr anchor="ctr">
                    <a:lnL w="1905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rPr>
                        <a:t>〇</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endParaRPr>
                    </a:p>
                  </a:txBody>
                  <a:tcPr anchor="ctr">
                    <a:lnL w="1270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049943377"/>
                  </a:ext>
                </a:extLst>
              </a:tr>
              <a:tr h="432535">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kumimoji="1" lang="en-US" altLang="ja-JP" sz="1400">
                          <a:latin typeface="Meiryo UI" panose="020B0604030504040204" pitchFamily="50" charset="-128"/>
                          <a:ea typeface="Meiryo UI" panose="020B0604030504040204" pitchFamily="50" charset="-128"/>
                          <a:cs typeface="Arial" panose="020B0604020202020204" pitchFamily="34" charset="0"/>
                        </a:rPr>
                        <a:t>Fail safe matrix</a:t>
                      </a:r>
                      <a:endParaRPr kumimoji="1" lang="ja-JP" altLang="en-US" sz="1400">
                        <a:latin typeface="Meiryo UI" panose="020B0604030504040204" pitchFamily="50" charset="-128"/>
                        <a:ea typeface="Meiryo UI" panose="020B0604030504040204" pitchFamily="50" charset="-128"/>
                        <a:cs typeface="Arial" panose="020B0604020202020204" pitchFamily="34" charset="0"/>
                      </a:endParaRPr>
                    </a:p>
                    <a:p>
                      <a:pPr algn="l" fontAlgn="ctr"/>
                      <a:r>
                        <a:rPr lang="en-US" sz="14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F/S</a:t>
                      </a:r>
                      <a:r>
                        <a:rPr lang="ja-JP" altLang="en-US" sz="14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マトリクス</a:t>
                      </a:r>
                    </a:p>
                  </a:txBody>
                  <a:tcPr marL="36000" marR="9525" marT="9525"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fontAlgn="ctr"/>
                      <a:r>
                        <a:rPr lang="en-US" sz="14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EMS3-1-16</a:t>
                      </a:r>
                    </a:p>
                  </a:txBody>
                  <a:tcPr marL="9525" marR="9525" marT="9525"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1400">
                          <a:latin typeface="Meiryo UI" panose="020B0604030504040204" pitchFamily="50" charset="-128"/>
                          <a:ea typeface="Meiryo UI" panose="020B0604030504040204" pitchFamily="50" charset="-128"/>
                          <a:cs typeface="Arial" panose="020B0604020202020204" pitchFamily="34" charset="0"/>
                        </a:rPr>
                        <a:t>Defined in EMS index</a:t>
                      </a:r>
                      <a:endParaRPr kumimoji="1" lang="ja-JP" altLang="en-US" sz="1400">
                        <a:latin typeface="Meiryo UI" panose="020B0604030504040204" pitchFamily="50" charset="-128"/>
                        <a:ea typeface="Meiryo UI" panose="020B0604030504040204" pitchFamily="50" charset="-128"/>
                        <a:cs typeface="Arial" panose="020B0604020202020204" pitchFamily="34" charset="0"/>
                      </a:endParaRPr>
                    </a:p>
                  </a:txBody>
                  <a:tcPr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rPr>
                        <a:t>〇</a:t>
                      </a:r>
                    </a:p>
                  </a:txBody>
                  <a:tcPr anchor="ctr">
                    <a:lnL w="1905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rPr>
                        <a:t>〇</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rPr>
                        <a:t>〇</a:t>
                      </a:r>
                    </a:p>
                  </a:txBody>
                  <a:tcPr anchor="ctr">
                    <a:lnL w="1270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956774663"/>
                  </a:ext>
                </a:extLst>
              </a:tr>
              <a:tr h="432535">
                <a:tc>
                  <a:txBody>
                    <a:bodyPr/>
                    <a:lstStyle/>
                    <a:p>
                      <a:pPr algn="l" fontAlgn="ctr"/>
                      <a:r>
                        <a:rPr lang="en-US" altLang="ja-JP" sz="14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Misfire rate map</a:t>
                      </a:r>
                    </a:p>
                    <a:p>
                      <a:pPr algn="l" fontAlgn="ctr"/>
                      <a:r>
                        <a:rPr lang="en-US" altLang="ja-JP" sz="14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A</a:t>
                      </a:r>
                      <a:r>
                        <a:rPr lang="ja-JP" altLang="en-US" sz="14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失火判定マップ、</a:t>
                      </a:r>
                      <a:r>
                        <a:rPr lang="en-US" altLang="ja-JP" sz="14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(B</a:t>
                      </a:r>
                      <a:r>
                        <a:rPr lang="ja-JP" altLang="en-US" sz="14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判定</a:t>
                      </a:r>
                      <a:r>
                        <a:rPr lang="en-US" altLang="ja-JP" sz="14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a:t>
                      </a:r>
                    </a:p>
                  </a:txBody>
                  <a:tcPr marL="36000" marR="9525" marT="9525"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rowSpan="3">
                  <a:txBody>
                    <a:bodyPr/>
                    <a:lstStyle/>
                    <a:p>
                      <a:pPr algn="ctr" fontAlgn="ctr"/>
                      <a:r>
                        <a:rPr lang="en-US" altLang="ja-JP" sz="14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Refer</a:t>
                      </a:r>
                      <a:r>
                        <a:rPr lang="en-US" altLang="ja-JP" sz="1400" b="0" i="0" u="none" strike="noStrike" baseline="0">
                          <a:solidFill>
                            <a:srgbClr val="000000"/>
                          </a:solidFill>
                          <a:effectLst/>
                          <a:latin typeface="Meiryo UI" panose="020B0604030504040204" pitchFamily="50" charset="-128"/>
                          <a:ea typeface="Meiryo UI" panose="020B0604030504040204" pitchFamily="50" charset="-128"/>
                          <a:cs typeface="Arial" panose="020B0604020202020204" pitchFamily="34" charset="0"/>
                        </a:rPr>
                        <a:t> to “Misfire information” file</a:t>
                      </a:r>
                      <a:endParaRPr lang="ja-JP" altLang="en-US" sz="14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endParaRPr>
                    </a:p>
                  </a:txBody>
                  <a:tcPr marL="9525" marR="9525" marT="9525"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rowSpan="3">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400">
                          <a:latin typeface="Meiryo UI" panose="020B0604030504040204" pitchFamily="50" charset="-128"/>
                          <a:ea typeface="Meiryo UI" panose="020B0604030504040204" pitchFamily="50" charset="-128"/>
                          <a:cs typeface="Arial" panose="020B0604020202020204" pitchFamily="34" charset="0"/>
                        </a:rPr>
                        <a:t>MP1</a:t>
                      </a:r>
                      <a:endParaRPr lang="ja-JP" altLang="en-US" sz="14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endParaRPr>
                    </a:p>
                  </a:txBody>
                  <a:tcPr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latin typeface="Meiryo UI" panose="020B0604030504040204" pitchFamily="50" charset="-128"/>
                        <a:ea typeface="Meiryo UI" panose="020B0604030504040204" pitchFamily="50" charset="-128"/>
                        <a:cs typeface="Arial" panose="020B0604020202020204" pitchFamily="34" charset="0"/>
                      </a:endParaRPr>
                    </a:p>
                  </a:txBody>
                  <a:tcPr anchor="ctr">
                    <a:lnL w="1905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a:endParaRPr kumimoji="1" lang="ja-JP" altLang="en-US" sz="1400">
                        <a:latin typeface="Meiryo UI" panose="020B0604030504040204" pitchFamily="50" charset="-128"/>
                        <a:ea typeface="Meiryo UI" panose="020B0604030504040204" pitchFamily="50" charset="-128"/>
                        <a:cs typeface="Arial" panose="020B060402020202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kumimoji="1" lang="ja-JP" altLang="en-US" sz="1400">
                        <a:latin typeface="Meiryo UI" panose="020B0604030504040204" pitchFamily="50" charset="-128"/>
                        <a:ea typeface="Meiryo UI" panose="020B0604030504040204" pitchFamily="50" charset="-128"/>
                        <a:cs typeface="Arial" panose="020B0604020202020204" pitchFamily="34" charset="0"/>
                      </a:endParaRPr>
                    </a:p>
                  </a:txBody>
                  <a:tcPr marL="90000" anchor="ctr">
                    <a:lnL w="1270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792131603"/>
                  </a:ext>
                </a:extLst>
              </a:tr>
              <a:tr h="432535">
                <a:tc>
                  <a:txBody>
                    <a:bodyPr/>
                    <a:lstStyle/>
                    <a:p>
                      <a:pPr algn="l" fontAlgn="ctr"/>
                      <a:r>
                        <a:rPr lang="en-US" altLang="ja-JP" sz="14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Misfire detection </a:t>
                      </a:r>
                      <a:r>
                        <a:rPr lang="en-US" altLang="ja-JP" sz="1400" b="0" i="0" u="none" strike="noStrike" baseline="0">
                          <a:solidFill>
                            <a:srgbClr val="000000"/>
                          </a:solidFill>
                          <a:effectLst/>
                          <a:latin typeface="Meiryo UI" panose="020B0604030504040204" pitchFamily="50" charset="-128"/>
                          <a:ea typeface="Meiryo UI" panose="020B0604030504040204" pitchFamily="50" charset="-128"/>
                          <a:cs typeface="Arial" panose="020B0604020202020204" pitchFamily="34" charset="0"/>
                        </a:rPr>
                        <a:t>chart</a:t>
                      </a:r>
                      <a:endParaRPr lang="en-US" altLang="ja-JP" sz="14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endParaRPr>
                    </a:p>
                    <a:p>
                      <a:pPr algn="l" fontAlgn="ctr"/>
                      <a:r>
                        <a:rPr lang="ja-JP" altLang="en-US" sz="14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失火検知チャート</a:t>
                      </a:r>
                      <a:r>
                        <a:rPr lang="en-US" altLang="ja-JP" sz="14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a:t>
                      </a:r>
                      <a:r>
                        <a:rPr lang="ja-JP" altLang="en-US" sz="14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デモテストモード</a:t>
                      </a:r>
                      <a:r>
                        <a:rPr lang="en-US" altLang="ja-JP" sz="14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a:t>
                      </a:r>
                    </a:p>
                  </a:txBody>
                  <a:tcPr marL="36000" marR="9525" marT="9525"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vMerge="1">
                  <a:txBody>
                    <a:bodyPr/>
                    <a:lstStyle/>
                    <a:p>
                      <a:pPr algn="l" fontAlgn="ctr"/>
                      <a:endParaRPr lang="ja-JP" altLang="en-US" sz="1100" b="0" i="0" u="none" strike="noStrike">
                        <a:solidFill>
                          <a:srgbClr val="000000"/>
                        </a:solidFill>
                        <a:effectLst/>
                        <a:latin typeface="Arial" panose="020B0604020202020204" pitchFamily="34" charset="0"/>
                        <a:ea typeface="ＭＳ Ｐゴシック" panose="020B0600070205080204" pitchFamily="50" charset="-128"/>
                        <a:cs typeface="Arial" panose="020B0604020202020204" pitchFamily="34" charset="0"/>
                      </a:endParaRPr>
                    </a:p>
                  </a:txBody>
                  <a:tcPr marL="9525" marR="9525" marT="9525"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ja-JP" altLang="en-US" sz="1100" b="0" i="0" u="none" strike="noStrike">
                        <a:solidFill>
                          <a:srgbClr val="000000"/>
                        </a:solidFill>
                        <a:effectLst/>
                        <a:latin typeface="Arial" panose="020B0604020202020204" pitchFamily="34" charset="0"/>
                        <a:ea typeface="ＭＳ Ｐゴシック" panose="020B0600070205080204" pitchFamily="50" charset="-128"/>
                        <a:cs typeface="Arial" panose="020B0604020202020204" pitchFamily="34" charset="0"/>
                      </a:endParaRPr>
                    </a:p>
                  </a:txBody>
                  <a:tcP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latin typeface="Meiryo UI" panose="020B0604030504040204" pitchFamily="50" charset="-128"/>
                        <a:ea typeface="Meiryo UI" panose="020B0604030504040204" pitchFamily="50" charset="-128"/>
                        <a:cs typeface="Arial" panose="020B0604020202020204" pitchFamily="34" charset="0"/>
                      </a:endParaRPr>
                    </a:p>
                  </a:txBody>
                  <a:tcPr anchor="ctr">
                    <a:lnL w="1905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a:endParaRPr kumimoji="1" lang="ja-JP" altLang="en-US" sz="1400">
                        <a:latin typeface="Meiryo UI" panose="020B0604030504040204" pitchFamily="50" charset="-128"/>
                        <a:ea typeface="Meiryo UI" panose="020B0604030504040204" pitchFamily="50" charset="-128"/>
                        <a:cs typeface="Arial" panose="020B060402020202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400">
                        <a:latin typeface="Meiryo UI" panose="020B0604030504040204" pitchFamily="50" charset="-128"/>
                        <a:ea typeface="Meiryo UI" panose="020B0604030504040204" pitchFamily="50" charset="-128"/>
                        <a:cs typeface="Arial" panose="020B0604020202020204" pitchFamily="34" charset="0"/>
                      </a:endParaRPr>
                    </a:p>
                  </a:txBody>
                  <a:tcPr marL="36000" anchor="ctr">
                    <a:lnL w="1270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034920463"/>
                  </a:ext>
                </a:extLst>
              </a:tr>
              <a:tr h="432535">
                <a:tc>
                  <a:txBody>
                    <a:bodyPr/>
                    <a:lstStyle/>
                    <a:p>
                      <a:pPr algn="l" fontAlgn="ctr"/>
                      <a:r>
                        <a:rPr lang="en-US" altLang="ja-JP" sz="14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Misfire detection map</a:t>
                      </a:r>
                    </a:p>
                    <a:p>
                      <a:pPr algn="l" fontAlgn="ctr"/>
                      <a:r>
                        <a:rPr lang="ja-JP" altLang="en-US" sz="14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失火検知率</a:t>
                      </a:r>
                      <a:r>
                        <a:rPr lang="en-US" altLang="ja-JP" sz="14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(1</a:t>
                      </a:r>
                      <a:r>
                        <a:rPr lang="ja-JP" altLang="en-US" sz="14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気筒、ランダム、ペア</a:t>
                      </a:r>
                      <a:r>
                        <a:rPr lang="en-US" altLang="ja-JP" sz="14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a:t>
                      </a:r>
                    </a:p>
                  </a:txBody>
                  <a:tcPr marL="36000" marR="9525" marT="9525"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vMerge="1">
                  <a:txBody>
                    <a:bodyPr/>
                    <a:lstStyle/>
                    <a:p>
                      <a:pPr marL="0" marR="0" indent="0" algn="l" defTabSz="914400" rtl="0" eaLnBrk="1" fontAlgn="ctr" latinLnBrk="0" hangingPunct="1">
                        <a:lnSpc>
                          <a:spcPct val="100000"/>
                        </a:lnSpc>
                        <a:spcBef>
                          <a:spcPts val="0"/>
                        </a:spcBef>
                        <a:spcAft>
                          <a:spcPts val="0"/>
                        </a:spcAft>
                        <a:buClrTx/>
                        <a:buSzTx/>
                        <a:buFontTx/>
                        <a:buNone/>
                        <a:tabLst/>
                        <a:defRPr/>
                      </a:pPr>
                      <a:endParaRPr lang="ja-JP" altLang="en-US" sz="1100" b="0" i="0" u="none" strike="noStrike">
                        <a:solidFill>
                          <a:srgbClr val="000000"/>
                        </a:solidFill>
                        <a:effectLst/>
                        <a:latin typeface="Arial" panose="020B0604020202020204" pitchFamily="34" charset="0"/>
                        <a:ea typeface="ＭＳ Ｐゴシック" panose="020B0600070205080204" pitchFamily="50" charset="-128"/>
                        <a:cs typeface="Arial" panose="020B0604020202020204" pitchFamily="34" charset="0"/>
                      </a:endParaRPr>
                    </a:p>
                  </a:txBody>
                  <a:tcPr marL="9525" marR="9525" marT="9525"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ja-JP" altLang="en-US" sz="1100" b="0" i="0" u="none" strike="noStrike">
                        <a:solidFill>
                          <a:srgbClr val="000000"/>
                        </a:solidFill>
                        <a:effectLst/>
                        <a:latin typeface="Arial" panose="020B0604020202020204" pitchFamily="34" charset="0"/>
                        <a:ea typeface="ＭＳ Ｐゴシック" panose="020B0600070205080204" pitchFamily="50" charset="-128"/>
                        <a:cs typeface="Arial" panose="020B0604020202020204" pitchFamily="34" charset="0"/>
                      </a:endParaRPr>
                    </a:p>
                  </a:txBody>
                  <a:tcP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latin typeface="Meiryo UI" panose="020B0604030504040204" pitchFamily="50" charset="-128"/>
                        <a:ea typeface="Meiryo UI" panose="020B0604030504040204" pitchFamily="50" charset="-128"/>
                        <a:cs typeface="Arial" panose="020B0604020202020204" pitchFamily="34" charset="0"/>
                      </a:endParaRPr>
                    </a:p>
                  </a:txBody>
                  <a:tcPr anchor="ctr">
                    <a:lnL w="1905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kumimoji="1" lang="ja-JP" altLang="en-US" sz="1400">
                        <a:latin typeface="Meiryo UI" panose="020B0604030504040204" pitchFamily="50" charset="-128"/>
                        <a:ea typeface="Meiryo UI" panose="020B0604030504040204" pitchFamily="50" charset="-128"/>
                        <a:cs typeface="Arial" panose="020B060402020202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400">
                        <a:latin typeface="Meiryo UI" panose="020B0604030504040204" pitchFamily="50" charset="-128"/>
                        <a:ea typeface="Meiryo UI" panose="020B0604030504040204" pitchFamily="50" charset="-128"/>
                        <a:cs typeface="Arial" panose="020B0604020202020204" pitchFamily="34" charset="0"/>
                      </a:endParaRPr>
                    </a:p>
                  </a:txBody>
                  <a:tcPr marL="36000" anchor="ctr">
                    <a:lnL w="1270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23348285"/>
                  </a:ext>
                </a:extLst>
              </a:tr>
              <a:tr h="642828">
                <a:tc>
                  <a:txBody>
                    <a:bodyPr/>
                    <a:lstStyle/>
                    <a:p>
                      <a:pPr algn="l" fontAlgn="ctr"/>
                      <a:r>
                        <a:rPr lang="en-US" altLang="ja-JP" sz="14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Readiness check</a:t>
                      </a:r>
                    </a:p>
                    <a:p>
                      <a:pPr algn="l" fontAlgn="ctr"/>
                      <a:r>
                        <a:rPr lang="ja-JP" altLang="en-US" sz="14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レジネス　チェック</a:t>
                      </a:r>
                      <a:endParaRPr lang="en-US" altLang="ja-JP" sz="14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endParaRPr>
                    </a:p>
                  </a:txBody>
                  <a:tcPr marL="36000" marR="9525" marT="9525"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altLang="ja-JP" sz="1400" dirty="0">
                        <a:solidFill>
                          <a:srgbClr val="0000FF"/>
                        </a:solidFill>
                        <a:latin typeface="Meiryo UI" panose="020B0604030504040204" pitchFamily="50" charset="-128"/>
                        <a:ea typeface="Meiryo UI" panose="020B0604030504040204" pitchFamily="50" charset="-128"/>
                        <a:cs typeface="Arial" pitchFamily="34" charset="0"/>
                      </a:endParaRPr>
                    </a:p>
                    <a:p>
                      <a:pPr marL="0" marR="0" lvl="0" indent="0" algn="ctr" defTabSz="914400" rtl="0" eaLnBrk="1" fontAlgn="ctr" latinLnBrk="0" hangingPunct="1">
                        <a:lnSpc>
                          <a:spcPct val="100000"/>
                        </a:lnSpc>
                        <a:spcBef>
                          <a:spcPts val="0"/>
                        </a:spcBef>
                        <a:spcAft>
                          <a:spcPts val="0"/>
                        </a:spcAft>
                        <a:buClrTx/>
                        <a:buSzTx/>
                        <a:buFontTx/>
                        <a:buNone/>
                        <a:tabLst/>
                        <a:defRPr/>
                      </a:pP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solidFill>
                            <a:srgbClr val="0000FF"/>
                          </a:solidFill>
                          <a:latin typeface="Meiryo UI" panose="020B0604030504040204" pitchFamily="50" charset="-128"/>
                          <a:ea typeface="Meiryo UI" panose="020B0604030504040204" pitchFamily="50" charset="-128"/>
                          <a:cs typeface="Arial" pitchFamily="34" charset="0"/>
                        </a:rPr>
                        <a:t> </a:t>
                      </a:r>
                      <a:r>
                        <a:rPr lang="en-US" altLang="ja-JP" sz="1400" b="0" i="0" u="none" strike="noStrike" dirty="0">
                          <a:solidFill>
                            <a:srgbClr val="000000"/>
                          </a:solidFill>
                          <a:effectLst/>
                          <a:latin typeface="Meiryo UI" panose="020B0604030504040204" pitchFamily="50" charset="-128"/>
                          <a:ea typeface="Meiryo UI" panose="020B0604030504040204" pitchFamily="50" charset="-128"/>
                          <a:cs typeface="Arial" panose="020B0604020202020204" pitchFamily="34" charset="0"/>
                        </a:rPr>
                        <a:t>issue the report based “Readiness</a:t>
                      </a:r>
                      <a:r>
                        <a:rPr lang="en-US" altLang="ja-JP" sz="1400" b="0" i="0" u="none" strike="noStrike" baseline="0" dirty="0">
                          <a:solidFill>
                            <a:srgbClr val="000000"/>
                          </a:solidFill>
                          <a:effectLst/>
                          <a:latin typeface="Meiryo UI" panose="020B0604030504040204" pitchFamily="50" charset="-128"/>
                          <a:ea typeface="Meiryo UI" panose="020B0604030504040204" pitchFamily="50" charset="-128"/>
                          <a:cs typeface="Arial" panose="020B0604020202020204" pitchFamily="34" charset="0"/>
                        </a:rPr>
                        <a:t> check</a:t>
                      </a:r>
                      <a:r>
                        <a:rPr lang="en-US" altLang="ja-JP" sz="1400" b="0" i="0" u="none" strike="noStrike" dirty="0">
                          <a:solidFill>
                            <a:srgbClr val="000000"/>
                          </a:solidFill>
                          <a:effectLst/>
                          <a:latin typeface="Meiryo UI" panose="020B0604030504040204" pitchFamily="50" charset="-128"/>
                          <a:ea typeface="Meiryo UI" panose="020B0604030504040204" pitchFamily="50" charset="-128"/>
                          <a:cs typeface="Arial" panose="020B0604020202020204" pitchFamily="34" charset="0"/>
                        </a:rPr>
                        <a:t>” by HONDA requirement</a:t>
                      </a:r>
                    </a:p>
                    <a:p>
                      <a:pPr marL="0" marR="0" lvl="0" indent="0" algn="ctr" defTabSz="914400" rtl="0" eaLnBrk="1" fontAlgn="ctr" latinLnBrk="0" hangingPunct="1">
                        <a:lnSpc>
                          <a:spcPct val="100000"/>
                        </a:lnSpc>
                        <a:spcBef>
                          <a:spcPts val="0"/>
                        </a:spcBef>
                        <a:spcAft>
                          <a:spcPts val="0"/>
                        </a:spcAft>
                        <a:buClrTx/>
                        <a:buSzTx/>
                        <a:buFontTx/>
                        <a:buNone/>
                        <a:tabLst/>
                        <a:defRPr/>
                      </a:pPr>
                      <a:endParaRPr lang="en-US" altLang="ja-JP" sz="1400" b="0" i="0" u="none" strike="noStrike" dirty="0">
                        <a:solidFill>
                          <a:srgbClr val="000000"/>
                        </a:solidFill>
                        <a:effectLst/>
                        <a:latin typeface="Meiryo UI" panose="020B0604030504040204" pitchFamily="50" charset="-128"/>
                        <a:ea typeface="Meiryo UI" panose="020B0604030504040204" pitchFamily="50" charset="-128"/>
                        <a:cs typeface="Arial" panose="020B0604020202020204" pitchFamily="34" charset="0"/>
                      </a:endParaRPr>
                    </a:p>
                  </a:txBody>
                  <a:tcPr marL="9525" marR="9525" marT="9525"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ja-JP" sz="14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MP1</a:t>
                      </a:r>
                      <a:endParaRPr lang="ja-JP" altLang="en-US" sz="14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endParaRPr>
                    </a:p>
                  </a:txBody>
                  <a:tcPr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400">
                        <a:latin typeface="Meiryo UI" panose="020B0604030504040204" pitchFamily="50" charset="-128"/>
                        <a:ea typeface="Meiryo UI" panose="020B0604030504040204" pitchFamily="50" charset="-128"/>
                        <a:cs typeface="Arial" panose="020B0604020202020204" pitchFamily="34" charset="0"/>
                      </a:endParaRPr>
                    </a:p>
                  </a:txBody>
                  <a:tcPr anchor="ctr">
                    <a:lnL w="1905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kumimoji="1" lang="ja-JP" altLang="en-US" sz="1400">
                        <a:latin typeface="Meiryo UI" panose="020B0604030504040204" pitchFamily="50" charset="-128"/>
                        <a:ea typeface="Meiryo UI" panose="020B0604030504040204" pitchFamily="50" charset="-128"/>
                        <a:cs typeface="Arial" panose="020B060402020202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400">
                        <a:latin typeface="Meiryo UI" panose="020B0604030504040204" pitchFamily="50" charset="-128"/>
                        <a:ea typeface="Meiryo UI" panose="020B0604030504040204" pitchFamily="50" charset="-128"/>
                        <a:cs typeface="Arial" panose="020B0604020202020204" pitchFamily="34" charset="0"/>
                      </a:endParaRPr>
                    </a:p>
                  </a:txBody>
                  <a:tcPr marL="36000" anchor="ctr">
                    <a:lnL w="1270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767349055"/>
                  </a:ext>
                </a:extLst>
              </a:tr>
              <a:tr h="642828">
                <a:tc>
                  <a:txBody>
                    <a:bodyPr/>
                    <a:lstStyle/>
                    <a:p>
                      <a:pPr algn="l" fontAlgn="ctr"/>
                      <a:r>
                        <a:rPr lang="en-US" altLang="ja-JP" sz="14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Service06</a:t>
                      </a:r>
                      <a:r>
                        <a:rPr lang="en-US" altLang="ja-JP" sz="1400" b="0" i="0" u="none" strike="noStrike" baseline="0">
                          <a:solidFill>
                            <a:srgbClr val="000000"/>
                          </a:solidFill>
                          <a:effectLst/>
                          <a:latin typeface="Meiryo UI" panose="020B0604030504040204" pitchFamily="50" charset="-128"/>
                          <a:ea typeface="Meiryo UI" panose="020B0604030504040204" pitchFamily="50" charset="-128"/>
                          <a:cs typeface="Arial" panose="020B0604020202020204" pitchFamily="34" charset="0"/>
                        </a:rPr>
                        <a:t> info for service</a:t>
                      </a:r>
                      <a:endParaRPr lang="en-US" altLang="ja-JP" sz="14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endParaRPr>
                    </a:p>
                    <a:p>
                      <a:pPr algn="l" fontAlgn="ctr"/>
                      <a:r>
                        <a:rPr lang="ja-JP" altLang="en-US" sz="14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サービス開示用</a:t>
                      </a:r>
                      <a:r>
                        <a:rPr lang="en-US" altLang="ja-JP" sz="14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Service06</a:t>
                      </a:r>
                      <a:r>
                        <a:rPr lang="ja-JP" altLang="en-US" sz="14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情報</a:t>
                      </a:r>
                      <a:endParaRPr lang="en-US" altLang="ja-JP" sz="14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endParaRPr>
                    </a:p>
                  </a:txBody>
                  <a:tcPr marL="36000" marR="9525" marT="9525"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fontAlgn="ctr"/>
                      <a:r>
                        <a:rPr lang="en-US" altLang="ja-JP" sz="14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Refer to “Service06 for service” file</a:t>
                      </a:r>
                    </a:p>
                  </a:txBody>
                  <a:tcPr marL="9525" marR="9525" marT="9525"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ja-JP" sz="14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MP1</a:t>
                      </a:r>
                      <a:endParaRPr lang="ja-JP" altLang="en-US" sz="14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endParaRPr>
                    </a:p>
                  </a:txBody>
                  <a:tcPr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latin typeface="Meiryo UI" panose="020B0604030504040204" pitchFamily="50" charset="-128"/>
                        <a:ea typeface="Meiryo UI" panose="020B0604030504040204" pitchFamily="50" charset="-128"/>
                        <a:cs typeface="Arial" panose="020B0604020202020204" pitchFamily="34" charset="0"/>
                      </a:endParaRPr>
                    </a:p>
                  </a:txBody>
                  <a:tcPr anchor="ctr">
                    <a:lnL w="1905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65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latin typeface="Meiryo UI" panose="020B0604030504040204" pitchFamily="50" charset="-128"/>
                        <a:ea typeface="Meiryo UI" panose="020B0604030504040204" pitchFamily="50" charset="-128"/>
                        <a:cs typeface="Arial" panose="020B060402020202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65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400">
                        <a:latin typeface="Meiryo UI" panose="020B0604030504040204" pitchFamily="50" charset="-128"/>
                        <a:ea typeface="Meiryo UI" panose="020B0604030504040204" pitchFamily="50" charset="-128"/>
                        <a:cs typeface="Arial" panose="020B0604020202020204" pitchFamily="34" charset="0"/>
                      </a:endParaRPr>
                    </a:p>
                  </a:txBody>
                  <a:tcPr marL="36000" anchor="ctr">
                    <a:lnL w="1270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28575" cap="flat" cmpd="sng" algn="ctr">
                      <a:solidFill>
                        <a:schemeClr val="bg1">
                          <a:lumMod val="65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861205114"/>
                  </a:ext>
                </a:extLst>
              </a:tr>
            </a:tbl>
          </a:graphicData>
        </a:graphic>
      </p:graphicFrame>
      <p:sp>
        <p:nvSpPr>
          <p:cNvPr id="7" name="正方形/長方形 6">
            <a:extLst>
              <a:ext uri="{FF2B5EF4-FFF2-40B4-BE49-F238E27FC236}">
                <a16:creationId xmlns:a16="http://schemas.microsoft.com/office/drawing/2014/main" id="{D659973F-1758-AD24-F6F0-A511CA8EECC7}"/>
              </a:ext>
            </a:extLst>
          </p:cNvPr>
          <p:cNvSpPr/>
          <p:nvPr/>
        </p:nvSpPr>
        <p:spPr bwMode="auto">
          <a:xfrm>
            <a:off x="169820" y="3350240"/>
            <a:ext cx="8869677" cy="3031644"/>
          </a:xfrm>
          <a:prstGeom prst="rect">
            <a:avLst/>
          </a:prstGeom>
          <a:solidFill>
            <a:schemeClr val="bg1">
              <a:lumMod val="50000"/>
              <a:alpha val="7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ja-JP" altLang="en-US" sz="2400" b="0" i="0" u="none" strike="noStrike" kern="1200" cap="none" spc="0" normalizeH="0" baseline="0" noProof="0">
              <a:ln>
                <a:noFill/>
              </a:ln>
              <a:solidFill>
                <a:srgbClr val="000000"/>
              </a:solidFill>
              <a:effectLst/>
              <a:uLnTx/>
              <a:uFillTx/>
              <a:latin typeface="Times New Roman" pitchFamily="18" charset="0"/>
              <a:ea typeface="ＭＳ Ｐゴシック" pitchFamily="50" charset="-128"/>
              <a:cs typeface="+mn-cs"/>
            </a:endParaRPr>
          </a:p>
        </p:txBody>
      </p:sp>
    </p:spTree>
    <p:extLst>
      <p:ext uri="{BB962C8B-B14F-4D97-AF65-F5344CB8AC3E}">
        <p14:creationId xmlns:p14="http://schemas.microsoft.com/office/powerpoint/2010/main" val="1511127007"/>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Rectangle 13"/>
          <p:cNvSpPr>
            <a:spLocks noChangeArrowheads="1"/>
          </p:cNvSpPr>
          <p:nvPr/>
        </p:nvSpPr>
        <p:spPr bwMode="auto">
          <a:xfrm>
            <a:off x="34930" y="609604"/>
            <a:ext cx="91090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ja-JP" sz="1800" b="1" u="sng">
                <a:latin typeface="Meiryo UI" panose="020B0604030504040204" pitchFamily="50" charset="-128"/>
                <a:ea typeface="Meiryo UI" panose="020B0604030504040204" pitchFamily="50" charset="-128"/>
                <a:cs typeface="Arial" pitchFamily="34" charset="0"/>
              </a:rPr>
              <a:t>Necessary</a:t>
            </a:r>
            <a:r>
              <a:rPr lang="ja-JP" altLang="en-US" sz="1800" b="1" u="sng">
                <a:latin typeface="Meiryo UI" panose="020B0604030504040204" pitchFamily="50" charset="-128"/>
                <a:ea typeface="Meiryo UI" panose="020B0604030504040204" pitchFamily="50" charset="-128"/>
                <a:cs typeface="Arial" pitchFamily="34" charset="0"/>
              </a:rPr>
              <a:t> </a:t>
            </a:r>
            <a:r>
              <a:rPr lang="en-US" altLang="ja-JP" sz="1800" b="1" u="sng">
                <a:latin typeface="Meiryo UI" panose="020B0604030504040204" pitchFamily="50" charset="-128"/>
                <a:ea typeface="Meiryo UI" panose="020B0604030504040204" pitchFamily="50" charset="-128"/>
                <a:cs typeface="Arial" pitchFamily="34" charset="0"/>
              </a:rPr>
              <a:t>Information</a:t>
            </a:r>
            <a:r>
              <a:rPr lang="ja-JP" altLang="en-US" sz="1800" b="1" u="sng">
                <a:latin typeface="Meiryo UI" panose="020B0604030504040204" pitchFamily="50" charset="-128"/>
                <a:ea typeface="Meiryo UI" panose="020B0604030504040204" pitchFamily="50" charset="-128"/>
                <a:cs typeface="Arial" pitchFamily="34" charset="0"/>
              </a:rPr>
              <a:t> </a:t>
            </a:r>
            <a:r>
              <a:rPr lang="en-US" altLang="ja-JP" sz="1800" b="1" u="sng">
                <a:latin typeface="Meiryo UI" panose="020B0604030504040204" pitchFamily="50" charset="-128"/>
                <a:ea typeface="Meiryo UI" panose="020B0604030504040204" pitchFamily="50" charset="-128"/>
                <a:cs typeface="Arial" pitchFamily="34" charset="0"/>
              </a:rPr>
              <a:t>for</a:t>
            </a:r>
            <a:r>
              <a:rPr lang="ja-JP" altLang="en-US" sz="1800" b="1" u="sng">
                <a:latin typeface="Meiryo UI" panose="020B0604030504040204" pitchFamily="50" charset="-128"/>
                <a:ea typeface="Meiryo UI" panose="020B0604030504040204" pitchFamily="50" charset="-128"/>
                <a:cs typeface="Arial" pitchFamily="34" charset="0"/>
              </a:rPr>
              <a:t> </a:t>
            </a:r>
            <a:r>
              <a:rPr lang="en-US" altLang="ja-JP" sz="1800" b="1" u="sng">
                <a:latin typeface="Meiryo UI" panose="020B0604030504040204" pitchFamily="50" charset="-128"/>
                <a:ea typeface="Meiryo UI" panose="020B0604030504040204" pitchFamily="50" charset="-128"/>
                <a:cs typeface="Arial" pitchFamily="34" charset="0"/>
              </a:rPr>
              <a:t>Certification</a:t>
            </a:r>
            <a:r>
              <a:rPr lang="ja-JP" altLang="en-US" sz="1800" b="1" u="sng">
                <a:latin typeface="Meiryo UI" panose="020B0604030504040204" pitchFamily="50" charset="-128"/>
                <a:ea typeface="Meiryo UI" panose="020B0604030504040204" pitchFamily="50" charset="-128"/>
                <a:cs typeface="Arial" pitchFamily="34" charset="0"/>
              </a:rPr>
              <a:t> </a:t>
            </a:r>
            <a:r>
              <a:rPr lang="en-US" altLang="ja-JP" sz="1800" b="1" u="sng">
                <a:latin typeface="Meiryo UI" panose="020B0604030504040204" pitchFamily="50" charset="-128"/>
                <a:ea typeface="Meiryo UI" panose="020B0604030504040204" pitchFamily="50" charset="-128"/>
                <a:cs typeface="Arial" pitchFamily="34" charset="0"/>
              </a:rPr>
              <a:t>Application</a:t>
            </a:r>
            <a:endParaRPr lang="ja-JP" altLang="en-US" sz="1600" b="1">
              <a:latin typeface="Meiryo UI" panose="020B0604030504040204" pitchFamily="50" charset="-128"/>
              <a:ea typeface="Meiryo UI" panose="020B0604030504040204" pitchFamily="50" charset="-128"/>
              <a:cs typeface="Arial" pitchFamily="34" charset="0"/>
            </a:endParaRPr>
          </a:p>
        </p:txBody>
      </p:sp>
      <p:sp>
        <p:nvSpPr>
          <p:cNvPr id="85" name="Text Box 2"/>
          <p:cNvSpPr txBox="1">
            <a:spLocks noChangeArrowheads="1"/>
          </p:cNvSpPr>
          <p:nvPr/>
        </p:nvSpPr>
        <p:spPr bwMode="auto">
          <a:xfrm>
            <a:off x="250829" y="44451"/>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2000">
                <a:solidFill>
                  <a:srgbClr val="FFFFFF"/>
                </a:solidFill>
                <a:latin typeface="Meiryo UI" panose="020B0604030504040204" pitchFamily="50" charset="-128"/>
                <a:ea typeface="Meiryo UI" panose="020B0604030504040204" pitchFamily="50" charset="-128"/>
                <a:cs typeface="Arial" pitchFamily="34" charset="0"/>
              </a:rPr>
              <a:t>20. Necessary</a:t>
            </a:r>
            <a:r>
              <a:rPr lang="ja-JP" altLang="en-US" sz="2000">
                <a:solidFill>
                  <a:srgbClr val="FFFFFF"/>
                </a:solidFill>
                <a:latin typeface="Meiryo UI" panose="020B0604030504040204" pitchFamily="50" charset="-128"/>
                <a:ea typeface="Meiryo UI" panose="020B0604030504040204" pitchFamily="50" charset="-128"/>
                <a:cs typeface="Arial" pitchFamily="34" charset="0"/>
              </a:rPr>
              <a:t> </a:t>
            </a:r>
            <a:r>
              <a:rPr lang="en-US" altLang="ja-JP" sz="2000">
                <a:solidFill>
                  <a:srgbClr val="FFFFFF"/>
                </a:solidFill>
                <a:latin typeface="Meiryo UI" panose="020B0604030504040204" pitchFamily="50" charset="-128"/>
                <a:ea typeface="Meiryo UI" panose="020B0604030504040204" pitchFamily="50" charset="-128"/>
                <a:cs typeface="Arial" pitchFamily="34" charset="0"/>
              </a:rPr>
              <a:t>Support (4/5)</a:t>
            </a:r>
            <a:endParaRPr lang="en-US" altLang="ja-JP" sz="1100">
              <a:solidFill>
                <a:srgbClr val="FFFFFF"/>
              </a:solidFill>
              <a:latin typeface="HGPｺﾞｼｯｸE" pitchFamily="50" charset="-128"/>
              <a:ea typeface="HGPｺﾞｼｯｸE" pitchFamily="50" charset="-128"/>
              <a:cs typeface="Arial" pitchFamily="34" charset="0"/>
            </a:endParaRPr>
          </a:p>
        </p:txBody>
      </p:sp>
      <p:sp>
        <p:nvSpPr>
          <p:cNvPr id="3" name="テキスト ボックス 2"/>
          <p:cNvSpPr txBox="1"/>
          <p:nvPr/>
        </p:nvSpPr>
        <p:spPr>
          <a:xfrm>
            <a:off x="250829" y="6216709"/>
            <a:ext cx="8087470" cy="523220"/>
          </a:xfrm>
          <a:prstGeom prst="rect">
            <a:avLst/>
          </a:prstGeom>
          <a:noFill/>
        </p:spPr>
        <p:txBody>
          <a:bodyPr wrap="none" rtlCol="0">
            <a:spAutoFit/>
          </a:bodyPr>
          <a:lstStyle/>
          <a:p>
            <a:pPr algn="l"/>
            <a:r>
              <a:rPr kumimoji="1" lang="en-US" altLang="ja-JP" sz="1400" dirty="0">
                <a:latin typeface="Meiryo UI" panose="020B0604030504040204" pitchFamily="50" charset="-128"/>
                <a:ea typeface="Meiryo UI" panose="020B0604030504040204" pitchFamily="50" charset="-128"/>
              </a:rPr>
              <a:t>Honda</a:t>
            </a:r>
            <a:r>
              <a:rPr lang="ja-JP" altLang="en-US" sz="1400" dirty="0">
                <a:latin typeface="Meiryo UI" panose="020B0604030504040204" pitchFamily="50" charset="-128"/>
                <a:ea typeface="Meiryo UI" panose="020B0604030504040204" pitchFamily="50" charset="-128"/>
              </a:rPr>
              <a:t> </a:t>
            </a:r>
            <a:r>
              <a:rPr lang="en-US" altLang="ja-JP" sz="1400" dirty="0">
                <a:latin typeface="Meiryo UI" panose="020B0604030504040204" pitchFamily="50" charset="-128"/>
                <a:ea typeface="Meiryo UI" panose="020B0604030504040204" pitchFamily="50" charset="-128"/>
              </a:rPr>
              <a:t>will perform OBD demo test.</a:t>
            </a:r>
          </a:p>
          <a:p>
            <a:pPr algn="l"/>
            <a:r>
              <a:rPr lang="en-US" altLang="ja-JP" sz="1400" dirty="0">
                <a:latin typeface="Meiryo UI" panose="020B0604030504040204" pitchFamily="50" charset="-128"/>
                <a:ea typeface="Meiryo UI" panose="020B0604030504040204" pitchFamily="50" charset="-128"/>
              </a:rPr>
              <a:t>Honda might request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solidFill>
                  <a:srgbClr val="0000FF"/>
                </a:solidFill>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rPr>
              <a:t>to inform how to use the tool or data setting for demo test.</a:t>
            </a:r>
          </a:p>
        </p:txBody>
      </p:sp>
      <p:graphicFrame>
        <p:nvGraphicFramePr>
          <p:cNvPr id="2" name="表 1">
            <a:extLst>
              <a:ext uri="{FF2B5EF4-FFF2-40B4-BE49-F238E27FC236}">
                <a16:creationId xmlns:a16="http://schemas.microsoft.com/office/drawing/2014/main" id="{8B399A91-BA69-1935-AF24-B21B3DF33CE7}"/>
              </a:ext>
            </a:extLst>
          </p:cNvPr>
          <p:cNvGraphicFramePr>
            <a:graphicFrameLocks noGrp="1"/>
          </p:cNvGraphicFramePr>
          <p:nvPr>
            <p:extLst>
              <p:ext uri="{D42A27DB-BD31-4B8C-83A1-F6EECF244321}">
                <p14:modId xmlns:p14="http://schemas.microsoft.com/office/powerpoint/2010/main" val="4080123435"/>
              </p:ext>
            </p:extLst>
          </p:nvPr>
        </p:nvGraphicFramePr>
        <p:xfrm>
          <a:off x="2025994" y="1143979"/>
          <a:ext cx="4650748" cy="4770779"/>
        </p:xfrm>
        <a:graphic>
          <a:graphicData uri="http://schemas.openxmlformats.org/drawingml/2006/table">
            <a:tbl>
              <a:tblPr firstRow="1" bandRow="1"/>
              <a:tblGrid>
                <a:gridCol w="748298">
                  <a:extLst>
                    <a:ext uri="{9D8B030D-6E8A-4147-A177-3AD203B41FA5}">
                      <a16:colId xmlns:a16="http://schemas.microsoft.com/office/drawing/2014/main" val="2509350273"/>
                    </a:ext>
                  </a:extLst>
                </a:gridCol>
                <a:gridCol w="1982395">
                  <a:extLst>
                    <a:ext uri="{9D8B030D-6E8A-4147-A177-3AD203B41FA5}">
                      <a16:colId xmlns:a16="http://schemas.microsoft.com/office/drawing/2014/main" val="958017539"/>
                    </a:ext>
                  </a:extLst>
                </a:gridCol>
                <a:gridCol w="1920055">
                  <a:extLst>
                    <a:ext uri="{9D8B030D-6E8A-4147-A177-3AD203B41FA5}">
                      <a16:colId xmlns:a16="http://schemas.microsoft.com/office/drawing/2014/main" val="3891129836"/>
                    </a:ext>
                  </a:extLst>
                </a:gridCol>
              </a:tblGrid>
              <a:tr h="857938">
                <a:tc gridSpan="2">
                  <a:txBody>
                    <a:bodyPr/>
                    <a:lstStyle>
                      <a:lvl1pPr marL="0" algn="l" defTabSz="914400" rtl="0" eaLnBrk="1" latinLnBrk="0" hangingPunct="1">
                        <a:defRPr kumimoji="1" sz="1800" b="1" kern="1200">
                          <a:solidFill>
                            <a:schemeClr val="lt1"/>
                          </a:solidFill>
                          <a:latin typeface="Arial"/>
                          <a:ea typeface="Meiryo UI"/>
                        </a:defRPr>
                      </a:lvl1pPr>
                      <a:lvl2pPr marL="457200" algn="l" defTabSz="914400" rtl="0" eaLnBrk="1" latinLnBrk="0" hangingPunct="1">
                        <a:defRPr kumimoji="1" sz="1800" b="1" kern="1200">
                          <a:solidFill>
                            <a:schemeClr val="lt1"/>
                          </a:solidFill>
                          <a:latin typeface="Arial"/>
                          <a:ea typeface="Meiryo UI"/>
                        </a:defRPr>
                      </a:lvl2pPr>
                      <a:lvl3pPr marL="914400" algn="l" defTabSz="914400" rtl="0" eaLnBrk="1" latinLnBrk="0" hangingPunct="1">
                        <a:defRPr kumimoji="1" sz="1800" b="1" kern="1200">
                          <a:solidFill>
                            <a:schemeClr val="lt1"/>
                          </a:solidFill>
                          <a:latin typeface="Arial"/>
                          <a:ea typeface="Meiryo UI"/>
                        </a:defRPr>
                      </a:lvl3pPr>
                      <a:lvl4pPr marL="1371600" algn="l" defTabSz="914400" rtl="0" eaLnBrk="1" latinLnBrk="0" hangingPunct="1">
                        <a:defRPr kumimoji="1" sz="1800" b="1" kern="1200">
                          <a:solidFill>
                            <a:schemeClr val="lt1"/>
                          </a:solidFill>
                          <a:latin typeface="Arial"/>
                          <a:ea typeface="Meiryo UI"/>
                        </a:defRPr>
                      </a:lvl4pPr>
                      <a:lvl5pPr marL="1828800" algn="l" defTabSz="914400" rtl="0" eaLnBrk="1" latinLnBrk="0" hangingPunct="1">
                        <a:defRPr kumimoji="1" sz="1800" b="1" kern="1200">
                          <a:solidFill>
                            <a:schemeClr val="lt1"/>
                          </a:solidFill>
                          <a:latin typeface="Arial"/>
                          <a:ea typeface="Meiryo UI"/>
                        </a:defRPr>
                      </a:lvl5pPr>
                      <a:lvl6pPr marL="2286000" algn="l" defTabSz="914400" rtl="0" eaLnBrk="1" latinLnBrk="0" hangingPunct="1">
                        <a:defRPr kumimoji="1" sz="1800" b="1" kern="1200">
                          <a:solidFill>
                            <a:schemeClr val="lt1"/>
                          </a:solidFill>
                          <a:latin typeface="Arial"/>
                          <a:ea typeface="Meiryo UI"/>
                        </a:defRPr>
                      </a:lvl6pPr>
                      <a:lvl7pPr marL="2743200" algn="l" defTabSz="914400" rtl="0" eaLnBrk="1" latinLnBrk="0" hangingPunct="1">
                        <a:defRPr kumimoji="1" sz="1800" b="1" kern="1200">
                          <a:solidFill>
                            <a:schemeClr val="lt1"/>
                          </a:solidFill>
                          <a:latin typeface="Arial"/>
                          <a:ea typeface="Meiryo UI"/>
                        </a:defRPr>
                      </a:lvl7pPr>
                      <a:lvl8pPr marL="3200400" algn="l" defTabSz="914400" rtl="0" eaLnBrk="1" latinLnBrk="0" hangingPunct="1">
                        <a:defRPr kumimoji="1" sz="1800" b="1" kern="1200">
                          <a:solidFill>
                            <a:schemeClr val="lt1"/>
                          </a:solidFill>
                          <a:latin typeface="Arial"/>
                          <a:ea typeface="Meiryo UI"/>
                        </a:defRPr>
                      </a:lvl8pPr>
                      <a:lvl9pPr marL="3657600" algn="l" defTabSz="914400" rtl="0" eaLnBrk="1" latinLnBrk="0" hangingPunct="1">
                        <a:defRPr kumimoji="1" sz="1800" b="1" kern="1200">
                          <a:solidFill>
                            <a:schemeClr val="lt1"/>
                          </a:solidFill>
                          <a:latin typeface="Arial"/>
                          <a:ea typeface="Meiryo UI"/>
                        </a:defRPr>
                      </a:lvl9pPr>
                    </a:lstStyle>
                    <a:p>
                      <a:pPr algn="ctr" fontAlgn="ctr"/>
                      <a:endParaRPr lang="ja-JP" altLang="en-US" sz="1100" b="0" i="0" u="none" strike="noStrike" dirty="0">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hMerge="1">
                  <a:txBody>
                    <a:bodyPr/>
                    <a:lstStyle/>
                    <a:p>
                      <a:endParaRPr kumimoji="1" lang="ja-JP" altLang="en-US"/>
                    </a:p>
                  </a:txBody>
                  <a:tcPr/>
                </a:tc>
                <a:tc>
                  <a:txBody>
                    <a:bodyPr/>
                    <a:lstStyle>
                      <a:lvl1pPr marL="0" algn="l" defTabSz="914400" rtl="0" eaLnBrk="1" latinLnBrk="0" hangingPunct="1">
                        <a:defRPr kumimoji="1" sz="1800" b="1" kern="1200">
                          <a:solidFill>
                            <a:schemeClr val="lt1"/>
                          </a:solidFill>
                          <a:latin typeface="Arial"/>
                          <a:ea typeface="Meiryo UI"/>
                        </a:defRPr>
                      </a:lvl1pPr>
                      <a:lvl2pPr marL="457200" algn="l" defTabSz="914400" rtl="0" eaLnBrk="1" latinLnBrk="0" hangingPunct="1">
                        <a:defRPr kumimoji="1" sz="1800" b="1" kern="1200">
                          <a:solidFill>
                            <a:schemeClr val="lt1"/>
                          </a:solidFill>
                          <a:latin typeface="Arial"/>
                          <a:ea typeface="Meiryo UI"/>
                        </a:defRPr>
                      </a:lvl2pPr>
                      <a:lvl3pPr marL="914400" algn="l" defTabSz="914400" rtl="0" eaLnBrk="1" latinLnBrk="0" hangingPunct="1">
                        <a:defRPr kumimoji="1" sz="1800" b="1" kern="1200">
                          <a:solidFill>
                            <a:schemeClr val="lt1"/>
                          </a:solidFill>
                          <a:latin typeface="Arial"/>
                          <a:ea typeface="Meiryo UI"/>
                        </a:defRPr>
                      </a:lvl3pPr>
                      <a:lvl4pPr marL="1371600" algn="l" defTabSz="914400" rtl="0" eaLnBrk="1" latinLnBrk="0" hangingPunct="1">
                        <a:defRPr kumimoji="1" sz="1800" b="1" kern="1200">
                          <a:solidFill>
                            <a:schemeClr val="lt1"/>
                          </a:solidFill>
                          <a:latin typeface="Arial"/>
                          <a:ea typeface="Meiryo UI"/>
                        </a:defRPr>
                      </a:lvl4pPr>
                      <a:lvl5pPr marL="1828800" algn="l" defTabSz="914400" rtl="0" eaLnBrk="1" latinLnBrk="0" hangingPunct="1">
                        <a:defRPr kumimoji="1" sz="1800" b="1" kern="1200">
                          <a:solidFill>
                            <a:schemeClr val="lt1"/>
                          </a:solidFill>
                          <a:latin typeface="Arial"/>
                          <a:ea typeface="Meiryo UI"/>
                        </a:defRPr>
                      </a:lvl5pPr>
                      <a:lvl6pPr marL="2286000" algn="l" defTabSz="914400" rtl="0" eaLnBrk="1" latinLnBrk="0" hangingPunct="1">
                        <a:defRPr kumimoji="1" sz="1800" b="1" kern="1200">
                          <a:solidFill>
                            <a:schemeClr val="lt1"/>
                          </a:solidFill>
                          <a:latin typeface="Arial"/>
                          <a:ea typeface="Meiryo UI"/>
                        </a:defRPr>
                      </a:lvl6pPr>
                      <a:lvl7pPr marL="2743200" algn="l" defTabSz="914400" rtl="0" eaLnBrk="1" latinLnBrk="0" hangingPunct="1">
                        <a:defRPr kumimoji="1" sz="1800" b="1" kern="1200">
                          <a:solidFill>
                            <a:schemeClr val="lt1"/>
                          </a:solidFill>
                          <a:latin typeface="Arial"/>
                          <a:ea typeface="Meiryo UI"/>
                        </a:defRPr>
                      </a:lvl7pPr>
                      <a:lvl8pPr marL="3200400" algn="l" defTabSz="914400" rtl="0" eaLnBrk="1" latinLnBrk="0" hangingPunct="1">
                        <a:defRPr kumimoji="1" sz="1800" b="1" kern="1200">
                          <a:solidFill>
                            <a:schemeClr val="lt1"/>
                          </a:solidFill>
                          <a:latin typeface="Arial"/>
                          <a:ea typeface="Meiryo UI"/>
                        </a:defRPr>
                      </a:lvl8pPr>
                      <a:lvl9pPr marL="3657600" algn="l" defTabSz="914400" rtl="0" eaLnBrk="1" latinLnBrk="0" hangingPunct="1">
                        <a:defRPr kumimoji="1" sz="1800" b="1" kern="1200">
                          <a:solidFill>
                            <a:schemeClr val="lt1"/>
                          </a:solidFill>
                          <a:latin typeface="Arial"/>
                          <a:ea typeface="Meiryo UI"/>
                        </a:defRPr>
                      </a:lvl9pPr>
                    </a:lstStyle>
                    <a:p>
                      <a:pPr algn="ctr" fontAlgn="ctr"/>
                      <a:r>
                        <a:rPr lang="en-US" sz="1800" b="0" i="0" u="none" strike="noStrike" dirty="0">
                          <a:solidFill>
                            <a:schemeClr val="bg1"/>
                          </a:solidFill>
                          <a:effectLst/>
                          <a:latin typeface="Meiryo UI" panose="020B0604030504040204" pitchFamily="50" charset="-128"/>
                          <a:ea typeface="Meiryo UI" panose="020B0604030504040204" pitchFamily="50" charset="-128"/>
                        </a:rPr>
                        <a:t>6WZX</a:t>
                      </a:r>
                    </a:p>
                  </a:txBody>
                  <a:tcPr marL="9525" marR="9525" marT="9525" marB="0" anchor="ctr">
                    <a:lnL w="12700" cmpd="sng">
                      <a:solidFill>
                        <a:sysClr val="window" lastClr="FFFFFF"/>
                      </a:solidFill>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4F81BD"/>
                    </a:solidFill>
                  </a:tcPr>
                </a:tc>
                <a:extLst>
                  <a:ext uri="{0D108BD9-81ED-4DB2-BD59-A6C34878D82A}">
                    <a16:rowId xmlns:a16="http://schemas.microsoft.com/office/drawing/2014/main" val="2197485392"/>
                  </a:ext>
                </a:extLst>
              </a:tr>
              <a:tr h="590268">
                <a:tc gridSpan="2">
                  <a:txBody>
                    <a:bodyPr/>
                    <a:lstStyle>
                      <a:lvl1pPr marL="0" algn="l" defTabSz="914400" rtl="0" eaLnBrk="1" latinLnBrk="0" hangingPunct="1">
                        <a:defRPr kumimoji="1" sz="1800" kern="1200">
                          <a:solidFill>
                            <a:schemeClr val="dk1"/>
                          </a:solidFill>
                          <a:latin typeface="Arial"/>
                          <a:ea typeface="Meiryo UI"/>
                        </a:defRPr>
                      </a:lvl1pPr>
                      <a:lvl2pPr marL="457200" algn="l" defTabSz="914400" rtl="0" eaLnBrk="1" latinLnBrk="0" hangingPunct="1">
                        <a:defRPr kumimoji="1" sz="1800" kern="1200">
                          <a:solidFill>
                            <a:schemeClr val="dk1"/>
                          </a:solidFill>
                          <a:latin typeface="Arial"/>
                          <a:ea typeface="Meiryo UI"/>
                        </a:defRPr>
                      </a:lvl2pPr>
                      <a:lvl3pPr marL="914400" algn="l" defTabSz="914400" rtl="0" eaLnBrk="1" latinLnBrk="0" hangingPunct="1">
                        <a:defRPr kumimoji="1" sz="1800" kern="1200">
                          <a:solidFill>
                            <a:schemeClr val="dk1"/>
                          </a:solidFill>
                          <a:latin typeface="Arial"/>
                          <a:ea typeface="Meiryo UI"/>
                        </a:defRPr>
                      </a:lvl3pPr>
                      <a:lvl4pPr marL="1371600" algn="l" defTabSz="914400" rtl="0" eaLnBrk="1" latinLnBrk="0" hangingPunct="1">
                        <a:defRPr kumimoji="1" sz="1800" kern="1200">
                          <a:solidFill>
                            <a:schemeClr val="dk1"/>
                          </a:solidFill>
                          <a:latin typeface="Arial"/>
                          <a:ea typeface="Meiryo UI"/>
                        </a:defRPr>
                      </a:lvl4pPr>
                      <a:lvl5pPr marL="1828800" algn="l" defTabSz="914400" rtl="0" eaLnBrk="1" latinLnBrk="0" hangingPunct="1">
                        <a:defRPr kumimoji="1" sz="1800" kern="1200">
                          <a:solidFill>
                            <a:schemeClr val="dk1"/>
                          </a:solidFill>
                          <a:latin typeface="Arial"/>
                          <a:ea typeface="Meiryo UI"/>
                        </a:defRPr>
                      </a:lvl5pPr>
                      <a:lvl6pPr marL="2286000" algn="l" defTabSz="914400" rtl="0" eaLnBrk="1" latinLnBrk="0" hangingPunct="1">
                        <a:defRPr kumimoji="1" sz="1800" kern="1200">
                          <a:solidFill>
                            <a:schemeClr val="dk1"/>
                          </a:solidFill>
                          <a:latin typeface="Arial"/>
                          <a:ea typeface="Meiryo UI"/>
                        </a:defRPr>
                      </a:lvl6pPr>
                      <a:lvl7pPr marL="2743200" algn="l" defTabSz="914400" rtl="0" eaLnBrk="1" latinLnBrk="0" hangingPunct="1">
                        <a:defRPr kumimoji="1" sz="1800" kern="1200">
                          <a:solidFill>
                            <a:schemeClr val="dk1"/>
                          </a:solidFill>
                          <a:latin typeface="Arial"/>
                          <a:ea typeface="Meiryo UI"/>
                        </a:defRPr>
                      </a:lvl7pPr>
                      <a:lvl8pPr marL="3200400" algn="l" defTabSz="914400" rtl="0" eaLnBrk="1" latinLnBrk="0" hangingPunct="1">
                        <a:defRPr kumimoji="1" sz="1800" kern="1200">
                          <a:solidFill>
                            <a:schemeClr val="dk1"/>
                          </a:solidFill>
                          <a:latin typeface="Arial"/>
                          <a:ea typeface="Meiryo UI"/>
                        </a:defRPr>
                      </a:lvl8pPr>
                      <a:lvl9pPr marL="3657600" algn="l" defTabSz="914400" rtl="0" eaLnBrk="1" latinLnBrk="0" hangingPunct="1">
                        <a:defRPr kumimoji="1" sz="1800" kern="1200">
                          <a:solidFill>
                            <a:schemeClr val="dk1"/>
                          </a:solidFill>
                          <a:latin typeface="Arial"/>
                          <a:ea typeface="Meiryo UI"/>
                        </a:defRPr>
                      </a:lvl9pPr>
                    </a:lstStyle>
                    <a:p>
                      <a:pPr algn="ctr" fontAlgn="ctr"/>
                      <a:r>
                        <a:rPr lang="en-US" altLang="ja-JP" sz="1400" b="0" i="0" u="none" strike="noStrike" dirty="0">
                          <a:solidFill>
                            <a:srgbClr val="000000"/>
                          </a:solidFill>
                          <a:effectLst/>
                          <a:latin typeface="Meiryo UI" panose="020B0604030504040204" pitchFamily="50" charset="-128"/>
                          <a:ea typeface="Meiryo UI" panose="020B0604030504040204" pitchFamily="50" charset="-128"/>
                        </a:rPr>
                        <a:t>Cert</a:t>
                      </a:r>
                      <a:r>
                        <a:rPr lang="en-US" altLang="ja-JP" sz="1400" b="0" i="0" u="none" strike="noStrike" baseline="0" dirty="0">
                          <a:solidFill>
                            <a:srgbClr val="000000"/>
                          </a:solidFill>
                          <a:effectLst/>
                          <a:latin typeface="Meiryo UI" panose="020B0604030504040204" pitchFamily="50" charset="-128"/>
                          <a:ea typeface="Meiryo UI" panose="020B0604030504040204" pitchFamily="50" charset="-128"/>
                        </a:rPr>
                        <a:t> test schedule</a:t>
                      </a:r>
                      <a:endParaRPr lang="en-US" altLang="ja-JP" sz="1400" b="0" i="0" u="none" strike="noStrike" dirty="0">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mpd="sng">
                      <a:solidFill>
                        <a:sysClr val="window" lastClr="FFFFFF"/>
                      </a:solidFill>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hMerge="1">
                  <a:txBody>
                    <a:bodyPr/>
                    <a:lstStyle/>
                    <a:p>
                      <a:endParaRPr kumimoji="1" lang="ja-JP" altLang="en-US"/>
                    </a:p>
                  </a:txBody>
                  <a:tcPr/>
                </a:tc>
                <a:tc>
                  <a:txBody>
                    <a:bodyPr/>
                    <a:lstStyle>
                      <a:lvl1pPr marL="0" algn="l" defTabSz="914400" rtl="0" eaLnBrk="1" latinLnBrk="0" hangingPunct="1">
                        <a:defRPr kumimoji="1" sz="1800" kern="1200">
                          <a:solidFill>
                            <a:schemeClr val="dk1"/>
                          </a:solidFill>
                          <a:latin typeface="Arial"/>
                          <a:ea typeface="Meiryo UI"/>
                        </a:defRPr>
                      </a:lvl1pPr>
                      <a:lvl2pPr marL="457200" algn="l" defTabSz="914400" rtl="0" eaLnBrk="1" latinLnBrk="0" hangingPunct="1">
                        <a:defRPr kumimoji="1" sz="1800" kern="1200">
                          <a:solidFill>
                            <a:schemeClr val="dk1"/>
                          </a:solidFill>
                          <a:latin typeface="Arial"/>
                          <a:ea typeface="Meiryo UI"/>
                        </a:defRPr>
                      </a:lvl2pPr>
                      <a:lvl3pPr marL="914400" algn="l" defTabSz="914400" rtl="0" eaLnBrk="1" latinLnBrk="0" hangingPunct="1">
                        <a:defRPr kumimoji="1" sz="1800" kern="1200">
                          <a:solidFill>
                            <a:schemeClr val="dk1"/>
                          </a:solidFill>
                          <a:latin typeface="Arial"/>
                          <a:ea typeface="Meiryo UI"/>
                        </a:defRPr>
                      </a:lvl3pPr>
                      <a:lvl4pPr marL="1371600" algn="l" defTabSz="914400" rtl="0" eaLnBrk="1" latinLnBrk="0" hangingPunct="1">
                        <a:defRPr kumimoji="1" sz="1800" kern="1200">
                          <a:solidFill>
                            <a:schemeClr val="dk1"/>
                          </a:solidFill>
                          <a:latin typeface="Arial"/>
                          <a:ea typeface="Meiryo UI"/>
                        </a:defRPr>
                      </a:lvl4pPr>
                      <a:lvl5pPr marL="1828800" algn="l" defTabSz="914400" rtl="0" eaLnBrk="1" latinLnBrk="0" hangingPunct="1">
                        <a:defRPr kumimoji="1" sz="1800" kern="1200">
                          <a:solidFill>
                            <a:schemeClr val="dk1"/>
                          </a:solidFill>
                          <a:latin typeface="Arial"/>
                          <a:ea typeface="Meiryo UI"/>
                        </a:defRPr>
                      </a:lvl5pPr>
                      <a:lvl6pPr marL="2286000" algn="l" defTabSz="914400" rtl="0" eaLnBrk="1" latinLnBrk="0" hangingPunct="1">
                        <a:defRPr kumimoji="1" sz="1800" kern="1200">
                          <a:solidFill>
                            <a:schemeClr val="dk1"/>
                          </a:solidFill>
                          <a:latin typeface="Arial"/>
                          <a:ea typeface="Meiryo UI"/>
                        </a:defRPr>
                      </a:lvl6pPr>
                      <a:lvl7pPr marL="2743200" algn="l" defTabSz="914400" rtl="0" eaLnBrk="1" latinLnBrk="0" hangingPunct="1">
                        <a:defRPr kumimoji="1" sz="1800" kern="1200">
                          <a:solidFill>
                            <a:schemeClr val="dk1"/>
                          </a:solidFill>
                          <a:latin typeface="Arial"/>
                          <a:ea typeface="Meiryo UI"/>
                        </a:defRPr>
                      </a:lvl7pPr>
                      <a:lvl8pPr marL="3200400" algn="l" defTabSz="914400" rtl="0" eaLnBrk="1" latinLnBrk="0" hangingPunct="1">
                        <a:defRPr kumimoji="1" sz="1800" kern="1200">
                          <a:solidFill>
                            <a:schemeClr val="dk1"/>
                          </a:solidFill>
                          <a:latin typeface="Arial"/>
                          <a:ea typeface="Meiryo UI"/>
                        </a:defRPr>
                      </a:lvl8pPr>
                      <a:lvl9pPr marL="3657600" algn="l" defTabSz="914400" rtl="0" eaLnBrk="1" latinLnBrk="0" hangingPunct="1">
                        <a:defRPr kumimoji="1" sz="1800" kern="1200">
                          <a:solidFill>
                            <a:schemeClr val="dk1"/>
                          </a:solidFill>
                          <a:latin typeface="Arial"/>
                          <a:ea typeface="Meiryo UI"/>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Feb 2027~</a:t>
                      </a: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3312624869"/>
                  </a:ext>
                </a:extLst>
              </a:tr>
              <a:tr h="485765">
                <a:tc gridSpan="2">
                  <a:txBody>
                    <a:bodyPr/>
                    <a:lstStyle/>
                    <a:p>
                      <a:pPr algn="ctr" fontAlgn="ctr"/>
                      <a:r>
                        <a:rPr lang="en-US" altLang="ja-JP" sz="1400" b="0" i="0" u="none" strike="noStrike" dirty="0">
                          <a:solidFill>
                            <a:srgbClr val="000000"/>
                          </a:solidFill>
                          <a:effectLst/>
                          <a:latin typeface="Meiryo UI" panose="020B0604030504040204" pitchFamily="50" charset="-128"/>
                          <a:ea typeface="Meiryo UI" panose="020B0604030504040204" pitchFamily="50" charset="-128"/>
                        </a:rPr>
                        <a:t>Cert test</a:t>
                      </a:r>
                    </a:p>
                    <a:p>
                      <a:pPr algn="ctr" fontAlgn="ctr"/>
                      <a:r>
                        <a:rPr lang="en-US" altLang="ja-JP" sz="1400" b="0" i="0" u="none" strike="noStrike" dirty="0">
                          <a:solidFill>
                            <a:srgbClr val="000000"/>
                          </a:solidFill>
                          <a:effectLst/>
                          <a:latin typeface="Meiryo UI" panose="020B0604030504040204" pitchFamily="50" charset="-128"/>
                          <a:ea typeface="Meiryo UI" panose="020B0604030504040204" pitchFamily="50" charset="-128"/>
                        </a:rPr>
                        <a:t>location</a:t>
                      </a:r>
                    </a:p>
                  </a:txBody>
                  <a:tcPr marL="9525" marR="9525" marT="9525" marB="0" anchor="ctr">
                    <a:lnL w="12700" cmpd="sng">
                      <a:solidFill>
                        <a:sysClr val="window" lastClr="FFFFFF"/>
                      </a:solidFill>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4F81BD">
                        <a:tint val="40000"/>
                      </a:srgbClr>
                    </a:solidFill>
                  </a:tcPr>
                </a:tc>
                <a:tc hMerge="1">
                  <a:txBody>
                    <a:bodyPr/>
                    <a:lstStyle/>
                    <a:p>
                      <a:endParaRPr kumimoji="1" lang="ja-JP" altLang="en-US"/>
                    </a:p>
                  </a:txBody>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Brazil</a:t>
                      </a: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1273915914"/>
                  </a:ext>
                </a:extLst>
              </a:tr>
              <a:tr h="628277">
                <a:tc rowSpan="4">
                  <a:txBody>
                    <a:bodyPr/>
                    <a:lstStyle>
                      <a:lvl1pPr marL="0" algn="l" defTabSz="914400" rtl="0" eaLnBrk="1" latinLnBrk="0" hangingPunct="1">
                        <a:defRPr kumimoji="1" sz="1800" kern="1200">
                          <a:solidFill>
                            <a:schemeClr val="dk1"/>
                          </a:solidFill>
                          <a:latin typeface="Arial"/>
                          <a:ea typeface="Meiryo UI"/>
                        </a:defRPr>
                      </a:lvl1pPr>
                      <a:lvl2pPr marL="457200" algn="l" defTabSz="914400" rtl="0" eaLnBrk="1" latinLnBrk="0" hangingPunct="1">
                        <a:defRPr kumimoji="1" sz="1800" kern="1200">
                          <a:solidFill>
                            <a:schemeClr val="dk1"/>
                          </a:solidFill>
                          <a:latin typeface="Arial"/>
                          <a:ea typeface="Meiryo UI"/>
                        </a:defRPr>
                      </a:lvl2pPr>
                      <a:lvl3pPr marL="914400" algn="l" defTabSz="914400" rtl="0" eaLnBrk="1" latinLnBrk="0" hangingPunct="1">
                        <a:defRPr kumimoji="1" sz="1800" kern="1200">
                          <a:solidFill>
                            <a:schemeClr val="dk1"/>
                          </a:solidFill>
                          <a:latin typeface="Arial"/>
                          <a:ea typeface="Meiryo UI"/>
                        </a:defRPr>
                      </a:lvl3pPr>
                      <a:lvl4pPr marL="1371600" algn="l" defTabSz="914400" rtl="0" eaLnBrk="1" latinLnBrk="0" hangingPunct="1">
                        <a:defRPr kumimoji="1" sz="1800" kern="1200">
                          <a:solidFill>
                            <a:schemeClr val="dk1"/>
                          </a:solidFill>
                          <a:latin typeface="Arial"/>
                          <a:ea typeface="Meiryo UI"/>
                        </a:defRPr>
                      </a:lvl4pPr>
                      <a:lvl5pPr marL="1828800" algn="l" defTabSz="914400" rtl="0" eaLnBrk="1" latinLnBrk="0" hangingPunct="1">
                        <a:defRPr kumimoji="1" sz="1800" kern="1200">
                          <a:solidFill>
                            <a:schemeClr val="dk1"/>
                          </a:solidFill>
                          <a:latin typeface="Arial"/>
                          <a:ea typeface="Meiryo UI"/>
                        </a:defRPr>
                      </a:lvl5pPr>
                      <a:lvl6pPr marL="2286000" algn="l" defTabSz="914400" rtl="0" eaLnBrk="1" latinLnBrk="0" hangingPunct="1">
                        <a:defRPr kumimoji="1" sz="1800" kern="1200">
                          <a:solidFill>
                            <a:schemeClr val="dk1"/>
                          </a:solidFill>
                          <a:latin typeface="Arial"/>
                          <a:ea typeface="Meiryo UI"/>
                        </a:defRPr>
                      </a:lvl6pPr>
                      <a:lvl7pPr marL="2743200" algn="l" defTabSz="914400" rtl="0" eaLnBrk="1" latinLnBrk="0" hangingPunct="1">
                        <a:defRPr kumimoji="1" sz="1800" kern="1200">
                          <a:solidFill>
                            <a:schemeClr val="dk1"/>
                          </a:solidFill>
                          <a:latin typeface="Arial"/>
                          <a:ea typeface="Meiryo UI"/>
                        </a:defRPr>
                      </a:lvl7pPr>
                      <a:lvl8pPr marL="3200400" algn="l" defTabSz="914400" rtl="0" eaLnBrk="1" latinLnBrk="0" hangingPunct="1">
                        <a:defRPr kumimoji="1" sz="1800" kern="1200">
                          <a:solidFill>
                            <a:schemeClr val="dk1"/>
                          </a:solidFill>
                          <a:latin typeface="Arial"/>
                          <a:ea typeface="Meiryo UI"/>
                        </a:defRPr>
                      </a:lvl8pPr>
                      <a:lvl9pPr marL="3657600" algn="l" defTabSz="914400" rtl="0" eaLnBrk="1" latinLnBrk="0" hangingPunct="1">
                        <a:defRPr kumimoji="1" sz="1800" kern="1200">
                          <a:solidFill>
                            <a:schemeClr val="dk1"/>
                          </a:solidFill>
                          <a:latin typeface="Arial"/>
                          <a:ea typeface="Meiryo UI"/>
                        </a:defRPr>
                      </a:lvl9p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ja-JP" sz="1400" b="0" i="0" u="none" strike="noStrike" dirty="0">
                          <a:solidFill>
                            <a:schemeClr val="tx1"/>
                          </a:solidFill>
                          <a:effectLst/>
                          <a:latin typeface="Meiryo UI" panose="020B0604030504040204" pitchFamily="50" charset="-128"/>
                          <a:ea typeface="Meiryo UI" panose="020B0604030504040204" pitchFamily="50" charset="-128"/>
                        </a:rPr>
                        <a:t>Need</a:t>
                      </a:r>
                    </a:p>
                    <a:p>
                      <a:pPr marL="0" marR="0" indent="0" algn="ctr" defTabSz="914400" rtl="0" eaLnBrk="1" fontAlgn="ctr" latinLnBrk="0" hangingPunct="1">
                        <a:lnSpc>
                          <a:spcPct val="100000"/>
                        </a:lnSpc>
                        <a:spcBef>
                          <a:spcPts val="0"/>
                        </a:spcBef>
                        <a:spcAft>
                          <a:spcPts val="0"/>
                        </a:spcAft>
                        <a:buClrTx/>
                        <a:buSzTx/>
                        <a:buFontTx/>
                        <a:buNone/>
                        <a:tabLst/>
                        <a:defRPr/>
                      </a:pPr>
                      <a:r>
                        <a:rPr lang="en-US" altLang="ja-JP" sz="1400" dirty="0">
                          <a:solidFill>
                            <a:schemeClr val="tx1"/>
                          </a:solidFill>
                          <a:latin typeface="Meiryo UI" panose="020B0604030504040204" pitchFamily="50" charset="-128"/>
                          <a:ea typeface="Meiryo UI" panose="020B0604030504040204" pitchFamily="50" charset="-128"/>
                          <a:cs typeface="Arial" pitchFamily="34" charset="0"/>
                        </a:rPr>
                        <a:t>BOSCH</a:t>
                      </a:r>
                      <a:r>
                        <a:rPr lang="ja-JP" altLang="en-US" sz="1400" dirty="0">
                          <a:solidFill>
                            <a:schemeClr val="tx1"/>
                          </a:solidFill>
                          <a:latin typeface="Meiryo UI" panose="020B0604030504040204" pitchFamily="50" charset="-128"/>
                          <a:ea typeface="Meiryo UI" panose="020B0604030504040204" pitchFamily="50" charset="-128"/>
                          <a:cs typeface="Arial" pitchFamily="34" charset="0"/>
                        </a:rPr>
                        <a:t> </a:t>
                      </a:r>
                      <a:endParaRPr lang="en-US" altLang="ja-JP" sz="1400" dirty="0">
                        <a:solidFill>
                          <a:schemeClr val="tx1"/>
                        </a:solidFill>
                        <a:latin typeface="Meiryo UI" panose="020B0604030504040204" pitchFamily="50" charset="-128"/>
                        <a:ea typeface="Meiryo UI" panose="020B0604030504040204" pitchFamily="50" charset="-128"/>
                        <a:cs typeface="Arial" pitchFamily="34" charset="0"/>
                      </a:endParaRPr>
                    </a:p>
                    <a:p>
                      <a:pPr marL="0" marR="0" indent="0" algn="ctr" defTabSz="914400" rtl="0" eaLnBrk="1" fontAlgn="ctr" latinLnBrk="0" hangingPunct="1">
                        <a:lnSpc>
                          <a:spcPct val="100000"/>
                        </a:lnSpc>
                        <a:spcBef>
                          <a:spcPts val="0"/>
                        </a:spcBef>
                        <a:spcAft>
                          <a:spcPts val="0"/>
                        </a:spcAft>
                        <a:buClrTx/>
                        <a:buSzTx/>
                        <a:buFontTx/>
                        <a:buNone/>
                        <a:tabLst/>
                        <a:defRPr/>
                      </a:pPr>
                      <a:r>
                        <a:rPr lang="en-US" altLang="ja-JP" sz="1400" b="0" i="0" u="none" strike="noStrike" baseline="0" dirty="0">
                          <a:solidFill>
                            <a:schemeClr val="tx1"/>
                          </a:solidFill>
                          <a:effectLst/>
                          <a:latin typeface="Meiryo UI" panose="020B0604030504040204" pitchFamily="50" charset="-128"/>
                          <a:ea typeface="Meiryo UI" panose="020B0604030504040204" pitchFamily="50" charset="-128"/>
                        </a:rPr>
                        <a:t>support</a:t>
                      </a:r>
                    </a:p>
                    <a:p>
                      <a:pPr marL="0" marR="0" indent="0" algn="ctr" defTabSz="914400" rtl="0" eaLnBrk="1" fontAlgn="ctr" latinLnBrk="0" hangingPunct="1">
                        <a:lnSpc>
                          <a:spcPct val="100000"/>
                        </a:lnSpc>
                        <a:spcBef>
                          <a:spcPts val="0"/>
                        </a:spcBef>
                        <a:spcAft>
                          <a:spcPts val="0"/>
                        </a:spcAft>
                        <a:buClrTx/>
                        <a:buSzTx/>
                        <a:buFontTx/>
                        <a:buNone/>
                        <a:tabLst/>
                        <a:defRPr/>
                      </a:pPr>
                      <a:r>
                        <a:rPr lang="en-US" altLang="ja-JP" sz="1400" b="0" i="0" u="none" strike="noStrike" dirty="0">
                          <a:solidFill>
                            <a:schemeClr val="tx1"/>
                          </a:solidFill>
                          <a:effectLst/>
                          <a:latin typeface="Meiryo UI" panose="020B0604030504040204" pitchFamily="50" charset="-128"/>
                          <a:ea typeface="Meiryo UI" panose="020B0604030504040204" pitchFamily="50" charset="-128"/>
                        </a:rPr>
                        <a:t>For</a:t>
                      </a:r>
                    </a:p>
                  </a:txBody>
                  <a:tcPr marL="9525" marR="9525" marT="9525" marB="0" anchor="ctr">
                    <a:lnL w="12700" cmpd="sng">
                      <a:solidFill>
                        <a:sysClr val="window" lastClr="FFFFFF"/>
                      </a:solidFill>
                    </a:lnL>
                    <a:lnR w="12700" cap="flat" cmpd="sng" algn="ctr">
                      <a:solidFill>
                        <a:schemeClr val="bg1"/>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4F81BD">
                        <a:tint val="20000"/>
                      </a:srgbClr>
                    </a:solidFill>
                  </a:tcPr>
                </a:tc>
                <a:tc>
                  <a:txBody>
                    <a:bodyPr/>
                    <a:lstStyle/>
                    <a:p>
                      <a:pPr algn="l" fontAlgn="ctr"/>
                      <a:r>
                        <a:rPr lang="en-US" sz="1400" b="0" i="0" u="none" strike="noStrike" dirty="0">
                          <a:solidFill>
                            <a:srgbClr val="000000"/>
                          </a:solidFill>
                          <a:effectLst/>
                          <a:latin typeface="Meiryo UI" panose="020B0604030504040204" pitchFamily="50" charset="-128"/>
                          <a:ea typeface="Meiryo UI" panose="020B0604030504040204" pitchFamily="50" charset="-128"/>
                        </a:rPr>
                        <a:t>- In case of emission failure, analyze and countermeasure </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81BD">
                        <a:tint val="20000"/>
                      </a:srgbClr>
                    </a:solidFill>
                  </a:tcPr>
                </a:tc>
                <a:tc>
                  <a:txBody>
                    <a:bodyPr/>
                    <a:lstStyle>
                      <a:lvl1pPr marL="0" algn="l" defTabSz="914400" rtl="0" eaLnBrk="1" latinLnBrk="0" hangingPunct="1">
                        <a:defRPr kumimoji="1" sz="1800" kern="1200">
                          <a:solidFill>
                            <a:schemeClr val="dk1"/>
                          </a:solidFill>
                          <a:latin typeface="Arial"/>
                          <a:ea typeface="Meiryo UI"/>
                        </a:defRPr>
                      </a:lvl1pPr>
                      <a:lvl2pPr marL="457200" algn="l" defTabSz="914400" rtl="0" eaLnBrk="1" latinLnBrk="0" hangingPunct="1">
                        <a:defRPr kumimoji="1" sz="1800" kern="1200">
                          <a:solidFill>
                            <a:schemeClr val="dk1"/>
                          </a:solidFill>
                          <a:latin typeface="Arial"/>
                          <a:ea typeface="Meiryo UI"/>
                        </a:defRPr>
                      </a:lvl2pPr>
                      <a:lvl3pPr marL="914400" algn="l" defTabSz="914400" rtl="0" eaLnBrk="1" latinLnBrk="0" hangingPunct="1">
                        <a:defRPr kumimoji="1" sz="1800" kern="1200">
                          <a:solidFill>
                            <a:schemeClr val="dk1"/>
                          </a:solidFill>
                          <a:latin typeface="Arial"/>
                          <a:ea typeface="Meiryo UI"/>
                        </a:defRPr>
                      </a:lvl3pPr>
                      <a:lvl4pPr marL="1371600" algn="l" defTabSz="914400" rtl="0" eaLnBrk="1" latinLnBrk="0" hangingPunct="1">
                        <a:defRPr kumimoji="1" sz="1800" kern="1200">
                          <a:solidFill>
                            <a:schemeClr val="dk1"/>
                          </a:solidFill>
                          <a:latin typeface="Arial"/>
                          <a:ea typeface="Meiryo UI"/>
                        </a:defRPr>
                      </a:lvl4pPr>
                      <a:lvl5pPr marL="1828800" algn="l" defTabSz="914400" rtl="0" eaLnBrk="1" latinLnBrk="0" hangingPunct="1">
                        <a:defRPr kumimoji="1" sz="1800" kern="1200">
                          <a:solidFill>
                            <a:schemeClr val="dk1"/>
                          </a:solidFill>
                          <a:latin typeface="Arial"/>
                          <a:ea typeface="Meiryo UI"/>
                        </a:defRPr>
                      </a:lvl5pPr>
                      <a:lvl6pPr marL="2286000" algn="l" defTabSz="914400" rtl="0" eaLnBrk="1" latinLnBrk="0" hangingPunct="1">
                        <a:defRPr kumimoji="1" sz="1800" kern="1200">
                          <a:solidFill>
                            <a:schemeClr val="dk1"/>
                          </a:solidFill>
                          <a:latin typeface="Arial"/>
                          <a:ea typeface="Meiryo UI"/>
                        </a:defRPr>
                      </a:lvl6pPr>
                      <a:lvl7pPr marL="2743200" algn="l" defTabSz="914400" rtl="0" eaLnBrk="1" latinLnBrk="0" hangingPunct="1">
                        <a:defRPr kumimoji="1" sz="1800" kern="1200">
                          <a:solidFill>
                            <a:schemeClr val="dk1"/>
                          </a:solidFill>
                          <a:latin typeface="Arial"/>
                          <a:ea typeface="Meiryo UI"/>
                        </a:defRPr>
                      </a:lvl7pPr>
                      <a:lvl8pPr marL="3200400" algn="l" defTabSz="914400" rtl="0" eaLnBrk="1" latinLnBrk="0" hangingPunct="1">
                        <a:defRPr kumimoji="1" sz="1800" kern="1200">
                          <a:solidFill>
                            <a:schemeClr val="dk1"/>
                          </a:solidFill>
                          <a:latin typeface="Arial"/>
                          <a:ea typeface="Meiryo UI"/>
                        </a:defRPr>
                      </a:lvl8pPr>
                      <a:lvl9pPr marL="3657600" algn="l" defTabSz="914400" rtl="0" eaLnBrk="1" latinLnBrk="0" hangingPunct="1">
                        <a:defRPr kumimoji="1" sz="1800" kern="1200">
                          <a:solidFill>
                            <a:schemeClr val="dk1"/>
                          </a:solidFill>
                          <a:latin typeface="Arial"/>
                          <a:ea typeface="Meiryo UI"/>
                        </a:defRPr>
                      </a:lvl9pPr>
                    </a:lstStyle>
                    <a:p>
                      <a:pPr algn="ctr" fontAlgn="ctr"/>
                      <a:r>
                        <a:rPr lang="en-US" altLang="ja-JP" sz="1600" b="0" i="0" u="none" strike="noStrike" dirty="0">
                          <a:solidFill>
                            <a:schemeClr val="tx1"/>
                          </a:solidFill>
                          <a:effectLst/>
                          <a:latin typeface="Meiryo UI" panose="020B0604030504040204" pitchFamily="50" charset="-128"/>
                          <a:ea typeface="Meiryo UI" panose="020B0604030504040204" pitchFamily="50" charset="-128"/>
                        </a:rPr>
                        <a:t>Yes</a:t>
                      </a: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3873392467"/>
                  </a:ext>
                </a:extLst>
              </a:tr>
              <a:tr h="787289">
                <a:tc vMerge="1">
                  <a:txBody>
                    <a:bodyPr/>
                    <a:lstStyle/>
                    <a:p>
                      <a:endParaRPr kumimoji="1" lang="ja-JP" altLang="en-US"/>
                    </a:p>
                  </a:txBody>
                  <a:tcPr/>
                </a:tc>
                <a:tc>
                  <a:txBody>
                    <a:bodyPr/>
                    <a:lstStyle/>
                    <a:p>
                      <a:pPr algn="l" fontAlgn="ctr"/>
                      <a:r>
                        <a:rPr lang="en-US" altLang="ja-JP" sz="1400" b="0" i="0" u="none" strike="noStrike" dirty="0">
                          <a:solidFill>
                            <a:schemeClr val="tx1"/>
                          </a:solidFill>
                          <a:effectLst/>
                          <a:latin typeface="Meiryo UI" panose="020B0604030504040204" pitchFamily="50" charset="-128"/>
                          <a:ea typeface="Meiryo UI" panose="020B0604030504040204" pitchFamily="50" charset="-128"/>
                        </a:rPr>
                        <a:t>- OBD</a:t>
                      </a:r>
                      <a:r>
                        <a:rPr lang="ja-JP" altLang="en-US" sz="1400" b="0" i="0" u="none" strike="noStrike" baseline="0" dirty="0">
                          <a:solidFill>
                            <a:schemeClr val="tx1"/>
                          </a:solidFill>
                          <a:effectLst/>
                          <a:latin typeface="Meiryo UI" panose="020B0604030504040204" pitchFamily="50" charset="-128"/>
                          <a:ea typeface="Meiryo UI" panose="020B0604030504040204" pitchFamily="50" charset="-128"/>
                        </a:rPr>
                        <a:t> </a:t>
                      </a:r>
                      <a:r>
                        <a:rPr lang="en-US" altLang="ja-JP" sz="1400" b="0" i="0" u="none" strike="noStrike" baseline="0" dirty="0">
                          <a:solidFill>
                            <a:schemeClr val="tx1"/>
                          </a:solidFill>
                          <a:effectLst/>
                          <a:latin typeface="Meiryo UI" panose="020B0604030504040204" pitchFamily="50" charset="-128"/>
                          <a:ea typeface="Meiryo UI" panose="020B0604030504040204" pitchFamily="50" charset="-128"/>
                        </a:rPr>
                        <a:t>demo test</a:t>
                      </a:r>
                      <a:endParaRPr lang="en-US" altLang="ja-JP" sz="1400" b="0" i="0" u="none" strike="dblStrike" baseline="0" dirty="0">
                        <a:solidFill>
                          <a:schemeClr val="tx1"/>
                        </a:solidFill>
                        <a:effectLst/>
                        <a:latin typeface="Meiryo UI" panose="020B0604030504040204" pitchFamily="50" charset="-128"/>
                        <a:ea typeface="Meiryo UI" panose="020B0604030504040204" pitchFamily="50" charset="-128"/>
                      </a:endParaRPr>
                    </a:p>
                    <a:p>
                      <a:pPr marL="0" marR="0" indent="0" algn="l" defTabSz="914400" rtl="0" eaLnBrk="1" fontAlgn="ctr" latinLnBrk="0" hangingPunct="1">
                        <a:lnSpc>
                          <a:spcPct val="100000"/>
                        </a:lnSpc>
                        <a:spcBef>
                          <a:spcPts val="0"/>
                        </a:spcBef>
                        <a:spcAft>
                          <a:spcPts val="0"/>
                        </a:spcAft>
                        <a:buClrTx/>
                        <a:buSzTx/>
                        <a:buFontTx/>
                        <a:buNone/>
                        <a:tabLst/>
                        <a:defRPr/>
                      </a:pPr>
                      <a:r>
                        <a:rPr lang="en-US" altLang="ja-JP" sz="1400" b="0" i="0" u="none" strike="noStrike" baseline="0" dirty="0">
                          <a:solidFill>
                            <a:schemeClr val="tx1"/>
                          </a:solidFill>
                          <a:effectLst/>
                          <a:latin typeface="Meiryo UI" panose="020B0604030504040204" pitchFamily="50" charset="-128"/>
                          <a:ea typeface="Meiryo UI" panose="020B0604030504040204" pitchFamily="50" charset="-128"/>
                        </a:rPr>
                        <a:t>- </a:t>
                      </a:r>
                      <a:r>
                        <a:rPr lang="en-US" altLang="ja-JP" sz="1400" b="0" i="0" u="none" strike="noStrike" dirty="0">
                          <a:solidFill>
                            <a:schemeClr val="tx1"/>
                          </a:solidFill>
                          <a:effectLst/>
                          <a:latin typeface="Meiryo UI" panose="020B0604030504040204" pitchFamily="50" charset="-128"/>
                          <a:ea typeface="Meiryo UI" panose="020B0604030504040204" pitchFamily="50" charset="-128"/>
                        </a:rPr>
                        <a:t>OBD</a:t>
                      </a:r>
                      <a:r>
                        <a:rPr lang="ja-JP" altLang="en-US" sz="1400" b="0" i="0" u="none" strike="noStrike" baseline="0" dirty="0">
                          <a:solidFill>
                            <a:schemeClr val="tx1"/>
                          </a:solidFill>
                          <a:effectLst/>
                          <a:latin typeface="Meiryo UI" panose="020B0604030504040204" pitchFamily="50" charset="-128"/>
                          <a:ea typeface="Meiryo UI" panose="020B0604030504040204" pitchFamily="50" charset="-128"/>
                        </a:rPr>
                        <a:t> </a:t>
                      </a:r>
                      <a:r>
                        <a:rPr lang="en-US" altLang="ja-JP" sz="1400" b="0" i="0" u="none" strike="noStrike" baseline="0" dirty="0">
                          <a:solidFill>
                            <a:schemeClr val="tx1"/>
                          </a:solidFill>
                          <a:effectLst/>
                          <a:latin typeface="Meiryo UI" panose="020B0604030504040204" pitchFamily="50" charset="-128"/>
                          <a:ea typeface="Meiryo UI" panose="020B0604030504040204" pitchFamily="50" charset="-128"/>
                        </a:rPr>
                        <a:t>tool for demo test( if new item/system there)</a:t>
                      </a:r>
                      <a:endParaRPr lang="en-US" altLang="ja-JP" sz="1400" b="0" i="0" u="none" strike="noStrike" dirty="0">
                        <a:solidFill>
                          <a:schemeClr val="tx1"/>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81BD">
                        <a:tint val="20000"/>
                      </a:srgbClr>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ja-JP" sz="1600" b="0" i="0" u="none" strike="noStrike" dirty="0">
                          <a:solidFill>
                            <a:schemeClr val="tx1"/>
                          </a:solidFill>
                          <a:effectLst/>
                          <a:latin typeface="Meiryo UI" panose="020B0604030504040204" pitchFamily="50" charset="-128"/>
                          <a:ea typeface="Meiryo UI" panose="020B0604030504040204" pitchFamily="50" charset="-128"/>
                        </a:rPr>
                        <a:t>Yes</a:t>
                      </a:r>
                    </a:p>
                    <a:p>
                      <a:pPr marL="0" marR="0" indent="0" algn="ctr" defTabSz="914400" rtl="0" eaLnBrk="1" fontAlgn="ctr" latinLnBrk="0" hangingPunct="1">
                        <a:lnSpc>
                          <a:spcPct val="100000"/>
                        </a:lnSpc>
                        <a:spcBef>
                          <a:spcPts val="0"/>
                        </a:spcBef>
                        <a:spcAft>
                          <a:spcPts val="0"/>
                        </a:spcAft>
                        <a:buClrTx/>
                        <a:buSzTx/>
                        <a:buFontTx/>
                        <a:buNone/>
                        <a:tabLst/>
                        <a:defRPr/>
                      </a:pPr>
                      <a:r>
                        <a:rPr lang="en-US" altLang="ja-JP" sz="1600" b="0" i="0" u="none" strike="noStrike" dirty="0">
                          <a:solidFill>
                            <a:srgbClr val="FF0000"/>
                          </a:solidFill>
                          <a:effectLst/>
                          <a:latin typeface="Meiryo UI" panose="020B0604030504040204" pitchFamily="50" charset="-128"/>
                          <a:ea typeface="Meiryo UI" panose="020B0604030504040204" pitchFamily="50" charset="-128"/>
                        </a:rPr>
                        <a:t>End of Jan</a:t>
                      </a:r>
                      <a:r>
                        <a:rPr lang="ja-JP" altLang="en-US" sz="1600" b="0" i="0" u="none" strike="noStrike" dirty="0">
                          <a:solidFill>
                            <a:srgbClr val="FF0000"/>
                          </a:solidFill>
                          <a:effectLst/>
                          <a:latin typeface="Meiryo UI" panose="020B0604030504040204" pitchFamily="50" charset="-128"/>
                          <a:ea typeface="Meiryo UI" panose="020B0604030504040204" pitchFamily="50" charset="-128"/>
                        </a:rPr>
                        <a:t> </a:t>
                      </a:r>
                      <a:r>
                        <a:rPr lang="en-US" altLang="ja-JP" sz="1600" b="0" i="0" u="none" strike="noStrike" dirty="0">
                          <a:solidFill>
                            <a:schemeClr val="tx1"/>
                          </a:solidFill>
                          <a:effectLst/>
                          <a:latin typeface="Meiryo UI" panose="020B0604030504040204" pitchFamily="50" charset="-128"/>
                          <a:ea typeface="Meiryo UI" panose="020B0604030504040204" pitchFamily="50" charset="-128"/>
                        </a:rPr>
                        <a:t>2027</a:t>
                      </a:r>
                    </a:p>
                    <a:p>
                      <a:pPr marL="0" marR="0" indent="0" algn="ctr" defTabSz="914400" rtl="0" eaLnBrk="1" fontAlgn="ctr" latinLnBrk="0" hangingPunct="1">
                        <a:lnSpc>
                          <a:spcPct val="100000"/>
                        </a:lnSpc>
                        <a:spcBef>
                          <a:spcPts val="0"/>
                        </a:spcBef>
                        <a:spcAft>
                          <a:spcPts val="0"/>
                        </a:spcAft>
                        <a:buClrTx/>
                        <a:buSzTx/>
                        <a:buFontTx/>
                        <a:buNone/>
                        <a:tabLst/>
                        <a:defRPr/>
                      </a:pPr>
                      <a:r>
                        <a:rPr lang="en-US" altLang="ja-JP" sz="1600" b="0" i="0" u="none" strike="noStrike" dirty="0">
                          <a:solidFill>
                            <a:schemeClr val="tx1"/>
                          </a:solidFill>
                          <a:effectLst/>
                          <a:latin typeface="Meiryo UI" panose="020B0604030504040204" pitchFamily="50" charset="-128"/>
                          <a:ea typeface="Meiryo UI" panose="020B0604030504040204" pitchFamily="50" charset="-128"/>
                        </a:rPr>
                        <a:t>On</a:t>
                      </a:r>
                      <a:r>
                        <a:rPr lang="ja-JP" altLang="en-US" sz="1600" b="0" i="0" u="none" strike="noStrike" dirty="0">
                          <a:solidFill>
                            <a:schemeClr val="tx1"/>
                          </a:solidFill>
                          <a:effectLst/>
                          <a:latin typeface="Meiryo UI" panose="020B0604030504040204" pitchFamily="50" charset="-128"/>
                          <a:ea typeface="Meiryo UI" panose="020B0604030504040204" pitchFamily="50" charset="-128"/>
                        </a:rPr>
                        <a:t> </a:t>
                      </a:r>
                      <a:r>
                        <a:rPr lang="en-US" altLang="ja-JP" sz="1600" b="0" i="0" u="none" strike="noStrike" dirty="0">
                          <a:solidFill>
                            <a:schemeClr val="tx1"/>
                          </a:solidFill>
                          <a:effectLst/>
                          <a:latin typeface="Meiryo UI" panose="020B0604030504040204" pitchFamily="50" charset="-128"/>
                          <a:ea typeface="Meiryo UI" panose="020B0604030504040204" pitchFamily="50" charset="-128"/>
                        </a:rPr>
                        <a:t>site</a:t>
                      </a:r>
                      <a:r>
                        <a:rPr lang="ja-JP" altLang="en-US" sz="1600" b="0" i="0" u="none" strike="noStrike" dirty="0">
                          <a:solidFill>
                            <a:schemeClr val="tx1"/>
                          </a:solidFill>
                          <a:effectLst/>
                          <a:latin typeface="Meiryo UI" panose="020B0604030504040204" pitchFamily="50" charset="-128"/>
                          <a:ea typeface="Meiryo UI" panose="020B0604030504040204" pitchFamily="50" charset="-128"/>
                        </a:rPr>
                        <a:t> </a:t>
                      </a:r>
                      <a:r>
                        <a:rPr lang="en-US" altLang="ja-JP" sz="1600" b="0" i="0" u="none" strike="noStrike" dirty="0">
                          <a:solidFill>
                            <a:schemeClr val="tx1"/>
                          </a:solidFill>
                          <a:effectLst/>
                          <a:latin typeface="Meiryo UI" panose="020B0604030504040204" pitchFamily="50" charset="-128"/>
                          <a:ea typeface="Meiryo UI" panose="020B0604030504040204" pitchFamily="50" charset="-128"/>
                        </a:rPr>
                        <a:t>support</a:t>
                      </a: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1954799068"/>
                  </a:ext>
                </a:extLst>
              </a:tr>
              <a:tr h="662119">
                <a:tc vMerge="1">
                  <a:txBody>
                    <a:bodyPr/>
                    <a:lstStyle/>
                    <a:p>
                      <a:endParaRPr kumimoji="1" lang="ja-JP" altLang="en-US"/>
                    </a:p>
                  </a:txBody>
                  <a:tcPr/>
                </a:tc>
                <a:tc>
                  <a:txBody>
                    <a:bodyPr/>
                    <a:lstStyle/>
                    <a:p>
                      <a:pPr algn="l" fontAlgn="ctr"/>
                      <a:r>
                        <a:rPr lang="en-US" altLang="ja-JP" sz="1400" b="0" i="0" u="none" strike="noStrike" dirty="0">
                          <a:solidFill>
                            <a:schemeClr val="tx1"/>
                          </a:solidFill>
                          <a:effectLst/>
                          <a:latin typeface="Meiryo UI" panose="020B0604030504040204" pitchFamily="50" charset="-128"/>
                          <a:ea typeface="Meiryo UI" panose="020B0604030504040204" pitchFamily="50" charset="-128"/>
                        </a:rPr>
                        <a:t>PVE</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81BD">
                        <a:tint val="20000"/>
                      </a:srgbClr>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ja-JP" sz="1600" b="0" i="0" u="none" strike="noStrike" dirty="0">
                          <a:solidFill>
                            <a:schemeClr val="tx1"/>
                          </a:solidFill>
                          <a:effectLst/>
                          <a:latin typeface="Meiryo UI" panose="020B0604030504040204" pitchFamily="50" charset="-128"/>
                          <a:ea typeface="Meiryo UI" panose="020B0604030504040204" pitchFamily="50" charset="-128"/>
                        </a:rPr>
                        <a:t>No</a:t>
                      </a: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2018608392"/>
                  </a:ext>
                </a:extLst>
              </a:tr>
              <a:tr h="662119">
                <a:tc vMerge="1">
                  <a:txBody>
                    <a:bodyPr/>
                    <a:lstStyle/>
                    <a:p>
                      <a:pPr algn="ctr" fontAlgn="ctr"/>
                      <a:endParaRPr lang="en-US" sz="1400" b="0" i="0" u="none" strike="noStrike" dirty="0">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mpd="sng">
                      <a:solidFill>
                        <a:sysClr val="window" lastClr="FFFFFF"/>
                      </a:solidFill>
                    </a:lnL>
                    <a:lnR w="12700" cap="flat" cmpd="sng" algn="ctr">
                      <a:solidFill>
                        <a:schemeClr val="bg1"/>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p>
                      <a:pPr algn="l" fontAlgn="ctr"/>
                      <a:r>
                        <a:rPr lang="en-US" altLang="ja-JP" sz="1400" b="0" i="0" u="none" strike="noStrike" dirty="0">
                          <a:solidFill>
                            <a:schemeClr val="tx1"/>
                          </a:solidFill>
                          <a:effectLst/>
                          <a:latin typeface="Meiryo UI" panose="020B0604030504040204" pitchFamily="50" charset="-128"/>
                          <a:ea typeface="Meiryo UI" panose="020B0604030504040204" pitchFamily="50" charset="-128"/>
                        </a:rPr>
                        <a:t>others</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4F81BD">
                        <a:tint val="20000"/>
                      </a:srgbClr>
                    </a:solidFill>
                  </a:tcPr>
                </a:tc>
                <a:tc>
                  <a:txBody>
                    <a:bodyPr/>
                    <a:lstStyle/>
                    <a:p>
                      <a:pPr algn="ctr" fontAlgn="ctr"/>
                      <a:r>
                        <a:rPr lang="en-US" altLang="ja-JP" sz="1600" b="0" i="0" u="none" strike="noStrike" dirty="0">
                          <a:solidFill>
                            <a:schemeClr val="tx1"/>
                          </a:solidFill>
                          <a:effectLst/>
                          <a:latin typeface="Meiryo UI" panose="020B0604030504040204" pitchFamily="50" charset="-128"/>
                          <a:ea typeface="Meiryo UI" panose="020B0604030504040204" pitchFamily="50" charset="-128"/>
                        </a:rPr>
                        <a:t>NA</a:t>
                      </a: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1350703927"/>
                  </a:ext>
                </a:extLst>
              </a:tr>
            </a:tbl>
          </a:graphicData>
        </a:graphic>
      </p:graphicFrame>
      <p:sp>
        <p:nvSpPr>
          <p:cNvPr id="4" name="テキスト ボックス 3">
            <a:extLst>
              <a:ext uri="{FF2B5EF4-FFF2-40B4-BE49-F238E27FC236}">
                <a16:creationId xmlns:a16="http://schemas.microsoft.com/office/drawing/2014/main" id="{FCBEFE3D-C319-3D0D-9321-06A287B5165C}"/>
              </a:ext>
            </a:extLst>
          </p:cNvPr>
          <p:cNvSpPr txBox="1"/>
          <p:nvPr/>
        </p:nvSpPr>
        <p:spPr>
          <a:xfrm>
            <a:off x="6573457" y="3618715"/>
            <a:ext cx="1764842" cy="461665"/>
          </a:xfrm>
          <a:prstGeom prst="rect">
            <a:avLst/>
          </a:prstGeom>
          <a:solidFill>
            <a:srgbClr val="FFFF00"/>
          </a:solidFill>
        </p:spPr>
        <p:txBody>
          <a:bodyPr wrap="none" rtlCol="0">
            <a:spAutoFit/>
          </a:bodyPr>
          <a:lstStyle/>
          <a:p>
            <a:r>
              <a:rPr lang="en-US" altLang="ja-JP" dirty="0"/>
              <a:t>Timing TBD</a:t>
            </a:r>
            <a:endParaRPr kumimoji="1" lang="en-US" altLang="ja-JP" dirty="0"/>
          </a:p>
        </p:txBody>
      </p:sp>
      <p:sp>
        <p:nvSpPr>
          <p:cNvPr id="5" name="TextBox 4">
            <a:extLst>
              <a:ext uri="{FF2B5EF4-FFF2-40B4-BE49-F238E27FC236}">
                <a16:creationId xmlns:a16="http://schemas.microsoft.com/office/drawing/2014/main" id="{0E960FBB-0B9D-CBF9-796E-72718114D5E6}"/>
              </a:ext>
            </a:extLst>
          </p:cNvPr>
          <p:cNvSpPr txBox="1"/>
          <p:nvPr/>
        </p:nvSpPr>
        <p:spPr>
          <a:xfrm>
            <a:off x="8534131" y="570393"/>
            <a:ext cx="688009" cy="307777"/>
          </a:xfrm>
          <a:prstGeom prst="rect">
            <a:avLst/>
          </a:prstGeom>
          <a:noFill/>
        </p:spPr>
        <p:txBody>
          <a:bodyPr wrap="none" rtlCol="0">
            <a:spAutoFit/>
          </a:bodyPr>
          <a:lstStyle/>
          <a:p>
            <a:r>
              <a:rPr lang="en-US" sz="1400" dirty="0">
                <a:highlight>
                  <a:srgbClr val="FFFF00"/>
                </a:highlight>
                <a:latin typeface="Meiryo UI" panose="020B0604030504040204" pitchFamily="50" charset="-128"/>
                <a:ea typeface="Meiryo UI" panose="020B0604030504040204" pitchFamily="50" charset="-128"/>
              </a:rPr>
              <a:t>rev05</a:t>
            </a:r>
          </a:p>
        </p:txBody>
      </p:sp>
    </p:spTree>
    <p:extLst>
      <p:ext uri="{BB962C8B-B14F-4D97-AF65-F5344CB8AC3E}">
        <p14:creationId xmlns:p14="http://schemas.microsoft.com/office/powerpoint/2010/main" val="1855909475"/>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13"/>
          <p:cNvSpPr>
            <a:spLocks noChangeArrowheads="1"/>
          </p:cNvSpPr>
          <p:nvPr/>
        </p:nvSpPr>
        <p:spPr bwMode="auto">
          <a:xfrm>
            <a:off x="0" y="549616"/>
            <a:ext cx="9109075" cy="1308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ts val="300"/>
              </a:spcBef>
            </a:pPr>
            <a:r>
              <a:rPr lang="en-US" altLang="ja-JP" sz="1800" b="1" u="sng" dirty="0">
                <a:latin typeface="Meiryo UI" panose="020B0604030504040204" pitchFamily="50" charset="-128"/>
                <a:ea typeface="Meiryo UI" panose="020B0604030504040204" pitchFamily="50" charset="-128"/>
                <a:cs typeface="Arial" pitchFamily="34" charset="0"/>
              </a:rPr>
              <a:t>Other</a:t>
            </a:r>
            <a:r>
              <a:rPr lang="ja-JP" altLang="en-US" sz="1800" b="1" u="sng" dirty="0">
                <a:latin typeface="Meiryo UI" panose="020B0604030504040204" pitchFamily="50" charset="-128"/>
                <a:ea typeface="Meiryo UI" panose="020B0604030504040204" pitchFamily="50" charset="-128"/>
                <a:cs typeface="Arial" pitchFamily="34" charset="0"/>
              </a:rPr>
              <a:t> </a:t>
            </a:r>
            <a:r>
              <a:rPr lang="en-US" altLang="ja-JP" sz="1800" b="1" u="sng" dirty="0">
                <a:latin typeface="Meiryo UI" panose="020B0604030504040204" pitchFamily="50" charset="-128"/>
                <a:ea typeface="Meiryo UI" panose="020B0604030504040204" pitchFamily="50" charset="-128"/>
                <a:cs typeface="Arial" pitchFamily="34" charset="0"/>
              </a:rPr>
              <a:t>Requirements, Correlation Items</a:t>
            </a:r>
            <a:endParaRPr lang="ja-JP" altLang="en-US" sz="1800" b="1" u="sng" dirty="0">
              <a:latin typeface="Meiryo UI" panose="020B0604030504040204" pitchFamily="50" charset="-128"/>
              <a:ea typeface="Meiryo UI" panose="020B0604030504040204" pitchFamily="50" charset="-128"/>
              <a:cs typeface="Arial" pitchFamily="34" charset="0"/>
            </a:endParaRPr>
          </a:p>
          <a:p>
            <a:pPr marL="552450" lvl="1" indent="-285750" algn="l">
              <a:spcBef>
                <a:spcPts val="300"/>
              </a:spcBef>
              <a:buFontTx/>
              <a:buChar char="-"/>
            </a:pPr>
            <a:r>
              <a:rPr lang="en-US" altLang="ja-JP" sz="1400" dirty="0">
                <a:latin typeface="Meiryo UI" panose="020B0604030504040204" pitchFamily="50" charset="-128"/>
                <a:ea typeface="Meiryo UI" panose="020B0604030504040204" pitchFamily="50" charset="-128"/>
                <a:cs typeface="Arial" pitchFamily="34" charset="0"/>
              </a:rPr>
              <a:t>When any failures or problems related to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dirty="0">
                <a:latin typeface="Meiryo UI" panose="020B0604030504040204" pitchFamily="50" charset="-128"/>
                <a:ea typeface="Meiryo UI" panose="020B0604030504040204" pitchFamily="50" charset="-128"/>
                <a:cs typeface="Arial" pitchFamily="34" charset="0"/>
              </a:rPr>
              <a:t> EMS occur on Honda test vehicles,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dirty="0">
                <a:latin typeface="Meiryo UI" panose="020B0604030504040204" pitchFamily="50" charset="-128"/>
                <a:ea typeface="Meiryo UI" panose="020B0604030504040204" pitchFamily="50" charset="-128"/>
                <a:cs typeface="Arial" pitchFamily="34" charset="0"/>
              </a:rPr>
              <a:t> shall analyze and solve them as soon as possible with experts or special team.</a:t>
            </a:r>
          </a:p>
          <a:p>
            <a:pPr marL="552450" lvl="1" indent="-285750" algn="l">
              <a:spcBef>
                <a:spcPts val="300"/>
              </a:spcBef>
              <a:buFontTx/>
              <a:buChar char="-"/>
            </a:pPr>
            <a:r>
              <a:rPr lang="en-US" altLang="ja-JP" sz="1400" dirty="0">
                <a:latin typeface="Meiryo UI" panose="020B0604030504040204" pitchFamily="50" charset="-128"/>
                <a:ea typeface="Meiryo UI" panose="020B0604030504040204" pitchFamily="50" charset="-128"/>
                <a:cs typeface="Arial" pitchFamily="34" charset="0"/>
              </a:rPr>
              <a:t>To avoid any market problem,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dirty="0">
                <a:latin typeface="Meiryo UI" panose="020B0604030504040204" pitchFamily="50" charset="-128"/>
                <a:ea typeface="Meiryo UI" panose="020B0604030504040204" pitchFamily="50" charset="-128"/>
                <a:cs typeface="Arial" pitchFamily="34" charset="0"/>
              </a:rPr>
              <a:t> and Honda shall carry out joint verification of ECU software and calibration or joint test for EMS quality maturation.</a:t>
            </a:r>
          </a:p>
        </p:txBody>
      </p:sp>
      <p:sp>
        <p:nvSpPr>
          <p:cNvPr id="8" name="Rectangle 13"/>
          <p:cNvSpPr>
            <a:spLocks noChangeArrowheads="1"/>
          </p:cNvSpPr>
          <p:nvPr/>
        </p:nvSpPr>
        <p:spPr bwMode="auto">
          <a:xfrm>
            <a:off x="35496" y="2727114"/>
            <a:ext cx="9108504" cy="1169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ts val="600"/>
              </a:spcBef>
            </a:pPr>
            <a:r>
              <a:rPr lang="ja-JP" altLang="en-US" sz="1800" b="1" u="sng" dirty="0">
                <a:latin typeface="Meiryo UI" panose="020B0604030504040204" pitchFamily="50" charset="-128"/>
                <a:ea typeface="Meiryo UI" panose="020B0604030504040204" pitchFamily="50" charset="-128"/>
              </a:rPr>
              <a:t>その他の要求・調整項目</a:t>
            </a:r>
            <a:endParaRPr lang="en-US" altLang="ja-JP" sz="1800" b="1" u="sng" dirty="0">
              <a:latin typeface="Meiryo UI" panose="020B0604030504040204" pitchFamily="50" charset="-128"/>
              <a:ea typeface="Meiryo UI" panose="020B0604030504040204" pitchFamily="50" charset="-128"/>
            </a:endParaRPr>
          </a:p>
          <a:p>
            <a:pPr marL="534988" lvl="1" indent="-285750" algn="l">
              <a:spcBef>
                <a:spcPts val="600"/>
              </a:spcBef>
              <a:buFontTx/>
              <a:buChar char="-"/>
            </a:pPr>
            <a:r>
              <a:rPr lang="en-US" altLang="ja-JP" sz="1400" dirty="0">
                <a:latin typeface="Meiryo UI" panose="020B0604030504040204" pitchFamily="50" charset="-128"/>
                <a:ea typeface="Meiryo UI" panose="020B0604030504040204" pitchFamily="50" charset="-128"/>
              </a:rPr>
              <a:t>Honda </a:t>
            </a:r>
            <a:r>
              <a:rPr lang="ja-JP" altLang="en-US" sz="1400" dirty="0">
                <a:latin typeface="Meiryo UI" panose="020B0604030504040204" pitchFamily="50" charset="-128"/>
                <a:ea typeface="Meiryo UI" panose="020B0604030504040204" pitchFamily="50" charset="-128"/>
              </a:rPr>
              <a:t>テスト車両に</a:t>
            </a:r>
            <a:r>
              <a:rPr lang="en-US" altLang="ja-JP" sz="1400" dirty="0">
                <a:latin typeface="Meiryo UI" panose="020B0604030504040204" pitchFamily="50" charset="-128"/>
                <a:ea typeface="Meiryo UI" panose="020B0604030504040204" pitchFamily="50" charset="-128"/>
              </a:rPr>
              <a:t>EMS</a:t>
            </a:r>
            <a:r>
              <a:rPr lang="ja-JP" altLang="en-US" sz="1400" dirty="0">
                <a:latin typeface="Meiryo UI" panose="020B0604030504040204" pitchFamily="50" charset="-128"/>
                <a:ea typeface="Meiryo UI" panose="020B0604030504040204" pitchFamily="50" charset="-128"/>
              </a:rPr>
              <a:t>関連不具合が発覚した場合、</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latin typeface="Meiryo UI" panose="020B0604030504040204" pitchFamily="50" charset="-128"/>
                <a:ea typeface="Meiryo UI" panose="020B0604030504040204" pitchFamily="50" charset="-128"/>
              </a:rPr>
              <a:t>は専門家や解析チームを編成して</a:t>
            </a:r>
            <a:br>
              <a:rPr lang="en-US" altLang="ja-JP" sz="1400" dirty="0">
                <a:latin typeface="Meiryo UI" panose="020B0604030504040204" pitchFamily="50" charset="-128"/>
                <a:ea typeface="Meiryo UI" panose="020B0604030504040204" pitchFamily="50" charset="-128"/>
              </a:rPr>
            </a:br>
            <a:r>
              <a:rPr lang="ja-JP" altLang="en-US" sz="1400" dirty="0">
                <a:latin typeface="Meiryo UI" panose="020B0604030504040204" pitchFamily="50" charset="-128"/>
                <a:ea typeface="Meiryo UI" panose="020B0604030504040204" pitchFamily="50" charset="-128"/>
              </a:rPr>
              <a:t>迅速に解決すること</a:t>
            </a:r>
            <a:endParaRPr lang="en-US" altLang="ja-JP" sz="1400" dirty="0">
              <a:latin typeface="Meiryo UI" panose="020B0604030504040204" pitchFamily="50" charset="-128"/>
              <a:ea typeface="Meiryo UI" panose="020B0604030504040204" pitchFamily="50" charset="-128"/>
            </a:endParaRPr>
          </a:p>
          <a:p>
            <a:pPr marL="534988" lvl="1" indent="-285750" algn="l">
              <a:spcBef>
                <a:spcPts val="600"/>
              </a:spcBef>
              <a:buFontTx/>
              <a:buChar char="-"/>
            </a:pPr>
            <a:r>
              <a:rPr lang="ja-JP" altLang="en-US" sz="1400" dirty="0">
                <a:latin typeface="Meiryo UI" panose="020B0604030504040204" pitchFamily="50" charset="-128"/>
                <a:ea typeface="Meiryo UI" panose="020B0604030504040204" pitchFamily="50" charset="-128"/>
              </a:rPr>
              <a:t>市場品質不具合を発生させない様、</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latin typeface="Meiryo UI" panose="020B0604030504040204" pitchFamily="50" charset="-128"/>
                <a:ea typeface="Meiryo UI" panose="020B0604030504040204" pitchFamily="50" charset="-128"/>
              </a:rPr>
              <a:t>と</a:t>
            </a:r>
            <a:r>
              <a:rPr lang="en-US" altLang="ja-JP" sz="1400" dirty="0">
                <a:latin typeface="Meiryo UI" panose="020B0604030504040204" pitchFamily="50" charset="-128"/>
                <a:ea typeface="Meiryo UI" panose="020B0604030504040204" pitchFamily="50" charset="-128"/>
              </a:rPr>
              <a:t>Honda</a:t>
            </a:r>
            <a:r>
              <a:rPr lang="ja-JP" altLang="en-US" sz="1400" dirty="0">
                <a:latin typeface="Meiryo UI" panose="020B0604030504040204" pitchFamily="50" charset="-128"/>
                <a:ea typeface="Meiryo UI" panose="020B0604030504040204" pitchFamily="50" charset="-128"/>
              </a:rPr>
              <a:t>で合同</a:t>
            </a:r>
            <a:r>
              <a:rPr lang="en-US" altLang="ja-JP" sz="1400" dirty="0">
                <a:latin typeface="Meiryo UI" panose="020B0604030504040204" pitchFamily="50" charset="-128"/>
                <a:ea typeface="Meiryo UI" panose="020B0604030504040204" pitchFamily="50" charset="-128"/>
              </a:rPr>
              <a:t>SW/</a:t>
            </a:r>
            <a:r>
              <a:rPr lang="ja-JP" altLang="en-US" sz="1400" dirty="0">
                <a:latin typeface="Meiryo UI" panose="020B0604030504040204" pitchFamily="50" charset="-128"/>
                <a:ea typeface="Meiryo UI" panose="020B0604030504040204" pitchFamily="50" charset="-128"/>
              </a:rPr>
              <a:t>データ</a:t>
            </a:r>
            <a:r>
              <a:rPr lang="en-US" altLang="ja-JP" sz="1400" dirty="0">
                <a:latin typeface="Meiryo UI" panose="020B0604030504040204" pitchFamily="50" charset="-128"/>
                <a:ea typeface="Meiryo UI" panose="020B0604030504040204" pitchFamily="50" charset="-128"/>
              </a:rPr>
              <a:t>/</a:t>
            </a:r>
            <a:r>
              <a:rPr lang="ja-JP" altLang="en-US" sz="1400" dirty="0">
                <a:latin typeface="Meiryo UI" panose="020B0604030504040204" pitchFamily="50" charset="-128"/>
                <a:ea typeface="Meiryo UI" panose="020B0604030504040204" pitchFamily="50" charset="-128"/>
              </a:rPr>
              <a:t>完成車検証を実施すること</a:t>
            </a:r>
            <a:endParaRPr lang="en-US" altLang="ja-JP" sz="1400" dirty="0">
              <a:latin typeface="Meiryo UI" panose="020B0604030504040204" pitchFamily="50" charset="-128"/>
              <a:ea typeface="Meiryo UI" panose="020B0604030504040204" pitchFamily="50" charset="-128"/>
            </a:endParaRPr>
          </a:p>
        </p:txBody>
      </p:sp>
      <p:sp>
        <p:nvSpPr>
          <p:cNvPr id="10" name="Text Box 2"/>
          <p:cNvSpPr txBox="1">
            <a:spLocks noChangeArrowheads="1"/>
          </p:cNvSpPr>
          <p:nvPr/>
        </p:nvSpPr>
        <p:spPr bwMode="auto">
          <a:xfrm>
            <a:off x="250829" y="44451"/>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2000">
                <a:solidFill>
                  <a:srgbClr val="FFFFFF"/>
                </a:solidFill>
                <a:latin typeface="Meiryo UI" panose="020B0604030504040204" pitchFamily="50" charset="-128"/>
                <a:ea typeface="Meiryo UI" panose="020B0604030504040204" pitchFamily="50" charset="-128"/>
                <a:cs typeface="Arial" pitchFamily="34" charset="0"/>
              </a:rPr>
              <a:t>20. Necessary</a:t>
            </a:r>
            <a:r>
              <a:rPr lang="ja-JP" altLang="en-US" sz="2000">
                <a:solidFill>
                  <a:srgbClr val="FFFFFF"/>
                </a:solidFill>
                <a:latin typeface="Meiryo UI" panose="020B0604030504040204" pitchFamily="50" charset="-128"/>
                <a:ea typeface="Meiryo UI" panose="020B0604030504040204" pitchFamily="50" charset="-128"/>
                <a:cs typeface="Arial" pitchFamily="34" charset="0"/>
              </a:rPr>
              <a:t> </a:t>
            </a:r>
            <a:r>
              <a:rPr lang="en-US" altLang="ja-JP" sz="2000">
                <a:solidFill>
                  <a:srgbClr val="FFFFFF"/>
                </a:solidFill>
                <a:latin typeface="Meiryo UI" panose="020B0604030504040204" pitchFamily="50" charset="-128"/>
                <a:ea typeface="Meiryo UI" panose="020B0604030504040204" pitchFamily="50" charset="-128"/>
                <a:cs typeface="Arial" pitchFamily="34" charset="0"/>
              </a:rPr>
              <a:t>Support (5/5)</a:t>
            </a:r>
            <a:endParaRPr lang="en-US" altLang="ja-JP" sz="1100">
              <a:solidFill>
                <a:srgbClr val="FFFFFF"/>
              </a:solidFill>
              <a:latin typeface="HGPｺﾞｼｯｸE" pitchFamily="50" charset="-128"/>
              <a:ea typeface="HGPｺﾞｼｯｸE" pitchFamily="50" charset="-128"/>
              <a:cs typeface="Arial" pitchFamily="34" charset="0"/>
            </a:endParaRPr>
          </a:p>
        </p:txBody>
      </p:sp>
    </p:spTree>
    <p:extLst>
      <p:ext uri="{BB962C8B-B14F-4D97-AF65-F5344CB8AC3E}">
        <p14:creationId xmlns:p14="http://schemas.microsoft.com/office/powerpoint/2010/main" val="686067807"/>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ext Box 2"/>
          <p:cNvSpPr txBox="1">
            <a:spLocks noChangeArrowheads="1"/>
          </p:cNvSpPr>
          <p:nvPr/>
        </p:nvSpPr>
        <p:spPr bwMode="auto">
          <a:xfrm>
            <a:off x="5017111" y="571728"/>
            <a:ext cx="4126889" cy="61247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キックオフミーティングの目的</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委託開発適用範囲</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委託元と</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Bosch</a:t>
            </a:r>
            <a:endPar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基本コンセプト</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成果物</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委託業務役割責任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RASIC</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要約）</a:t>
            </a: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前提条件</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判断（評価判断、委託完了判断・対価の判断）およびタイミング</a:t>
            </a:r>
            <a:b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b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支払い基準</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開発費定義　　　　　　　　　　　　　　　　　　　　　　　　　　　　　　　　　　　　　　　　　　　　　　</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プロジェクトマネージメント</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概要・基本諸元説明</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適用法規概要</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Engine</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Management</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System</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概要</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構成部品（</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Bosch</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部品）</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仕様差</a:t>
            </a:r>
            <a:b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b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・プロジェクト情報</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関連部品</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Spec</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説明</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車載機能・装備説明</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信頼性保証要件</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要求＆ＣＲ</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成果物検証・品質検証</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シート</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エキスパート</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MTG</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について</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サポート業務</a:t>
            </a: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その他の開発ガイドライン</a:t>
            </a:r>
            <a:endParaRPr kumimoji="1" lang="en-US" altLang="ja-JP" sz="14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開発日程</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開発体制表</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p:txBody>
      </p:sp>
      <p:sp>
        <p:nvSpPr>
          <p:cNvPr id="6" name="Text Box 2"/>
          <p:cNvSpPr txBox="1">
            <a:spLocks noChangeArrowheads="1"/>
          </p:cNvSpPr>
          <p:nvPr/>
        </p:nvSpPr>
        <p:spPr bwMode="auto">
          <a:xfrm>
            <a:off x="133262" y="44450"/>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20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Contents</a:t>
            </a:r>
            <a:r>
              <a:rPr kumimoji="1" lang="ja-JP" altLang="en-US" sz="20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　（目次）</a:t>
            </a:r>
            <a:endParaRPr kumimoji="1" lang="en-US" altLang="ja-JP" sz="1100" b="0" i="0" u="none" strike="noStrike" kern="1200" cap="none" spc="0" normalizeH="0" baseline="0" noProof="0">
              <a:ln>
                <a:noFill/>
              </a:ln>
              <a:solidFill>
                <a:srgbClr val="FFFFFF"/>
              </a:solidFill>
              <a:effectLst/>
              <a:uLnTx/>
              <a:uFillTx/>
              <a:latin typeface="HGPｺﾞｼｯｸE" pitchFamily="50" charset="-128"/>
              <a:ea typeface="HGPｺﾞｼｯｸE" pitchFamily="50" charset="-128"/>
              <a:cs typeface="Arial" pitchFamily="34" charset="0"/>
            </a:endParaRPr>
          </a:p>
        </p:txBody>
      </p:sp>
      <p:sp>
        <p:nvSpPr>
          <p:cNvPr id="7" name="Text Box 2"/>
          <p:cNvSpPr txBox="1">
            <a:spLocks noChangeArrowheads="1"/>
          </p:cNvSpPr>
          <p:nvPr/>
        </p:nvSpPr>
        <p:spPr bwMode="auto">
          <a:xfrm>
            <a:off x="106623" y="571728"/>
            <a:ext cx="4910488" cy="5909310"/>
          </a:xfrm>
          <a:prstGeom prst="rect">
            <a:avLst/>
          </a:prstGeom>
          <a:noFill/>
          <a:ln>
            <a:noFill/>
          </a:ln>
          <a:effec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Purpose of</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Kick-off Meeting</a:t>
            </a:r>
            <a:endPar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Scope of Development Work</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err="1">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Entrustor</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and </a:t>
            </a:r>
            <a:r>
              <a:rPr kumimoji="1" lang="en-US" altLang="ja-JP" sz="1400" b="0" i="0" u="none" strike="noStrike" kern="1200" cap="none" spc="0" normalizeH="0" baseline="0" noProof="0" dirty="0" err="1">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Entrustee</a:t>
            </a:r>
            <a:endPar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Basic Concept / Deliverables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Role</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&amp;</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Responsibility (Samples of RASIC)</a:t>
            </a:r>
            <a:endPar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Preconditions</a:t>
            </a:r>
          </a:p>
          <a:p>
            <a:pPr marL="450850" marR="0" lvl="0" indent="-45085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Judgments (on Evaluation, Completion of Development Work Entrusted by Honda and  Payment Amount) and Timings</a:t>
            </a:r>
            <a:b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b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Payment Criteria / Definition of Development Fee </a:t>
            </a:r>
          </a:p>
          <a:p>
            <a:pPr marL="450850" marR="0" lvl="0" indent="-45085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Project Management </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Engine Overview</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and</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Basic Specification </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Applicable Regulations Overview</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Engine</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Management</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System Overview</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 Components</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(Bosch components)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Engine Spec Comparison from Base Model</a:t>
            </a:r>
            <a:b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b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Project information / Non-Bosch</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Components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In-Vehicle</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Functions</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Relating</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ECU and Features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Reliability</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Assurance</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 Requirement and CR </a:t>
            </a:r>
            <a:endParaRPr kumimoji="1" lang="ja-JP" altLang="en-US" sz="1400" b="0" i="0" u="none" strike="dbl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anose="020B0604020202020204" pitchFamily="34" charset="0"/>
              </a:rPr>
              <a:t>EMS Report Maturity and Quality Verification</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anose="020B0604020202020204" pitchFamily="34" charset="0"/>
              </a:rPr>
              <a:t>EMS Sheet</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anose="020B0604020202020204" pitchFamily="34" charset="0"/>
              </a:rPr>
              <a:t>Expert Meeting</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anose="020B0604020202020204" pitchFamily="34" charset="0"/>
              </a:rPr>
              <a:t>Necessary</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Support</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Miscellaneous Guidelines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Development Schedule</a:t>
            </a:r>
            <a:endPar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Development Organization Chart</a:t>
            </a:r>
          </a:p>
        </p:txBody>
      </p:sp>
    </p:spTree>
    <p:extLst>
      <p:ext uri="{BB962C8B-B14F-4D97-AF65-F5344CB8AC3E}">
        <p14:creationId xmlns:p14="http://schemas.microsoft.com/office/powerpoint/2010/main" val="3286235382"/>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7"/>
          <p:cNvSpPr txBox="1">
            <a:spLocks noChangeArrowheads="1"/>
          </p:cNvSpPr>
          <p:nvPr/>
        </p:nvSpPr>
        <p:spPr bwMode="auto">
          <a:xfrm>
            <a:off x="35496" y="568436"/>
            <a:ext cx="9004001" cy="4819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914400" indent="-45720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l" eaLnBrk="1" hangingPunct="1">
              <a:lnSpc>
                <a:spcPct val="120000"/>
              </a:lnSpc>
            </a:pPr>
            <a:r>
              <a:rPr lang="en-US" altLang="ja-JP" sz="1800" b="1" u="sng" dirty="0">
                <a:latin typeface="Meiryo UI" panose="020B0604030504040204" pitchFamily="50" charset="-128"/>
                <a:ea typeface="Meiryo UI" panose="020B0604030504040204" pitchFamily="50" charset="-128"/>
                <a:cs typeface="Arial" pitchFamily="34" charset="0"/>
              </a:rPr>
              <a:t>Prototype Production and</a:t>
            </a:r>
            <a:r>
              <a:rPr lang="ja-JP" altLang="en-US" sz="1800" b="1" u="sng" dirty="0">
                <a:latin typeface="Meiryo UI" panose="020B0604030504040204" pitchFamily="50" charset="-128"/>
                <a:ea typeface="Meiryo UI" panose="020B0604030504040204" pitchFamily="50" charset="-128"/>
                <a:cs typeface="Arial" pitchFamily="34" charset="0"/>
              </a:rPr>
              <a:t> </a:t>
            </a:r>
            <a:r>
              <a:rPr lang="en-US" altLang="ja-JP" sz="1800" b="1" u="sng" dirty="0">
                <a:latin typeface="Meiryo UI" panose="020B0604030504040204" pitchFamily="50" charset="-128"/>
                <a:ea typeface="Meiryo UI" panose="020B0604030504040204" pitchFamily="50" charset="-128"/>
                <a:cs typeface="Arial" pitchFamily="34" charset="0"/>
              </a:rPr>
              <a:t>Test Expense</a:t>
            </a:r>
            <a:endParaRPr lang="ja-JP" altLang="en-US" sz="1800" b="1" u="sng" dirty="0">
              <a:latin typeface="Meiryo UI" panose="020B0604030504040204" pitchFamily="50" charset="-128"/>
              <a:ea typeface="Meiryo UI" panose="020B0604030504040204" pitchFamily="50" charset="-128"/>
              <a:cs typeface="Arial" pitchFamily="34" charset="0"/>
            </a:endParaRPr>
          </a:p>
          <a:p>
            <a:pPr marL="800100" lvl="1" indent="-342900" algn="l" eaLnBrk="1" hangingPunct="1">
              <a:lnSpc>
                <a:spcPct val="120000"/>
              </a:lnSpc>
              <a:buFont typeface="+mj-lt"/>
              <a:buAutoNum type="arabicPeriod"/>
            </a:pPr>
            <a:r>
              <a:rPr lang="en-US" altLang="ja-JP" sz="1400" dirty="0">
                <a:latin typeface="Meiryo UI" panose="020B0604030504040204" pitchFamily="50" charset="-128"/>
                <a:ea typeface="Meiryo UI" panose="020B0604030504040204" pitchFamily="50" charset="-128"/>
                <a:cs typeface="Arial" pitchFamily="34" charset="0"/>
              </a:rPr>
              <a:t>Honda bears cost for verification tests performed by Honda and samples and test pieces for the tests. </a:t>
            </a:r>
            <a:endParaRPr lang="ja-JP" altLang="en-US" sz="1400" dirty="0">
              <a:latin typeface="Meiryo UI" panose="020B0604030504040204" pitchFamily="50" charset="-128"/>
              <a:ea typeface="Meiryo UI" panose="020B0604030504040204" pitchFamily="50" charset="-128"/>
              <a:cs typeface="Arial" pitchFamily="34" charset="0"/>
            </a:endParaRPr>
          </a:p>
          <a:p>
            <a:pPr marL="800100" lvl="1" indent="-342900" algn="l" eaLnBrk="1" hangingPunct="1">
              <a:lnSpc>
                <a:spcPct val="120000"/>
              </a:lnSpc>
              <a:buFont typeface="+mj-lt"/>
              <a:buAutoNum type="arabicPeriod"/>
            </a:pP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dirty="0">
                <a:latin typeface="Meiryo UI" panose="020B0604030504040204" pitchFamily="50" charset="-128"/>
                <a:ea typeface="Meiryo UI" panose="020B0604030504040204" pitchFamily="50" charset="-128"/>
                <a:cs typeface="Arial" pitchFamily="34" charset="0"/>
              </a:rPr>
              <a:t> bears cost for verification tests performed by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dirty="0">
                <a:latin typeface="Meiryo UI" panose="020B0604030504040204" pitchFamily="50" charset="-128"/>
                <a:ea typeface="Meiryo UI" panose="020B0604030504040204" pitchFamily="50" charset="-128"/>
                <a:cs typeface="Arial" pitchFamily="34" charset="0"/>
              </a:rPr>
              <a:t> and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dirty="0">
                <a:latin typeface="Meiryo UI" panose="020B0604030504040204" pitchFamily="50" charset="-128"/>
                <a:ea typeface="Meiryo UI" panose="020B0604030504040204" pitchFamily="50" charset="-128"/>
                <a:cs typeface="Arial" pitchFamily="34" charset="0"/>
              </a:rPr>
              <a:t> products samples/test pieces.</a:t>
            </a:r>
            <a:endParaRPr lang="ja-JP" altLang="en-US" sz="1400" dirty="0">
              <a:latin typeface="Meiryo UI" panose="020B0604030504040204" pitchFamily="50" charset="-128"/>
              <a:ea typeface="Meiryo UI" panose="020B0604030504040204" pitchFamily="50" charset="-128"/>
              <a:cs typeface="Arial" pitchFamily="34" charset="0"/>
            </a:endParaRPr>
          </a:p>
          <a:p>
            <a:pPr marL="800100" lvl="1" indent="-342900" algn="l" eaLnBrk="1" hangingPunct="1">
              <a:lnSpc>
                <a:spcPct val="120000"/>
              </a:lnSpc>
              <a:buFont typeface="+mj-lt"/>
              <a:buAutoNum type="arabicPeriod"/>
            </a:pPr>
            <a:r>
              <a:rPr lang="en-US" altLang="ja-JP" sz="1400" dirty="0">
                <a:latin typeface="Meiryo UI" panose="020B0604030504040204" pitchFamily="50" charset="-128"/>
                <a:ea typeface="Meiryo UI" panose="020B0604030504040204" pitchFamily="50" charset="-128"/>
                <a:cs typeface="Arial" pitchFamily="34" charset="0"/>
              </a:rPr>
              <a:t>All vehicles/engines/non-</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solidFill>
                  <a:srgbClr val="0000FF"/>
                </a:solidFill>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parts necessary for calibration work will be provided by Honda.</a:t>
            </a:r>
          </a:p>
          <a:p>
            <a:pPr marL="800100" lvl="1" indent="-342900" algn="l" eaLnBrk="1" hangingPunct="1">
              <a:lnSpc>
                <a:spcPct val="120000"/>
              </a:lnSpc>
              <a:buFont typeface="+mj-lt"/>
              <a:buAutoNum type="arabicPeriod"/>
            </a:pPr>
            <a:r>
              <a:rPr lang="en-US" altLang="ja-JP" sz="1400" dirty="0">
                <a:latin typeface="Meiryo UI" panose="020B0604030504040204" pitchFamily="50" charset="-128"/>
                <a:ea typeface="Meiryo UI" panose="020B0604030504040204" pitchFamily="50" charset="-128"/>
                <a:cs typeface="Arial" pitchFamily="34" charset="0"/>
              </a:rPr>
              <a:t>All parts for test engines and vehicles shall not have initial failure through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solidFill>
                  <a:srgbClr val="0000FF"/>
                </a:solidFill>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internal evaluation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dirty="0">
                <a:latin typeface="Meiryo UI" panose="020B0604030504040204" pitchFamily="50" charset="-128"/>
                <a:ea typeface="Meiryo UI" panose="020B0604030504040204" pitchFamily="50" charset="-128"/>
                <a:cs typeface="Arial" pitchFamily="34" charset="0"/>
              </a:rPr>
              <a:t> supply evaluation results to Honda)</a:t>
            </a:r>
          </a:p>
          <a:p>
            <a:pPr marL="800100" lvl="1" indent="-342900" algn="l" eaLnBrk="1" hangingPunct="1">
              <a:lnSpc>
                <a:spcPct val="120000"/>
              </a:lnSpc>
              <a:buFont typeface="+mj-lt"/>
              <a:buAutoNum type="arabicPeriod"/>
            </a:pPr>
            <a:r>
              <a:rPr lang="en-US" altLang="ja-JP" sz="1400" dirty="0">
                <a:latin typeface="Meiryo UI" panose="020B0604030504040204" pitchFamily="50" charset="-128"/>
                <a:ea typeface="Meiryo UI" panose="020B0604030504040204" pitchFamily="50" charset="-128"/>
                <a:cs typeface="Arial" pitchFamily="34" charset="0"/>
              </a:rPr>
              <a:t>Prototypes and samples including upper/lower limit spec. or sample with thermocouple are supplied to Honda at appropriate prices. Price shall be agreed between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and Honda before the official order.</a:t>
            </a:r>
          </a:p>
          <a:p>
            <a:pPr marL="800100" lvl="1" indent="-342900" algn="l" eaLnBrk="1" hangingPunct="1">
              <a:lnSpc>
                <a:spcPct val="120000"/>
              </a:lnSpc>
              <a:buFont typeface="+mj-lt"/>
              <a:buAutoNum type="arabicPeriod"/>
            </a:pPr>
            <a:r>
              <a:rPr lang="en-US" altLang="ja-JP" sz="1400" dirty="0">
                <a:latin typeface="Meiryo UI" panose="020B0604030504040204" pitchFamily="50" charset="-128"/>
                <a:ea typeface="Meiryo UI" panose="020B0604030504040204" pitchFamily="50" charset="-128"/>
                <a:cs typeface="Arial" pitchFamily="34" charset="0"/>
              </a:rPr>
              <a:t>Connecting liability test is performed by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solidFill>
                  <a:srgbClr val="0000FF"/>
                </a:solidFill>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recommended  method and specification  items. If there is a differences between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solidFill>
                  <a:srgbClr val="0000FF"/>
                </a:solidFill>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spec. and HES, request to evaluate it to third party by Honda payment.</a:t>
            </a:r>
          </a:p>
          <a:p>
            <a:pPr marL="800100" lvl="1" indent="-342900" algn="l" eaLnBrk="1" hangingPunct="1">
              <a:lnSpc>
                <a:spcPct val="120000"/>
              </a:lnSpc>
              <a:buFont typeface="+mj-lt"/>
              <a:buAutoNum type="arabicPeriod"/>
            </a:pPr>
            <a:r>
              <a:rPr lang="en-US" altLang="ja-JP" sz="1400" dirty="0">
                <a:latin typeface="Meiryo UI" panose="020B0604030504040204" pitchFamily="50" charset="-128"/>
                <a:ea typeface="Meiryo UI" panose="020B0604030504040204" pitchFamily="50" charset="-128"/>
                <a:cs typeface="Arial" pitchFamily="34" charset="0"/>
              </a:rPr>
              <a:t>Development Cost of ECU software/hardware/calibration define “7. Major judgment &amp; timing” , and prototype parts shall be ordered by the</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contract separately ( same as normal parts order)</a:t>
            </a:r>
          </a:p>
        </p:txBody>
      </p:sp>
      <p:sp>
        <p:nvSpPr>
          <p:cNvPr id="5" name="Text Box 2"/>
          <p:cNvSpPr txBox="1">
            <a:spLocks noChangeArrowheads="1"/>
          </p:cNvSpPr>
          <p:nvPr/>
        </p:nvSpPr>
        <p:spPr bwMode="auto">
          <a:xfrm>
            <a:off x="250829" y="44451"/>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2000">
                <a:solidFill>
                  <a:srgbClr val="FFFFFF"/>
                </a:solidFill>
                <a:latin typeface="Meiryo UI" panose="020B0604030504040204" pitchFamily="50" charset="-128"/>
                <a:ea typeface="Meiryo UI" panose="020B0604030504040204" pitchFamily="50" charset="-128"/>
                <a:cs typeface="Arial" pitchFamily="34" charset="0"/>
              </a:rPr>
              <a:t>21. Miscellaneous</a:t>
            </a:r>
            <a:r>
              <a:rPr lang="ja-JP" altLang="en-US" sz="2000">
                <a:solidFill>
                  <a:srgbClr val="FFFFFF"/>
                </a:solidFill>
                <a:latin typeface="Meiryo UI" panose="020B0604030504040204" pitchFamily="50" charset="-128"/>
                <a:ea typeface="Meiryo UI" panose="020B0604030504040204" pitchFamily="50" charset="-128"/>
                <a:cs typeface="Arial" pitchFamily="34" charset="0"/>
              </a:rPr>
              <a:t> </a:t>
            </a:r>
            <a:r>
              <a:rPr lang="en-US" altLang="ja-JP" sz="2000">
                <a:solidFill>
                  <a:srgbClr val="FFFFFF"/>
                </a:solidFill>
                <a:latin typeface="Meiryo UI" panose="020B0604030504040204" pitchFamily="50" charset="-128"/>
                <a:ea typeface="Meiryo UI" panose="020B0604030504040204" pitchFamily="50" charset="-128"/>
                <a:cs typeface="Arial" pitchFamily="34" charset="0"/>
              </a:rPr>
              <a:t>Guidelines</a:t>
            </a:r>
            <a:r>
              <a:rPr lang="ja-JP" altLang="en-US" sz="2000">
                <a:solidFill>
                  <a:srgbClr val="FFFFFF"/>
                </a:solidFill>
                <a:latin typeface="Meiryo UI" panose="020B0604030504040204" pitchFamily="50" charset="-128"/>
                <a:ea typeface="Meiryo UI" panose="020B0604030504040204" pitchFamily="50" charset="-128"/>
                <a:cs typeface="Arial" pitchFamily="34" charset="0"/>
              </a:rPr>
              <a:t> </a:t>
            </a:r>
            <a:r>
              <a:rPr lang="en-US" altLang="ja-JP" sz="2000">
                <a:solidFill>
                  <a:srgbClr val="FFFFFF"/>
                </a:solidFill>
                <a:latin typeface="Meiryo UI" panose="020B0604030504040204" pitchFamily="50" charset="-128"/>
                <a:ea typeface="Meiryo UI" panose="020B0604030504040204" pitchFamily="50" charset="-128"/>
                <a:cs typeface="Arial" pitchFamily="34" charset="0"/>
              </a:rPr>
              <a:t>(1/16)</a:t>
            </a:r>
            <a:endParaRPr lang="en-US" altLang="ja-JP" sz="1100">
              <a:solidFill>
                <a:srgbClr val="FFFFFF"/>
              </a:solidFill>
              <a:latin typeface="HGPｺﾞｼｯｸE" pitchFamily="50" charset="-128"/>
              <a:ea typeface="HGPｺﾞｼｯｸE" pitchFamily="50" charset="-128"/>
              <a:cs typeface="Arial" pitchFamily="34" charset="0"/>
            </a:endParaRPr>
          </a:p>
        </p:txBody>
      </p:sp>
    </p:spTree>
    <p:extLst>
      <p:ext uri="{BB962C8B-B14F-4D97-AF65-F5344CB8AC3E}">
        <p14:creationId xmlns:p14="http://schemas.microsoft.com/office/powerpoint/2010/main" val="135844573"/>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7"/>
          <p:cNvSpPr txBox="1">
            <a:spLocks noChangeArrowheads="1"/>
          </p:cNvSpPr>
          <p:nvPr/>
        </p:nvSpPr>
        <p:spPr bwMode="auto">
          <a:xfrm>
            <a:off x="35500" y="541718"/>
            <a:ext cx="9108504" cy="3778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l" eaLnBrk="1" hangingPunct="1">
              <a:lnSpc>
                <a:spcPct val="120000"/>
              </a:lnSpc>
              <a:spcBef>
                <a:spcPts val="300"/>
              </a:spcBef>
            </a:pPr>
            <a:r>
              <a:rPr lang="ja-JP" altLang="en-US" sz="1800" b="1" u="sng" dirty="0">
                <a:latin typeface="Meiryo UI" panose="020B0604030504040204" pitchFamily="50" charset="-128"/>
                <a:ea typeface="Meiryo UI" panose="020B0604030504040204" pitchFamily="50" charset="-128"/>
              </a:rPr>
              <a:t>開発費、試作品およびテスト費用</a:t>
            </a:r>
          </a:p>
          <a:p>
            <a:pPr marL="723900" indent="-282575" algn="l" eaLnBrk="1" hangingPunct="1">
              <a:lnSpc>
                <a:spcPct val="120000"/>
              </a:lnSpc>
              <a:spcBef>
                <a:spcPts val="600"/>
              </a:spcBef>
              <a:buFont typeface="+mj-lt"/>
              <a:buAutoNum type="arabicPeriod"/>
            </a:pPr>
            <a:r>
              <a:rPr lang="en-US" altLang="ja-JP" sz="1400" dirty="0">
                <a:latin typeface="Meiryo UI" panose="020B0604030504040204" pitchFamily="50" charset="-128"/>
                <a:ea typeface="Meiryo UI" panose="020B0604030504040204" pitchFamily="50" charset="-128"/>
              </a:rPr>
              <a:t>Honda</a:t>
            </a:r>
            <a:r>
              <a:rPr lang="ja-JP" altLang="en-US" sz="1400" dirty="0">
                <a:latin typeface="Meiryo UI" panose="020B0604030504040204" pitchFamily="50" charset="-128"/>
                <a:ea typeface="Meiryo UI" panose="020B0604030504040204" pitchFamily="50" charset="-128"/>
              </a:rPr>
              <a:t>は自社で実施する検査、ﾃｽﾄ、及びその試作品やﾃｽﾄﾋﾟｰｽ作成の費用を負担する。</a:t>
            </a:r>
          </a:p>
          <a:p>
            <a:pPr marL="723900" indent="-282575" algn="l" eaLnBrk="1" hangingPunct="1">
              <a:lnSpc>
                <a:spcPct val="120000"/>
              </a:lnSpc>
              <a:spcBef>
                <a:spcPts val="600"/>
              </a:spcBef>
              <a:buFont typeface="+mj-lt"/>
              <a:buAutoNum type="arabicPeriod"/>
            </a:pP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latin typeface="Meiryo UI" panose="020B0604030504040204" pitchFamily="50" charset="-128"/>
                <a:ea typeface="Meiryo UI" panose="020B0604030504040204" pitchFamily="50" charset="-128"/>
              </a:rPr>
              <a:t>は</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latin typeface="Meiryo UI" panose="020B0604030504040204" pitchFamily="50" charset="-128"/>
                <a:ea typeface="Meiryo UI" panose="020B0604030504040204" pitchFamily="50" charset="-128"/>
              </a:rPr>
              <a:t>製品に対し、自社で実施する検査、ﾃｽﾄ、及びその試作品やﾃｽﾄﾋﾟｰｽ作成費用を負担する。</a:t>
            </a:r>
            <a:endParaRPr lang="en-US" altLang="ja-JP" sz="1400" dirty="0">
              <a:latin typeface="Meiryo UI" panose="020B0604030504040204" pitchFamily="50" charset="-128"/>
              <a:ea typeface="Meiryo UI" panose="020B0604030504040204" pitchFamily="50" charset="-128"/>
            </a:endParaRPr>
          </a:p>
          <a:p>
            <a:pPr marL="723900" indent="-282575" algn="l" eaLnBrk="1" hangingPunct="1">
              <a:lnSpc>
                <a:spcPct val="120000"/>
              </a:lnSpc>
              <a:spcBef>
                <a:spcPts val="600"/>
              </a:spcBef>
              <a:buFont typeface="+mj-lt"/>
              <a:buAutoNum type="arabicPeriod"/>
            </a:pPr>
            <a:r>
              <a:rPr lang="ja-JP" altLang="en-US" sz="1400" dirty="0">
                <a:latin typeface="Meiryo UI" panose="020B0604030504040204" pitchFamily="50" charset="-128"/>
                <a:ea typeface="Meiryo UI" panose="020B0604030504040204" pitchFamily="50" charset="-128"/>
              </a:rPr>
              <a:t>ｷｬﾘﾌﾞﾚｰｼｮﾝに必要な車両</a:t>
            </a:r>
            <a:r>
              <a:rPr lang="en-US" altLang="ja-JP" sz="1400" dirty="0">
                <a:latin typeface="Meiryo UI" panose="020B0604030504040204" pitchFamily="50" charset="-128"/>
                <a:ea typeface="Meiryo UI" panose="020B0604030504040204" pitchFamily="50" charset="-128"/>
              </a:rPr>
              <a:t>/</a:t>
            </a:r>
            <a:r>
              <a:rPr lang="ja-JP" altLang="en-US" sz="1400" dirty="0">
                <a:latin typeface="Meiryo UI" panose="020B0604030504040204" pitchFamily="50" charset="-128"/>
                <a:ea typeface="Meiryo UI" panose="020B0604030504040204" pitchFamily="50" charset="-128"/>
              </a:rPr>
              <a:t>ｴﾝｼﾞﾝ</a:t>
            </a:r>
            <a:r>
              <a:rPr lang="en-US" altLang="ja-JP" sz="1400" dirty="0">
                <a:latin typeface="Meiryo UI" panose="020B0604030504040204" pitchFamily="50" charset="-128"/>
                <a:ea typeface="Meiryo UI" panose="020B0604030504040204" pitchFamily="50" charset="-128"/>
              </a:rPr>
              <a:t>/</a:t>
            </a:r>
            <a:r>
              <a:rPr lang="ja-JP" altLang="en-US" sz="1400" dirty="0">
                <a:latin typeface="Meiryo UI" panose="020B0604030504040204" pitchFamily="50" charset="-128"/>
                <a:ea typeface="Meiryo UI" panose="020B0604030504040204" pitchFamily="50" charset="-128"/>
              </a:rPr>
              <a:t>部品（</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latin typeface="Meiryo UI" panose="020B0604030504040204" pitchFamily="50" charset="-128"/>
                <a:ea typeface="Meiryo UI" panose="020B0604030504040204" pitchFamily="50" charset="-128"/>
              </a:rPr>
              <a:t>製以外）は、</a:t>
            </a:r>
            <a:r>
              <a:rPr lang="en-US" altLang="ja-JP" sz="1400" dirty="0">
                <a:latin typeface="Meiryo UI" panose="020B0604030504040204" pitchFamily="50" charset="-128"/>
                <a:ea typeface="Meiryo UI" panose="020B0604030504040204" pitchFamily="50" charset="-128"/>
              </a:rPr>
              <a:t>Honda</a:t>
            </a:r>
            <a:r>
              <a:rPr lang="ja-JP" altLang="en-US" sz="1400" dirty="0">
                <a:latin typeface="Meiryo UI" panose="020B0604030504040204" pitchFamily="50" charset="-128"/>
                <a:ea typeface="Meiryo UI" panose="020B0604030504040204" pitchFamily="50" charset="-128"/>
              </a:rPr>
              <a:t>から供給する。</a:t>
            </a:r>
            <a:endParaRPr lang="en-US" altLang="ja-JP" sz="1400" dirty="0">
              <a:latin typeface="Meiryo UI" panose="020B0604030504040204" pitchFamily="50" charset="-128"/>
              <a:ea typeface="Meiryo UI" panose="020B0604030504040204" pitchFamily="50" charset="-128"/>
            </a:endParaRPr>
          </a:p>
          <a:p>
            <a:pPr marL="723900" indent="-282575" algn="l" eaLnBrk="1" hangingPunct="1">
              <a:lnSpc>
                <a:spcPct val="120000"/>
              </a:lnSpc>
              <a:spcBef>
                <a:spcPts val="600"/>
              </a:spcBef>
              <a:buFont typeface="+mj-lt"/>
              <a:buAutoNum type="arabicPeriod"/>
            </a:pPr>
            <a:r>
              <a:rPr lang="ja-JP" altLang="en-US" sz="1400" dirty="0">
                <a:latin typeface="Meiryo UI" panose="020B0604030504040204" pitchFamily="50" charset="-128"/>
                <a:ea typeface="Meiryo UI" panose="020B0604030504040204" pitchFamily="50" charset="-128"/>
              </a:rPr>
              <a:t>ﾃｽﾄ車両への適用部品（</a:t>
            </a:r>
            <a:r>
              <a:rPr lang="en-US" altLang="ja-JP" sz="1400" dirty="0">
                <a:latin typeface="Meiryo UI" panose="020B0604030504040204" pitchFamily="50" charset="-128"/>
                <a:ea typeface="Meiryo UI" panose="020B0604030504040204" pitchFamily="50" charset="-128"/>
              </a:rPr>
              <a:t>ECU</a:t>
            </a:r>
            <a:r>
              <a:rPr lang="ja-JP" altLang="en-US" sz="1400" dirty="0">
                <a:latin typeface="Meiryo UI" panose="020B0604030504040204" pitchFamily="50" charset="-128"/>
                <a:ea typeface="Meiryo UI" panose="020B0604030504040204" pitchFamily="50" charset="-128"/>
              </a:rPr>
              <a:t>　</a:t>
            </a:r>
            <a:r>
              <a:rPr lang="en-US" altLang="ja-JP" sz="1400" dirty="0">
                <a:latin typeface="Meiryo UI" panose="020B0604030504040204" pitchFamily="50" charset="-128"/>
                <a:ea typeface="Meiryo UI" panose="020B0604030504040204" pitchFamily="50" charset="-128"/>
              </a:rPr>
              <a:t>etc.</a:t>
            </a:r>
            <a:r>
              <a:rPr lang="ja-JP" altLang="en-US" sz="1400" dirty="0">
                <a:latin typeface="Meiryo UI" panose="020B0604030504040204" pitchFamily="50" charset="-128"/>
                <a:ea typeface="Meiryo UI" panose="020B0604030504040204" pitchFamily="50" charset="-128"/>
              </a:rPr>
              <a:t>）は、</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latin typeface="Meiryo UI" panose="020B0604030504040204" pitchFamily="50" charset="-128"/>
                <a:ea typeface="Meiryo UI" panose="020B0604030504040204" pitchFamily="50" charset="-128"/>
              </a:rPr>
              <a:t>社内評価を終了させ、初期不具合発生なき事。</a:t>
            </a:r>
            <a:br>
              <a:rPr lang="en-US" altLang="ja-JP" sz="1400" dirty="0">
                <a:latin typeface="Meiryo UI" panose="020B0604030504040204" pitchFamily="50" charset="-128"/>
                <a:ea typeface="Meiryo UI" panose="020B0604030504040204" pitchFamily="50" charset="-128"/>
              </a:rPr>
            </a:br>
            <a:r>
              <a:rPr lang="ja-JP" altLang="en-US" sz="1400" dirty="0">
                <a:latin typeface="Meiryo UI" panose="020B0604030504040204" pitchFamily="50" charset="-128"/>
                <a:ea typeface="Meiryo UI" panose="020B0604030504040204" pitchFamily="50" charset="-128"/>
              </a:rPr>
              <a:t>（検査データを添付すること）</a:t>
            </a:r>
            <a:endParaRPr lang="en-US" altLang="ja-JP" sz="1400" dirty="0">
              <a:latin typeface="Meiryo UI" panose="020B0604030504040204" pitchFamily="50" charset="-128"/>
              <a:ea typeface="Meiryo UI" panose="020B0604030504040204" pitchFamily="50" charset="-128"/>
            </a:endParaRPr>
          </a:p>
          <a:p>
            <a:pPr marL="723900" indent="-282575" algn="l" eaLnBrk="1" hangingPunct="1">
              <a:lnSpc>
                <a:spcPct val="120000"/>
              </a:lnSpc>
              <a:spcBef>
                <a:spcPts val="600"/>
              </a:spcBef>
              <a:buFont typeface="+mj-lt"/>
              <a:buAutoNum type="arabicPeriod"/>
            </a:pPr>
            <a:r>
              <a:rPr lang="en-US" altLang="ja-JP" sz="1400" dirty="0">
                <a:latin typeface="Meiryo UI" panose="020B0604030504040204" pitchFamily="50" charset="-128"/>
                <a:ea typeface="Meiryo UI" panose="020B0604030504040204" pitchFamily="50" charset="-128"/>
              </a:rPr>
              <a:t>EMS</a:t>
            </a:r>
            <a:r>
              <a:rPr lang="ja-JP" altLang="en-US" sz="1400" dirty="0">
                <a:latin typeface="Meiryo UI" panose="020B0604030504040204" pitchFamily="50" charset="-128"/>
                <a:ea typeface="Meiryo UI" panose="020B0604030504040204" pitchFamily="50" charset="-128"/>
              </a:rPr>
              <a:t>要求に伴い、</a:t>
            </a:r>
            <a:r>
              <a:rPr lang="en-US" altLang="ja-JP" sz="1400" dirty="0">
                <a:latin typeface="Meiryo UI" panose="020B0604030504040204" pitchFamily="50" charset="-128"/>
                <a:ea typeface="Meiryo UI" panose="020B0604030504040204" pitchFamily="50" charset="-128"/>
              </a:rPr>
              <a:t>Honda</a:t>
            </a:r>
            <a:r>
              <a:rPr lang="ja-JP" altLang="en-US" sz="1400" dirty="0">
                <a:latin typeface="Meiryo UI" panose="020B0604030504040204" pitchFamily="50" charset="-128"/>
                <a:ea typeface="Meiryo UI" panose="020B0604030504040204" pitchFamily="50" charset="-128"/>
              </a:rPr>
              <a:t>要求に依る試作品やサンプル（熱伝対付）は、適正価格（資材整合）で</a:t>
            </a:r>
            <a:r>
              <a:rPr lang="en-US" altLang="ja-JP" sz="1400" dirty="0">
                <a:latin typeface="Meiryo UI" panose="020B0604030504040204" pitchFamily="50" charset="-128"/>
                <a:ea typeface="Meiryo UI" panose="020B0604030504040204" pitchFamily="50" charset="-128"/>
              </a:rPr>
              <a:t>Honda</a:t>
            </a:r>
            <a:r>
              <a:rPr lang="ja-JP" altLang="en-US" sz="1400" dirty="0">
                <a:latin typeface="Meiryo UI" panose="020B0604030504040204" pitchFamily="50" charset="-128"/>
                <a:ea typeface="Meiryo UI" panose="020B0604030504040204" pitchFamily="50" charset="-128"/>
              </a:rPr>
              <a:t>へ</a:t>
            </a:r>
            <a:br>
              <a:rPr lang="en-US" altLang="ja-JP" sz="1400" dirty="0">
                <a:latin typeface="Meiryo UI" panose="020B0604030504040204" pitchFamily="50" charset="-128"/>
                <a:ea typeface="Meiryo UI" panose="020B0604030504040204" pitchFamily="50" charset="-128"/>
              </a:rPr>
            </a:br>
            <a:r>
              <a:rPr lang="ja-JP" altLang="en-US" sz="1400" dirty="0">
                <a:latin typeface="Meiryo UI" panose="020B0604030504040204" pitchFamily="50" charset="-128"/>
                <a:ea typeface="Meiryo UI" panose="020B0604030504040204" pitchFamily="50" charset="-128"/>
              </a:rPr>
              <a:t>供給すること。</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latin typeface="Meiryo UI" panose="020B0604030504040204" pitchFamily="50" charset="-128"/>
                <a:ea typeface="Meiryo UI" panose="020B0604030504040204" pitchFamily="50" charset="-128"/>
              </a:rPr>
              <a:t>と</a:t>
            </a:r>
            <a:r>
              <a:rPr lang="en-US" altLang="ja-JP" sz="1400" dirty="0">
                <a:latin typeface="Meiryo UI" panose="020B0604030504040204" pitchFamily="50" charset="-128"/>
                <a:ea typeface="Meiryo UI" panose="020B0604030504040204" pitchFamily="50" charset="-128"/>
              </a:rPr>
              <a:t>Honda</a:t>
            </a:r>
            <a:r>
              <a:rPr lang="ja-JP" altLang="en-US" sz="1400" dirty="0">
                <a:latin typeface="Meiryo UI" panose="020B0604030504040204" pitchFamily="50" charset="-128"/>
                <a:ea typeface="Meiryo UI" panose="020B0604030504040204" pitchFamily="50" charset="-128"/>
              </a:rPr>
              <a:t>（資材）間で、必要に応じて事前価格を合意を行う。</a:t>
            </a:r>
          </a:p>
          <a:p>
            <a:pPr marL="723900" indent="-282575" algn="l" eaLnBrk="1" hangingPunct="1">
              <a:lnSpc>
                <a:spcPct val="120000"/>
              </a:lnSpc>
              <a:spcBef>
                <a:spcPts val="600"/>
              </a:spcBef>
              <a:buFont typeface="+mj-lt"/>
              <a:buAutoNum type="arabicPeriod"/>
            </a:pPr>
            <a:r>
              <a:rPr lang="ja-JP" altLang="en-US" sz="1400" dirty="0">
                <a:latin typeface="Meiryo UI" panose="020B0604030504040204" pitchFamily="50" charset="-128"/>
                <a:ea typeface="Meiryo UI" panose="020B0604030504040204" pitchFamily="50" charset="-128"/>
              </a:rPr>
              <a:t>接続信頼性試験については、</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latin typeface="Meiryo UI" panose="020B0604030504040204" pitchFamily="50" charset="-128"/>
                <a:ea typeface="Meiryo UI" panose="020B0604030504040204" pitchFamily="50" charset="-128"/>
              </a:rPr>
              <a:t>が市場保証する</a:t>
            </a:r>
            <a:r>
              <a:rPr lang="en-US" altLang="ja-JP" sz="1400" dirty="0">
                <a:latin typeface="Meiryo UI" panose="020B0604030504040204" pitchFamily="50" charset="-128"/>
                <a:ea typeface="Meiryo UI" panose="020B0604030504040204" pitchFamily="50" charset="-128"/>
              </a:rPr>
              <a:t>Spec</a:t>
            </a:r>
            <a:r>
              <a:rPr lang="ja-JP" altLang="en-US" sz="1400" dirty="0">
                <a:latin typeface="Meiryo UI" panose="020B0604030504040204" pitchFamily="50" charset="-128"/>
                <a:ea typeface="Meiryo UI" panose="020B0604030504040204" pitchFamily="50" charset="-128"/>
              </a:rPr>
              <a:t>項目を主とし、</a:t>
            </a:r>
            <a:r>
              <a:rPr lang="en-US" altLang="ja-JP" sz="1400" dirty="0">
                <a:latin typeface="Meiryo UI" panose="020B0604030504040204" pitchFamily="50" charset="-128"/>
                <a:ea typeface="Meiryo UI" panose="020B0604030504040204" pitchFamily="50" charset="-128"/>
              </a:rPr>
              <a:t>HES</a:t>
            </a:r>
            <a:r>
              <a:rPr lang="ja-JP" altLang="en-US" sz="1400" dirty="0">
                <a:latin typeface="Meiryo UI" panose="020B0604030504040204" pitchFamily="50" charset="-128"/>
                <a:ea typeface="Meiryo UI" panose="020B0604030504040204" pitchFamily="50" charset="-128"/>
              </a:rPr>
              <a:t>との差の領域は第３者機関へ</a:t>
            </a:r>
            <a:br>
              <a:rPr lang="en-US" altLang="ja-JP" sz="1400" dirty="0">
                <a:latin typeface="Meiryo UI" panose="020B0604030504040204" pitchFamily="50" charset="-128"/>
                <a:ea typeface="Meiryo UI" panose="020B0604030504040204" pitchFamily="50" charset="-128"/>
              </a:rPr>
            </a:br>
            <a:r>
              <a:rPr lang="ja-JP" altLang="en-US" sz="1400" dirty="0">
                <a:latin typeface="Meiryo UI" panose="020B0604030504040204" pitchFamily="50" charset="-128"/>
                <a:ea typeface="Meiryo UI" panose="020B0604030504040204" pitchFamily="50" charset="-128"/>
              </a:rPr>
              <a:t>依頼する。費用は</a:t>
            </a:r>
            <a:r>
              <a:rPr lang="en-US" altLang="ja-JP" sz="1400" dirty="0">
                <a:latin typeface="Meiryo UI" panose="020B0604030504040204" pitchFamily="50" charset="-128"/>
                <a:ea typeface="Meiryo UI" panose="020B0604030504040204" pitchFamily="50" charset="-128"/>
              </a:rPr>
              <a:t>Honda</a:t>
            </a:r>
            <a:r>
              <a:rPr lang="ja-JP" altLang="en-US" sz="1400" dirty="0">
                <a:latin typeface="Meiryo UI" panose="020B0604030504040204" pitchFamily="50" charset="-128"/>
                <a:ea typeface="Meiryo UI" panose="020B0604030504040204" pitchFamily="50" charset="-128"/>
              </a:rPr>
              <a:t>負担とする。</a:t>
            </a:r>
          </a:p>
          <a:p>
            <a:pPr marL="723900" indent="-282575" algn="l" eaLnBrk="1" hangingPunct="1">
              <a:lnSpc>
                <a:spcPct val="120000"/>
              </a:lnSpc>
              <a:spcBef>
                <a:spcPts val="600"/>
              </a:spcBef>
              <a:buFont typeface="+mj-lt"/>
              <a:buAutoNum type="arabicPeriod"/>
            </a:pPr>
            <a:r>
              <a:rPr lang="ja-JP" altLang="en-US" sz="1400" dirty="0">
                <a:latin typeface="Meiryo UI" panose="020B0604030504040204" pitchFamily="50" charset="-128"/>
                <a:ea typeface="Meiryo UI" panose="020B0604030504040204" pitchFamily="50" charset="-128"/>
              </a:rPr>
              <a:t>開発費は「</a:t>
            </a:r>
            <a:r>
              <a:rPr lang="en-US" altLang="ja-JP" sz="1400" dirty="0">
                <a:latin typeface="Meiryo UI" panose="020B0604030504040204" pitchFamily="50" charset="-128"/>
                <a:ea typeface="Meiryo UI" panose="020B0604030504040204" pitchFamily="50" charset="-128"/>
              </a:rPr>
              <a:t>7. Major judgment &amp; timing</a:t>
            </a:r>
            <a:r>
              <a:rPr lang="ja-JP" altLang="en-US" sz="1400" dirty="0">
                <a:latin typeface="Meiryo UI" panose="020B0604030504040204" pitchFamily="50" charset="-128"/>
                <a:ea typeface="Meiryo UI" panose="020B0604030504040204" pitchFamily="50" charset="-128"/>
              </a:rPr>
              <a:t>」に記された定義に依る。試作品費用は、試作部品</a:t>
            </a:r>
            <a:br>
              <a:rPr lang="en-US" altLang="ja-JP" sz="1400" dirty="0">
                <a:latin typeface="Meiryo UI" panose="020B0604030504040204" pitchFamily="50" charset="-128"/>
                <a:ea typeface="Meiryo UI" panose="020B0604030504040204" pitchFamily="50" charset="-128"/>
              </a:rPr>
            </a:br>
            <a:r>
              <a:rPr lang="ja-JP" altLang="en-US" sz="1400" dirty="0">
                <a:latin typeface="Meiryo UI" panose="020B0604030504040204" pitchFamily="50" charset="-128"/>
                <a:ea typeface="Meiryo UI" panose="020B0604030504040204" pitchFamily="50" charset="-128"/>
              </a:rPr>
              <a:t>発注伝票にて支払われる。</a:t>
            </a:r>
            <a:endParaRPr lang="en-US" altLang="ja-JP" sz="1400" dirty="0">
              <a:latin typeface="Meiryo UI" panose="020B0604030504040204" pitchFamily="50" charset="-128"/>
              <a:ea typeface="Meiryo UI" panose="020B0604030504040204" pitchFamily="50" charset="-128"/>
            </a:endParaRPr>
          </a:p>
        </p:txBody>
      </p:sp>
      <p:sp>
        <p:nvSpPr>
          <p:cNvPr id="5" name="Text Box 2"/>
          <p:cNvSpPr txBox="1">
            <a:spLocks noChangeArrowheads="1"/>
          </p:cNvSpPr>
          <p:nvPr/>
        </p:nvSpPr>
        <p:spPr bwMode="auto">
          <a:xfrm>
            <a:off x="250829" y="44451"/>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2000">
                <a:solidFill>
                  <a:srgbClr val="FFFFFF"/>
                </a:solidFill>
                <a:latin typeface="Meiryo UI" panose="020B0604030504040204" pitchFamily="50" charset="-128"/>
                <a:ea typeface="Meiryo UI" panose="020B0604030504040204" pitchFamily="50" charset="-128"/>
                <a:cs typeface="Arial" pitchFamily="34" charset="0"/>
              </a:rPr>
              <a:t>21. Miscellaneous</a:t>
            </a:r>
            <a:r>
              <a:rPr lang="ja-JP" altLang="en-US" sz="2000">
                <a:solidFill>
                  <a:srgbClr val="FFFFFF"/>
                </a:solidFill>
                <a:latin typeface="Meiryo UI" panose="020B0604030504040204" pitchFamily="50" charset="-128"/>
                <a:ea typeface="Meiryo UI" panose="020B0604030504040204" pitchFamily="50" charset="-128"/>
                <a:cs typeface="Arial" pitchFamily="34" charset="0"/>
              </a:rPr>
              <a:t> </a:t>
            </a:r>
            <a:r>
              <a:rPr lang="en-US" altLang="ja-JP" sz="2000">
                <a:solidFill>
                  <a:srgbClr val="FFFFFF"/>
                </a:solidFill>
                <a:latin typeface="Meiryo UI" panose="020B0604030504040204" pitchFamily="50" charset="-128"/>
                <a:ea typeface="Meiryo UI" panose="020B0604030504040204" pitchFamily="50" charset="-128"/>
                <a:cs typeface="Arial" pitchFamily="34" charset="0"/>
              </a:rPr>
              <a:t>Guidelines</a:t>
            </a:r>
            <a:r>
              <a:rPr lang="ja-JP" altLang="en-US" sz="2000">
                <a:solidFill>
                  <a:srgbClr val="FFFFFF"/>
                </a:solidFill>
                <a:latin typeface="Meiryo UI" panose="020B0604030504040204" pitchFamily="50" charset="-128"/>
                <a:ea typeface="Meiryo UI" panose="020B0604030504040204" pitchFamily="50" charset="-128"/>
                <a:cs typeface="Arial" pitchFamily="34" charset="0"/>
              </a:rPr>
              <a:t> </a:t>
            </a:r>
            <a:r>
              <a:rPr lang="en-US" altLang="ja-JP" sz="2000">
                <a:solidFill>
                  <a:srgbClr val="FFFFFF"/>
                </a:solidFill>
                <a:latin typeface="Meiryo UI" panose="020B0604030504040204" pitchFamily="50" charset="-128"/>
                <a:ea typeface="Meiryo UI" panose="020B0604030504040204" pitchFamily="50" charset="-128"/>
                <a:cs typeface="Arial" pitchFamily="34" charset="0"/>
              </a:rPr>
              <a:t>(2/16)</a:t>
            </a:r>
            <a:endParaRPr lang="en-US" altLang="ja-JP" sz="1100">
              <a:solidFill>
                <a:srgbClr val="FFFFFF"/>
              </a:solidFill>
              <a:latin typeface="HGPｺﾞｼｯｸE" pitchFamily="50" charset="-128"/>
              <a:ea typeface="HGPｺﾞｼｯｸE" pitchFamily="50" charset="-128"/>
              <a:cs typeface="Arial" pitchFamily="34" charset="0"/>
            </a:endParaRPr>
          </a:p>
        </p:txBody>
      </p:sp>
    </p:spTree>
    <p:extLst>
      <p:ext uri="{BB962C8B-B14F-4D97-AF65-F5344CB8AC3E}">
        <p14:creationId xmlns:p14="http://schemas.microsoft.com/office/powerpoint/2010/main" val="1267581850"/>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13"/>
          <p:cNvSpPr>
            <a:spLocks noChangeArrowheads="1"/>
          </p:cNvSpPr>
          <p:nvPr/>
        </p:nvSpPr>
        <p:spPr bwMode="auto">
          <a:xfrm>
            <a:off x="34930" y="518163"/>
            <a:ext cx="9109075" cy="30700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ts val="300"/>
              </a:spcBef>
            </a:pPr>
            <a:r>
              <a:rPr lang="en-US" altLang="ja-JP" sz="1800" b="1" u="sng" dirty="0">
                <a:latin typeface="Meiryo UI" panose="020B0604030504040204" pitchFamily="50" charset="-128"/>
                <a:ea typeface="Meiryo UI" panose="020B0604030504040204" pitchFamily="50" charset="-128"/>
                <a:cs typeface="Arial" pitchFamily="34" charset="0"/>
              </a:rPr>
              <a:t>Other</a:t>
            </a:r>
            <a:r>
              <a:rPr lang="ja-JP" altLang="en-US" sz="1800" b="1" u="sng" dirty="0">
                <a:latin typeface="Meiryo UI" panose="020B0604030504040204" pitchFamily="50" charset="-128"/>
                <a:ea typeface="Meiryo UI" panose="020B0604030504040204" pitchFamily="50" charset="-128"/>
                <a:cs typeface="Arial" pitchFamily="34" charset="0"/>
              </a:rPr>
              <a:t> </a:t>
            </a:r>
            <a:r>
              <a:rPr lang="en-US" altLang="ja-JP" sz="1800" b="1" u="sng" dirty="0">
                <a:latin typeface="Meiryo UI" panose="020B0604030504040204" pitchFamily="50" charset="-128"/>
                <a:ea typeface="Meiryo UI" panose="020B0604030504040204" pitchFamily="50" charset="-128"/>
                <a:cs typeface="Arial" pitchFamily="34" charset="0"/>
              </a:rPr>
              <a:t>Requirements, Correlation Items</a:t>
            </a:r>
            <a:endParaRPr lang="ja-JP" altLang="en-US" sz="1800" b="1" u="sng" dirty="0">
              <a:latin typeface="Meiryo UI" panose="020B0604030504040204" pitchFamily="50" charset="-128"/>
              <a:ea typeface="Meiryo UI" panose="020B0604030504040204" pitchFamily="50" charset="-128"/>
              <a:cs typeface="Arial" pitchFamily="34" charset="0"/>
            </a:endParaRPr>
          </a:p>
          <a:p>
            <a:pPr marL="552450" lvl="1" indent="-285750" algn="l">
              <a:spcBef>
                <a:spcPts val="300"/>
              </a:spcBef>
              <a:buFontTx/>
              <a:buChar char="-"/>
            </a:pPr>
            <a:r>
              <a:rPr lang="en-US" altLang="ja-JP" sz="1400" dirty="0">
                <a:latin typeface="Meiryo UI" panose="020B0604030504040204" pitchFamily="50" charset="-128"/>
                <a:ea typeface="Meiryo UI" panose="020B0604030504040204" pitchFamily="50" charset="-128"/>
                <a:cs typeface="Arial" pitchFamily="34" charset="0"/>
              </a:rPr>
              <a:t>Verification of interface area</a:t>
            </a:r>
            <a:br>
              <a:rPr lang="en-US" altLang="ja-JP" sz="1400" dirty="0">
                <a:latin typeface="Meiryo UI" panose="020B0604030504040204" pitchFamily="50" charset="-128"/>
                <a:ea typeface="Meiryo UI" panose="020B0604030504040204" pitchFamily="50" charset="-128"/>
                <a:cs typeface="Arial" pitchFamily="34" charset="0"/>
              </a:rPr>
            </a:br>
            <a:r>
              <a:rPr lang="en-US" altLang="ja-JP" sz="1400" dirty="0">
                <a:latin typeface="Meiryo UI" panose="020B0604030504040204" pitchFamily="50" charset="-128"/>
                <a:ea typeface="Meiryo UI" panose="020B0604030504040204" pitchFamily="50" charset="-128"/>
                <a:cs typeface="Arial" pitchFamily="34" charset="0"/>
              </a:rPr>
              <a:t>-</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Verification</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test</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results</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and</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discussion/agreement</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results</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shall</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be</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recorded</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in EMS</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sheet.</a:t>
            </a:r>
            <a:br>
              <a:rPr lang="en-US" altLang="ja-JP" sz="1400" dirty="0">
                <a:latin typeface="Meiryo UI" panose="020B0604030504040204" pitchFamily="50" charset="-128"/>
                <a:ea typeface="Meiryo UI" panose="020B0604030504040204" pitchFamily="50" charset="-128"/>
                <a:cs typeface="Arial" pitchFamily="34" charset="0"/>
              </a:rPr>
            </a:br>
            <a:r>
              <a:rPr lang="en-US" altLang="ja-JP" sz="1400" dirty="0">
                <a:latin typeface="Meiryo UI" panose="020B0604030504040204" pitchFamily="50" charset="-128"/>
                <a:ea typeface="Meiryo UI" panose="020B0604030504040204" pitchFamily="50" charset="-128"/>
                <a:cs typeface="Arial" pitchFamily="34" charset="0"/>
              </a:rPr>
              <a:t>-</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As</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to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dirty="0">
                <a:latin typeface="Meiryo UI" panose="020B0604030504040204" pitchFamily="50" charset="-128"/>
                <a:ea typeface="Meiryo UI" panose="020B0604030504040204" pitchFamily="50" charset="-128"/>
                <a:cs typeface="Arial" pitchFamily="34" charset="0"/>
              </a:rPr>
              <a:t> parts application, feasibility of interfaces such as stay, harness, fuel hose need to be verified, and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dirty="0">
                <a:latin typeface="Meiryo UI" panose="020B0604030504040204" pitchFamily="50" charset="-128"/>
                <a:ea typeface="Meiryo UI" panose="020B0604030504040204" pitchFamily="50" charset="-128"/>
                <a:cs typeface="Arial" pitchFamily="34" charset="0"/>
              </a:rPr>
              <a:t> and Honda shall discuss and decide countermeasures for concerns as needed.</a:t>
            </a:r>
          </a:p>
          <a:p>
            <a:pPr marL="552450" lvl="1" indent="-285750" algn="l">
              <a:spcBef>
                <a:spcPts val="300"/>
              </a:spcBef>
              <a:buFontTx/>
              <a:buChar char="-"/>
            </a:pPr>
            <a:r>
              <a:rPr lang="en-US" altLang="ja-JP" sz="1400" dirty="0">
                <a:latin typeface="Meiryo UI" panose="020B0604030504040204" pitchFamily="50" charset="-128"/>
                <a:ea typeface="Meiryo UI" panose="020B0604030504040204" pitchFamily="50" charset="-128"/>
                <a:cs typeface="Arial" pitchFamily="34" charset="0"/>
              </a:rPr>
              <a:t>Verify system reliability by analysis</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tool</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such</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as</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FTA</a:t>
            </a:r>
            <a:r>
              <a:rPr lang="ja-JP" altLang="en-US" sz="1400" dirty="0">
                <a:latin typeface="Meiryo UI" panose="020B0604030504040204" pitchFamily="50" charset="-128"/>
                <a:ea typeface="Meiryo UI" panose="020B0604030504040204" pitchFamily="50" charset="-128"/>
                <a:cs typeface="Arial" pitchFamily="34" charset="0"/>
              </a:rPr>
              <a:t> </a:t>
            </a:r>
            <a:br>
              <a:rPr lang="en-US" altLang="ja-JP" sz="1400" dirty="0">
                <a:latin typeface="Meiryo UI" panose="020B0604030504040204" pitchFamily="50" charset="-128"/>
                <a:ea typeface="Meiryo UI" panose="020B0604030504040204" pitchFamily="50" charset="-128"/>
                <a:cs typeface="Arial" pitchFamily="34" charset="0"/>
              </a:rPr>
            </a:br>
            <a:r>
              <a:rPr lang="en-US" altLang="ja-JP" sz="1400" dirty="0">
                <a:latin typeface="Meiryo UI" panose="020B0604030504040204" pitchFamily="50" charset="-128"/>
                <a:ea typeface="Meiryo UI" panose="020B0604030504040204" pitchFamily="50" charset="-128"/>
                <a:cs typeface="Arial" pitchFamily="34" charset="0"/>
              </a:rPr>
              <a:t>-</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Extract concerns by tools such as FTA analysis at first stage of development.</a:t>
            </a:r>
            <a:br>
              <a:rPr lang="en-US" altLang="ja-JP" sz="1400" dirty="0">
                <a:latin typeface="Meiryo UI" panose="020B0604030504040204" pitchFamily="50" charset="-128"/>
                <a:ea typeface="Meiryo UI" panose="020B0604030504040204" pitchFamily="50" charset="-128"/>
                <a:cs typeface="Arial" pitchFamily="34" charset="0"/>
              </a:rPr>
            </a:br>
            <a:r>
              <a:rPr lang="en-US" altLang="ja-JP" sz="1400" dirty="0">
                <a:latin typeface="Meiryo UI" panose="020B0604030504040204" pitchFamily="50" charset="-128"/>
                <a:ea typeface="Meiryo UI" panose="020B0604030504040204" pitchFamily="50" charset="-128"/>
                <a:cs typeface="Arial" pitchFamily="34" charset="0"/>
              </a:rPr>
              <a:t>-</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Fundamental viewpoint is to prove that there is no failure mode which directly causes serious</a:t>
            </a:r>
            <a:br>
              <a:rPr lang="en-US" altLang="ja-JP" sz="1400" dirty="0">
                <a:latin typeface="Meiryo UI" panose="020B0604030504040204" pitchFamily="50" charset="-128"/>
                <a:ea typeface="Meiryo UI" panose="020B0604030504040204" pitchFamily="50" charset="-128"/>
                <a:cs typeface="Arial" pitchFamily="34" charset="0"/>
              </a:rPr>
            </a:b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 phenomenon such as engine stall, engine racing, fire, etc.</a:t>
            </a:r>
          </a:p>
          <a:p>
            <a:pPr marL="552450" lvl="1" indent="-285750" algn="l">
              <a:spcBef>
                <a:spcPts val="300"/>
              </a:spcBef>
              <a:buFontTx/>
              <a:buChar char="-"/>
            </a:pPr>
            <a:r>
              <a:rPr lang="en-US" altLang="ja-JP" sz="1400" dirty="0">
                <a:latin typeface="Meiryo UI" panose="020B0604030504040204" pitchFamily="50" charset="-128"/>
                <a:ea typeface="Meiryo UI" panose="020B0604030504040204" pitchFamily="50" charset="-128"/>
                <a:cs typeface="Arial" pitchFamily="34" charset="0"/>
              </a:rPr>
              <a:t>Necessary information for calibration</a:t>
            </a:r>
            <a:br>
              <a:rPr lang="en-US" altLang="ja-JP" sz="1400" dirty="0">
                <a:latin typeface="Meiryo UI" panose="020B0604030504040204" pitchFamily="50" charset="-128"/>
                <a:ea typeface="Meiryo UI" panose="020B0604030504040204" pitchFamily="50" charset="-128"/>
                <a:cs typeface="Arial" pitchFamily="34" charset="0"/>
              </a:rPr>
            </a:br>
            <a:r>
              <a:rPr lang="en-US" altLang="ja-JP" sz="1400" dirty="0">
                <a:latin typeface="Meiryo UI" panose="020B0604030504040204" pitchFamily="50" charset="-128"/>
                <a:ea typeface="Meiryo UI" panose="020B0604030504040204" pitchFamily="50" charset="-128"/>
                <a:cs typeface="Arial" pitchFamily="34" charset="0"/>
              </a:rPr>
              <a:t>EMS input</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signals for calibration (sensor signal, tolerance, sensing allowance area etc.)</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need</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to</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be discussed and defined at first stage of development.</a:t>
            </a:r>
            <a:endParaRPr lang="ja-JP" altLang="en-US" sz="1400" dirty="0">
              <a:latin typeface="Meiryo UI" panose="020B0604030504040204" pitchFamily="50" charset="-128"/>
              <a:ea typeface="Meiryo UI" panose="020B0604030504040204" pitchFamily="50" charset="-128"/>
              <a:cs typeface="Arial" pitchFamily="34" charset="0"/>
            </a:endParaRPr>
          </a:p>
        </p:txBody>
      </p:sp>
      <p:sp>
        <p:nvSpPr>
          <p:cNvPr id="10" name="Rectangle 13"/>
          <p:cNvSpPr>
            <a:spLocks noChangeArrowheads="1"/>
          </p:cNvSpPr>
          <p:nvPr/>
        </p:nvSpPr>
        <p:spPr bwMode="auto">
          <a:xfrm>
            <a:off x="35495" y="3861048"/>
            <a:ext cx="9213007" cy="29700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ts val="300"/>
              </a:spcBef>
            </a:pPr>
            <a:r>
              <a:rPr lang="ja-JP" altLang="en-US" sz="1800" b="1" u="sng" dirty="0">
                <a:latin typeface="Meiryo UI" panose="020B0604030504040204" pitchFamily="50" charset="-128"/>
                <a:ea typeface="Meiryo UI" panose="020B0604030504040204" pitchFamily="50" charset="-128"/>
              </a:rPr>
              <a:t>その他の要求・調整項目</a:t>
            </a:r>
            <a:endParaRPr lang="en-US" altLang="ja-JP" sz="1800" b="1" dirty="0">
              <a:latin typeface="Meiryo UI" panose="020B0604030504040204" pitchFamily="50" charset="-128"/>
              <a:ea typeface="Meiryo UI" panose="020B0604030504040204" pitchFamily="50" charset="-128"/>
            </a:endParaRPr>
          </a:p>
          <a:p>
            <a:pPr marL="534988" lvl="1" indent="-285750" algn="l">
              <a:spcBef>
                <a:spcPts val="600"/>
              </a:spcBef>
              <a:buFontTx/>
              <a:buChar char="-"/>
            </a:pPr>
            <a:r>
              <a:rPr lang="ja-JP" altLang="en-US" sz="1400" dirty="0">
                <a:latin typeface="Meiryo UI" panose="020B0604030504040204" pitchFamily="50" charset="-128"/>
                <a:ea typeface="Meiryo UI" panose="020B0604030504040204" pitchFamily="50" charset="-128"/>
              </a:rPr>
              <a:t>狭間領域の検証</a:t>
            </a:r>
            <a:br>
              <a:rPr lang="en-US" altLang="ja-JP" sz="1400" dirty="0">
                <a:latin typeface="Meiryo UI" panose="020B0604030504040204" pitchFamily="50" charset="-128"/>
                <a:ea typeface="Meiryo UI" panose="020B0604030504040204" pitchFamily="50" charset="-128"/>
              </a:rPr>
            </a:br>
            <a:r>
              <a:rPr lang="en-US" altLang="ja-JP" sz="1400" dirty="0">
                <a:latin typeface="Meiryo UI" panose="020B0604030504040204" pitchFamily="50" charset="-128"/>
                <a:ea typeface="Meiryo UI" panose="020B0604030504040204" pitchFamily="50" charset="-128"/>
              </a:rPr>
              <a:t>- </a:t>
            </a:r>
            <a:r>
              <a:rPr lang="ja-JP" altLang="en-US" sz="1400" dirty="0">
                <a:latin typeface="Meiryo UI" panose="020B0604030504040204" pitchFamily="50" charset="-128"/>
                <a:ea typeface="Meiryo UI" panose="020B0604030504040204" pitchFamily="50" charset="-128"/>
              </a:rPr>
              <a:t>検証結果・協議結果は</a:t>
            </a:r>
            <a:r>
              <a:rPr lang="en-US" altLang="ja-JP" sz="1400" dirty="0">
                <a:latin typeface="Meiryo UI" panose="020B0604030504040204" pitchFamily="50" charset="-128"/>
                <a:ea typeface="Meiryo UI" panose="020B0604030504040204" pitchFamily="50" charset="-128"/>
              </a:rPr>
              <a:t>EMS</a:t>
            </a:r>
            <a:r>
              <a:rPr lang="ja-JP" altLang="en-US" sz="1400" dirty="0">
                <a:latin typeface="Meiryo UI" panose="020B0604030504040204" pitchFamily="50" charset="-128"/>
                <a:ea typeface="Meiryo UI" panose="020B0604030504040204" pitchFamily="50" charset="-128"/>
              </a:rPr>
              <a:t>ｼｰﾄに記載して管理すること</a:t>
            </a:r>
            <a:br>
              <a:rPr lang="en-US" altLang="ja-JP" sz="1400" dirty="0">
                <a:latin typeface="Meiryo UI" panose="020B0604030504040204" pitchFamily="50" charset="-128"/>
                <a:ea typeface="Meiryo UI" panose="020B0604030504040204" pitchFamily="50" charset="-128"/>
              </a:rPr>
            </a:br>
            <a:r>
              <a:rPr lang="en-US" altLang="ja-JP" sz="1400" dirty="0">
                <a:latin typeface="Meiryo UI" panose="020B0604030504040204" pitchFamily="50" charset="-128"/>
                <a:ea typeface="Meiryo UI" panose="020B0604030504040204" pitchFamily="50" charset="-128"/>
              </a:rPr>
              <a:t>-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latin typeface="Meiryo UI" panose="020B0604030504040204" pitchFamily="50" charset="-128"/>
                <a:ea typeface="Meiryo UI" panose="020B0604030504040204" pitchFamily="50" charset="-128"/>
              </a:rPr>
              <a:t>部品搭載に当たり、ｽﾃｰ</a:t>
            </a:r>
            <a:r>
              <a:rPr lang="en-US" altLang="ja-JP" sz="1400" dirty="0">
                <a:latin typeface="Meiryo UI" panose="020B0604030504040204" pitchFamily="50" charset="-128"/>
                <a:ea typeface="Meiryo UI" panose="020B0604030504040204" pitchFamily="50" charset="-128"/>
              </a:rPr>
              <a:t>/</a:t>
            </a:r>
            <a:r>
              <a:rPr lang="ja-JP" altLang="en-US" sz="1400" dirty="0">
                <a:latin typeface="Meiryo UI" panose="020B0604030504040204" pitchFamily="50" charset="-128"/>
                <a:ea typeface="Meiryo UI" panose="020B0604030504040204" pitchFamily="50" charset="-128"/>
              </a:rPr>
              <a:t>ﾊｰﾈｽ</a:t>
            </a:r>
            <a:r>
              <a:rPr lang="en-US" altLang="ja-JP" sz="1400" dirty="0">
                <a:latin typeface="Meiryo UI" panose="020B0604030504040204" pitchFamily="50" charset="-128"/>
                <a:ea typeface="Meiryo UI" panose="020B0604030504040204" pitchFamily="50" charset="-128"/>
              </a:rPr>
              <a:t>/</a:t>
            </a:r>
            <a:r>
              <a:rPr lang="ja-JP" altLang="en-US" sz="1400" dirty="0">
                <a:latin typeface="Meiryo UI" panose="020B0604030504040204" pitchFamily="50" charset="-128"/>
                <a:ea typeface="Meiryo UI" panose="020B0604030504040204" pitchFamily="50" charset="-128"/>
              </a:rPr>
              <a:t>燃料ﾎｰｽといった界面取付構造の成立性について検証を行い、</a:t>
            </a:r>
            <a:br>
              <a:rPr lang="en-US" altLang="ja-JP" sz="1400" dirty="0">
                <a:latin typeface="Meiryo UI" panose="020B0604030504040204" pitchFamily="50" charset="-128"/>
                <a:ea typeface="Meiryo UI" panose="020B0604030504040204" pitchFamily="50" charset="-128"/>
              </a:rPr>
            </a:br>
            <a:r>
              <a:rPr lang="ja-JP" altLang="en-US" sz="1400" dirty="0">
                <a:latin typeface="Meiryo UI" panose="020B0604030504040204" pitchFamily="50" charset="-128"/>
                <a:ea typeface="Meiryo UI" panose="020B0604030504040204" pitchFamily="50" charset="-128"/>
              </a:rPr>
              <a:t>   懸案項目については両社間の協議によって対策を決定する。</a:t>
            </a:r>
            <a:br>
              <a:rPr lang="en-US" altLang="ja-JP" sz="1400" dirty="0">
                <a:latin typeface="Meiryo UI" panose="020B0604030504040204" pitchFamily="50" charset="-128"/>
                <a:ea typeface="Meiryo UI" panose="020B0604030504040204" pitchFamily="50" charset="-128"/>
              </a:rPr>
            </a:br>
            <a:r>
              <a:rPr lang="ja-JP" altLang="en-US" sz="1400" dirty="0">
                <a:latin typeface="Meiryo UI" panose="020B0604030504040204" pitchFamily="50" charset="-128"/>
                <a:ea typeface="Meiryo UI" panose="020B0604030504040204" pitchFamily="50" charset="-128"/>
              </a:rPr>
              <a:t>（例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dirty="0">
                <a:latin typeface="Meiryo UI" panose="020B0604030504040204" pitchFamily="50" charset="-128"/>
                <a:ea typeface="Meiryo UI" panose="020B0604030504040204" pitchFamily="50" charset="-128"/>
              </a:rPr>
              <a:t> Injector</a:t>
            </a:r>
            <a:r>
              <a:rPr lang="ja-JP" altLang="en-US" sz="1400" dirty="0">
                <a:latin typeface="Meiryo UI" panose="020B0604030504040204" pitchFamily="50" charset="-128"/>
                <a:ea typeface="Meiryo UI" panose="020B0604030504040204" pitchFamily="50" charset="-128"/>
              </a:rPr>
              <a:t>シール構造部、締め付け部）</a:t>
            </a:r>
            <a:endParaRPr lang="en-US" altLang="ja-JP" sz="1400" strike="dblStrike" dirty="0">
              <a:latin typeface="Meiryo UI" panose="020B0604030504040204" pitchFamily="50" charset="-128"/>
              <a:ea typeface="Meiryo UI" panose="020B0604030504040204" pitchFamily="50" charset="-128"/>
            </a:endParaRPr>
          </a:p>
          <a:p>
            <a:pPr marL="534988" lvl="1" indent="-285750" algn="l">
              <a:spcBef>
                <a:spcPts val="600"/>
              </a:spcBef>
              <a:buFontTx/>
              <a:buChar char="-"/>
            </a:pPr>
            <a:r>
              <a:rPr lang="en-US" altLang="ja-JP" sz="1400" dirty="0">
                <a:latin typeface="Meiryo UI" panose="020B0604030504040204" pitchFamily="50" charset="-128"/>
                <a:ea typeface="Meiryo UI" panose="020B0604030504040204" pitchFamily="50" charset="-128"/>
              </a:rPr>
              <a:t>FTA</a:t>
            </a:r>
            <a:r>
              <a:rPr lang="ja-JP" altLang="en-US" sz="1400" dirty="0">
                <a:latin typeface="Meiryo UI" panose="020B0604030504040204" pitchFamily="50" charset="-128"/>
                <a:ea typeface="Meiryo UI" panose="020B0604030504040204" pitchFamily="50" charset="-128"/>
              </a:rPr>
              <a:t>ﾂｰﾙなどを用いたｼｽﾃﾑ信頼性検証</a:t>
            </a:r>
            <a:br>
              <a:rPr lang="en-US" altLang="ja-JP" sz="1400" dirty="0">
                <a:latin typeface="Meiryo UI" panose="020B0604030504040204" pitchFamily="50" charset="-128"/>
                <a:ea typeface="Meiryo UI" panose="020B0604030504040204" pitchFamily="50" charset="-128"/>
              </a:rPr>
            </a:br>
            <a:r>
              <a:rPr lang="en-US" altLang="ja-JP" sz="1400" dirty="0">
                <a:latin typeface="Meiryo UI" panose="020B0604030504040204" pitchFamily="50" charset="-128"/>
                <a:ea typeface="Meiryo UI" panose="020B0604030504040204" pitchFamily="50" charset="-128"/>
              </a:rPr>
              <a:t>-</a:t>
            </a:r>
            <a:r>
              <a:rPr lang="ja-JP" altLang="en-US" sz="1400" dirty="0">
                <a:latin typeface="Meiryo UI" panose="020B0604030504040204" pitchFamily="50" charset="-128"/>
                <a:ea typeface="Meiryo UI" panose="020B0604030504040204" pitchFamily="50" charset="-128"/>
              </a:rPr>
              <a:t> 開発初期段階に於いて、</a:t>
            </a:r>
            <a:r>
              <a:rPr lang="en-US" altLang="ja-JP" sz="1400" dirty="0">
                <a:latin typeface="Meiryo UI" panose="020B0604030504040204" pitchFamily="50" charset="-128"/>
                <a:ea typeface="Meiryo UI" panose="020B0604030504040204" pitchFamily="50" charset="-128"/>
              </a:rPr>
              <a:t>FTA</a:t>
            </a:r>
            <a:r>
              <a:rPr lang="ja-JP" altLang="en-US" sz="1400" dirty="0">
                <a:latin typeface="Meiryo UI" panose="020B0604030504040204" pitchFamily="50" charset="-128"/>
                <a:ea typeface="Meiryo UI" panose="020B0604030504040204" pitchFamily="50" charset="-128"/>
              </a:rPr>
              <a:t>検証などを用い課題抽出を行う。</a:t>
            </a:r>
            <a:br>
              <a:rPr lang="en-US" altLang="ja-JP" sz="1400" dirty="0">
                <a:latin typeface="Meiryo UI" panose="020B0604030504040204" pitchFamily="50" charset="-128"/>
                <a:ea typeface="Meiryo UI" panose="020B0604030504040204" pitchFamily="50" charset="-128"/>
              </a:rPr>
            </a:br>
            <a:r>
              <a:rPr lang="en-US" altLang="ja-JP" sz="1400" dirty="0">
                <a:latin typeface="Meiryo UI" panose="020B0604030504040204" pitchFamily="50" charset="-128"/>
                <a:ea typeface="Meiryo UI" panose="020B0604030504040204" pitchFamily="50" charset="-128"/>
              </a:rPr>
              <a:t>-</a:t>
            </a:r>
            <a:r>
              <a:rPr lang="ja-JP" altLang="en-US" sz="1400" dirty="0">
                <a:latin typeface="Meiryo UI" panose="020B0604030504040204" pitchFamily="50" charset="-128"/>
                <a:ea typeface="Meiryo UI" panose="020B0604030504040204" pitchFamily="50" charset="-128"/>
              </a:rPr>
              <a:t> 基本的観点は、１次故障で重大事象</a:t>
            </a:r>
            <a:r>
              <a:rPr lang="en-US" altLang="ja-JP" sz="1400" dirty="0">
                <a:latin typeface="Meiryo UI" panose="020B0604030504040204" pitchFamily="50" charset="-128"/>
                <a:ea typeface="Meiryo UI" panose="020B0604030504040204" pitchFamily="50" charset="-128"/>
              </a:rPr>
              <a:t>(ENG</a:t>
            </a:r>
            <a:r>
              <a:rPr lang="ja-JP" altLang="en-US" sz="1400" dirty="0">
                <a:latin typeface="Meiryo UI" panose="020B0604030504040204" pitchFamily="50" charset="-128"/>
                <a:ea typeface="Meiryo UI" panose="020B0604030504040204" pitchFamily="50" charset="-128"/>
              </a:rPr>
              <a:t>停止、</a:t>
            </a:r>
            <a:r>
              <a:rPr lang="en-US" altLang="ja-JP" sz="1400" dirty="0">
                <a:latin typeface="Meiryo UI" panose="020B0604030504040204" pitchFamily="50" charset="-128"/>
                <a:ea typeface="Meiryo UI" panose="020B0604030504040204" pitchFamily="50" charset="-128"/>
              </a:rPr>
              <a:t>ENG</a:t>
            </a:r>
            <a:r>
              <a:rPr lang="ja-JP" altLang="en-US" sz="1400" dirty="0">
                <a:latin typeface="Meiryo UI" panose="020B0604030504040204" pitchFamily="50" charset="-128"/>
                <a:ea typeface="Meiryo UI" panose="020B0604030504040204" pitchFamily="50" charset="-128"/>
              </a:rPr>
              <a:t>吹き上がり、火災</a:t>
            </a:r>
            <a:r>
              <a:rPr lang="en-US" altLang="ja-JP" sz="1400" dirty="0">
                <a:latin typeface="Meiryo UI" panose="020B0604030504040204" pitchFamily="50" charset="-128"/>
                <a:ea typeface="Meiryo UI" panose="020B0604030504040204" pitchFamily="50" charset="-128"/>
              </a:rPr>
              <a:t>etc.)</a:t>
            </a:r>
            <a:r>
              <a:rPr lang="ja-JP" altLang="en-US" sz="1400" dirty="0">
                <a:latin typeface="Meiryo UI" panose="020B0604030504040204" pitchFamily="50" charset="-128"/>
                <a:ea typeface="Meiryo UI" panose="020B0604030504040204" pitchFamily="50" charset="-128"/>
              </a:rPr>
              <a:t>に至らない事を提示すること</a:t>
            </a:r>
            <a:endParaRPr lang="en-US" altLang="ja-JP" sz="1400" dirty="0">
              <a:latin typeface="Meiryo UI" panose="020B0604030504040204" pitchFamily="50" charset="-128"/>
              <a:ea typeface="Meiryo UI" panose="020B0604030504040204" pitchFamily="50" charset="-128"/>
            </a:endParaRPr>
          </a:p>
          <a:p>
            <a:pPr marL="534988" lvl="1" indent="-285750" algn="l">
              <a:spcBef>
                <a:spcPts val="600"/>
              </a:spcBef>
              <a:buFontTx/>
              <a:buChar char="-"/>
            </a:pPr>
            <a:r>
              <a:rPr lang="ja-JP" altLang="en-US" sz="1400" dirty="0">
                <a:latin typeface="Meiryo UI" panose="020B0604030504040204" pitchFamily="50" charset="-128"/>
                <a:ea typeface="Meiryo UI" panose="020B0604030504040204" pitchFamily="50" charset="-128"/>
              </a:rPr>
              <a:t>キャリブレーション必要情報</a:t>
            </a:r>
            <a:br>
              <a:rPr lang="en-US" altLang="ja-JP" sz="1400" dirty="0">
                <a:latin typeface="Meiryo UI" panose="020B0604030504040204" pitchFamily="50" charset="-128"/>
                <a:ea typeface="Meiryo UI" panose="020B0604030504040204" pitchFamily="50" charset="-128"/>
              </a:rPr>
            </a:br>
            <a:r>
              <a:rPr lang="ja-JP" altLang="en-US" sz="1400" dirty="0">
                <a:latin typeface="Meiryo UI" panose="020B0604030504040204" pitchFamily="50" charset="-128"/>
                <a:ea typeface="Meiryo UI" panose="020B0604030504040204" pitchFamily="50" charset="-128"/>
              </a:rPr>
              <a:t>キャリブレーションに必要な入力信号（センサー信号</a:t>
            </a:r>
            <a:r>
              <a:rPr lang="en-US" altLang="ja-JP" sz="1400" dirty="0">
                <a:latin typeface="Meiryo UI" panose="020B0604030504040204" pitchFamily="50" charset="-128"/>
                <a:ea typeface="Meiryo UI" panose="020B0604030504040204" pitchFamily="50" charset="-128"/>
              </a:rPr>
              <a:t>/</a:t>
            </a:r>
            <a:r>
              <a:rPr lang="ja-JP" altLang="en-US" sz="1400" dirty="0">
                <a:latin typeface="Meiryo UI" panose="020B0604030504040204" pitchFamily="50" charset="-128"/>
                <a:ea typeface="Meiryo UI" panose="020B0604030504040204" pitchFamily="50" charset="-128"/>
              </a:rPr>
              <a:t>情報</a:t>
            </a:r>
            <a:r>
              <a:rPr lang="en-US" altLang="ja-JP" sz="1400" dirty="0">
                <a:latin typeface="Meiryo UI" panose="020B0604030504040204" pitchFamily="50" charset="-128"/>
                <a:ea typeface="Meiryo UI" panose="020B0604030504040204" pitchFamily="50" charset="-128"/>
              </a:rPr>
              <a:t>/</a:t>
            </a:r>
            <a:r>
              <a:rPr lang="ja-JP" altLang="en-US" sz="1400" dirty="0">
                <a:latin typeface="Meiryo UI" panose="020B0604030504040204" pitchFamily="50" charset="-128"/>
                <a:ea typeface="Meiryo UI" panose="020B0604030504040204" pitchFamily="50" charset="-128"/>
              </a:rPr>
              <a:t>公差、センシング許容範囲</a:t>
            </a:r>
            <a:r>
              <a:rPr lang="en-US" altLang="ja-JP" sz="1400" dirty="0">
                <a:latin typeface="Meiryo UI" panose="020B0604030504040204" pitchFamily="50" charset="-128"/>
                <a:ea typeface="Meiryo UI" panose="020B0604030504040204" pitchFamily="50" charset="-128"/>
              </a:rPr>
              <a:t>etc. </a:t>
            </a:r>
            <a:r>
              <a:rPr lang="ja-JP" altLang="en-US" sz="1400" dirty="0">
                <a:latin typeface="Meiryo UI" panose="020B0604030504040204" pitchFamily="50" charset="-128"/>
                <a:ea typeface="Meiryo UI" panose="020B0604030504040204" pitchFamily="50" charset="-128"/>
              </a:rPr>
              <a:t>）は、</a:t>
            </a:r>
            <a:br>
              <a:rPr lang="en-US" altLang="ja-JP" sz="1400" dirty="0">
                <a:latin typeface="Meiryo UI" panose="020B0604030504040204" pitchFamily="50" charset="-128"/>
                <a:ea typeface="Meiryo UI" panose="020B0604030504040204" pitchFamily="50" charset="-128"/>
              </a:rPr>
            </a:br>
            <a:r>
              <a:rPr lang="ja-JP" altLang="en-US" sz="1400" dirty="0">
                <a:latin typeface="Meiryo UI" panose="020B0604030504040204" pitchFamily="50" charset="-128"/>
                <a:ea typeface="Meiryo UI" panose="020B0604030504040204" pitchFamily="50" charset="-128"/>
              </a:rPr>
              <a:t>開発初期段階で打合せ</a:t>
            </a:r>
            <a:r>
              <a:rPr lang="en-US" altLang="ja-JP" sz="1400" dirty="0">
                <a:latin typeface="Meiryo UI" panose="020B0604030504040204" pitchFamily="50" charset="-128"/>
                <a:ea typeface="Meiryo UI" panose="020B0604030504040204" pitchFamily="50" charset="-128"/>
              </a:rPr>
              <a:t>/</a:t>
            </a:r>
            <a:r>
              <a:rPr lang="ja-JP" altLang="en-US" sz="1400" dirty="0">
                <a:latin typeface="Meiryo UI" panose="020B0604030504040204" pitchFamily="50" charset="-128"/>
                <a:ea typeface="Meiryo UI" panose="020B0604030504040204" pitchFamily="50" charset="-128"/>
              </a:rPr>
              <a:t>整合のこと</a:t>
            </a:r>
            <a:endParaRPr lang="en-US" altLang="ja-JP" sz="1400" dirty="0">
              <a:latin typeface="Meiryo UI" panose="020B0604030504040204" pitchFamily="50" charset="-128"/>
              <a:ea typeface="Meiryo UI" panose="020B0604030504040204" pitchFamily="50" charset="-128"/>
            </a:endParaRPr>
          </a:p>
        </p:txBody>
      </p:sp>
      <p:sp>
        <p:nvSpPr>
          <p:cNvPr id="16" name="Text Box 2"/>
          <p:cNvSpPr txBox="1">
            <a:spLocks noChangeArrowheads="1"/>
          </p:cNvSpPr>
          <p:nvPr/>
        </p:nvSpPr>
        <p:spPr bwMode="auto">
          <a:xfrm>
            <a:off x="250829" y="44451"/>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2000">
                <a:solidFill>
                  <a:srgbClr val="FFFFFF"/>
                </a:solidFill>
                <a:latin typeface="Meiryo UI" panose="020B0604030504040204" pitchFamily="50" charset="-128"/>
                <a:ea typeface="Meiryo UI" panose="020B0604030504040204" pitchFamily="50" charset="-128"/>
                <a:cs typeface="Arial" pitchFamily="34" charset="0"/>
              </a:rPr>
              <a:t>21. Miscellaneous</a:t>
            </a:r>
            <a:r>
              <a:rPr lang="ja-JP" altLang="en-US" sz="2000">
                <a:solidFill>
                  <a:srgbClr val="FFFFFF"/>
                </a:solidFill>
                <a:latin typeface="Meiryo UI" panose="020B0604030504040204" pitchFamily="50" charset="-128"/>
                <a:ea typeface="Meiryo UI" panose="020B0604030504040204" pitchFamily="50" charset="-128"/>
                <a:cs typeface="Arial" pitchFamily="34" charset="0"/>
              </a:rPr>
              <a:t> </a:t>
            </a:r>
            <a:r>
              <a:rPr lang="en-US" altLang="ja-JP" sz="2000">
                <a:solidFill>
                  <a:srgbClr val="FFFFFF"/>
                </a:solidFill>
                <a:latin typeface="Meiryo UI" panose="020B0604030504040204" pitchFamily="50" charset="-128"/>
                <a:ea typeface="Meiryo UI" panose="020B0604030504040204" pitchFamily="50" charset="-128"/>
                <a:cs typeface="Arial" pitchFamily="34" charset="0"/>
              </a:rPr>
              <a:t>Guidelines</a:t>
            </a:r>
            <a:r>
              <a:rPr lang="ja-JP" altLang="en-US" sz="2000">
                <a:solidFill>
                  <a:srgbClr val="FFFFFF"/>
                </a:solidFill>
                <a:latin typeface="Meiryo UI" panose="020B0604030504040204" pitchFamily="50" charset="-128"/>
                <a:ea typeface="Meiryo UI" panose="020B0604030504040204" pitchFamily="50" charset="-128"/>
                <a:cs typeface="Arial" pitchFamily="34" charset="0"/>
              </a:rPr>
              <a:t> </a:t>
            </a:r>
            <a:r>
              <a:rPr lang="en-US" altLang="ja-JP" sz="2000">
                <a:solidFill>
                  <a:srgbClr val="FFFFFF"/>
                </a:solidFill>
                <a:latin typeface="Meiryo UI" panose="020B0604030504040204" pitchFamily="50" charset="-128"/>
                <a:ea typeface="Meiryo UI" panose="020B0604030504040204" pitchFamily="50" charset="-128"/>
                <a:cs typeface="Arial" pitchFamily="34" charset="0"/>
              </a:rPr>
              <a:t>(3/16)</a:t>
            </a:r>
            <a:endParaRPr lang="en-US" altLang="ja-JP" sz="1100">
              <a:solidFill>
                <a:srgbClr val="FFFFFF"/>
              </a:solidFill>
              <a:latin typeface="HGPｺﾞｼｯｸE" pitchFamily="50" charset="-128"/>
              <a:ea typeface="HGPｺﾞｼｯｸE" pitchFamily="50" charset="-128"/>
              <a:cs typeface="Arial" pitchFamily="34" charset="0"/>
            </a:endParaRPr>
          </a:p>
        </p:txBody>
      </p:sp>
    </p:spTree>
    <p:extLst>
      <p:ext uri="{BB962C8B-B14F-4D97-AF65-F5344CB8AC3E}">
        <p14:creationId xmlns:p14="http://schemas.microsoft.com/office/powerpoint/2010/main" val="2090444340"/>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3"/>
          <p:cNvSpPr>
            <a:spLocks noChangeArrowheads="1"/>
          </p:cNvSpPr>
          <p:nvPr/>
        </p:nvSpPr>
        <p:spPr bwMode="auto">
          <a:xfrm>
            <a:off x="34931" y="537688"/>
            <a:ext cx="8534304" cy="40318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en-US" altLang="ja-JP" sz="1800" b="1" u="sng" dirty="0">
                <a:latin typeface="Meiryo UI" panose="020B0604030504040204" pitchFamily="50" charset="-128"/>
                <a:ea typeface="Meiryo UI" panose="020B0604030504040204" pitchFamily="50" charset="-128"/>
                <a:cs typeface="Arial" pitchFamily="34" charset="0"/>
              </a:rPr>
              <a:t>Other</a:t>
            </a:r>
            <a:r>
              <a:rPr lang="ja-JP" altLang="en-US" sz="1800" b="1" u="sng" dirty="0">
                <a:latin typeface="Meiryo UI" panose="020B0604030504040204" pitchFamily="50" charset="-128"/>
                <a:ea typeface="Meiryo UI" panose="020B0604030504040204" pitchFamily="50" charset="-128"/>
                <a:cs typeface="Arial" pitchFamily="34" charset="0"/>
              </a:rPr>
              <a:t> </a:t>
            </a:r>
            <a:r>
              <a:rPr lang="en-US" altLang="ja-JP" sz="1800" b="1" u="sng" dirty="0">
                <a:latin typeface="Meiryo UI" panose="020B0604030504040204" pitchFamily="50" charset="-128"/>
                <a:ea typeface="Meiryo UI" panose="020B0604030504040204" pitchFamily="50" charset="-128"/>
                <a:cs typeface="Arial" pitchFamily="34" charset="0"/>
              </a:rPr>
              <a:t>Requirements, Correlation Items</a:t>
            </a:r>
            <a:endParaRPr lang="ja-JP" altLang="en-US" sz="1800" b="1" u="sng" dirty="0">
              <a:latin typeface="Meiryo UI" panose="020B0604030504040204" pitchFamily="50" charset="-128"/>
              <a:ea typeface="Meiryo UI" panose="020B0604030504040204" pitchFamily="50" charset="-128"/>
              <a:cs typeface="Arial" pitchFamily="34" charset="0"/>
            </a:endParaRPr>
          </a:p>
          <a:p>
            <a:pPr marL="552450" lvl="1" indent="-285750" algn="l">
              <a:buFontTx/>
              <a:buChar char="-"/>
            </a:pPr>
            <a:r>
              <a:rPr lang="en-US" altLang="ja-JP" sz="1400" dirty="0">
                <a:latin typeface="Meiryo UI" panose="020B0604030504040204" pitchFamily="50" charset="-128"/>
                <a:ea typeface="Meiryo UI" panose="020B0604030504040204" pitchFamily="50" charset="-128"/>
                <a:cs typeface="Arial" pitchFamily="34" charset="0"/>
              </a:rPr>
              <a:t>Honda operating tests</a:t>
            </a:r>
            <a:br>
              <a:rPr lang="en-US" altLang="ja-JP" sz="1400" dirty="0">
                <a:latin typeface="Meiryo UI" panose="020B0604030504040204" pitchFamily="50" charset="-128"/>
                <a:ea typeface="Meiryo UI" panose="020B0604030504040204" pitchFamily="50" charset="-128"/>
                <a:cs typeface="Arial" pitchFamily="34" charset="0"/>
              </a:rPr>
            </a:br>
            <a:r>
              <a:rPr lang="en-US" altLang="ja-JP" sz="1400" dirty="0">
                <a:latin typeface="Meiryo UI" panose="020B0604030504040204" pitchFamily="50" charset="-128"/>
                <a:ea typeface="Meiryo UI" panose="020B0604030504040204" pitchFamily="50" charset="-128"/>
                <a:cs typeface="Arial" pitchFamily="34" charset="0"/>
              </a:rPr>
              <a:t>If there are any test which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dirty="0">
                <a:latin typeface="Meiryo UI" panose="020B0604030504040204" pitchFamily="50" charset="-128"/>
                <a:ea typeface="Meiryo UI" panose="020B0604030504040204" pitchFamily="50" charset="-128"/>
                <a:cs typeface="Arial" pitchFamily="34" charset="0"/>
              </a:rPr>
              <a:t> can not conduct, Honda will performs. In that case,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dirty="0">
                <a:latin typeface="Meiryo UI" panose="020B0604030504040204" pitchFamily="50" charset="-128"/>
                <a:ea typeface="Meiryo UI" panose="020B0604030504040204" pitchFamily="50" charset="-128"/>
                <a:cs typeface="Arial" pitchFamily="34" charset="0"/>
              </a:rPr>
              <a:t> has to inform Honda of necessary items for Honda to perform in advance, basically within 3 months after Kick-off meeting. Example; </a:t>
            </a:r>
          </a:p>
          <a:p>
            <a:pPr marL="1009650" lvl="2" indent="-285750" algn="l">
              <a:buFontTx/>
              <a:buChar char="-"/>
            </a:pPr>
            <a:r>
              <a:rPr lang="en-US" altLang="ja-JP" sz="1400" dirty="0">
                <a:latin typeface="Meiryo UI" panose="020B0604030504040204" pitchFamily="50" charset="-128"/>
                <a:ea typeface="Meiryo UI" panose="020B0604030504040204" pitchFamily="50" charset="-128"/>
                <a:cs typeface="Arial" pitchFamily="34" charset="0"/>
              </a:rPr>
              <a:t>Countermeasure for radio noise</a:t>
            </a:r>
            <a:br>
              <a:rPr lang="en-US" altLang="ja-JP" sz="1400" dirty="0">
                <a:latin typeface="Meiryo UI" panose="020B0604030504040204" pitchFamily="50" charset="-128"/>
                <a:ea typeface="Meiryo UI" panose="020B0604030504040204" pitchFamily="50" charset="-128"/>
                <a:cs typeface="Arial" pitchFamily="34" charset="0"/>
              </a:rPr>
            </a:br>
            <a:r>
              <a:rPr lang="en-US" altLang="ja-JP" sz="1400" dirty="0">
                <a:latin typeface="Meiryo UI" panose="020B0604030504040204" pitchFamily="50" charset="-128"/>
                <a:ea typeface="Meiryo UI" panose="020B0604030504040204" pitchFamily="50" charset="-128"/>
                <a:cs typeface="Arial" pitchFamily="34" charset="0"/>
              </a:rPr>
              <a:t>Countermeasure for vehicle-durability(lust, rough road)</a:t>
            </a:r>
            <a:br>
              <a:rPr lang="en-US" altLang="ja-JP" sz="1400" dirty="0">
                <a:latin typeface="Meiryo UI" panose="020B0604030504040204" pitchFamily="50" charset="-128"/>
                <a:ea typeface="Meiryo UI" panose="020B0604030504040204" pitchFamily="50" charset="-128"/>
                <a:cs typeface="Arial" pitchFamily="34" charset="0"/>
              </a:rPr>
            </a:br>
            <a:r>
              <a:rPr lang="en-US" altLang="ja-JP" sz="1400" dirty="0">
                <a:latin typeface="Meiryo UI" panose="020B0604030504040204" pitchFamily="50" charset="-128"/>
                <a:ea typeface="Meiryo UI" panose="020B0604030504040204" pitchFamily="50" charset="-128"/>
                <a:cs typeface="Arial" pitchFamily="34" charset="0"/>
              </a:rPr>
              <a:t>Countermeasure for crash safety, etc.</a:t>
            </a:r>
            <a:br>
              <a:rPr lang="en-US" altLang="ja-JP" sz="1400" dirty="0">
                <a:latin typeface="Meiryo UI" panose="020B0604030504040204" pitchFamily="50" charset="-128"/>
                <a:ea typeface="Meiryo UI" panose="020B0604030504040204" pitchFamily="50" charset="-128"/>
                <a:cs typeface="Arial" pitchFamily="34" charset="0"/>
              </a:rPr>
            </a:br>
            <a:r>
              <a:rPr lang="en-US" altLang="ja-JP" sz="1400" dirty="0">
                <a:latin typeface="Meiryo UI" panose="020B0604030504040204" pitchFamily="50" charset="-128"/>
                <a:ea typeface="Meiryo UI" panose="020B0604030504040204" pitchFamily="50" charset="-128"/>
                <a:cs typeface="Arial" pitchFamily="34" charset="0"/>
              </a:rPr>
              <a:t>Altitude form sea level to up to 2500m high. </a:t>
            </a:r>
          </a:p>
          <a:p>
            <a:pPr marL="1009650" lvl="2" indent="-285750" algn="l">
              <a:buFontTx/>
              <a:buChar char="-"/>
            </a:pPr>
            <a:r>
              <a:rPr lang="en-US" altLang="ja-JP" sz="1400" dirty="0">
                <a:latin typeface="Meiryo UI" panose="020B0604030504040204" pitchFamily="50" charset="-128"/>
                <a:ea typeface="Meiryo UI" panose="020B0604030504040204" pitchFamily="50" charset="-128"/>
                <a:cs typeface="Arial" pitchFamily="34" charset="0"/>
              </a:rPr>
              <a:t>Temp. from minimum -28 </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and up to +35 </a:t>
            </a:r>
            <a:r>
              <a:rPr lang="ja-JP" altLang="en-US" sz="1400" dirty="0">
                <a:latin typeface="Meiryo UI" panose="020B0604030504040204" pitchFamily="50" charset="-128"/>
                <a:ea typeface="Meiryo UI" panose="020B0604030504040204" pitchFamily="50" charset="-128"/>
                <a:cs typeface="Arial" pitchFamily="34" charset="0"/>
              </a:rPr>
              <a:t>℃</a:t>
            </a:r>
            <a:r>
              <a:rPr lang="en-US" altLang="ja-JP" sz="1400" dirty="0">
                <a:latin typeface="Meiryo UI" panose="020B0604030504040204" pitchFamily="50" charset="-128"/>
                <a:ea typeface="Meiryo UI" panose="020B0604030504040204" pitchFamily="50" charset="-128"/>
                <a:cs typeface="Arial" pitchFamily="34" charset="0"/>
              </a:rPr>
              <a:t>, Humidity control not available. </a:t>
            </a:r>
          </a:p>
          <a:p>
            <a:pPr marL="1009650" lvl="2" indent="-285750" algn="l">
              <a:buFontTx/>
              <a:buChar char="-"/>
            </a:pPr>
            <a:r>
              <a:rPr lang="en-US" altLang="ja-JP" sz="1400" dirty="0">
                <a:latin typeface="Meiryo UI" panose="020B0604030504040204" pitchFamily="50" charset="-128"/>
                <a:ea typeface="Meiryo UI" panose="020B0604030504040204" pitchFamily="50" charset="-128"/>
                <a:cs typeface="Arial" pitchFamily="34" charset="0"/>
              </a:rPr>
              <a:t>Simulation tests and calibration activities for altitudes higher than 2500m to be performed at Honda facility Low pressure chamber. Execution of tests done by Honda, evaluation and test specification done by Bosch. </a:t>
            </a:r>
          </a:p>
          <a:p>
            <a:pPr marL="538163" lvl="2" indent="-285750" algn="l">
              <a:buFontTx/>
              <a:buChar char="-"/>
            </a:pPr>
            <a:r>
              <a:rPr lang="en-US" altLang="ja-JP" sz="1400" dirty="0">
                <a:latin typeface="Meiryo UI" panose="020B0604030504040204" pitchFamily="50" charset="-128"/>
                <a:ea typeface="Meiryo UI" panose="020B0604030504040204" pitchFamily="50" charset="-128"/>
                <a:cs typeface="Arial" pitchFamily="34" charset="0"/>
              </a:rPr>
              <a:t>When Honda conducts durability test /bench test, Honda sends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solidFill>
                  <a:srgbClr val="0000FF"/>
                </a:solidFill>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EMS parts for analysis after test.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dirty="0">
                <a:latin typeface="Meiryo UI" panose="020B0604030504040204" pitchFamily="50" charset="-128"/>
                <a:ea typeface="Meiryo UI" panose="020B0604030504040204" pitchFamily="50" charset="-128"/>
                <a:cs typeface="Arial" pitchFamily="34" charset="0"/>
              </a:rPr>
              <a:t> will analysis and report to Honda by agreed due date.</a:t>
            </a:r>
          </a:p>
          <a:p>
            <a:pPr marL="538163" lvl="2" indent="-285750" algn="l">
              <a:buFontTx/>
              <a:buChar char="-"/>
            </a:pPr>
            <a:r>
              <a:rPr lang="en-US" altLang="ja-JP" sz="1400" dirty="0">
                <a:latin typeface="Meiryo UI" panose="020B0604030504040204" pitchFamily="50" charset="-128"/>
                <a:ea typeface="Meiryo UI" panose="020B0604030504040204" pitchFamily="50" charset="-128"/>
                <a:cs typeface="Arial" pitchFamily="34" charset="0"/>
              </a:rPr>
              <a:t>For the tests conducted by Honda, the cost description</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shall be described in the SOW.</a:t>
            </a:r>
          </a:p>
          <a:p>
            <a:pPr marL="538163" lvl="2" indent="-285750" algn="l">
              <a:buFontTx/>
              <a:buChar char="-"/>
            </a:pPr>
            <a:r>
              <a:rPr lang="en-US" altLang="ja-JP" sz="1400" dirty="0">
                <a:latin typeface="Meiryo UI" panose="020B0604030504040204" pitchFamily="50" charset="-128"/>
                <a:ea typeface="Meiryo UI" panose="020B0604030504040204" pitchFamily="50" charset="-128"/>
                <a:cs typeface="Arial" pitchFamily="34" charset="0"/>
              </a:rPr>
              <a:t>The cost of rework for tests conducted at Honda facility shall be discussed separately and</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described in the boundary condition.</a:t>
            </a:r>
          </a:p>
        </p:txBody>
      </p:sp>
      <p:sp>
        <p:nvSpPr>
          <p:cNvPr id="5" name="Text Box 2"/>
          <p:cNvSpPr txBox="1">
            <a:spLocks noChangeArrowheads="1"/>
          </p:cNvSpPr>
          <p:nvPr/>
        </p:nvSpPr>
        <p:spPr bwMode="auto">
          <a:xfrm>
            <a:off x="250829" y="44451"/>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2000">
                <a:solidFill>
                  <a:srgbClr val="FFFFFF"/>
                </a:solidFill>
                <a:latin typeface="Meiryo UI" panose="020B0604030504040204" pitchFamily="50" charset="-128"/>
                <a:ea typeface="Meiryo UI" panose="020B0604030504040204" pitchFamily="50" charset="-128"/>
                <a:cs typeface="Arial" pitchFamily="34" charset="0"/>
              </a:rPr>
              <a:t>21. Miscellaneous</a:t>
            </a:r>
            <a:r>
              <a:rPr lang="ja-JP" altLang="en-US" sz="2000">
                <a:solidFill>
                  <a:srgbClr val="FFFFFF"/>
                </a:solidFill>
                <a:latin typeface="Meiryo UI" panose="020B0604030504040204" pitchFamily="50" charset="-128"/>
                <a:ea typeface="Meiryo UI" panose="020B0604030504040204" pitchFamily="50" charset="-128"/>
                <a:cs typeface="Arial" pitchFamily="34" charset="0"/>
              </a:rPr>
              <a:t> </a:t>
            </a:r>
            <a:r>
              <a:rPr lang="en-US" altLang="ja-JP" sz="2000">
                <a:solidFill>
                  <a:srgbClr val="FFFFFF"/>
                </a:solidFill>
                <a:latin typeface="Meiryo UI" panose="020B0604030504040204" pitchFamily="50" charset="-128"/>
                <a:ea typeface="Meiryo UI" panose="020B0604030504040204" pitchFamily="50" charset="-128"/>
                <a:cs typeface="Arial" pitchFamily="34" charset="0"/>
              </a:rPr>
              <a:t>Guidelines</a:t>
            </a:r>
            <a:r>
              <a:rPr lang="ja-JP" altLang="en-US" sz="2000">
                <a:solidFill>
                  <a:srgbClr val="FFFFFF"/>
                </a:solidFill>
                <a:latin typeface="Meiryo UI" panose="020B0604030504040204" pitchFamily="50" charset="-128"/>
                <a:ea typeface="Meiryo UI" panose="020B0604030504040204" pitchFamily="50" charset="-128"/>
                <a:cs typeface="Arial" pitchFamily="34" charset="0"/>
              </a:rPr>
              <a:t> </a:t>
            </a:r>
            <a:r>
              <a:rPr lang="en-US" altLang="ja-JP" sz="2000">
                <a:solidFill>
                  <a:srgbClr val="FFFFFF"/>
                </a:solidFill>
                <a:latin typeface="Meiryo UI" panose="020B0604030504040204" pitchFamily="50" charset="-128"/>
                <a:ea typeface="Meiryo UI" panose="020B0604030504040204" pitchFamily="50" charset="-128"/>
                <a:cs typeface="Arial" pitchFamily="34" charset="0"/>
              </a:rPr>
              <a:t>(4/16)</a:t>
            </a:r>
            <a:endParaRPr lang="en-US" altLang="ja-JP" sz="1100">
              <a:solidFill>
                <a:srgbClr val="FFFFFF"/>
              </a:solidFill>
              <a:latin typeface="HGPｺﾞｼｯｸE" pitchFamily="50" charset="-128"/>
              <a:ea typeface="HGPｺﾞｼｯｸE" pitchFamily="50" charset="-128"/>
              <a:cs typeface="Arial" pitchFamily="34" charset="0"/>
            </a:endParaRPr>
          </a:p>
        </p:txBody>
      </p:sp>
    </p:spTree>
    <p:extLst>
      <p:ext uri="{BB962C8B-B14F-4D97-AF65-F5344CB8AC3E}">
        <p14:creationId xmlns:p14="http://schemas.microsoft.com/office/powerpoint/2010/main" val="239653549"/>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3"/>
          <p:cNvSpPr>
            <a:spLocks noChangeArrowheads="1"/>
          </p:cNvSpPr>
          <p:nvPr/>
        </p:nvSpPr>
        <p:spPr bwMode="auto">
          <a:xfrm>
            <a:off x="226295" y="537688"/>
            <a:ext cx="9000835" cy="33624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ts val="300"/>
              </a:spcBef>
            </a:pPr>
            <a:r>
              <a:rPr lang="ja-JP" altLang="en-US" sz="1800" b="1" u="sng" dirty="0">
                <a:latin typeface="Meiryo UI" panose="020B0604030504040204" pitchFamily="50" charset="-128"/>
                <a:ea typeface="Meiryo UI" panose="020B0604030504040204" pitchFamily="50" charset="-128"/>
              </a:rPr>
              <a:t>その他の要求・調整項目</a:t>
            </a:r>
            <a:endParaRPr lang="en-US" altLang="ja-JP" sz="1800" b="1" u="sng" dirty="0">
              <a:latin typeface="Meiryo UI" panose="020B0604030504040204" pitchFamily="50" charset="-128"/>
              <a:ea typeface="Meiryo UI" panose="020B0604030504040204" pitchFamily="50" charset="-128"/>
            </a:endParaRPr>
          </a:p>
          <a:p>
            <a:pPr marL="344488" lvl="1" algn="l">
              <a:spcBef>
                <a:spcPts val="300"/>
              </a:spcBef>
            </a:pPr>
            <a:r>
              <a:rPr lang="en-US" altLang="ja-JP" sz="1400" dirty="0">
                <a:latin typeface="Meiryo UI" panose="020B0604030504040204" pitchFamily="50" charset="-128"/>
                <a:ea typeface="Meiryo UI" panose="020B0604030504040204" pitchFamily="50" charset="-128"/>
              </a:rPr>
              <a:t>Honda</a:t>
            </a:r>
            <a:r>
              <a:rPr lang="ja-JP" altLang="en-US" sz="1400" dirty="0">
                <a:latin typeface="Meiryo UI" panose="020B0604030504040204" pitchFamily="50" charset="-128"/>
                <a:ea typeface="Meiryo UI" panose="020B0604030504040204" pitchFamily="50" charset="-128"/>
              </a:rPr>
              <a:t>実施テスト</a:t>
            </a:r>
            <a:br>
              <a:rPr lang="en-US" altLang="ja-JP" sz="1400" dirty="0">
                <a:latin typeface="Meiryo UI" panose="020B0604030504040204" pitchFamily="50" charset="-128"/>
                <a:ea typeface="Meiryo UI" panose="020B0604030504040204" pitchFamily="50" charset="-128"/>
              </a:rPr>
            </a:br>
            <a:r>
              <a:rPr lang="ja-JP" altLang="en-US" sz="1400" dirty="0">
                <a:latin typeface="Meiryo UI" panose="020B0604030504040204" pitchFamily="50" charset="-128"/>
                <a:ea typeface="Meiryo UI" panose="020B0604030504040204" pitchFamily="50" charset="-128"/>
              </a:rPr>
              <a:t>要求仕様書で委託したテストに於いて</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latin typeface="Meiryo UI" panose="020B0604030504040204" pitchFamily="50" charset="-128"/>
                <a:ea typeface="Meiryo UI" panose="020B0604030504040204" pitchFamily="50" charset="-128"/>
              </a:rPr>
              <a:t>で受託出来ないテスト項目については</a:t>
            </a:r>
            <a:r>
              <a:rPr lang="en-US" altLang="ja-JP" sz="1400" dirty="0">
                <a:latin typeface="Meiryo UI" panose="020B0604030504040204" pitchFamily="50" charset="-128"/>
                <a:ea typeface="Meiryo UI" panose="020B0604030504040204" pitchFamily="50" charset="-128"/>
              </a:rPr>
              <a:t>Honda</a:t>
            </a:r>
            <a:r>
              <a:rPr lang="ja-JP" altLang="en-US" sz="1400" dirty="0">
                <a:latin typeface="Meiryo UI" panose="020B0604030504040204" pitchFamily="50" charset="-128"/>
                <a:ea typeface="Meiryo UI" panose="020B0604030504040204" pitchFamily="50" charset="-128"/>
              </a:rPr>
              <a:t>で実施する為、</a:t>
            </a:r>
            <a:br>
              <a:rPr lang="en-US" altLang="ja-JP" sz="1400" dirty="0">
                <a:latin typeface="Meiryo UI" panose="020B0604030504040204" pitchFamily="50" charset="-128"/>
                <a:ea typeface="Meiryo UI" panose="020B0604030504040204" pitchFamily="50" charset="-128"/>
              </a:rPr>
            </a:br>
            <a:r>
              <a:rPr lang="ja-JP" altLang="en-US" sz="1400" dirty="0">
                <a:latin typeface="Meiryo UI" panose="020B0604030504040204" pitchFamily="50" charset="-128"/>
                <a:ea typeface="Meiryo UI" panose="020B0604030504040204" pitchFamily="50" charset="-128"/>
              </a:rPr>
              <a:t>開発初期段階でその旨を打ち上げのこと。（</a:t>
            </a:r>
            <a:r>
              <a:rPr lang="en-US" altLang="ja-JP" sz="1400" dirty="0">
                <a:latin typeface="Meiryo UI" panose="020B0604030504040204" pitchFamily="50" charset="-128"/>
                <a:ea typeface="Meiryo UI" panose="020B0604030504040204" pitchFamily="50" charset="-128"/>
              </a:rPr>
              <a:t>Kick-off </a:t>
            </a:r>
            <a:r>
              <a:rPr lang="ja-JP" altLang="en-US" sz="1400" dirty="0">
                <a:latin typeface="Meiryo UI" panose="020B0604030504040204" pitchFamily="50" charset="-128"/>
                <a:ea typeface="Meiryo UI" panose="020B0604030504040204" pitchFamily="50" charset="-128"/>
              </a:rPr>
              <a:t>後</a:t>
            </a:r>
            <a:r>
              <a:rPr lang="en-US" altLang="ja-JP" sz="1400" dirty="0">
                <a:latin typeface="Meiryo UI" panose="020B0604030504040204" pitchFamily="50" charset="-128"/>
                <a:ea typeface="Meiryo UI" panose="020B0604030504040204" pitchFamily="50" charset="-128"/>
              </a:rPr>
              <a:t>3</a:t>
            </a:r>
            <a:r>
              <a:rPr lang="ja-JP" altLang="en-US" sz="1400" dirty="0">
                <a:latin typeface="Meiryo UI" panose="020B0604030504040204" pitchFamily="50" charset="-128"/>
                <a:ea typeface="Meiryo UI" panose="020B0604030504040204" pitchFamily="50" charset="-128"/>
              </a:rPr>
              <a:t>ヶ月以内）</a:t>
            </a:r>
            <a:endParaRPr lang="en-US" altLang="ja-JP" sz="1400" dirty="0">
              <a:latin typeface="Meiryo UI" panose="020B0604030504040204" pitchFamily="50" charset="-128"/>
              <a:ea typeface="Meiryo UI" panose="020B0604030504040204" pitchFamily="50" charset="-128"/>
            </a:endParaRPr>
          </a:p>
          <a:p>
            <a:pPr marL="627063" lvl="1" indent="-9525" algn="l">
              <a:spcBef>
                <a:spcPts val="300"/>
              </a:spcBef>
            </a:pPr>
            <a:r>
              <a:rPr lang="en-US" altLang="ja-JP" sz="1400" dirty="0">
                <a:latin typeface="Meiryo UI" panose="020B0604030504040204" pitchFamily="50" charset="-128"/>
                <a:ea typeface="Meiryo UI" panose="020B0604030504040204" pitchFamily="50" charset="-128"/>
              </a:rPr>
              <a:t>	</a:t>
            </a:r>
            <a:r>
              <a:rPr lang="ja-JP" altLang="en-US" sz="1400" dirty="0">
                <a:latin typeface="Meiryo UI" panose="020B0604030504040204" pitchFamily="50" charset="-128"/>
                <a:ea typeface="Meiryo UI" panose="020B0604030504040204" pitchFamily="50" charset="-128"/>
              </a:rPr>
              <a:t>例：</a:t>
            </a:r>
            <a:r>
              <a:rPr lang="en-US" altLang="ja-JP" sz="1400" dirty="0">
                <a:latin typeface="Meiryo UI" panose="020B0604030504040204" pitchFamily="50" charset="-128"/>
                <a:ea typeface="Meiryo UI" panose="020B0604030504040204" pitchFamily="50" charset="-128"/>
              </a:rPr>
              <a:t>Bosch</a:t>
            </a:r>
            <a:r>
              <a:rPr lang="ja-JP" altLang="en-US" sz="1400" dirty="0">
                <a:latin typeface="Meiryo UI" panose="020B0604030504040204" pitchFamily="50" charset="-128"/>
                <a:ea typeface="Meiryo UI" panose="020B0604030504040204" pitchFamily="50" charset="-128"/>
              </a:rPr>
              <a:t>が受託出来ない項目</a:t>
            </a:r>
            <a:br>
              <a:rPr lang="en-US" altLang="ja-JP" sz="1400" dirty="0">
                <a:latin typeface="Meiryo UI" panose="020B0604030504040204" pitchFamily="50" charset="-128"/>
                <a:ea typeface="Meiryo UI" panose="020B0604030504040204" pitchFamily="50" charset="-128"/>
              </a:rPr>
            </a:br>
            <a:r>
              <a:rPr lang="en-US" altLang="ja-JP" sz="1400" dirty="0">
                <a:latin typeface="Meiryo UI" panose="020B0604030504040204" pitchFamily="50" charset="-128"/>
                <a:ea typeface="Meiryo UI" panose="020B0604030504040204" pitchFamily="50" charset="-128"/>
              </a:rPr>
              <a:t>	-</a:t>
            </a:r>
            <a:r>
              <a:rPr lang="ja-JP" altLang="en-US" sz="1400" dirty="0">
                <a:latin typeface="Meiryo UI" panose="020B0604030504040204" pitchFamily="50" charset="-128"/>
                <a:ea typeface="Meiryo UI" panose="020B0604030504040204" pitchFamily="50" charset="-128"/>
              </a:rPr>
              <a:t> 電波障害対策</a:t>
            </a:r>
            <a:br>
              <a:rPr lang="en-US" altLang="ja-JP" sz="1400" dirty="0">
                <a:latin typeface="Meiryo UI" panose="020B0604030504040204" pitchFamily="50" charset="-128"/>
                <a:ea typeface="Meiryo UI" panose="020B0604030504040204" pitchFamily="50" charset="-128"/>
              </a:rPr>
            </a:br>
            <a:r>
              <a:rPr lang="en-US" altLang="ja-JP" sz="1400" dirty="0">
                <a:latin typeface="Meiryo UI" panose="020B0604030504040204" pitchFamily="50" charset="-128"/>
                <a:ea typeface="Meiryo UI" panose="020B0604030504040204" pitchFamily="50" charset="-128"/>
              </a:rPr>
              <a:t>	-</a:t>
            </a:r>
            <a:r>
              <a:rPr lang="ja-JP" altLang="en-US" sz="1400" dirty="0">
                <a:latin typeface="Meiryo UI" panose="020B0604030504040204" pitchFamily="50" charset="-128"/>
                <a:ea typeface="Meiryo UI" panose="020B0604030504040204" pitchFamily="50" charset="-128"/>
              </a:rPr>
              <a:t> 実走耐久対策（錆耐久、悪路耐久）</a:t>
            </a:r>
            <a:br>
              <a:rPr lang="en-US" altLang="ja-JP" sz="1400" dirty="0">
                <a:latin typeface="Meiryo UI" panose="020B0604030504040204" pitchFamily="50" charset="-128"/>
                <a:ea typeface="Meiryo UI" panose="020B0604030504040204" pitchFamily="50" charset="-128"/>
              </a:rPr>
            </a:br>
            <a:r>
              <a:rPr lang="en-US" altLang="ja-JP" sz="1400" dirty="0">
                <a:latin typeface="Meiryo UI" panose="020B0604030504040204" pitchFamily="50" charset="-128"/>
                <a:ea typeface="Meiryo UI" panose="020B0604030504040204" pitchFamily="50" charset="-128"/>
              </a:rPr>
              <a:t>	-</a:t>
            </a:r>
            <a:r>
              <a:rPr lang="ja-JP" altLang="en-US" sz="1400" dirty="0">
                <a:latin typeface="Meiryo UI" panose="020B0604030504040204" pitchFamily="50" charset="-128"/>
                <a:ea typeface="Meiryo UI" panose="020B0604030504040204" pitchFamily="50" charset="-128"/>
              </a:rPr>
              <a:t> 衝突安全対策 </a:t>
            </a:r>
            <a:r>
              <a:rPr lang="en-US" altLang="ja-JP" sz="1400" dirty="0">
                <a:latin typeface="Meiryo UI" panose="020B0604030504040204" pitchFamily="50" charset="-128"/>
                <a:ea typeface="Meiryo UI" panose="020B0604030504040204" pitchFamily="50" charset="-128"/>
              </a:rPr>
              <a:t>etc.</a:t>
            </a:r>
          </a:p>
          <a:p>
            <a:pPr marL="627063" lvl="1" indent="-9525" algn="l">
              <a:spcBef>
                <a:spcPts val="300"/>
              </a:spcBef>
            </a:pPr>
            <a:r>
              <a:rPr lang="en-US" altLang="ja-JP" sz="1400" dirty="0">
                <a:latin typeface="Meiryo UI" panose="020B0604030504040204" pitchFamily="50" charset="-128"/>
                <a:ea typeface="Meiryo UI" panose="020B0604030504040204" pitchFamily="50" charset="-128"/>
              </a:rPr>
              <a:t>     - </a:t>
            </a:r>
            <a:r>
              <a:rPr lang="ja-JP" altLang="en-US" sz="1400" dirty="0">
                <a:latin typeface="Meiryo UI" panose="020B0604030504040204" pitchFamily="50" charset="-128"/>
                <a:ea typeface="Meiryo UI" panose="020B0604030504040204" pitchFamily="50" charset="-128"/>
              </a:rPr>
              <a:t>高地条件</a:t>
            </a:r>
            <a:r>
              <a:rPr lang="en-US" altLang="ja-JP" sz="1400" dirty="0">
                <a:latin typeface="Meiryo UI" panose="020B0604030504040204" pitchFamily="50" charset="-128"/>
                <a:ea typeface="Meiryo UI" panose="020B0604030504040204" pitchFamily="50" charset="-128"/>
              </a:rPr>
              <a:t>2500m</a:t>
            </a:r>
            <a:r>
              <a:rPr lang="ja-JP" altLang="en-US" sz="1400" dirty="0">
                <a:latin typeface="Meiryo UI" panose="020B0604030504040204" pitchFamily="50" charset="-128"/>
                <a:ea typeface="Meiryo UI" panose="020B0604030504040204" pitchFamily="50" charset="-128"/>
              </a:rPr>
              <a:t>以上（</a:t>
            </a:r>
            <a:r>
              <a:rPr lang="en-US" altLang="ja-JP" sz="1400" dirty="0">
                <a:latin typeface="Meiryo UI" panose="020B0604030504040204" pitchFamily="50" charset="-128"/>
                <a:ea typeface="Meiryo UI" panose="020B0604030504040204" pitchFamily="50" charset="-128"/>
              </a:rPr>
              <a:t>2500m</a:t>
            </a:r>
            <a:r>
              <a:rPr lang="ja-JP" altLang="en-US" sz="1400" dirty="0">
                <a:latin typeface="Meiryo UI" panose="020B0604030504040204" pitchFamily="50" charset="-128"/>
                <a:ea typeface="Meiryo UI" panose="020B0604030504040204" pitchFamily="50" charset="-128"/>
              </a:rPr>
              <a:t>以上の試験は、</a:t>
            </a:r>
            <a:r>
              <a:rPr lang="en-US" altLang="ja-JP" sz="1400" dirty="0">
                <a:latin typeface="Meiryo UI" panose="020B0604030504040204" pitchFamily="50" charset="-128"/>
                <a:ea typeface="Meiryo UI" panose="020B0604030504040204" pitchFamily="50" charset="-128"/>
              </a:rPr>
              <a:t>Honda</a:t>
            </a:r>
            <a:r>
              <a:rPr lang="ja-JP" altLang="en-US" sz="1400" dirty="0">
                <a:latin typeface="Meiryo UI" panose="020B0604030504040204" pitchFamily="50" charset="-128"/>
                <a:ea typeface="Meiryo UI" panose="020B0604030504040204" pitchFamily="50" charset="-128"/>
              </a:rPr>
              <a:t>設備を借用し、実施する）</a:t>
            </a:r>
            <a:endParaRPr lang="en-US" altLang="ja-JP" sz="1400" dirty="0">
              <a:latin typeface="Meiryo UI" panose="020B0604030504040204" pitchFamily="50" charset="-128"/>
              <a:ea typeface="Meiryo UI" panose="020B0604030504040204" pitchFamily="50" charset="-128"/>
            </a:endParaRPr>
          </a:p>
          <a:p>
            <a:pPr marL="627063" lvl="1" indent="-9525" algn="l">
              <a:spcBef>
                <a:spcPts val="300"/>
              </a:spcBef>
            </a:pPr>
            <a:r>
              <a:rPr lang="ja-JP" altLang="en-US" sz="1400" dirty="0">
                <a:latin typeface="Meiryo UI" panose="020B0604030504040204" pitchFamily="50" charset="-128"/>
                <a:ea typeface="Meiryo UI" panose="020B0604030504040204" pitchFamily="50" charset="-128"/>
              </a:rPr>
              <a:t>  　</a:t>
            </a:r>
            <a:r>
              <a:rPr lang="en-US" altLang="ja-JP" sz="1400" dirty="0">
                <a:latin typeface="Meiryo UI" panose="020B0604030504040204" pitchFamily="50" charset="-128"/>
                <a:ea typeface="Meiryo UI" panose="020B0604030504040204" pitchFamily="50" charset="-128"/>
              </a:rPr>
              <a:t>- </a:t>
            </a:r>
            <a:r>
              <a:rPr lang="ja-JP" altLang="en-US" sz="1400" dirty="0">
                <a:latin typeface="Meiryo UI" panose="020B0604030504040204" pitchFamily="50" charset="-128"/>
                <a:ea typeface="Meiryo UI" panose="020B0604030504040204" pitchFamily="50" charset="-128"/>
              </a:rPr>
              <a:t>温度条件 </a:t>
            </a:r>
            <a:r>
              <a:rPr lang="en-US" altLang="ja-JP" sz="1400" dirty="0">
                <a:latin typeface="Meiryo UI" panose="020B0604030504040204" pitchFamily="50" charset="-128"/>
                <a:ea typeface="Meiryo UI" panose="020B0604030504040204" pitchFamily="50" charset="-128"/>
              </a:rPr>
              <a:t>-28</a:t>
            </a:r>
            <a:r>
              <a:rPr lang="ja-JP" altLang="en-US" sz="1400" dirty="0">
                <a:latin typeface="Meiryo UI" panose="020B0604030504040204" pitchFamily="50" charset="-128"/>
                <a:ea typeface="Meiryo UI" panose="020B0604030504040204" pitchFamily="50" charset="-128"/>
              </a:rPr>
              <a:t>℃～</a:t>
            </a:r>
            <a:r>
              <a:rPr lang="en-US" altLang="ja-JP" sz="1400" dirty="0">
                <a:latin typeface="Meiryo UI" panose="020B0604030504040204" pitchFamily="50" charset="-128"/>
                <a:ea typeface="Meiryo UI" panose="020B0604030504040204" pitchFamily="50" charset="-128"/>
              </a:rPr>
              <a:t>+35</a:t>
            </a:r>
            <a:r>
              <a:rPr lang="ja-JP" altLang="en-US" sz="1400" dirty="0">
                <a:latin typeface="Meiryo UI" panose="020B0604030504040204" pitchFamily="50" charset="-128"/>
                <a:ea typeface="Meiryo UI" panose="020B0604030504040204" pitchFamily="50" charset="-128"/>
              </a:rPr>
              <a:t>℃以外、及び湿度ｺﾝﾄﾛｰﾙ設備が無い為、借用し実施する</a:t>
            </a:r>
            <a:endParaRPr lang="en-US" altLang="ja-JP" sz="1400" dirty="0">
              <a:latin typeface="Meiryo UI" panose="020B0604030504040204" pitchFamily="50" charset="-128"/>
              <a:ea typeface="Meiryo UI" panose="020B0604030504040204" pitchFamily="50" charset="-128"/>
            </a:endParaRPr>
          </a:p>
          <a:p>
            <a:pPr marL="169863" indent="-9525" algn="l">
              <a:spcBef>
                <a:spcPts val="300"/>
              </a:spcBef>
            </a:pPr>
            <a:r>
              <a:rPr lang="ja-JP" altLang="en-US" sz="1400" dirty="0">
                <a:latin typeface="Meiryo UI" panose="020B0604030504040204" pitchFamily="50" charset="-128"/>
                <a:ea typeface="Meiryo UI" panose="020B0604030504040204" pitchFamily="50" charset="-128"/>
              </a:rPr>
              <a:t>　　</a:t>
            </a:r>
            <a:r>
              <a:rPr lang="en-US" altLang="ja-JP" sz="1400" dirty="0">
                <a:latin typeface="Meiryo UI" panose="020B0604030504040204" pitchFamily="50" charset="-128"/>
                <a:ea typeface="Meiryo UI" panose="020B0604030504040204" pitchFamily="50" charset="-128"/>
              </a:rPr>
              <a:t>Honda</a:t>
            </a:r>
            <a:r>
              <a:rPr lang="ja-JP" altLang="en-US" sz="1400" dirty="0">
                <a:latin typeface="Meiryo UI" panose="020B0604030504040204" pitchFamily="50" charset="-128"/>
                <a:ea typeface="Meiryo UI" panose="020B0604030504040204" pitchFamily="50" charset="-128"/>
              </a:rPr>
              <a:t>で行った耐久テスト・ベンチテストの</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dirty="0">
                <a:latin typeface="Meiryo UI" panose="020B0604030504040204" pitchFamily="50" charset="-128"/>
                <a:ea typeface="Meiryo UI" panose="020B0604030504040204" pitchFamily="50" charset="-128"/>
              </a:rPr>
              <a:t> EMS</a:t>
            </a:r>
            <a:r>
              <a:rPr lang="ja-JP" altLang="en-US" sz="1400" dirty="0">
                <a:latin typeface="Meiryo UI" panose="020B0604030504040204" pitchFamily="50" charset="-128"/>
                <a:ea typeface="Meiryo UI" panose="020B0604030504040204" pitchFamily="50" charset="-128"/>
              </a:rPr>
              <a:t>部品解析に際しては、</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latin typeface="Meiryo UI" panose="020B0604030504040204" pitchFamily="50" charset="-128"/>
                <a:ea typeface="Meiryo UI" panose="020B0604030504040204" pitchFamily="50" charset="-128"/>
              </a:rPr>
              <a:t>へ</a:t>
            </a:r>
            <a:br>
              <a:rPr lang="en-US" altLang="ja-JP" sz="1400" dirty="0">
                <a:latin typeface="Meiryo UI" panose="020B0604030504040204" pitchFamily="50" charset="-128"/>
                <a:ea typeface="Meiryo UI" panose="020B0604030504040204" pitchFamily="50" charset="-128"/>
              </a:rPr>
            </a:br>
            <a:r>
              <a:rPr lang="ja-JP" altLang="en-US" sz="1400" dirty="0">
                <a:latin typeface="Meiryo UI" panose="020B0604030504040204" pitchFamily="50" charset="-128"/>
                <a:ea typeface="Meiryo UI" panose="020B0604030504040204" pitchFamily="50" charset="-128"/>
              </a:rPr>
              <a:t>　　返却し解析を実施する。（指定期日までに解析レポートを提出厳守）</a:t>
            </a:r>
            <a:endParaRPr lang="en-US" altLang="ja-JP" sz="1400" dirty="0">
              <a:latin typeface="Meiryo UI" panose="020B0604030504040204" pitchFamily="50" charset="-128"/>
              <a:ea typeface="Meiryo UI" panose="020B0604030504040204" pitchFamily="50" charset="-128"/>
            </a:endParaRPr>
          </a:p>
          <a:p>
            <a:pPr marL="169863" indent="-9525" algn="l"/>
            <a:r>
              <a:rPr lang="ja-JP" altLang="en-US" sz="1200" dirty="0">
                <a:latin typeface="+mn-ea"/>
              </a:rPr>
              <a:t>　　 </a:t>
            </a:r>
            <a:r>
              <a:rPr lang="en-US" altLang="ja-JP" sz="1400" dirty="0">
                <a:latin typeface="Meiryo UI" panose="020B0604030504040204" pitchFamily="50" charset="-128"/>
                <a:ea typeface="Meiryo UI" panose="020B0604030504040204" pitchFamily="50" charset="-128"/>
              </a:rPr>
              <a:t>Honda</a:t>
            </a:r>
            <a:r>
              <a:rPr lang="ja-JP" altLang="en-US" sz="1400" dirty="0">
                <a:latin typeface="Meiryo UI" panose="020B0604030504040204" pitchFamily="50" charset="-128"/>
                <a:ea typeface="Meiryo UI" panose="020B0604030504040204" pitchFamily="50" charset="-128"/>
              </a:rPr>
              <a:t>で実施する試験については、費用の説明を</a:t>
            </a:r>
            <a:r>
              <a:rPr lang="en-US" altLang="ja-JP" sz="1400" dirty="0">
                <a:latin typeface="Meiryo UI" panose="020B0604030504040204" pitchFamily="50" charset="-128"/>
                <a:ea typeface="Meiryo UI" panose="020B0604030504040204" pitchFamily="50" charset="-128"/>
              </a:rPr>
              <a:t>SOW</a:t>
            </a:r>
            <a:r>
              <a:rPr lang="ja-JP" altLang="en-US" sz="1400" dirty="0">
                <a:latin typeface="Meiryo UI" panose="020B0604030504040204" pitchFamily="50" charset="-128"/>
                <a:ea typeface="Meiryo UI" panose="020B0604030504040204" pitchFamily="50" charset="-128"/>
              </a:rPr>
              <a:t>に記載する。</a:t>
            </a:r>
            <a:endParaRPr lang="en-US" altLang="ja-JP" sz="1400" dirty="0">
              <a:latin typeface="Meiryo UI" panose="020B0604030504040204" pitchFamily="50" charset="-128"/>
              <a:ea typeface="Meiryo UI" panose="020B0604030504040204" pitchFamily="50" charset="-128"/>
            </a:endParaRPr>
          </a:p>
          <a:p>
            <a:pPr marL="169863" indent="-9525" algn="l"/>
            <a:r>
              <a:rPr lang="ja-JP" altLang="en-US" sz="1400" dirty="0">
                <a:latin typeface="Meiryo UI" panose="020B0604030504040204" pitchFamily="50" charset="-128"/>
                <a:ea typeface="Meiryo UI" panose="020B0604030504040204" pitchFamily="50" charset="-128"/>
              </a:rPr>
              <a:t>　　</a:t>
            </a:r>
            <a:r>
              <a:rPr lang="en-US" altLang="ja-JP" sz="1400" dirty="0">
                <a:latin typeface="Meiryo UI" panose="020B0604030504040204" pitchFamily="50" charset="-128"/>
                <a:ea typeface="Meiryo UI" panose="020B0604030504040204" pitchFamily="50" charset="-128"/>
              </a:rPr>
              <a:t>Honda</a:t>
            </a:r>
            <a:r>
              <a:rPr lang="ja-JP" altLang="en-US" sz="1400" dirty="0">
                <a:latin typeface="Meiryo UI" panose="020B0604030504040204" pitchFamily="50" charset="-128"/>
                <a:ea typeface="Meiryo UI" panose="020B0604030504040204" pitchFamily="50" charset="-128"/>
              </a:rPr>
              <a:t>設備で実施した試験の手戻り作業の費用に関しては、別途議論しバウンダリーコンディションに記載する。</a:t>
            </a:r>
            <a:endParaRPr lang="en-US" altLang="ja-JP" sz="1400" dirty="0">
              <a:latin typeface="Meiryo UI" panose="020B0604030504040204" pitchFamily="50" charset="-128"/>
              <a:ea typeface="Meiryo UI" panose="020B0604030504040204" pitchFamily="50" charset="-128"/>
            </a:endParaRPr>
          </a:p>
        </p:txBody>
      </p:sp>
      <p:sp>
        <p:nvSpPr>
          <p:cNvPr id="5" name="Text Box 2"/>
          <p:cNvSpPr txBox="1">
            <a:spLocks noChangeArrowheads="1"/>
          </p:cNvSpPr>
          <p:nvPr/>
        </p:nvSpPr>
        <p:spPr bwMode="auto">
          <a:xfrm>
            <a:off x="250829" y="44451"/>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2000">
                <a:solidFill>
                  <a:srgbClr val="FFFFFF"/>
                </a:solidFill>
                <a:latin typeface="Meiryo UI" panose="020B0604030504040204" pitchFamily="50" charset="-128"/>
                <a:ea typeface="Meiryo UI" panose="020B0604030504040204" pitchFamily="50" charset="-128"/>
                <a:cs typeface="Arial" pitchFamily="34" charset="0"/>
              </a:rPr>
              <a:t>21. Miscellaneous</a:t>
            </a:r>
            <a:r>
              <a:rPr lang="ja-JP" altLang="en-US" sz="2000">
                <a:solidFill>
                  <a:srgbClr val="FFFFFF"/>
                </a:solidFill>
                <a:latin typeface="Meiryo UI" panose="020B0604030504040204" pitchFamily="50" charset="-128"/>
                <a:ea typeface="Meiryo UI" panose="020B0604030504040204" pitchFamily="50" charset="-128"/>
                <a:cs typeface="Arial" pitchFamily="34" charset="0"/>
              </a:rPr>
              <a:t> </a:t>
            </a:r>
            <a:r>
              <a:rPr lang="en-US" altLang="ja-JP" sz="2000">
                <a:solidFill>
                  <a:srgbClr val="FFFFFF"/>
                </a:solidFill>
                <a:latin typeface="Meiryo UI" panose="020B0604030504040204" pitchFamily="50" charset="-128"/>
                <a:ea typeface="Meiryo UI" panose="020B0604030504040204" pitchFamily="50" charset="-128"/>
                <a:cs typeface="Arial" pitchFamily="34" charset="0"/>
              </a:rPr>
              <a:t>Guidelines</a:t>
            </a:r>
            <a:r>
              <a:rPr lang="ja-JP" altLang="en-US" sz="2000">
                <a:solidFill>
                  <a:srgbClr val="FFFFFF"/>
                </a:solidFill>
                <a:latin typeface="Meiryo UI" panose="020B0604030504040204" pitchFamily="50" charset="-128"/>
                <a:ea typeface="Meiryo UI" panose="020B0604030504040204" pitchFamily="50" charset="-128"/>
                <a:cs typeface="Arial" pitchFamily="34" charset="0"/>
              </a:rPr>
              <a:t> </a:t>
            </a:r>
            <a:r>
              <a:rPr lang="en-US" altLang="ja-JP" sz="2000">
                <a:solidFill>
                  <a:srgbClr val="FFFFFF"/>
                </a:solidFill>
                <a:latin typeface="Meiryo UI" panose="020B0604030504040204" pitchFamily="50" charset="-128"/>
                <a:ea typeface="Meiryo UI" panose="020B0604030504040204" pitchFamily="50" charset="-128"/>
                <a:cs typeface="Arial" pitchFamily="34" charset="0"/>
              </a:rPr>
              <a:t>(5/16)</a:t>
            </a:r>
            <a:endParaRPr lang="en-US" altLang="ja-JP" sz="1100">
              <a:solidFill>
                <a:srgbClr val="FFFFFF"/>
              </a:solidFill>
              <a:latin typeface="HGPｺﾞｼｯｸE" pitchFamily="50" charset="-128"/>
              <a:ea typeface="HGPｺﾞｼｯｸE" pitchFamily="50" charset="-128"/>
              <a:cs typeface="Arial" pitchFamily="34" charset="0"/>
            </a:endParaRPr>
          </a:p>
        </p:txBody>
      </p:sp>
    </p:spTree>
    <p:extLst>
      <p:ext uri="{BB962C8B-B14F-4D97-AF65-F5344CB8AC3E}">
        <p14:creationId xmlns:p14="http://schemas.microsoft.com/office/powerpoint/2010/main" val="574473621"/>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13"/>
          <p:cNvSpPr>
            <a:spLocks noChangeArrowheads="1"/>
          </p:cNvSpPr>
          <p:nvPr/>
        </p:nvSpPr>
        <p:spPr bwMode="auto">
          <a:xfrm>
            <a:off x="0" y="531225"/>
            <a:ext cx="9039498" cy="33855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en-US" altLang="ja-JP" sz="1800" b="1" u="sng" dirty="0">
                <a:latin typeface="Meiryo UI" panose="020B0604030504040204" pitchFamily="50" charset="-128"/>
                <a:ea typeface="Meiryo UI" panose="020B0604030504040204" pitchFamily="50" charset="-128"/>
                <a:cs typeface="Arial" pitchFamily="34" charset="0"/>
              </a:rPr>
              <a:t>Rules</a:t>
            </a:r>
            <a:r>
              <a:rPr lang="ja-JP" altLang="en-US" sz="1800" b="1" u="sng" dirty="0">
                <a:latin typeface="Meiryo UI" panose="020B0604030504040204" pitchFamily="50" charset="-128"/>
                <a:ea typeface="Meiryo UI" panose="020B0604030504040204" pitchFamily="50" charset="-128"/>
                <a:cs typeface="Arial" pitchFamily="34" charset="0"/>
              </a:rPr>
              <a:t> </a:t>
            </a:r>
            <a:r>
              <a:rPr lang="en-US" altLang="ja-JP" sz="1800" b="1" u="sng" dirty="0">
                <a:latin typeface="Meiryo UI" panose="020B0604030504040204" pitchFamily="50" charset="-128"/>
                <a:ea typeface="Meiryo UI" panose="020B0604030504040204" pitchFamily="50" charset="-128"/>
                <a:cs typeface="Arial" pitchFamily="34" charset="0"/>
              </a:rPr>
              <a:t>Relating Test Engines and Vehicles</a:t>
            </a:r>
            <a:endParaRPr lang="ja-JP" altLang="en-US" sz="1800" b="1" u="sng" dirty="0">
              <a:latin typeface="Meiryo UI" panose="020B0604030504040204" pitchFamily="50" charset="-128"/>
              <a:ea typeface="Meiryo UI" panose="020B0604030504040204" pitchFamily="50" charset="-128"/>
              <a:cs typeface="Arial" pitchFamily="34" charset="0"/>
            </a:endParaRPr>
          </a:p>
          <a:p>
            <a:pPr marL="95250" indent="-285750" algn="l">
              <a:buFont typeface="Wingdings" panose="05000000000000000000" pitchFamily="2" charset="2"/>
              <a:buChar char="l"/>
            </a:pPr>
            <a:r>
              <a:rPr lang="en-US" altLang="ja-JP" sz="1400" dirty="0">
                <a:latin typeface="Meiryo UI" panose="020B0604030504040204" pitchFamily="50" charset="-128"/>
                <a:ea typeface="Meiryo UI" panose="020B0604030504040204" pitchFamily="50" charset="-128"/>
                <a:cs typeface="Arial" pitchFamily="34" charset="0"/>
              </a:rPr>
              <a:t>Lending test engines and vehicles</a:t>
            </a:r>
            <a:r>
              <a:rPr lang="ja-JP" altLang="en-US" sz="1400" dirty="0">
                <a:latin typeface="Meiryo UI" panose="020B0604030504040204" pitchFamily="50" charset="-128"/>
                <a:ea typeface="Meiryo UI" panose="020B0604030504040204" pitchFamily="50" charset="-128"/>
                <a:cs typeface="Arial" pitchFamily="34" charset="0"/>
              </a:rPr>
              <a:t> </a:t>
            </a:r>
            <a:br>
              <a:rPr lang="en-US" altLang="ja-JP" sz="1400" dirty="0">
                <a:latin typeface="Meiryo UI" panose="020B0604030504040204" pitchFamily="50" charset="-128"/>
                <a:ea typeface="Meiryo UI" panose="020B0604030504040204" pitchFamily="50" charset="-128"/>
                <a:cs typeface="Arial" pitchFamily="34" charset="0"/>
              </a:rPr>
            </a:br>
            <a:r>
              <a:rPr lang="en-US" altLang="ja-JP" sz="1400" dirty="0">
                <a:latin typeface="Meiryo UI" panose="020B0604030504040204" pitchFamily="50" charset="-128"/>
                <a:ea typeface="Meiryo UI" panose="020B0604030504040204" pitchFamily="50" charset="-128"/>
                <a:cs typeface="Arial" pitchFamily="34" charset="0"/>
              </a:rPr>
              <a:t>- Specification difference between prototype and mass</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production engine/vehicle will be explained.  </a:t>
            </a:r>
            <a:br>
              <a:rPr lang="en-US" altLang="ja-JP" sz="1400" dirty="0">
                <a:latin typeface="Meiryo UI" panose="020B0604030504040204" pitchFamily="50" charset="-128"/>
                <a:ea typeface="Meiryo UI" panose="020B0604030504040204" pitchFamily="50" charset="-128"/>
                <a:cs typeface="Arial" pitchFamily="34" charset="0"/>
              </a:rPr>
            </a:br>
            <a:r>
              <a:rPr lang="en-US" altLang="ja-JP" sz="1400" dirty="0">
                <a:latin typeface="Meiryo UI" panose="020B0604030504040204" pitchFamily="50" charset="-128"/>
                <a:ea typeface="Meiryo UI" panose="020B0604030504040204" pitchFamily="50" charset="-128"/>
                <a:cs typeface="Arial" pitchFamily="34" charset="0"/>
              </a:rPr>
              <a:t>- Modifications and parts replacements may occur as needed even during development.</a:t>
            </a:r>
          </a:p>
          <a:p>
            <a:pPr marL="95250" indent="-12700" algn="l">
              <a:buFontTx/>
              <a:buChar char="-"/>
            </a:pP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In such case, necessary effort for parts replacement and impact on Calibration work package to </a:t>
            </a:r>
          </a:p>
          <a:p>
            <a:pPr marL="82550" algn="l"/>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be handled as change request.</a:t>
            </a:r>
            <a:br>
              <a:rPr lang="en-US" altLang="ja-JP" sz="1400" dirty="0">
                <a:latin typeface="Meiryo UI" panose="020B0604030504040204" pitchFamily="50" charset="-128"/>
                <a:ea typeface="Meiryo UI" panose="020B0604030504040204" pitchFamily="50" charset="-128"/>
                <a:cs typeface="Arial" pitchFamily="34" charset="0"/>
              </a:rPr>
            </a:br>
            <a:r>
              <a:rPr lang="en-US" altLang="ja-JP" sz="1400" dirty="0">
                <a:latin typeface="Meiryo UI" panose="020B0604030504040204" pitchFamily="50" charset="-128"/>
                <a:ea typeface="Meiryo UI" panose="020B0604030504040204" pitchFamily="50" charset="-128"/>
                <a:cs typeface="Arial" pitchFamily="34" charset="0"/>
              </a:rPr>
              <a:t>- It is prohibited to detach and/or analyze any</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parts mounted on test</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engines/vehicles without </a:t>
            </a:r>
            <a:r>
              <a:rPr lang="ja-JP" altLang="en-US" sz="1400" dirty="0">
                <a:latin typeface="Meiryo UI" panose="020B0604030504040204" pitchFamily="50" charset="-128"/>
                <a:ea typeface="Meiryo UI" panose="020B0604030504040204" pitchFamily="50" charset="-128"/>
                <a:cs typeface="Arial" pitchFamily="34" charset="0"/>
              </a:rPr>
              <a:t> </a:t>
            </a:r>
            <a:endParaRPr lang="en-US" altLang="ja-JP" sz="1400" dirty="0">
              <a:latin typeface="Meiryo UI" panose="020B0604030504040204" pitchFamily="50" charset="-128"/>
              <a:ea typeface="Meiryo UI" panose="020B0604030504040204" pitchFamily="50" charset="-128"/>
              <a:cs typeface="Arial" pitchFamily="34" charset="0"/>
            </a:endParaRPr>
          </a:p>
          <a:p>
            <a:pPr marL="82550" algn="l"/>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permission.</a:t>
            </a:r>
            <a:br>
              <a:rPr lang="en-US" altLang="ja-JP" sz="1400" dirty="0">
                <a:latin typeface="Meiryo UI" panose="020B0604030504040204" pitchFamily="50" charset="-128"/>
                <a:ea typeface="Meiryo UI" panose="020B0604030504040204" pitchFamily="50" charset="-128"/>
                <a:cs typeface="Arial" pitchFamily="34" charset="0"/>
              </a:rPr>
            </a:br>
            <a:r>
              <a:rPr lang="en-US" altLang="ja-JP" sz="1400" dirty="0">
                <a:latin typeface="Meiryo UI" panose="020B0604030504040204" pitchFamily="50" charset="-128"/>
                <a:ea typeface="Meiryo UI" panose="020B0604030504040204" pitchFamily="50" charset="-128"/>
                <a:cs typeface="Arial" pitchFamily="34" charset="0"/>
              </a:rPr>
              <a:t>- For confidentiality reasons, test engines/vehicles and related resources need to be under control</a:t>
            </a:r>
          </a:p>
          <a:p>
            <a:pPr marL="82550" algn="l"/>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 strictly.</a:t>
            </a:r>
            <a:br>
              <a:rPr lang="en-US" altLang="ja-JP" sz="1400" dirty="0">
                <a:latin typeface="Meiryo UI" panose="020B0604030504040204" pitchFamily="50" charset="-128"/>
                <a:ea typeface="Meiryo UI" panose="020B0604030504040204" pitchFamily="50" charset="-128"/>
                <a:cs typeface="Arial" pitchFamily="34" charset="0"/>
              </a:rPr>
            </a:br>
            <a:r>
              <a:rPr lang="en-US" altLang="ja-JP" sz="1400" dirty="0">
                <a:latin typeface="Meiryo UI" panose="020B0604030504040204" pitchFamily="50" charset="-128"/>
                <a:ea typeface="Meiryo UI" panose="020B0604030504040204" pitchFamily="50" charset="-128"/>
                <a:cs typeface="Arial" pitchFamily="34" charset="0"/>
              </a:rPr>
              <a:t>-</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To avoid development suspension,</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dirty="0">
                <a:latin typeface="Meiryo UI" panose="020B0604030504040204" pitchFamily="50" charset="-128"/>
                <a:ea typeface="Meiryo UI" panose="020B0604030504040204" pitchFamily="50" charset="-128"/>
                <a:cs typeface="Arial" pitchFamily="34" charset="0"/>
              </a:rPr>
              <a:t> shall control spare parts in stock and place an order to </a:t>
            </a:r>
            <a:br>
              <a:rPr lang="en-US" altLang="ja-JP" sz="1400" dirty="0">
                <a:latin typeface="Meiryo UI" panose="020B0604030504040204" pitchFamily="50" charset="-128"/>
                <a:ea typeface="Meiryo UI" panose="020B0604030504040204" pitchFamily="50" charset="-128"/>
                <a:cs typeface="Arial" pitchFamily="34" charset="0"/>
              </a:rPr>
            </a:b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Honda well ahead of time. </a:t>
            </a:r>
          </a:p>
          <a:p>
            <a:pPr marL="95250" indent="-12700" algn="l">
              <a:buFontTx/>
              <a:buChar char="-"/>
            </a:pP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After development completed, the lending test engines and vehicles has to scrape or return to </a:t>
            </a:r>
            <a:br>
              <a:rPr lang="en-US" altLang="ja-JP" sz="1400" dirty="0">
                <a:latin typeface="Meiryo UI" panose="020B0604030504040204" pitchFamily="50" charset="-128"/>
                <a:ea typeface="Meiryo UI" panose="020B0604030504040204" pitchFamily="50" charset="-128"/>
                <a:cs typeface="Arial" pitchFamily="34" charset="0"/>
              </a:rPr>
            </a:br>
            <a:r>
              <a:rPr lang="en-US" altLang="ja-JP" sz="1400" dirty="0">
                <a:latin typeface="Meiryo UI" panose="020B0604030504040204" pitchFamily="50" charset="-128"/>
                <a:ea typeface="Meiryo UI" panose="020B0604030504040204" pitchFamily="50" charset="-128"/>
                <a:cs typeface="Arial" pitchFamily="34" charset="0"/>
              </a:rPr>
              <a:t>  Honda with discuss to both party. The result has to communicated by the official paper. </a:t>
            </a:r>
            <a:br>
              <a:rPr lang="en-US" altLang="ja-JP" sz="1400" dirty="0">
                <a:latin typeface="Meiryo UI" panose="020B0604030504040204" pitchFamily="50" charset="-128"/>
                <a:ea typeface="Meiryo UI" panose="020B0604030504040204" pitchFamily="50" charset="-128"/>
                <a:cs typeface="Arial" pitchFamily="34" charset="0"/>
              </a:rPr>
            </a:b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*Contain in quote about scrapping cost and transportation cost in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solidFill>
                  <a:srgbClr val="0000FF"/>
                </a:solidFill>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working.</a:t>
            </a:r>
          </a:p>
        </p:txBody>
      </p:sp>
      <p:sp>
        <p:nvSpPr>
          <p:cNvPr id="7" name="Text Box 2"/>
          <p:cNvSpPr txBox="1">
            <a:spLocks noChangeArrowheads="1"/>
          </p:cNvSpPr>
          <p:nvPr/>
        </p:nvSpPr>
        <p:spPr bwMode="auto">
          <a:xfrm>
            <a:off x="250829" y="44451"/>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2000">
                <a:solidFill>
                  <a:srgbClr val="FFFFFF"/>
                </a:solidFill>
                <a:latin typeface="Meiryo UI" panose="020B0604030504040204" pitchFamily="50" charset="-128"/>
                <a:ea typeface="Meiryo UI" panose="020B0604030504040204" pitchFamily="50" charset="-128"/>
                <a:cs typeface="Arial" pitchFamily="34" charset="0"/>
              </a:rPr>
              <a:t>21. Miscellaneous</a:t>
            </a:r>
            <a:r>
              <a:rPr lang="ja-JP" altLang="en-US" sz="2000">
                <a:solidFill>
                  <a:srgbClr val="FFFFFF"/>
                </a:solidFill>
                <a:latin typeface="Meiryo UI" panose="020B0604030504040204" pitchFamily="50" charset="-128"/>
                <a:ea typeface="Meiryo UI" panose="020B0604030504040204" pitchFamily="50" charset="-128"/>
                <a:cs typeface="Arial" pitchFamily="34" charset="0"/>
              </a:rPr>
              <a:t> </a:t>
            </a:r>
            <a:r>
              <a:rPr lang="en-US" altLang="ja-JP" sz="2000">
                <a:solidFill>
                  <a:srgbClr val="FFFFFF"/>
                </a:solidFill>
                <a:latin typeface="Meiryo UI" panose="020B0604030504040204" pitchFamily="50" charset="-128"/>
                <a:ea typeface="Meiryo UI" panose="020B0604030504040204" pitchFamily="50" charset="-128"/>
                <a:cs typeface="Arial" pitchFamily="34" charset="0"/>
              </a:rPr>
              <a:t>Guidelines</a:t>
            </a:r>
            <a:r>
              <a:rPr lang="ja-JP" altLang="en-US" sz="2000">
                <a:solidFill>
                  <a:srgbClr val="FFFFFF"/>
                </a:solidFill>
                <a:latin typeface="Meiryo UI" panose="020B0604030504040204" pitchFamily="50" charset="-128"/>
                <a:ea typeface="Meiryo UI" panose="020B0604030504040204" pitchFamily="50" charset="-128"/>
                <a:cs typeface="Arial" pitchFamily="34" charset="0"/>
              </a:rPr>
              <a:t> </a:t>
            </a:r>
            <a:r>
              <a:rPr lang="en-US" altLang="ja-JP" sz="2000">
                <a:solidFill>
                  <a:srgbClr val="FFFFFF"/>
                </a:solidFill>
                <a:latin typeface="Meiryo UI" panose="020B0604030504040204" pitchFamily="50" charset="-128"/>
                <a:ea typeface="Meiryo UI" panose="020B0604030504040204" pitchFamily="50" charset="-128"/>
                <a:cs typeface="Arial" pitchFamily="34" charset="0"/>
              </a:rPr>
              <a:t>(6/16)</a:t>
            </a:r>
            <a:endParaRPr lang="en-US" altLang="ja-JP" sz="1100">
              <a:solidFill>
                <a:srgbClr val="FFFFFF"/>
              </a:solidFill>
              <a:latin typeface="HGPｺﾞｼｯｸE" pitchFamily="50" charset="-128"/>
              <a:ea typeface="HGPｺﾞｼｯｸE" pitchFamily="50" charset="-128"/>
              <a:cs typeface="Arial" pitchFamily="34" charset="0"/>
            </a:endParaRPr>
          </a:p>
        </p:txBody>
      </p:sp>
      <p:sp>
        <p:nvSpPr>
          <p:cNvPr id="5" name="Rectangle 13">
            <a:extLst>
              <a:ext uri="{FF2B5EF4-FFF2-40B4-BE49-F238E27FC236}">
                <a16:creationId xmlns:a16="http://schemas.microsoft.com/office/drawing/2014/main" id="{00361AAC-D9D2-4808-A8BC-CCC637F88C39}"/>
              </a:ext>
            </a:extLst>
          </p:cNvPr>
          <p:cNvSpPr>
            <a:spLocks noChangeArrowheads="1"/>
          </p:cNvSpPr>
          <p:nvPr/>
        </p:nvSpPr>
        <p:spPr bwMode="auto">
          <a:xfrm>
            <a:off x="24990" y="3996279"/>
            <a:ext cx="9108504" cy="27062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50000"/>
              </a:lnSpc>
              <a:spcBef>
                <a:spcPts val="600"/>
              </a:spcBef>
            </a:pPr>
            <a:r>
              <a:rPr lang="ja-JP" altLang="en-US" sz="1600" b="1" u="sng" dirty="0">
                <a:latin typeface="Meiryo UI" panose="020B0604030504040204" pitchFamily="50" charset="-128"/>
                <a:ea typeface="Meiryo UI" panose="020B0604030504040204" pitchFamily="50" charset="-128"/>
              </a:rPr>
              <a:t>テストエンジン・車両に関する規定</a:t>
            </a:r>
            <a:endParaRPr lang="en-US" altLang="ja-JP" sz="1600" b="1" dirty="0">
              <a:latin typeface="Meiryo UI" panose="020B0604030504040204" pitchFamily="50" charset="-128"/>
              <a:ea typeface="Meiryo UI" panose="020B0604030504040204" pitchFamily="50" charset="-128"/>
            </a:endParaRPr>
          </a:p>
          <a:p>
            <a:pPr marL="77788" indent="-285750" algn="l">
              <a:lnSpc>
                <a:spcPts val="1900"/>
              </a:lnSpc>
              <a:spcBef>
                <a:spcPts val="600"/>
              </a:spcBef>
              <a:buFont typeface="Wingdings" panose="05000000000000000000" pitchFamily="2" charset="2"/>
              <a:buChar char="l"/>
            </a:pPr>
            <a:r>
              <a:rPr lang="ja-JP" altLang="en-US" sz="1400" dirty="0">
                <a:latin typeface="Meiryo UI" panose="020B0604030504040204" pitchFamily="50" charset="-128"/>
                <a:ea typeface="Meiryo UI" panose="020B0604030504040204" pitchFamily="50" charset="-128"/>
              </a:rPr>
              <a:t>貸与エンジン</a:t>
            </a:r>
            <a:r>
              <a:rPr lang="en-US" altLang="ja-JP" sz="1400" dirty="0">
                <a:latin typeface="Meiryo UI" panose="020B0604030504040204" pitchFamily="50" charset="-128"/>
                <a:ea typeface="Meiryo UI" panose="020B0604030504040204" pitchFamily="50" charset="-128"/>
              </a:rPr>
              <a:t>/</a:t>
            </a:r>
            <a:r>
              <a:rPr lang="ja-JP" altLang="en-US" sz="1400" dirty="0">
                <a:latin typeface="Meiryo UI" panose="020B0604030504040204" pitchFamily="50" charset="-128"/>
                <a:ea typeface="Meiryo UI" panose="020B0604030504040204" pitchFamily="50" charset="-128"/>
              </a:rPr>
              <a:t>車両について</a:t>
            </a:r>
            <a:br>
              <a:rPr lang="en-US" altLang="ja-JP" sz="1400" dirty="0">
                <a:latin typeface="Meiryo UI" panose="020B0604030504040204" pitchFamily="50" charset="-128"/>
                <a:ea typeface="Meiryo UI" panose="020B0604030504040204" pitchFamily="50" charset="-128"/>
              </a:rPr>
            </a:br>
            <a:r>
              <a:rPr lang="en-US" altLang="ja-JP" sz="1400" dirty="0">
                <a:latin typeface="Meiryo UI" panose="020B0604030504040204" pitchFamily="50" charset="-128"/>
                <a:ea typeface="Meiryo UI" panose="020B0604030504040204" pitchFamily="50" charset="-128"/>
              </a:rPr>
              <a:t>- </a:t>
            </a:r>
            <a:r>
              <a:rPr lang="ja-JP" altLang="en-US" sz="1400" dirty="0">
                <a:latin typeface="Meiryo UI" panose="020B0604030504040204" pitchFamily="50" charset="-128"/>
                <a:ea typeface="Meiryo UI" panose="020B0604030504040204" pitchFamily="50" charset="-128"/>
              </a:rPr>
              <a:t>貸与エンジン</a:t>
            </a:r>
            <a:r>
              <a:rPr lang="en-US" altLang="ja-JP" sz="1400" dirty="0">
                <a:latin typeface="Meiryo UI" panose="020B0604030504040204" pitchFamily="50" charset="-128"/>
                <a:ea typeface="Meiryo UI" panose="020B0604030504040204" pitchFamily="50" charset="-128"/>
              </a:rPr>
              <a:t>/</a:t>
            </a:r>
            <a:r>
              <a:rPr lang="ja-JP" altLang="en-US" sz="1400" dirty="0">
                <a:latin typeface="Meiryo UI" panose="020B0604030504040204" pitchFamily="50" charset="-128"/>
                <a:ea typeface="Meiryo UI" panose="020B0604030504040204" pitchFamily="50" charset="-128"/>
              </a:rPr>
              <a:t>貸与車両は、最終量産仕様に限りなく近づけた試作エンジン</a:t>
            </a:r>
            <a:r>
              <a:rPr lang="en-US" altLang="ja-JP" sz="1400" dirty="0">
                <a:latin typeface="Meiryo UI" panose="020B0604030504040204" pitchFamily="50" charset="-128"/>
                <a:ea typeface="Meiryo UI" panose="020B0604030504040204" pitchFamily="50" charset="-128"/>
              </a:rPr>
              <a:t>/</a:t>
            </a:r>
            <a:r>
              <a:rPr lang="ja-JP" altLang="en-US" sz="1400" dirty="0">
                <a:latin typeface="Meiryo UI" panose="020B0604030504040204" pitchFamily="50" charset="-128"/>
                <a:ea typeface="Meiryo UI" panose="020B0604030504040204" pitchFamily="50" charset="-128"/>
              </a:rPr>
              <a:t>車両の為、仕様差説明を行います。</a:t>
            </a:r>
            <a:br>
              <a:rPr lang="en-US" altLang="ja-JP" sz="1400" dirty="0">
                <a:latin typeface="Meiryo UI" panose="020B0604030504040204" pitchFamily="50" charset="-128"/>
                <a:ea typeface="Meiryo UI" panose="020B0604030504040204" pitchFamily="50" charset="-128"/>
              </a:rPr>
            </a:br>
            <a:r>
              <a:rPr lang="en-US" altLang="ja-JP" sz="1400" dirty="0">
                <a:latin typeface="Meiryo UI" panose="020B0604030504040204" pitchFamily="50" charset="-128"/>
                <a:ea typeface="Meiryo UI" panose="020B0604030504040204" pitchFamily="50" charset="-128"/>
              </a:rPr>
              <a:t>- </a:t>
            </a:r>
            <a:r>
              <a:rPr lang="ja-JP" altLang="en-US" sz="1400" dirty="0">
                <a:latin typeface="Meiryo UI" panose="020B0604030504040204" pitchFamily="50" charset="-128"/>
                <a:ea typeface="Meiryo UI" panose="020B0604030504040204" pitchFamily="50" charset="-128"/>
              </a:rPr>
              <a:t>開発途中においても、必要に応じて組み替えを実施することがあります。</a:t>
            </a:r>
            <a:br>
              <a:rPr lang="en-US" altLang="ja-JP" sz="1400" dirty="0">
                <a:latin typeface="Meiryo UI" panose="020B0604030504040204" pitchFamily="50" charset="-128"/>
                <a:ea typeface="Meiryo UI" panose="020B0604030504040204" pitchFamily="50" charset="-128"/>
              </a:rPr>
            </a:br>
            <a:r>
              <a:rPr lang="en-US" altLang="ja-JP" sz="1400" dirty="0">
                <a:latin typeface="Meiryo UI" panose="020B0604030504040204" pitchFamily="50" charset="-128"/>
                <a:ea typeface="Meiryo UI" panose="020B0604030504040204" pitchFamily="50" charset="-128"/>
              </a:rPr>
              <a:t>- </a:t>
            </a:r>
            <a:r>
              <a:rPr lang="ja-JP" altLang="en-US" sz="1400" dirty="0">
                <a:latin typeface="Meiryo UI" panose="020B0604030504040204" pitchFamily="50" charset="-128"/>
                <a:ea typeface="Meiryo UI" panose="020B0604030504040204" pitchFamily="50" charset="-128"/>
              </a:rPr>
              <a:t>部品交換に依る</a:t>
            </a:r>
            <a:r>
              <a:rPr lang="en-US" altLang="ja-JP" sz="1400" dirty="0">
                <a:latin typeface="Meiryo UI" panose="020B0604030504040204" pitchFamily="50" charset="-128"/>
                <a:ea typeface="Meiryo UI" panose="020B0604030504040204" pitchFamily="50" charset="-128"/>
              </a:rPr>
              <a:t>Calibration</a:t>
            </a:r>
            <a:r>
              <a:rPr lang="ja-JP" altLang="en-US" sz="1400" dirty="0">
                <a:latin typeface="Meiryo UI" panose="020B0604030504040204" pitchFamily="50" charset="-128"/>
                <a:ea typeface="Meiryo UI" panose="020B0604030504040204" pitchFamily="50" charset="-128"/>
              </a:rPr>
              <a:t>業務への影響が発生する場合、変更要求書を作成し調整する。</a:t>
            </a:r>
            <a:br>
              <a:rPr lang="en-US" altLang="ja-JP" sz="1400" dirty="0">
                <a:latin typeface="Meiryo UI" panose="020B0604030504040204" pitchFamily="50" charset="-128"/>
                <a:ea typeface="Meiryo UI" panose="020B0604030504040204" pitchFamily="50" charset="-128"/>
              </a:rPr>
            </a:br>
            <a:r>
              <a:rPr lang="en-US" altLang="ja-JP" sz="1400" dirty="0">
                <a:latin typeface="Meiryo UI" panose="020B0604030504040204" pitchFamily="50" charset="-128"/>
                <a:ea typeface="Meiryo UI" panose="020B0604030504040204" pitchFamily="50" charset="-128"/>
              </a:rPr>
              <a:t>- </a:t>
            </a:r>
            <a:r>
              <a:rPr lang="ja-JP" altLang="en-US" sz="1400" dirty="0">
                <a:latin typeface="Meiryo UI" panose="020B0604030504040204" pitchFamily="50" charset="-128"/>
                <a:ea typeface="Meiryo UI" panose="020B0604030504040204" pitchFamily="50" charset="-128"/>
              </a:rPr>
              <a:t>貸与エンジン</a:t>
            </a:r>
            <a:r>
              <a:rPr lang="en-US" altLang="ja-JP" sz="1400" dirty="0">
                <a:latin typeface="Meiryo UI" panose="020B0604030504040204" pitchFamily="50" charset="-128"/>
                <a:ea typeface="Meiryo UI" panose="020B0604030504040204" pitchFamily="50" charset="-128"/>
              </a:rPr>
              <a:t>/</a:t>
            </a:r>
            <a:r>
              <a:rPr lang="ja-JP" altLang="en-US" sz="1400" dirty="0">
                <a:latin typeface="Meiryo UI" panose="020B0604030504040204" pitchFamily="50" charset="-128"/>
                <a:ea typeface="Meiryo UI" panose="020B0604030504040204" pitchFamily="50" charset="-128"/>
              </a:rPr>
              <a:t>車両に搭載されている部品は、許可無く取り外し、分解解析を禁止致します。</a:t>
            </a:r>
            <a:br>
              <a:rPr lang="en-US" altLang="ja-JP" sz="1400" dirty="0">
                <a:latin typeface="Meiryo UI" panose="020B0604030504040204" pitchFamily="50" charset="-128"/>
                <a:ea typeface="Meiryo UI" panose="020B0604030504040204" pitchFamily="50" charset="-128"/>
              </a:rPr>
            </a:br>
            <a:r>
              <a:rPr lang="en-US" altLang="ja-JP" sz="1400" dirty="0">
                <a:latin typeface="Meiryo UI" panose="020B0604030504040204" pitchFamily="50" charset="-128"/>
                <a:ea typeface="Meiryo UI" panose="020B0604030504040204" pitchFamily="50" charset="-128"/>
              </a:rPr>
              <a:t>- </a:t>
            </a:r>
            <a:r>
              <a:rPr lang="ja-JP" altLang="en-US" sz="1400" dirty="0">
                <a:latin typeface="Meiryo UI" panose="020B0604030504040204" pitchFamily="50" charset="-128"/>
                <a:ea typeface="Meiryo UI" panose="020B0604030504040204" pitchFamily="50" charset="-128"/>
              </a:rPr>
              <a:t>機密保持の為、貸与エンジン</a:t>
            </a:r>
            <a:r>
              <a:rPr lang="en-US" altLang="ja-JP" sz="1400" dirty="0">
                <a:latin typeface="Meiryo UI" panose="020B0604030504040204" pitchFamily="50" charset="-128"/>
                <a:ea typeface="Meiryo UI" panose="020B0604030504040204" pitchFamily="50" charset="-128"/>
              </a:rPr>
              <a:t>/</a:t>
            </a:r>
            <a:r>
              <a:rPr lang="ja-JP" altLang="en-US" sz="1400" dirty="0">
                <a:latin typeface="Meiryo UI" panose="020B0604030504040204" pitchFamily="50" charset="-128"/>
                <a:ea typeface="Meiryo UI" panose="020B0604030504040204" pitchFamily="50" charset="-128"/>
              </a:rPr>
              <a:t>車両に関わる要員管理、車両駐車時管理等、徹底を実施のこと。</a:t>
            </a:r>
            <a:br>
              <a:rPr lang="en-US" altLang="ja-JP" sz="1400" dirty="0">
                <a:latin typeface="Meiryo UI" panose="020B0604030504040204" pitchFamily="50" charset="-128"/>
                <a:ea typeface="Meiryo UI" panose="020B0604030504040204" pitchFamily="50" charset="-128"/>
              </a:rPr>
            </a:br>
            <a:r>
              <a:rPr lang="en-US" altLang="ja-JP" sz="1400" dirty="0">
                <a:latin typeface="Meiryo UI" panose="020B0604030504040204" pitchFamily="50" charset="-128"/>
                <a:ea typeface="Meiryo UI" panose="020B0604030504040204" pitchFamily="50" charset="-128"/>
              </a:rPr>
              <a:t>-</a:t>
            </a:r>
            <a:r>
              <a:rPr lang="ja-JP" altLang="en-US" sz="1400" dirty="0">
                <a:latin typeface="Meiryo UI" panose="020B0604030504040204" pitchFamily="50" charset="-128"/>
                <a:ea typeface="Meiryo UI" panose="020B0604030504040204" pitchFamily="50" charset="-128"/>
              </a:rPr>
              <a:t> テストが滞らない様、</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latin typeface="Meiryo UI" panose="020B0604030504040204" pitchFamily="50" charset="-128"/>
                <a:ea typeface="Meiryo UI" panose="020B0604030504040204" pitchFamily="50" charset="-128"/>
              </a:rPr>
              <a:t>はスペアパーツを管理し、在庫切れにならない様に</a:t>
            </a:r>
            <a:r>
              <a:rPr lang="en-US" altLang="ja-JP" sz="1400" dirty="0">
                <a:latin typeface="Meiryo UI" panose="020B0604030504040204" pitchFamily="50" charset="-128"/>
                <a:ea typeface="Meiryo UI" panose="020B0604030504040204" pitchFamily="50" charset="-128"/>
              </a:rPr>
              <a:t>Honda</a:t>
            </a:r>
            <a:r>
              <a:rPr lang="ja-JP" altLang="en-US" sz="1400" dirty="0">
                <a:latin typeface="Meiryo UI" panose="020B0604030504040204" pitchFamily="50" charset="-128"/>
                <a:ea typeface="Meiryo UI" panose="020B0604030504040204" pitchFamily="50" charset="-128"/>
              </a:rPr>
              <a:t>に追加発注を行うこと。</a:t>
            </a:r>
            <a:br>
              <a:rPr lang="en-US" altLang="ja-JP" sz="1400" dirty="0">
                <a:latin typeface="Meiryo UI" panose="020B0604030504040204" pitchFamily="50" charset="-128"/>
                <a:ea typeface="Meiryo UI" panose="020B0604030504040204" pitchFamily="50" charset="-128"/>
              </a:rPr>
            </a:br>
            <a:r>
              <a:rPr lang="en-US" altLang="ja-JP" sz="1400" dirty="0">
                <a:latin typeface="Meiryo UI" panose="020B0604030504040204" pitchFamily="50" charset="-128"/>
                <a:ea typeface="Meiryo UI" panose="020B0604030504040204" pitchFamily="50" charset="-128"/>
              </a:rPr>
              <a:t>-</a:t>
            </a:r>
            <a:r>
              <a:rPr lang="en-US" altLang="ja-JP" sz="1400" dirty="0">
                <a:latin typeface="Meiryo UI" panose="020B0604030504040204" pitchFamily="50" charset="-128"/>
                <a:ea typeface="Meiryo UI" panose="020B0604030504040204" pitchFamily="50" charset="-128"/>
                <a:cs typeface="Meiryo UI" pitchFamily="50" charset="-128"/>
              </a:rPr>
              <a:t> </a:t>
            </a:r>
            <a:r>
              <a:rPr lang="ja-JP" altLang="en-US" sz="1400" dirty="0">
                <a:latin typeface="Meiryo UI" panose="020B0604030504040204" pitchFamily="50" charset="-128"/>
                <a:ea typeface="Meiryo UI" panose="020B0604030504040204" pitchFamily="50" charset="-128"/>
                <a:cs typeface="Meiryo UI" pitchFamily="50" charset="-128"/>
              </a:rPr>
              <a:t>開発完了後、双方協議の基、貸与車</a:t>
            </a:r>
            <a:r>
              <a:rPr lang="en-US" altLang="ja-JP" sz="1400" dirty="0">
                <a:latin typeface="Meiryo UI" panose="020B0604030504040204" pitchFamily="50" charset="-128"/>
                <a:ea typeface="Meiryo UI" panose="020B0604030504040204" pitchFamily="50" charset="-128"/>
                <a:cs typeface="Meiryo UI" pitchFamily="50" charset="-128"/>
              </a:rPr>
              <a:t>/</a:t>
            </a:r>
            <a:r>
              <a:rPr lang="ja-JP" altLang="en-US" sz="1400" dirty="0">
                <a:latin typeface="Meiryo UI" panose="020B0604030504040204" pitchFamily="50" charset="-128"/>
                <a:ea typeface="Meiryo UI" panose="020B0604030504040204" pitchFamily="50" charset="-128"/>
                <a:cs typeface="Meiryo UI" pitchFamily="50" charset="-128"/>
              </a:rPr>
              <a:t>貸与エンジン返却、廃却処理を行う事。結果は、必ず書面にて交わす事。</a:t>
            </a:r>
            <a:br>
              <a:rPr lang="en-US" altLang="ja-JP" sz="1400" dirty="0">
                <a:latin typeface="Meiryo UI" panose="020B0604030504040204" pitchFamily="50" charset="-128"/>
                <a:ea typeface="Meiryo UI" panose="020B0604030504040204" pitchFamily="50" charset="-128"/>
                <a:cs typeface="Meiryo UI" pitchFamily="50" charset="-128"/>
              </a:rPr>
            </a:br>
            <a:r>
              <a:rPr lang="ja-JP" altLang="en-US" sz="1400" dirty="0">
                <a:latin typeface="Meiryo UI" panose="020B0604030504040204" pitchFamily="50" charset="-128"/>
                <a:ea typeface="Meiryo UI" panose="020B0604030504040204" pitchFamily="50" charset="-128"/>
                <a:cs typeface="Meiryo UI" pitchFamily="50" charset="-128"/>
              </a:rPr>
              <a:t>  </a:t>
            </a:r>
            <a:r>
              <a:rPr lang="en-US" altLang="ja-JP" sz="1400" dirty="0">
                <a:latin typeface="Meiryo UI" panose="020B0604030504040204" pitchFamily="50" charset="-128"/>
                <a:ea typeface="Meiryo UI" panose="020B0604030504040204" pitchFamily="50" charset="-128"/>
                <a:cs typeface="Meiryo UI" pitchFamily="50" charset="-128"/>
              </a:rPr>
              <a:t>※</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latin typeface="Meiryo UI" panose="020B0604030504040204" pitchFamily="50" charset="-128"/>
                <a:ea typeface="Meiryo UI" panose="020B0604030504040204" pitchFamily="50" charset="-128"/>
                <a:cs typeface="Meiryo UI" pitchFamily="50" charset="-128"/>
              </a:rPr>
              <a:t>での廃却費用や、輸送の費用については、見積りに入れること</a:t>
            </a:r>
            <a:endParaRPr lang="en-US" altLang="ja-JP" sz="1400" dirty="0">
              <a:latin typeface="Meiryo UI" panose="020B0604030504040204" pitchFamily="50" charset="-128"/>
              <a:ea typeface="Meiryo UI" panose="020B0604030504040204" pitchFamily="50" charset="-128"/>
              <a:cs typeface="Meiryo UI" pitchFamily="50" charset="-128"/>
            </a:endParaRPr>
          </a:p>
        </p:txBody>
      </p:sp>
    </p:spTree>
    <p:extLst>
      <p:ext uri="{BB962C8B-B14F-4D97-AF65-F5344CB8AC3E}">
        <p14:creationId xmlns:p14="http://schemas.microsoft.com/office/powerpoint/2010/main" val="675097025"/>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13"/>
          <p:cNvSpPr>
            <a:spLocks noChangeArrowheads="1"/>
          </p:cNvSpPr>
          <p:nvPr/>
        </p:nvSpPr>
        <p:spPr bwMode="auto">
          <a:xfrm>
            <a:off x="0" y="531225"/>
            <a:ext cx="9039498" cy="33855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en-US" altLang="ja-JP" sz="1800" b="1" u="sng" dirty="0">
                <a:latin typeface="Meiryo UI" panose="020B0604030504040204" pitchFamily="50" charset="-128"/>
                <a:ea typeface="Meiryo UI" panose="020B0604030504040204" pitchFamily="50" charset="-128"/>
                <a:cs typeface="Arial" pitchFamily="34" charset="0"/>
              </a:rPr>
              <a:t>Rules</a:t>
            </a:r>
            <a:r>
              <a:rPr lang="ja-JP" altLang="en-US" sz="1800" b="1" u="sng" dirty="0">
                <a:latin typeface="Meiryo UI" panose="020B0604030504040204" pitchFamily="50" charset="-128"/>
                <a:ea typeface="Meiryo UI" panose="020B0604030504040204" pitchFamily="50" charset="-128"/>
                <a:cs typeface="Arial" pitchFamily="34" charset="0"/>
              </a:rPr>
              <a:t> </a:t>
            </a:r>
            <a:r>
              <a:rPr lang="en-US" altLang="ja-JP" sz="1800" b="1" u="sng" dirty="0">
                <a:latin typeface="Meiryo UI" panose="020B0604030504040204" pitchFamily="50" charset="-128"/>
                <a:ea typeface="Meiryo UI" panose="020B0604030504040204" pitchFamily="50" charset="-128"/>
                <a:cs typeface="Arial" pitchFamily="34" charset="0"/>
              </a:rPr>
              <a:t>Relating Test Engines and Vehicles</a:t>
            </a:r>
            <a:endParaRPr lang="ja-JP" altLang="en-US" sz="1800" b="1" u="sng" dirty="0">
              <a:latin typeface="Meiryo UI" panose="020B0604030504040204" pitchFamily="50" charset="-128"/>
              <a:ea typeface="Meiryo UI" panose="020B0604030504040204" pitchFamily="50" charset="-128"/>
              <a:cs typeface="Arial" pitchFamily="34" charset="0"/>
            </a:endParaRPr>
          </a:p>
          <a:p>
            <a:pPr marL="95250" indent="-285750" algn="l">
              <a:buFont typeface="Wingdings" panose="05000000000000000000" pitchFamily="2" charset="2"/>
              <a:buChar char="l"/>
            </a:pPr>
            <a:r>
              <a:rPr lang="en-US" altLang="ja-JP" sz="1400" dirty="0">
                <a:latin typeface="Meiryo UI" panose="020B0604030504040204" pitchFamily="50" charset="-128"/>
                <a:ea typeface="Meiryo UI" panose="020B0604030504040204" pitchFamily="50" charset="-128"/>
                <a:cs typeface="Arial" pitchFamily="34" charset="0"/>
              </a:rPr>
              <a:t>Public road driving</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test &amp; verification</a:t>
            </a:r>
            <a:br>
              <a:rPr lang="en-US" altLang="ja-JP" sz="1400" dirty="0">
                <a:latin typeface="Meiryo UI" panose="020B0604030504040204" pitchFamily="50" charset="-128"/>
                <a:ea typeface="Meiryo UI" panose="020B0604030504040204" pitchFamily="50" charset="-128"/>
                <a:cs typeface="Arial" pitchFamily="34" charset="0"/>
              </a:rPr>
            </a:br>
            <a:r>
              <a:rPr lang="en-US" altLang="ja-JP" sz="1400" dirty="0">
                <a:latin typeface="Meiryo UI" panose="020B0604030504040204" pitchFamily="50" charset="-128"/>
                <a:ea typeface="Meiryo UI" panose="020B0604030504040204" pitchFamily="50" charset="-128"/>
                <a:cs typeface="Arial" pitchFamily="34" charset="0"/>
              </a:rPr>
              <a:t>- It is necessary to get permission from Honda in advance to carry out public road driving with </a:t>
            </a:r>
            <a:br>
              <a:rPr lang="en-US" altLang="ja-JP" sz="1400" dirty="0">
                <a:latin typeface="Meiryo UI" panose="020B0604030504040204" pitchFamily="50" charset="-128"/>
                <a:ea typeface="Meiryo UI" panose="020B0604030504040204" pitchFamily="50" charset="-128"/>
                <a:cs typeface="Arial" pitchFamily="34" charset="0"/>
              </a:rPr>
            </a:br>
            <a:r>
              <a:rPr lang="en-US" altLang="ja-JP" sz="1400" dirty="0">
                <a:latin typeface="Meiryo UI" panose="020B0604030504040204" pitchFamily="50" charset="-128"/>
                <a:ea typeface="Meiryo UI" panose="020B0604030504040204" pitchFamily="50" charset="-128"/>
                <a:cs typeface="Arial" pitchFamily="34" charset="0"/>
              </a:rPr>
              <a:t>  test vehicles. </a:t>
            </a:r>
            <a:br>
              <a:rPr lang="en-US" altLang="ja-JP" sz="1400" dirty="0">
                <a:latin typeface="Meiryo UI" panose="020B0604030504040204" pitchFamily="50" charset="-128"/>
                <a:ea typeface="Meiryo UI" panose="020B0604030504040204" pitchFamily="50" charset="-128"/>
                <a:cs typeface="Arial" pitchFamily="34" charset="0"/>
              </a:rPr>
            </a:br>
            <a:r>
              <a:rPr lang="en-US" altLang="ja-JP" sz="1400" dirty="0">
                <a:latin typeface="Meiryo UI" panose="020B0604030504040204" pitchFamily="50" charset="-128"/>
                <a:ea typeface="Meiryo UI" panose="020B0604030504040204" pitchFamily="50" charset="-128"/>
                <a:cs typeface="Arial" pitchFamily="34" charset="0"/>
              </a:rPr>
              <a:t>- Honda has an internal examination board which inspects test vehicle’s safety, regulation conformity,</a:t>
            </a:r>
            <a:br>
              <a:rPr lang="en-US" altLang="ja-JP" sz="1400" dirty="0">
                <a:latin typeface="Meiryo UI" panose="020B0604030504040204" pitchFamily="50" charset="-128"/>
                <a:ea typeface="Meiryo UI" panose="020B0604030504040204" pitchFamily="50" charset="-128"/>
                <a:cs typeface="Arial" pitchFamily="34" charset="0"/>
              </a:rPr>
            </a:br>
            <a:r>
              <a:rPr lang="en-US" altLang="ja-JP" sz="1400" dirty="0">
                <a:latin typeface="Meiryo UI" panose="020B0604030504040204" pitchFamily="50" charset="-128"/>
                <a:ea typeface="Meiryo UI" panose="020B0604030504040204" pitchFamily="50" charset="-128"/>
                <a:cs typeface="Arial" pitchFamily="34" charset="0"/>
              </a:rPr>
              <a:t>  etc.</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without getting a permission from this board, public road driving can NOT be carried out.</a:t>
            </a:r>
            <a:br>
              <a:rPr lang="en-US" altLang="ja-JP" sz="1400" dirty="0">
                <a:latin typeface="Meiryo UI" panose="020B0604030504040204" pitchFamily="50" charset="-128"/>
                <a:ea typeface="Meiryo UI" panose="020B0604030504040204" pitchFamily="50" charset="-128"/>
                <a:cs typeface="Arial" pitchFamily="34" charset="0"/>
              </a:rPr>
            </a:br>
            <a:r>
              <a:rPr lang="en-US" altLang="ja-JP" sz="1400" dirty="0">
                <a:latin typeface="Meiryo UI" panose="020B0604030504040204" pitchFamily="50" charset="-128"/>
                <a:ea typeface="Meiryo UI" panose="020B0604030504040204" pitchFamily="50" charset="-128"/>
                <a:cs typeface="Arial" pitchFamily="34" charset="0"/>
              </a:rPr>
              <a:t>- To pass the Honda internal examination,</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solidFill>
                  <a:srgbClr val="0000FF"/>
                </a:solidFill>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shall provide necessary information to Honda</a:t>
            </a:r>
            <a:br>
              <a:rPr lang="en-US" altLang="ja-JP" sz="1400" dirty="0">
                <a:latin typeface="Meiryo UI" panose="020B0604030504040204" pitchFamily="50" charset="-128"/>
                <a:ea typeface="Meiryo UI" panose="020B0604030504040204" pitchFamily="50" charset="-128"/>
                <a:cs typeface="Arial" pitchFamily="34" charset="0"/>
              </a:rPr>
            </a:br>
            <a:r>
              <a:rPr lang="en-US" altLang="ja-JP" sz="1400" dirty="0">
                <a:latin typeface="Meiryo UI" panose="020B0604030504040204" pitchFamily="50" charset="-128"/>
                <a:ea typeface="Meiryo UI" panose="020B0604030504040204" pitchFamily="50" charset="-128"/>
                <a:cs typeface="Arial" pitchFamily="34" charset="0"/>
              </a:rPr>
              <a:t>   as needed.</a:t>
            </a:r>
            <a:br>
              <a:rPr lang="en-US" altLang="ja-JP" sz="1400" dirty="0">
                <a:latin typeface="Meiryo UI" panose="020B0604030504040204" pitchFamily="50" charset="-128"/>
                <a:ea typeface="Meiryo UI" panose="020B0604030504040204" pitchFamily="50" charset="-128"/>
                <a:cs typeface="Arial" pitchFamily="34" charset="0"/>
              </a:rPr>
            </a:br>
            <a:r>
              <a:rPr lang="en-US" altLang="ja-JP" sz="1400" dirty="0">
                <a:latin typeface="Meiryo UI" panose="020B0604030504040204" pitchFamily="50" charset="-128"/>
                <a:ea typeface="Meiryo UI" panose="020B0604030504040204" pitchFamily="50" charset="-128"/>
                <a:cs typeface="Arial" pitchFamily="34" charset="0"/>
              </a:rPr>
              <a:t>- In</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case of malfunction occurs with vehicle due to accident or so, both parties shall</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discuss and </a:t>
            </a:r>
            <a:br>
              <a:rPr lang="en-US" altLang="ja-JP" sz="1400" dirty="0">
                <a:latin typeface="Meiryo UI" panose="020B0604030504040204" pitchFamily="50" charset="-128"/>
                <a:ea typeface="Meiryo UI" panose="020B0604030504040204" pitchFamily="50" charset="-128"/>
                <a:cs typeface="Arial" pitchFamily="34" charset="0"/>
              </a:rPr>
            </a:br>
            <a:r>
              <a:rPr lang="en-US" altLang="ja-JP" sz="1400" dirty="0">
                <a:latin typeface="Meiryo UI" panose="020B0604030504040204" pitchFamily="50" charset="-128"/>
                <a:ea typeface="Meiryo UI" panose="020B0604030504040204" pitchFamily="50" charset="-128"/>
                <a:cs typeface="Arial" pitchFamily="34" charset="0"/>
              </a:rPr>
              <a:t>  decide how to handle the vehicle and how to recover development delay.</a:t>
            </a:r>
            <a:br>
              <a:rPr lang="en-US" altLang="ja-JP" sz="1400" dirty="0">
                <a:latin typeface="Meiryo UI" panose="020B0604030504040204" pitchFamily="50" charset="-128"/>
                <a:ea typeface="Meiryo UI" panose="020B0604030504040204" pitchFamily="50" charset="-128"/>
                <a:cs typeface="Arial" pitchFamily="34" charset="0"/>
              </a:rPr>
            </a:br>
            <a:r>
              <a:rPr lang="en-US" altLang="ja-JP" sz="1400" dirty="0">
                <a:latin typeface="Meiryo UI" panose="020B0604030504040204" pitchFamily="50" charset="-128"/>
                <a:ea typeface="Meiryo UI" panose="020B0604030504040204" pitchFamily="50" charset="-128"/>
                <a:cs typeface="Arial" pitchFamily="34" charset="0"/>
              </a:rPr>
              <a:t>-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dirty="0">
                <a:latin typeface="Meiryo UI" panose="020B0604030504040204" pitchFamily="50" charset="-128"/>
                <a:ea typeface="Meiryo UI" panose="020B0604030504040204" pitchFamily="50" charset="-128"/>
                <a:cs typeface="Arial" pitchFamily="34" charset="0"/>
              </a:rPr>
              <a:t> acknowledges the lending vehicle is prototype, and entire test vehicle operation control </a:t>
            </a:r>
            <a:br>
              <a:rPr lang="en-US" altLang="ja-JP" sz="1400" dirty="0">
                <a:latin typeface="Meiryo UI" panose="020B0604030504040204" pitchFamily="50" charset="-128"/>
                <a:ea typeface="Meiryo UI" panose="020B0604030504040204" pitchFamily="50" charset="-128"/>
                <a:cs typeface="Arial" pitchFamily="34" charset="0"/>
              </a:rPr>
            </a:br>
            <a:r>
              <a:rPr lang="en-US" altLang="ja-JP" sz="1400" dirty="0">
                <a:latin typeface="Meiryo UI" panose="020B0604030504040204" pitchFamily="50" charset="-128"/>
                <a:ea typeface="Meiryo UI" panose="020B0604030504040204" pitchFamily="50" charset="-128"/>
                <a:cs typeface="Arial" pitchFamily="34" charset="0"/>
              </a:rPr>
              <a:t>  including the test course and the public road shall follow the low, rule, regulation, safety </a:t>
            </a:r>
            <a:br>
              <a:rPr lang="en-US" altLang="ja-JP" sz="1400" dirty="0">
                <a:latin typeface="Meiryo UI" panose="020B0604030504040204" pitchFamily="50" charset="-128"/>
                <a:ea typeface="Meiryo UI" panose="020B0604030504040204" pitchFamily="50" charset="-128"/>
                <a:cs typeface="Arial" pitchFamily="34" charset="0"/>
              </a:rPr>
            </a:br>
            <a:r>
              <a:rPr lang="en-US" altLang="ja-JP" sz="1400" dirty="0">
                <a:latin typeface="Meiryo UI" panose="020B0604030504040204" pitchFamily="50" charset="-128"/>
                <a:ea typeface="Meiryo UI" panose="020B0604030504040204" pitchFamily="50" charset="-128"/>
                <a:cs typeface="Arial" pitchFamily="34" charset="0"/>
              </a:rPr>
              <a:t>  requirement by</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solidFill>
                  <a:srgbClr val="0000FF"/>
                </a:solidFill>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own responsibility. </a:t>
            </a:r>
            <a:br>
              <a:rPr lang="en-US" altLang="ja-JP" sz="1400" dirty="0">
                <a:latin typeface="Meiryo UI" panose="020B0604030504040204" pitchFamily="50" charset="-128"/>
                <a:ea typeface="Meiryo UI" panose="020B0604030504040204" pitchFamily="50" charset="-128"/>
                <a:cs typeface="Arial" pitchFamily="34" charset="0"/>
              </a:rPr>
            </a:br>
            <a:r>
              <a:rPr lang="en-US" altLang="ja-JP" sz="1400" dirty="0">
                <a:latin typeface="Meiryo UI" panose="020B0604030504040204" pitchFamily="50" charset="-128"/>
                <a:ea typeface="Meiryo UI" panose="020B0604030504040204" pitchFamily="50" charset="-128"/>
                <a:cs typeface="Arial" pitchFamily="34" charset="0"/>
              </a:rPr>
              <a:t>- Honda has to announce if prototype vehicle has some trouble during development, and discuss </a:t>
            </a:r>
            <a:br>
              <a:rPr lang="en-US" altLang="ja-JP" sz="1400" dirty="0">
                <a:latin typeface="Meiryo UI" panose="020B0604030504040204" pitchFamily="50" charset="-128"/>
                <a:ea typeface="Meiryo UI" panose="020B0604030504040204" pitchFamily="50" charset="-128"/>
                <a:cs typeface="Arial" pitchFamily="34" charset="0"/>
              </a:rPr>
            </a:br>
            <a:r>
              <a:rPr lang="en-US" altLang="ja-JP" sz="1400" dirty="0">
                <a:latin typeface="Meiryo UI" panose="020B0604030504040204" pitchFamily="50" charset="-128"/>
                <a:ea typeface="Meiryo UI" panose="020B0604030504040204" pitchFamily="50" charset="-128"/>
                <a:cs typeface="Arial" pitchFamily="34" charset="0"/>
              </a:rPr>
              <a:t>  for countermeasure by both party. </a:t>
            </a:r>
            <a:endParaRPr lang="ja-JP" altLang="en-US" sz="1400" dirty="0">
              <a:latin typeface="Meiryo UI" panose="020B0604030504040204" pitchFamily="50" charset="-128"/>
              <a:ea typeface="Meiryo UI" panose="020B0604030504040204" pitchFamily="50" charset="-128"/>
              <a:cs typeface="Arial" pitchFamily="34" charset="0"/>
            </a:endParaRPr>
          </a:p>
        </p:txBody>
      </p:sp>
      <p:sp>
        <p:nvSpPr>
          <p:cNvPr id="7" name="Text Box 2"/>
          <p:cNvSpPr txBox="1">
            <a:spLocks noChangeArrowheads="1"/>
          </p:cNvSpPr>
          <p:nvPr/>
        </p:nvSpPr>
        <p:spPr bwMode="auto">
          <a:xfrm>
            <a:off x="250829" y="44451"/>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2000">
                <a:solidFill>
                  <a:srgbClr val="FFFFFF"/>
                </a:solidFill>
                <a:latin typeface="Meiryo UI" panose="020B0604030504040204" pitchFamily="50" charset="-128"/>
                <a:ea typeface="Meiryo UI" panose="020B0604030504040204" pitchFamily="50" charset="-128"/>
                <a:cs typeface="Arial" pitchFamily="34" charset="0"/>
              </a:rPr>
              <a:t>21. Miscellaneous</a:t>
            </a:r>
            <a:r>
              <a:rPr lang="ja-JP" altLang="en-US" sz="2000">
                <a:solidFill>
                  <a:srgbClr val="FFFFFF"/>
                </a:solidFill>
                <a:latin typeface="Meiryo UI" panose="020B0604030504040204" pitchFamily="50" charset="-128"/>
                <a:ea typeface="Meiryo UI" panose="020B0604030504040204" pitchFamily="50" charset="-128"/>
                <a:cs typeface="Arial" pitchFamily="34" charset="0"/>
              </a:rPr>
              <a:t> </a:t>
            </a:r>
            <a:r>
              <a:rPr lang="en-US" altLang="ja-JP" sz="2000">
                <a:solidFill>
                  <a:srgbClr val="FFFFFF"/>
                </a:solidFill>
                <a:latin typeface="Meiryo UI" panose="020B0604030504040204" pitchFamily="50" charset="-128"/>
                <a:ea typeface="Meiryo UI" panose="020B0604030504040204" pitchFamily="50" charset="-128"/>
                <a:cs typeface="Arial" pitchFamily="34" charset="0"/>
              </a:rPr>
              <a:t>Guidelines</a:t>
            </a:r>
            <a:r>
              <a:rPr lang="ja-JP" altLang="en-US" sz="2000">
                <a:solidFill>
                  <a:srgbClr val="FFFFFF"/>
                </a:solidFill>
                <a:latin typeface="Meiryo UI" panose="020B0604030504040204" pitchFamily="50" charset="-128"/>
                <a:ea typeface="Meiryo UI" panose="020B0604030504040204" pitchFamily="50" charset="-128"/>
                <a:cs typeface="Arial" pitchFamily="34" charset="0"/>
              </a:rPr>
              <a:t> </a:t>
            </a:r>
            <a:r>
              <a:rPr lang="en-US" altLang="ja-JP" sz="2000">
                <a:solidFill>
                  <a:srgbClr val="FFFFFF"/>
                </a:solidFill>
                <a:latin typeface="Meiryo UI" panose="020B0604030504040204" pitchFamily="50" charset="-128"/>
                <a:ea typeface="Meiryo UI" panose="020B0604030504040204" pitchFamily="50" charset="-128"/>
                <a:cs typeface="Arial" pitchFamily="34" charset="0"/>
              </a:rPr>
              <a:t>(7/16)</a:t>
            </a:r>
            <a:endParaRPr lang="en-US" altLang="ja-JP" sz="1100">
              <a:solidFill>
                <a:srgbClr val="FFFFFF"/>
              </a:solidFill>
              <a:latin typeface="HGPｺﾞｼｯｸE" pitchFamily="50" charset="-128"/>
              <a:ea typeface="HGPｺﾞｼｯｸE" pitchFamily="50" charset="-128"/>
              <a:cs typeface="Arial" pitchFamily="34" charset="0"/>
            </a:endParaRPr>
          </a:p>
        </p:txBody>
      </p:sp>
      <p:sp>
        <p:nvSpPr>
          <p:cNvPr id="5" name="Rectangle 13">
            <a:extLst>
              <a:ext uri="{FF2B5EF4-FFF2-40B4-BE49-F238E27FC236}">
                <a16:creationId xmlns:a16="http://schemas.microsoft.com/office/drawing/2014/main" id="{67FE188B-1E5B-4C16-9938-EA9DAD6CEEFF}"/>
              </a:ext>
            </a:extLst>
          </p:cNvPr>
          <p:cNvSpPr>
            <a:spLocks noChangeArrowheads="1"/>
          </p:cNvSpPr>
          <p:nvPr/>
        </p:nvSpPr>
        <p:spPr bwMode="auto">
          <a:xfrm>
            <a:off x="35496" y="4060380"/>
            <a:ext cx="9108504" cy="27062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50000"/>
              </a:lnSpc>
              <a:spcBef>
                <a:spcPts val="600"/>
              </a:spcBef>
            </a:pPr>
            <a:r>
              <a:rPr lang="ja-JP" altLang="en-US" sz="1600" b="1" u="sng" dirty="0">
                <a:latin typeface="Meiryo UI" panose="020B0604030504040204" pitchFamily="50" charset="-128"/>
                <a:ea typeface="Meiryo UI" panose="020B0604030504040204" pitchFamily="50" charset="-128"/>
              </a:rPr>
              <a:t>テストエンジン・車両に関する規定</a:t>
            </a:r>
            <a:endParaRPr lang="en-US" altLang="ja-JP" sz="1400" dirty="0">
              <a:latin typeface="Meiryo UI" panose="020B0604030504040204" pitchFamily="50" charset="-128"/>
              <a:ea typeface="Meiryo UI" panose="020B0604030504040204" pitchFamily="50" charset="-128"/>
            </a:endParaRPr>
          </a:p>
          <a:p>
            <a:pPr marL="77788" indent="-285750" algn="l">
              <a:lnSpc>
                <a:spcPts val="1900"/>
              </a:lnSpc>
              <a:spcBef>
                <a:spcPts val="600"/>
              </a:spcBef>
              <a:spcAft>
                <a:spcPts val="300"/>
              </a:spcAft>
              <a:buFont typeface="Wingdings" panose="05000000000000000000" pitchFamily="2" charset="2"/>
              <a:buChar char="l"/>
            </a:pPr>
            <a:r>
              <a:rPr lang="ja-JP" altLang="en-US" sz="1400" dirty="0">
                <a:latin typeface="Meiryo UI" panose="020B0604030504040204" pitchFamily="50" charset="-128"/>
                <a:ea typeface="Meiryo UI" panose="020B0604030504040204" pitchFamily="50" charset="-128"/>
              </a:rPr>
              <a:t>一般公道走行について</a:t>
            </a:r>
            <a:br>
              <a:rPr lang="en-US" altLang="ja-JP" sz="1400" dirty="0">
                <a:latin typeface="Meiryo UI" panose="020B0604030504040204" pitchFamily="50" charset="-128"/>
                <a:ea typeface="Meiryo UI" panose="020B0604030504040204" pitchFamily="50" charset="-128"/>
              </a:rPr>
            </a:br>
            <a:r>
              <a:rPr lang="en-US" altLang="ja-JP" sz="1400" dirty="0">
                <a:latin typeface="Meiryo UI" panose="020B0604030504040204" pitchFamily="50" charset="-128"/>
                <a:ea typeface="Meiryo UI" panose="020B0604030504040204" pitchFamily="50" charset="-128"/>
              </a:rPr>
              <a:t>-</a:t>
            </a:r>
            <a:r>
              <a:rPr lang="ja-JP" altLang="en-US" sz="1400" dirty="0">
                <a:latin typeface="Meiryo UI" panose="020B0604030504040204" pitchFamily="50" charset="-128"/>
                <a:ea typeface="Meiryo UI" panose="020B0604030504040204" pitchFamily="50" charset="-128"/>
              </a:rPr>
              <a:t> 貸与テスト車両で公道走行をする場合、事前に</a:t>
            </a:r>
            <a:r>
              <a:rPr lang="en-US" altLang="ja-JP" sz="1400" dirty="0">
                <a:latin typeface="Meiryo UI" panose="020B0604030504040204" pitchFamily="50" charset="-128"/>
                <a:ea typeface="Meiryo UI" panose="020B0604030504040204" pitchFamily="50" charset="-128"/>
              </a:rPr>
              <a:t>Honda</a:t>
            </a:r>
            <a:r>
              <a:rPr lang="ja-JP" altLang="en-US" sz="1400" dirty="0">
                <a:latin typeface="Meiryo UI" panose="020B0604030504040204" pitchFamily="50" charset="-128"/>
                <a:ea typeface="Meiryo UI" panose="020B0604030504040204" pitchFamily="50" charset="-128"/>
              </a:rPr>
              <a:t>の許可を得る必要があります。</a:t>
            </a:r>
            <a:br>
              <a:rPr lang="en-US" altLang="ja-JP" sz="1400" dirty="0">
                <a:latin typeface="Meiryo UI" panose="020B0604030504040204" pitchFamily="50" charset="-128"/>
                <a:ea typeface="Meiryo UI" panose="020B0604030504040204" pitchFamily="50" charset="-128"/>
              </a:rPr>
            </a:br>
            <a:r>
              <a:rPr lang="en-US" altLang="ja-JP" sz="1400" dirty="0">
                <a:latin typeface="Meiryo UI" panose="020B0604030504040204" pitchFamily="50" charset="-128"/>
                <a:ea typeface="Meiryo UI" panose="020B0604030504040204" pitchFamily="50" charset="-128"/>
              </a:rPr>
              <a:t>-</a:t>
            </a:r>
            <a:r>
              <a:rPr lang="ja-JP" altLang="en-US" sz="1400" dirty="0">
                <a:latin typeface="Meiryo UI" panose="020B0604030504040204" pitchFamily="50" charset="-128"/>
                <a:ea typeface="Meiryo UI" panose="020B0604030504040204" pitchFamily="50" charset="-128"/>
              </a:rPr>
              <a:t> </a:t>
            </a:r>
            <a:r>
              <a:rPr lang="en-US" altLang="ja-JP" sz="1400" dirty="0">
                <a:latin typeface="Meiryo UI" panose="020B0604030504040204" pitchFamily="50" charset="-128"/>
                <a:ea typeface="Meiryo UI" panose="020B0604030504040204" pitchFamily="50" charset="-128"/>
              </a:rPr>
              <a:t>Honda</a:t>
            </a:r>
            <a:r>
              <a:rPr lang="ja-JP" altLang="en-US" sz="1400" dirty="0">
                <a:latin typeface="Meiryo UI" panose="020B0604030504040204" pitchFamily="50" charset="-128"/>
                <a:ea typeface="Meiryo UI" panose="020B0604030504040204" pitchFamily="50" charset="-128"/>
              </a:rPr>
              <a:t>内部には車両審査会が存在し、テスト車両の安全性や法規適合性を審査します。</a:t>
            </a:r>
            <a:br>
              <a:rPr lang="en-US" altLang="ja-JP" sz="1400" dirty="0">
                <a:latin typeface="Meiryo UI" panose="020B0604030504040204" pitchFamily="50" charset="-128"/>
                <a:ea typeface="Meiryo UI" panose="020B0604030504040204" pitchFamily="50" charset="-128"/>
              </a:rPr>
            </a:br>
            <a:r>
              <a:rPr lang="ja-JP" altLang="en-US" sz="1400" dirty="0">
                <a:latin typeface="Meiryo UI" panose="020B0604030504040204" pitchFamily="50" charset="-128"/>
                <a:ea typeface="Meiryo UI" panose="020B0604030504040204" pitchFamily="50" charset="-128"/>
              </a:rPr>
              <a:t>   この審査会で承認を得たテスト車両以外は、一般公道を走行することが許されません。</a:t>
            </a:r>
            <a:br>
              <a:rPr lang="en-US" altLang="ja-JP" sz="1400" dirty="0">
                <a:latin typeface="Meiryo UI" panose="020B0604030504040204" pitchFamily="50" charset="-128"/>
                <a:ea typeface="Meiryo UI" panose="020B0604030504040204" pitchFamily="50" charset="-128"/>
              </a:rPr>
            </a:br>
            <a:r>
              <a:rPr lang="en-US" altLang="ja-JP" sz="1400" dirty="0">
                <a:latin typeface="Meiryo UI" panose="020B0604030504040204" pitchFamily="50" charset="-128"/>
                <a:ea typeface="Meiryo UI" panose="020B0604030504040204" pitchFamily="50" charset="-128"/>
              </a:rPr>
              <a:t>-</a:t>
            </a:r>
            <a:r>
              <a:rPr lang="ja-JP" altLang="en-US" sz="1400" dirty="0">
                <a:latin typeface="Meiryo UI" panose="020B0604030504040204" pitchFamily="50" charset="-128"/>
                <a:ea typeface="Meiryo UI" panose="020B0604030504040204" pitchFamily="50" charset="-128"/>
              </a:rPr>
              <a:t> </a:t>
            </a:r>
            <a:r>
              <a:rPr lang="en-US" altLang="ja-JP" sz="1400" dirty="0">
                <a:latin typeface="Meiryo UI" panose="020B0604030504040204" pitchFamily="50" charset="-128"/>
                <a:ea typeface="Meiryo UI" panose="020B0604030504040204" pitchFamily="50" charset="-128"/>
              </a:rPr>
              <a:t>Honda</a:t>
            </a:r>
            <a:r>
              <a:rPr lang="ja-JP" altLang="en-US" sz="1400" dirty="0">
                <a:latin typeface="Meiryo UI" panose="020B0604030504040204" pitchFamily="50" charset="-128"/>
                <a:ea typeface="Meiryo UI" panose="020B0604030504040204" pitchFamily="50" charset="-128"/>
              </a:rPr>
              <a:t>内部の車両審査を通過する為に、</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latin typeface="Meiryo UI" panose="020B0604030504040204" pitchFamily="50" charset="-128"/>
                <a:ea typeface="Meiryo UI" panose="020B0604030504040204" pitchFamily="50" charset="-128"/>
              </a:rPr>
              <a:t>は必要情報を</a:t>
            </a:r>
            <a:r>
              <a:rPr lang="en-US" altLang="ja-JP" sz="1400" dirty="0">
                <a:latin typeface="Meiryo UI" panose="020B0604030504040204" pitchFamily="50" charset="-128"/>
                <a:ea typeface="Meiryo UI" panose="020B0604030504040204" pitchFamily="50" charset="-128"/>
              </a:rPr>
              <a:t>Honda</a:t>
            </a:r>
            <a:r>
              <a:rPr lang="ja-JP" altLang="en-US" sz="1400" dirty="0">
                <a:latin typeface="Meiryo UI" panose="020B0604030504040204" pitchFamily="50" charset="-128"/>
                <a:ea typeface="Meiryo UI" panose="020B0604030504040204" pitchFamily="50" charset="-128"/>
              </a:rPr>
              <a:t>に提供すること。</a:t>
            </a:r>
            <a:br>
              <a:rPr lang="en-US" altLang="ja-JP" sz="1400" dirty="0">
                <a:latin typeface="Meiryo UI" panose="020B0604030504040204" pitchFamily="50" charset="-128"/>
                <a:ea typeface="Meiryo UI" panose="020B0604030504040204" pitchFamily="50" charset="-128"/>
              </a:rPr>
            </a:br>
            <a:r>
              <a:rPr lang="en-US" altLang="ja-JP" sz="1400" dirty="0">
                <a:latin typeface="Meiryo UI" panose="020B0604030504040204" pitchFamily="50" charset="-128"/>
                <a:ea typeface="Meiryo UI" panose="020B0604030504040204" pitchFamily="50" charset="-128"/>
              </a:rPr>
              <a:t>- </a:t>
            </a:r>
            <a:r>
              <a:rPr lang="ja-JP" altLang="en-US" sz="1400" dirty="0">
                <a:latin typeface="Meiryo UI" panose="020B0604030504040204" pitchFamily="50" charset="-128"/>
                <a:ea typeface="Meiryo UI" panose="020B0604030504040204" pitchFamily="50" charset="-128"/>
              </a:rPr>
              <a:t>事故等によって車両機能に問題が生じた場合は、両社によって車両の取り扱いと開発遅延リカバリーを協議する</a:t>
            </a:r>
            <a:br>
              <a:rPr lang="en-US" altLang="ja-JP" sz="1400" dirty="0">
                <a:latin typeface="Meiryo UI" panose="020B0604030504040204" pitchFamily="50" charset="-128"/>
                <a:ea typeface="Meiryo UI" panose="020B0604030504040204" pitchFamily="50" charset="-128"/>
              </a:rPr>
            </a:br>
            <a:r>
              <a:rPr lang="en-US" altLang="ja-JP" sz="1400" dirty="0">
                <a:latin typeface="Meiryo UI" panose="020B0604030504040204" pitchFamily="50" charset="-128"/>
                <a:ea typeface="Meiryo UI" panose="020B0604030504040204" pitchFamily="50" charset="-128"/>
              </a:rPr>
              <a:t>- </a:t>
            </a:r>
            <a:r>
              <a:rPr lang="ja-JP" altLang="en-US" sz="1400" dirty="0">
                <a:latin typeface="Meiryo UI" panose="020B0604030504040204" pitchFamily="50" charset="-128"/>
                <a:ea typeface="Meiryo UI" panose="020B0604030504040204" pitchFamily="50" charset="-128"/>
                <a:cs typeface="Meiryo UI" pitchFamily="50" charset="-128"/>
              </a:rPr>
              <a:t>貸与車輌は、プロトタイプ車輌である事を理解し、全ての運行管理は、テストコース・公道に於いても、法律・ルールを尊守し</a:t>
            </a:r>
            <a:br>
              <a:rPr lang="en-US" altLang="ja-JP" sz="1400" dirty="0">
                <a:latin typeface="Meiryo UI" panose="020B0604030504040204" pitchFamily="50" charset="-128"/>
                <a:ea typeface="Meiryo UI" panose="020B0604030504040204" pitchFamily="50" charset="-128"/>
                <a:cs typeface="Meiryo UI" pitchFamily="50" charset="-128"/>
              </a:rPr>
            </a:br>
            <a:r>
              <a:rPr lang="ja-JP" altLang="en-US" sz="1400" dirty="0">
                <a:latin typeface="Meiryo UI" panose="020B0604030504040204" pitchFamily="50" charset="-128"/>
                <a:ea typeface="Meiryo UI" panose="020B0604030504040204" pitchFamily="50" charset="-128"/>
                <a:cs typeface="Meiryo UI" pitchFamily="50" charset="-128"/>
              </a:rPr>
              <a:t>  安全を確保した上で、</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latin typeface="Meiryo UI" panose="020B0604030504040204" pitchFamily="50" charset="-128"/>
                <a:ea typeface="Meiryo UI" panose="020B0604030504040204" pitchFamily="50" charset="-128"/>
                <a:cs typeface="Meiryo UI" pitchFamily="50" charset="-128"/>
              </a:rPr>
              <a:t>責任の基にて行う。</a:t>
            </a:r>
            <a:br>
              <a:rPr lang="en-US" altLang="ja-JP" sz="1400" dirty="0">
                <a:latin typeface="Meiryo UI" panose="020B0604030504040204" pitchFamily="50" charset="-128"/>
                <a:ea typeface="Meiryo UI" panose="020B0604030504040204" pitchFamily="50" charset="-128"/>
                <a:cs typeface="Meiryo UI" pitchFamily="50" charset="-128"/>
              </a:rPr>
            </a:br>
            <a:r>
              <a:rPr lang="en-US" altLang="ja-JP" sz="1400" dirty="0">
                <a:latin typeface="Meiryo UI" panose="020B0604030504040204" pitchFamily="50" charset="-128"/>
                <a:ea typeface="Meiryo UI" panose="020B0604030504040204" pitchFamily="50" charset="-128"/>
                <a:cs typeface="Meiryo UI" pitchFamily="50" charset="-128"/>
              </a:rPr>
              <a:t>- Honda</a:t>
            </a:r>
            <a:r>
              <a:rPr lang="ja-JP" altLang="en-US" sz="1400" dirty="0">
                <a:latin typeface="Meiryo UI" panose="020B0604030504040204" pitchFamily="50" charset="-128"/>
                <a:ea typeface="Meiryo UI" panose="020B0604030504040204" pitchFamily="50" charset="-128"/>
                <a:cs typeface="Meiryo UI" pitchFamily="50" charset="-128"/>
              </a:rPr>
              <a:t>は、開発期間中にプロトタイプ車に不具合が判った時、速やかに</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latin typeface="Meiryo UI" panose="020B0604030504040204" pitchFamily="50" charset="-128"/>
                <a:ea typeface="Meiryo UI" panose="020B0604030504040204" pitchFamily="50" charset="-128"/>
                <a:cs typeface="Meiryo UI" pitchFamily="50" charset="-128"/>
              </a:rPr>
              <a:t>へ連絡し双方協議のもと対処する。</a:t>
            </a:r>
            <a:endParaRPr lang="ja-JP" altLang="en-US" sz="1400"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928021625"/>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 Box 2"/>
          <p:cNvSpPr txBox="1">
            <a:spLocks noChangeArrowheads="1"/>
          </p:cNvSpPr>
          <p:nvPr/>
        </p:nvSpPr>
        <p:spPr bwMode="auto">
          <a:xfrm>
            <a:off x="250829" y="44450"/>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2000">
                <a:solidFill>
                  <a:srgbClr val="FFFFFF"/>
                </a:solidFill>
                <a:latin typeface="Meiryo UI" panose="020B0604030504040204" pitchFamily="50" charset="-128"/>
                <a:ea typeface="Meiryo UI" panose="020B0604030504040204" pitchFamily="50" charset="-128"/>
                <a:cs typeface="Arial" pitchFamily="34" charset="0"/>
              </a:rPr>
              <a:t>21. Miscellaneous</a:t>
            </a:r>
            <a:r>
              <a:rPr lang="ja-JP" altLang="en-US" sz="2000">
                <a:solidFill>
                  <a:srgbClr val="FFFFFF"/>
                </a:solidFill>
                <a:latin typeface="Meiryo UI" panose="020B0604030504040204" pitchFamily="50" charset="-128"/>
                <a:ea typeface="Meiryo UI" panose="020B0604030504040204" pitchFamily="50" charset="-128"/>
                <a:cs typeface="Arial" pitchFamily="34" charset="0"/>
              </a:rPr>
              <a:t> </a:t>
            </a:r>
            <a:r>
              <a:rPr lang="en-US" altLang="ja-JP" sz="2000">
                <a:solidFill>
                  <a:srgbClr val="FFFFFF"/>
                </a:solidFill>
                <a:latin typeface="Meiryo UI" panose="020B0604030504040204" pitchFamily="50" charset="-128"/>
                <a:ea typeface="Meiryo UI" panose="020B0604030504040204" pitchFamily="50" charset="-128"/>
                <a:cs typeface="Arial" pitchFamily="34" charset="0"/>
              </a:rPr>
              <a:t>Guidelines</a:t>
            </a:r>
            <a:r>
              <a:rPr lang="ja-JP" altLang="en-US" sz="2000">
                <a:solidFill>
                  <a:srgbClr val="FFFFFF"/>
                </a:solidFill>
                <a:latin typeface="Meiryo UI" panose="020B0604030504040204" pitchFamily="50" charset="-128"/>
                <a:ea typeface="Meiryo UI" panose="020B0604030504040204" pitchFamily="50" charset="-128"/>
                <a:cs typeface="Arial" pitchFamily="34" charset="0"/>
              </a:rPr>
              <a:t> </a:t>
            </a:r>
            <a:r>
              <a:rPr lang="en-US" altLang="ja-JP" sz="2000">
                <a:solidFill>
                  <a:srgbClr val="FFFFFF"/>
                </a:solidFill>
                <a:latin typeface="Meiryo UI" panose="020B0604030504040204" pitchFamily="50" charset="-128"/>
                <a:ea typeface="Meiryo UI" panose="020B0604030504040204" pitchFamily="50" charset="-128"/>
                <a:cs typeface="Arial" pitchFamily="34" charset="0"/>
              </a:rPr>
              <a:t>(8/16)</a:t>
            </a:r>
            <a:endParaRPr lang="en-US" altLang="ja-JP" sz="1100">
              <a:solidFill>
                <a:srgbClr val="FFFFFF"/>
              </a:solidFill>
              <a:latin typeface="HGPｺﾞｼｯｸE" pitchFamily="50" charset="-128"/>
              <a:ea typeface="HGPｺﾞｼｯｸE" pitchFamily="50" charset="-128"/>
              <a:cs typeface="Arial" pitchFamily="34" charset="0"/>
            </a:endParaRPr>
          </a:p>
        </p:txBody>
      </p:sp>
      <p:sp>
        <p:nvSpPr>
          <p:cNvPr id="7" name="テキスト ボックス 6"/>
          <p:cNvSpPr txBox="1"/>
          <p:nvPr/>
        </p:nvSpPr>
        <p:spPr>
          <a:xfrm>
            <a:off x="250829" y="566647"/>
            <a:ext cx="8712968" cy="1231106"/>
          </a:xfrm>
          <a:prstGeom prst="rect">
            <a:avLst/>
          </a:prstGeom>
          <a:noFill/>
        </p:spPr>
        <p:txBody>
          <a:bodyPr wrap="square" rtlCol="0">
            <a:spAutoFit/>
          </a:bodyPr>
          <a:lstStyle/>
          <a:p>
            <a:pPr algn="l" fontAlgn="auto">
              <a:spcBef>
                <a:spcPts val="0"/>
              </a:spcBef>
              <a:spcAft>
                <a:spcPts val="0"/>
              </a:spcAft>
              <a:defRPr/>
            </a:pPr>
            <a:r>
              <a:rPr lang="en-US" altLang="ja-JP" sz="1600">
                <a:solidFill>
                  <a:prstClr val="black"/>
                </a:solidFill>
                <a:latin typeface="Meiryo UI" pitchFamily="50" charset="-128"/>
                <a:ea typeface="Meiryo UI" pitchFamily="50" charset="-128"/>
                <a:cs typeface="Meiryo UI" pitchFamily="50" charset="-128"/>
              </a:rPr>
              <a:t>&lt; Concept &gt;</a:t>
            </a:r>
          </a:p>
          <a:p>
            <a:pPr algn="l" fontAlgn="auto">
              <a:spcBef>
                <a:spcPts val="0"/>
              </a:spcBef>
              <a:spcAft>
                <a:spcPts val="0"/>
              </a:spcAft>
              <a:defRPr/>
            </a:pPr>
            <a:r>
              <a:rPr lang="en-US" altLang="ja-JP" sz="1400">
                <a:solidFill>
                  <a:prstClr val="black"/>
                </a:solidFill>
                <a:latin typeface="Meiryo UI" pitchFamily="50" charset="-128"/>
                <a:ea typeface="Meiryo UI" pitchFamily="50" charset="-128"/>
                <a:cs typeface="Meiryo UI" pitchFamily="50" charset="-128"/>
              </a:rPr>
              <a:t>To avoid calibration re-work or suspension, and to secure accuracy of test result, maintenance and daily check shall be performed appropriately.</a:t>
            </a:r>
          </a:p>
          <a:p>
            <a:pPr algn="l" fontAlgn="auto">
              <a:spcBef>
                <a:spcPts val="0"/>
              </a:spcBef>
              <a:spcAft>
                <a:spcPts val="0"/>
              </a:spcAft>
              <a:defRPr/>
            </a:pPr>
            <a:endParaRPr lang="en-US" altLang="ja-JP" sz="1400">
              <a:solidFill>
                <a:prstClr val="black"/>
              </a:solidFill>
              <a:latin typeface="Meiryo UI" pitchFamily="50" charset="-128"/>
              <a:ea typeface="Meiryo UI" pitchFamily="50" charset="-128"/>
              <a:cs typeface="Meiryo UI" pitchFamily="50" charset="-128"/>
            </a:endParaRPr>
          </a:p>
          <a:p>
            <a:pPr algn="l" fontAlgn="auto">
              <a:spcBef>
                <a:spcPts val="0"/>
              </a:spcBef>
              <a:spcAft>
                <a:spcPts val="0"/>
              </a:spcAft>
              <a:defRPr/>
            </a:pPr>
            <a:r>
              <a:rPr lang="en-US" altLang="ja-JP" sz="1600">
                <a:solidFill>
                  <a:prstClr val="black"/>
                </a:solidFill>
                <a:latin typeface="Meiryo UI" pitchFamily="50" charset="-128"/>
                <a:ea typeface="Meiryo UI" pitchFamily="50" charset="-128"/>
                <a:cs typeface="Meiryo UI" pitchFamily="50" charset="-128"/>
              </a:rPr>
              <a:t>&lt; Responsibility&gt;</a:t>
            </a:r>
          </a:p>
        </p:txBody>
      </p:sp>
      <p:graphicFrame>
        <p:nvGraphicFramePr>
          <p:cNvPr id="9" name="表 8"/>
          <p:cNvGraphicFramePr>
            <a:graphicFrameLocks noGrp="1"/>
          </p:cNvGraphicFramePr>
          <p:nvPr>
            <p:extLst>
              <p:ext uri="{D42A27DB-BD31-4B8C-83A1-F6EECF244321}">
                <p14:modId xmlns:p14="http://schemas.microsoft.com/office/powerpoint/2010/main" val="3022576390"/>
              </p:ext>
            </p:extLst>
          </p:nvPr>
        </p:nvGraphicFramePr>
        <p:xfrm>
          <a:off x="250830" y="1740638"/>
          <a:ext cx="8712968" cy="1833880"/>
        </p:xfrm>
        <a:graphic>
          <a:graphicData uri="http://schemas.openxmlformats.org/drawingml/2006/table">
            <a:tbl>
              <a:tblPr firstRow="1" bandRow="1"/>
              <a:tblGrid>
                <a:gridCol w="2232247">
                  <a:extLst>
                    <a:ext uri="{9D8B030D-6E8A-4147-A177-3AD203B41FA5}">
                      <a16:colId xmlns:a16="http://schemas.microsoft.com/office/drawing/2014/main" val="20000"/>
                    </a:ext>
                  </a:extLst>
                </a:gridCol>
                <a:gridCol w="6480721">
                  <a:extLst>
                    <a:ext uri="{9D8B030D-6E8A-4147-A177-3AD203B41FA5}">
                      <a16:colId xmlns:a16="http://schemas.microsoft.com/office/drawing/2014/main" val="20001"/>
                    </a:ext>
                  </a:extLst>
                </a:gridCol>
              </a:tblGrid>
              <a:tr h="370840">
                <a:tc>
                  <a:txBody>
                    <a:bodyPr/>
                    <a:lstStyle>
                      <a:lvl1pPr marL="0" algn="l" defTabSz="914400" rtl="0" eaLnBrk="1" latinLnBrk="0" hangingPunct="1">
                        <a:defRPr kumimoji="1" sz="1800" b="1" kern="1200">
                          <a:solidFill>
                            <a:schemeClr val="lt1"/>
                          </a:solidFill>
                          <a:latin typeface="Calibri"/>
                        </a:defRPr>
                      </a:lvl1pPr>
                      <a:lvl2pPr marL="457200" algn="l" defTabSz="914400" rtl="0" eaLnBrk="1" latinLnBrk="0" hangingPunct="1">
                        <a:defRPr kumimoji="1" sz="1800" b="1" kern="1200">
                          <a:solidFill>
                            <a:schemeClr val="lt1"/>
                          </a:solidFill>
                          <a:latin typeface="Calibri"/>
                        </a:defRPr>
                      </a:lvl2pPr>
                      <a:lvl3pPr marL="914400" algn="l" defTabSz="914400" rtl="0" eaLnBrk="1" latinLnBrk="0" hangingPunct="1">
                        <a:defRPr kumimoji="1" sz="1800" b="1" kern="1200">
                          <a:solidFill>
                            <a:schemeClr val="lt1"/>
                          </a:solidFill>
                          <a:latin typeface="Calibri"/>
                        </a:defRPr>
                      </a:lvl3pPr>
                      <a:lvl4pPr marL="1371600" algn="l" defTabSz="914400" rtl="0" eaLnBrk="1" latinLnBrk="0" hangingPunct="1">
                        <a:defRPr kumimoji="1" sz="1800" b="1" kern="1200">
                          <a:solidFill>
                            <a:schemeClr val="lt1"/>
                          </a:solidFill>
                          <a:latin typeface="Calibri"/>
                        </a:defRPr>
                      </a:lvl4pPr>
                      <a:lvl5pPr marL="1828800" algn="l" defTabSz="914400" rtl="0" eaLnBrk="1" latinLnBrk="0" hangingPunct="1">
                        <a:defRPr kumimoji="1" sz="1800" b="1" kern="1200">
                          <a:solidFill>
                            <a:schemeClr val="lt1"/>
                          </a:solidFill>
                          <a:latin typeface="Calibri"/>
                        </a:defRPr>
                      </a:lvl5pPr>
                      <a:lvl6pPr marL="2286000" algn="l" defTabSz="914400" rtl="0" eaLnBrk="1" latinLnBrk="0" hangingPunct="1">
                        <a:defRPr kumimoji="1" sz="1800" b="1" kern="1200">
                          <a:solidFill>
                            <a:schemeClr val="lt1"/>
                          </a:solidFill>
                          <a:latin typeface="Calibri"/>
                        </a:defRPr>
                      </a:lvl6pPr>
                      <a:lvl7pPr marL="2743200" algn="l" defTabSz="914400" rtl="0" eaLnBrk="1" latinLnBrk="0" hangingPunct="1">
                        <a:defRPr kumimoji="1" sz="1800" b="1" kern="1200">
                          <a:solidFill>
                            <a:schemeClr val="lt1"/>
                          </a:solidFill>
                          <a:latin typeface="Calibri"/>
                        </a:defRPr>
                      </a:lvl7pPr>
                      <a:lvl8pPr marL="3200400" algn="l" defTabSz="914400" rtl="0" eaLnBrk="1" latinLnBrk="0" hangingPunct="1">
                        <a:defRPr kumimoji="1" sz="1800" b="1" kern="1200">
                          <a:solidFill>
                            <a:schemeClr val="lt1"/>
                          </a:solidFill>
                          <a:latin typeface="Calibri"/>
                        </a:defRPr>
                      </a:lvl8pPr>
                      <a:lvl9pPr marL="3657600" algn="l" defTabSz="914400" rtl="0" eaLnBrk="1" latinLnBrk="0" hangingPunct="1">
                        <a:defRPr kumimoji="1" sz="1800" b="1" kern="1200">
                          <a:solidFill>
                            <a:schemeClr val="lt1"/>
                          </a:solidFill>
                          <a:latin typeface="Calibri"/>
                        </a:defRPr>
                      </a:lvl9pPr>
                    </a:lstStyle>
                    <a:p>
                      <a:endParaRPr kumimoji="1" lang="ja-JP" altLang="en-US" sz="1400">
                        <a:latin typeface="Meiryo UI" panose="020B0604030504040204" pitchFamily="50" charset="-128"/>
                        <a:ea typeface="Meiryo UI" panose="020B0604030504040204"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L="0" algn="l" defTabSz="914400" rtl="0" eaLnBrk="1" latinLnBrk="0" hangingPunct="1">
                        <a:defRPr kumimoji="1" sz="1800" b="1" kern="1200">
                          <a:solidFill>
                            <a:schemeClr val="lt1"/>
                          </a:solidFill>
                          <a:latin typeface="Calibri"/>
                        </a:defRPr>
                      </a:lvl1pPr>
                      <a:lvl2pPr marL="457200" algn="l" defTabSz="914400" rtl="0" eaLnBrk="1" latinLnBrk="0" hangingPunct="1">
                        <a:defRPr kumimoji="1" sz="1800" b="1" kern="1200">
                          <a:solidFill>
                            <a:schemeClr val="lt1"/>
                          </a:solidFill>
                          <a:latin typeface="Calibri"/>
                        </a:defRPr>
                      </a:lvl2pPr>
                      <a:lvl3pPr marL="914400" algn="l" defTabSz="914400" rtl="0" eaLnBrk="1" latinLnBrk="0" hangingPunct="1">
                        <a:defRPr kumimoji="1" sz="1800" b="1" kern="1200">
                          <a:solidFill>
                            <a:schemeClr val="lt1"/>
                          </a:solidFill>
                          <a:latin typeface="Calibri"/>
                        </a:defRPr>
                      </a:lvl3pPr>
                      <a:lvl4pPr marL="1371600" algn="l" defTabSz="914400" rtl="0" eaLnBrk="1" latinLnBrk="0" hangingPunct="1">
                        <a:defRPr kumimoji="1" sz="1800" b="1" kern="1200">
                          <a:solidFill>
                            <a:schemeClr val="lt1"/>
                          </a:solidFill>
                          <a:latin typeface="Calibri"/>
                        </a:defRPr>
                      </a:lvl4pPr>
                      <a:lvl5pPr marL="1828800" algn="l" defTabSz="914400" rtl="0" eaLnBrk="1" latinLnBrk="0" hangingPunct="1">
                        <a:defRPr kumimoji="1" sz="1800" b="1" kern="1200">
                          <a:solidFill>
                            <a:schemeClr val="lt1"/>
                          </a:solidFill>
                          <a:latin typeface="Calibri"/>
                        </a:defRPr>
                      </a:lvl5pPr>
                      <a:lvl6pPr marL="2286000" algn="l" defTabSz="914400" rtl="0" eaLnBrk="1" latinLnBrk="0" hangingPunct="1">
                        <a:defRPr kumimoji="1" sz="1800" b="1" kern="1200">
                          <a:solidFill>
                            <a:schemeClr val="lt1"/>
                          </a:solidFill>
                          <a:latin typeface="Calibri"/>
                        </a:defRPr>
                      </a:lvl6pPr>
                      <a:lvl7pPr marL="2743200" algn="l" defTabSz="914400" rtl="0" eaLnBrk="1" latinLnBrk="0" hangingPunct="1">
                        <a:defRPr kumimoji="1" sz="1800" b="1" kern="1200">
                          <a:solidFill>
                            <a:schemeClr val="lt1"/>
                          </a:solidFill>
                          <a:latin typeface="Calibri"/>
                        </a:defRPr>
                      </a:lvl7pPr>
                      <a:lvl8pPr marL="3200400" algn="l" defTabSz="914400" rtl="0" eaLnBrk="1" latinLnBrk="0" hangingPunct="1">
                        <a:defRPr kumimoji="1" sz="1800" b="1" kern="1200">
                          <a:solidFill>
                            <a:schemeClr val="lt1"/>
                          </a:solidFill>
                          <a:latin typeface="Calibri"/>
                        </a:defRPr>
                      </a:lvl8pPr>
                      <a:lvl9pPr marL="3657600" algn="l" defTabSz="914400" rtl="0" eaLnBrk="1" latinLnBrk="0" hangingPunct="1">
                        <a:defRPr kumimoji="1" sz="1800" b="1" kern="1200">
                          <a:solidFill>
                            <a:schemeClr val="lt1"/>
                          </a:solidFill>
                          <a:latin typeface="Calibri"/>
                        </a:defRPr>
                      </a:lvl9pPr>
                    </a:lstStyle>
                    <a:p>
                      <a:r>
                        <a:rPr kumimoji="1" lang="en-US" altLang="ja-JP" sz="1400">
                          <a:latin typeface="Meiryo UI" panose="020B0604030504040204" pitchFamily="50" charset="-128"/>
                          <a:ea typeface="Meiryo UI" panose="020B0604030504040204" pitchFamily="50" charset="-128"/>
                        </a:rPr>
                        <a:t>Responsibility</a:t>
                      </a:r>
                      <a:endParaRPr kumimoji="1" lang="ja-JP" altLang="en-US" sz="1400">
                        <a:latin typeface="Meiryo UI" panose="020B0604030504040204" pitchFamily="50" charset="-128"/>
                        <a:ea typeface="Meiryo UI" panose="020B0604030504040204"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extLst>
                  <a:ext uri="{0D108BD9-81ED-4DB2-BD59-A6C34878D82A}">
                    <a16:rowId xmlns:a16="http://schemas.microsoft.com/office/drawing/2014/main" val="10000"/>
                  </a:ext>
                </a:extLst>
              </a:tr>
              <a:tr h="370840">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r>
                        <a:rPr kumimoji="1" lang="en-US" altLang="ja-JP" sz="1400">
                          <a:latin typeface="Meiryo UI" panose="020B0604030504040204" pitchFamily="50" charset="-128"/>
                          <a:ea typeface="Meiryo UI" panose="020B0604030504040204" pitchFamily="50" charset="-128"/>
                        </a:rPr>
                        <a:t>Consigned entrustee</a:t>
                      </a:r>
                      <a:endParaRPr kumimoji="1" lang="ja-JP" altLang="en-US" sz="1400">
                        <a:latin typeface="Meiryo UI" panose="020B0604030504040204" pitchFamily="50" charset="-128"/>
                        <a:ea typeface="Meiryo UI" panose="020B0604030504040204" pitchFamily="50" charset="-128"/>
                      </a:endParaRP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pPr marL="285750" indent="-285750">
                        <a:buFont typeface="Wingdings" pitchFamily="2" charset="2"/>
                        <a:buChar char="l"/>
                      </a:pPr>
                      <a:r>
                        <a:rPr kumimoji="1" lang="en-US" altLang="ja-JP" sz="1400">
                          <a:latin typeface="Meiryo UI" panose="020B0604030504040204" pitchFamily="50" charset="-128"/>
                          <a:ea typeface="Meiryo UI" panose="020B0604030504040204" pitchFamily="50" charset="-128"/>
                        </a:rPr>
                        <a:t>To perform</a:t>
                      </a:r>
                      <a:r>
                        <a:rPr kumimoji="1" lang="en-US" altLang="ja-JP" sz="1400" baseline="0">
                          <a:latin typeface="Meiryo UI" panose="020B0604030504040204" pitchFamily="50" charset="-128"/>
                          <a:ea typeface="Meiryo UI" panose="020B0604030504040204" pitchFamily="50" charset="-128"/>
                        </a:rPr>
                        <a:t> facility &amp; engine maintenance</a:t>
                      </a:r>
                    </a:p>
                    <a:p>
                      <a:pPr marL="285750" indent="-285750">
                        <a:buFont typeface="Wingdings" pitchFamily="2" charset="2"/>
                        <a:buChar char="l"/>
                      </a:pPr>
                      <a:r>
                        <a:rPr kumimoji="1" lang="en-US" altLang="ja-JP" sz="1400" baseline="0">
                          <a:latin typeface="Meiryo UI" panose="020B0604030504040204" pitchFamily="50" charset="-128"/>
                          <a:ea typeface="Meiryo UI" panose="020B0604030504040204" pitchFamily="50" charset="-128"/>
                        </a:rPr>
                        <a:t>To perform daily check (check menu is shown in following pages)</a:t>
                      </a:r>
                    </a:p>
                    <a:p>
                      <a:pPr marL="285750" indent="-285750">
                        <a:buFont typeface="Wingdings" pitchFamily="2" charset="2"/>
                        <a:buChar char="l"/>
                      </a:pPr>
                      <a:r>
                        <a:rPr kumimoji="1" lang="en-US" altLang="ja-JP" sz="1400" baseline="0">
                          <a:latin typeface="Meiryo UI" panose="020B0604030504040204" pitchFamily="50" charset="-128"/>
                          <a:ea typeface="Meiryo UI" panose="020B0604030504040204" pitchFamily="50" charset="-128"/>
                        </a:rPr>
                        <a:t>To find if there are any problems with facility and engine</a:t>
                      </a:r>
                      <a:endParaRPr kumimoji="1" lang="ja-JP" altLang="en-US" sz="1400">
                        <a:latin typeface="Meiryo UI" panose="020B0604030504040204" pitchFamily="50" charset="-128"/>
                        <a:ea typeface="Meiryo UI" panose="020B0604030504040204" pitchFamily="50" charset="-128"/>
                      </a:endParaRP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10001"/>
                  </a:ext>
                </a:extLst>
              </a:tr>
              <a:tr h="370840">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r>
                        <a:rPr kumimoji="1" lang="en-US" altLang="ja-JP" sz="1400">
                          <a:latin typeface="Meiryo UI" panose="020B0604030504040204" pitchFamily="50" charset="-128"/>
                          <a:ea typeface="Meiryo UI" panose="020B0604030504040204" pitchFamily="50" charset="-128"/>
                        </a:rPr>
                        <a:t>Honda</a:t>
                      </a:r>
                      <a:endParaRPr kumimoji="1" lang="ja-JP" altLang="en-US" sz="1400">
                        <a:latin typeface="Meiryo UI" panose="020B0604030504040204" pitchFamily="50" charset="-128"/>
                        <a:ea typeface="Meiryo UI" panose="020B0604030504040204"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pPr marL="285750" indent="-285750">
                        <a:buFont typeface="Wingdings" pitchFamily="2" charset="2"/>
                        <a:buChar char="l"/>
                      </a:pPr>
                      <a:r>
                        <a:rPr kumimoji="1" lang="en-US" altLang="ja-JP" sz="1400">
                          <a:latin typeface="Meiryo UI" panose="020B0604030504040204" pitchFamily="50" charset="-128"/>
                          <a:ea typeface="Meiryo UI" panose="020B0604030504040204" pitchFamily="50" charset="-128"/>
                        </a:rPr>
                        <a:t>To assess how</a:t>
                      </a:r>
                      <a:r>
                        <a:rPr kumimoji="1" lang="en-US" altLang="ja-JP" sz="1400" baseline="0">
                          <a:latin typeface="Meiryo UI" panose="020B0604030504040204" pitchFamily="50" charset="-128"/>
                          <a:ea typeface="Meiryo UI" panose="020B0604030504040204" pitchFamily="50" charset="-128"/>
                        </a:rPr>
                        <a:t> engine get deteriorated based on daily check result from consigned entrustee</a:t>
                      </a:r>
                    </a:p>
                    <a:p>
                      <a:pPr marL="285750" indent="-285750">
                        <a:buFont typeface="Wingdings" pitchFamily="2" charset="2"/>
                        <a:buChar char="l"/>
                      </a:pPr>
                      <a:r>
                        <a:rPr kumimoji="1" lang="en-US" altLang="ja-JP" sz="1400" baseline="0">
                          <a:latin typeface="Meiryo UI" panose="020B0604030504040204" pitchFamily="50" charset="-128"/>
                          <a:ea typeface="Meiryo UI" panose="020B0604030504040204" pitchFamily="50" charset="-128"/>
                        </a:rPr>
                        <a:t>To find timing to replace current engine with new one</a:t>
                      </a:r>
                      <a:endParaRPr kumimoji="1" lang="ja-JP" altLang="en-US" sz="1400">
                        <a:latin typeface="Meiryo UI" panose="020B0604030504040204" pitchFamily="50" charset="-128"/>
                        <a:ea typeface="Meiryo UI" panose="020B0604030504040204"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10002"/>
                  </a:ext>
                </a:extLst>
              </a:tr>
            </a:tbl>
          </a:graphicData>
        </a:graphic>
      </p:graphicFrame>
      <p:sp>
        <p:nvSpPr>
          <p:cNvPr id="5" name="テキスト ボックス 4"/>
          <p:cNvSpPr txBox="1"/>
          <p:nvPr/>
        </p:nvSpPr>
        <p:spPr>
          <a:xfrm>
            <a:off x="259536" y="3788827"/>
            <a:ext cx="8712968" cy="1231106"/>
          </a:xfrm>
          <a:prstGeom prst="rect">
            <a:avLst/>
          </a:prstGeom>
          <a:noFill/>
        </p:spPr>
        <p:txBody>
          <a:bodyPr wrap="square" rtlCol="0">
            <a:spAutoFit/>
          </a:bodyPr>
          <a:lstStyle/>
          <a:p>
            <a:pPr algn="l" fontAlgn="auto">
              <a:spcBef>
                <a:spcPts val="0"/>
              </a:spcBef>
              <a:spcAft>
                <a:spcPts val="0"/>
              </a:spcAft>
              <a:defRPr/>
            </a:pPr>
            <a:r>
              <a:rPr lang="en-US" altLang="ja-JP" sz="1600">
                <a:solidFill>
                  <a:prstClr val="black"/>
                </a:solidFill>
                <a:latin typeface="Meiryo UI" pitchFamily="50" charset="-128"/>
                <a:ea typeface="Meiryo UI" pitchFamily="50" charset="-128"/>
                <a:cs typeface="Meiryo UI" pitchFamily="50" charset="-128"/>
              </a:rPr>
              <a:t>&lt; </a:t>
            </a:r>
            <a:r>
              <a:rPr lang="ja-JP" altLang="en-US" sz="1600">
                <a:solidFill>
                  <a:prstClr val="black"/>
                </a:solidFill>
                <a:latin typeface="Meiryo UI" pitchFamily="50" charset="-128"/>
                <a:ea typeface="Meiryo UI" pitchFamily="50" charset="-128"/>
                <a:cs typeface="Meiryo UI" pitchFamily="50" charset="-128"/>
              </a:rPr>
              <a:t>コンセプト</a:t>
            </a:r>
            <a:r>
              <a:rPr lang="en-US" altLang="ja-JP" sz="1600">
                <a:solidFill>
                  <a:prstClr val="black"/>
                </a:solidFill>
                <a:latin typeface="Meiryo UI" pitchFamily="50" charset="-128"/>
                <a:ea typeface="Meiryo UI" pitchFamily="50" charset="-128"/>
                <a:cs typeface="Meiryo UI" pitchFamily="50" charset="-128"/>
              </a:rPr>
              <a:t> &gt;</a:t>
            </a:r>
          </a:p>
          <a:p>
            <a:pPr algn="l" fontAlgn="auto">
              <a:spcBef>
                <a:spcPts val="0"/>
              </a:spcBef>
              <a:spcAft>
                <a:spcPts val="0"/>
              </a:spcAft>
              <a:defRPr/>
            </a:pPr>
            <a:r>
              <a:rPr lang="ja-JP" altLang="en-US" sz="1400">
                <a:solidFill>
                  <a:prstClr val="black"/>
                </a:solidFill>
                <a:latin typeface="Meiryo UI" pitchFamily="50" charset="-128"/>
                <a:ea typeface="Meiryo UI" pitchFamily="50" charset="-128"/>
                <a:cs typeface="Meiryo UI" pitchFamily="50" charset="-128"/>
              </a:rPr>
              <a:t>キャリブレーションのやり直しや中断を回避し、テスト結果の精度を確保するために、メンテナンスと毎日のチェックを適切に</a:t>
            </a:r>
            <a:endParaRPr lang="en-US" altLang="ja-JP" sz="1400">
              <a:solidFill>
                <a:prstClr val="black"/>
              </a:solidFill>
              <a:latin typeface="Meiryo UI" pitchFamily="50" charset="-128"/>
              <a:ea typeface="Meiryo UI" pitchFamily="50" charset="-128"/>
              <a:cs typeface="Meiryo UI" pitchFamily="50" charset="-128"/>
            </a:endParaRPr>
          </a:p>
          <a:p>
            <a:pPr algn="l" fontAlgn="auto">
              <a:spcBef>
                <a:spcPts val="0"/>
              </a:spcBef>
              <a:spcAft>
                <a:spcPts val="0"/>
              </a:spcAft>
              <a:defRPr/>
            </a:pPr>
            <a:r>
              <a:rPr lang="ja-JP" altLang="en-US" sz="1400">
                <a:solidFill>
                  <a:prstClr val="black"/>
                </a:solidFill>
                <a:latin typeface="Meiryo UI" pitchFamily="50" charset="-128"/>
                <a:ea typeface="Meiryo UI" pitchFamily="50" charset="-128"/>
                <a:cs typeface="Meiryo UI" pitchFamily="50" charset="-128"/>
              </a:rPr>
              <a:t>実行する必要があります。</a:t>
            </a:r>
            <a:endParaRPr lang="en-US" altLang="ja-JP" sz="1400">
              <a:solidFill>
                <a:prstClr val="black"/>
              </a:solidFill>
              <a:latin typeface="Meiryo UI" pitchFamily="50" charset="-128"/>
              <a:ea typeface="Meiryo UI" pitchFamily="50" charset="-128"/>
              <a:cs typeface="Meiryo UI" pitchFamily="50" charset="-128"/>
            </a:endParaRPr>
          </a:p>
          <a:p>
            <a:pPr algn="l" fontAlgn="auto">
              <a:spcBef>
                <a:spcPts val="0"/>
              </a:spcBef>
              <a:spcAft>
                <a:spcPts val="0"/>
              </a:spcAft>
              <a:defRPr/>
            </a:pPr>
            <a:endParaRPr lang="en-US" altLang="ja-JP" sz="1400">
              <a:solidFill>
                <a:prstClr val="black"/>
              </a:solidFill>
              <a:latin typeface="Meiryo UI" pitchFamily="50" charset="-128"/>
              <a:ea typeface="Meiryo UI" pitchFamily="50" charset="-128"/>
              <a:cs typeface="Meiryo UI" pitchFamily="50" charset="-128"/>
            </a:endParaRPr>
          </a:p>
          <a:p>
            <a:pPr algn="l" fontAlgn="auto">
              <a:spcBef>
                <a:spcPts val="0"/>
              </a:spcBef>
              <a:spcAft>
                <a:spcPts val="0"/>
              </a:spcAft>
              <a:defRPr/>
            </a:pPr>
            <a:r>
              <a:rPr lang="en-US" altLang="ja-JP" sz="1600">
                <a:solidFill>
                  <a:prstClr val="black"/>
                </a:solidFill>
                <a:latin typeface="Meiryo UI" pitchFamily="50" charset="-128"/>
                <a:ea typeface="Meiryo UI" pitchFamily="50" charset="-128"/>
                <a:cs typeface="Meiryo UI" pitchFamily="50" charset="-128"/>
              </a:rPr>
              <a:t>&lt; </a:t>
            </a:r>
            <a:r>
              <a:rPr lang="ja-JP" altLang="en-US" sz="1600">
                <a:solidFill>
                  <a:prstClr val="black"/>
                </a:solidFill>
                <a:latin typeface="Meiryo UI" pitchFamily="50" charset="-128"/>
                <a:ea typeface="Meiryo UI" pitchFamily="50" charset="-128"/>
                <a:cs typeface="Meiryo UI" pitchFamily="50" charset="-128"/>
              </a:rPr>
              <a:t>責任区</a:t>
            </a:r>
            <a:r>
              <a:rPr lang="en-US" altLang="ja-JP" sz="1600">
                <a:solidFill>
                  <a:prstClr val="black"/>
                </a:solidFill>
                <a:latin typeface="Meiryo UI" pitchFamily="50" charset="-128"/>
                <a:ea typeface="Meiryo UI" pitchFamily="50" charset="-128"/>
                <a:cs typeface="Meiryo UI" pitchFamily="50" charset="-128"/>
              </a:rPr>
              <a:t>&gt;</a:t>
            </a:r>
          </a:p>
        </p:txBody>
      </p:sp>
      <p:graphicFrame>
        <p:nvGraphicFramePr>
          <p:cNvPr id="6" name="表 5"/>
          <p:cNvGraphicFramePr>
            <a:graphicFrameLocks noGrp="1"/>
          </p:cNvGraphicFramePr>
          <p:nvPr>
            <p:extLst>
              <p:ext uri="{D42A27DB-BD31-4B8C-83A1-F6EECF244321}">
                <p14:modId xmlns:p14="http://schemas.microsoft.com/office/powerpoint/2010/main" val="3655165988"/>
              </p:ext>
            </p:extLst>
          </p:nvPr>
        </p:nvGraphicFramePr>
        <p:xfrm>
          <a:off x="259537" y="4975881"/>
          <a:ext cx="8712968" cy="1620520"/>
        </p:xfrm>
        <a:graphic>
          <a:graphicData uri="http://schemas.openxmlformats.org/drawingml/2006/table">
            <a:tbl>
              <a:tblPr firstRow="1" bandRow="1"/>
              <a:tblGrid>
                <a:gridCol w="2232247">
                  <a:extLst>
                    <a:ext uri="{9D8B030D-6E8A-4147-A177-3AD203B41FA5}">
                      <a16:colId xmlns:a16="http://schemas.microsoft.com/office/drawing/2014/main" val="20000"/>
                    </a:ext>
                  </a:extLst>
                </a:gridCol>
                <a:gridCol w="6480721">
                  <a:extLst>
                    <a:ext uri="{9D8B030D-6E8A-4147-A177-3AD203B41FA5}">
                      <a16:colId xmlns:a16="http://schemas.microsoft.com/office/drawing/2014/main" val="20001"/>
                    </a:ext>
                  </a:extLst>
                </a:gridCol>
              </a:tblGrid>
              <a:tr h="370840">
                <a:tc>
                  <a:txBody>
                    <a:bodyPr/>
                    <a:lstStyle>
                      <a:lvl1pPr marL="0" algn="l" defTabSz="914400" rtl="0" eaLnBrk="1" latinLnBrk="0" hangingPunct="1">
                        <a:defRPr kumimoji="1" sz="1800" b="1" kern="1200">
                          <a:solidFill>
                            <a:schemeClr val="lt1"/>
                          </a:solidFill>
                          <a:latin typeface="Calibri"/>
                        </a:defRPr>
                      </a:lvl1pPr>
                      <a:lvl2pPr marL="457200" algn="l" defTabSz="914400" rtl="0" eaLnBrk="1" latinLnBrk="0" hangingPunct="1">
                        <a:defRPr kumimoji="1" sz="1800" b="1" kern="1200">
                          <a:solidFill>
                            <a:schemeClr val="lt1"/>
                          </a:solidFill>
                          <a:latin typeface="Calibri"/>
                        </a:defRPr>
                      </a:lvl2pPr>
                      <a:lvl3pPr marL="914400" algn="l" defTabSz="914400" rtl="0" eaLnBrk="1" latinLnBrk="0" hangingPunct="1">
                        <a:defRPr kumimoji="1" sz="1800" b="1" kern="1200">
                          <a:solidFill>
                            <a:schemeClr val="lt1"/>
                          </a:solidFill>
                          <a:latin typeface="Calibri"/>
                        </a:defRPr>
                      </a:lvl3pPr>
                      <a:lvl4pPr marL="1371600" algn="l" defTabSz="914400" rtl="0" eaLnBrk="1" latinLnBrk="0" hangingPunct="1">
                        <a:defRPr kumimoji="1" sz="1800" b="1" kern="1200">
                          <a:solidFill>
                            <a:schemeClr val="lt1"/>
                          </a:solidFill>
                          <a:latin typeface="Calibri"/>
                        </a:defRPr>
                      </a:lvl4pPr>
                      <a:lvl5pPr marL="1828800" algn="l" defTabSz="914400" rtl="0" eaLnBrk="1" latinLnBrk="0" hangingPunct="1">
                        <a:defRPr kumimoji="1" sz="1800" b="1" kern="1200">
                          <a:solidFill>
                            <a:schemeClr val="lt1"/>
                          </a:solidFill>
                          <a:latin typeface="Calibri"/>
                        </a:defRPr>
                      </a:lvl5pPr>
                      <a:lvl6pPr marL="2286000" algn="l" defTabSz="914400" rtl="0" eaLnBrk="1" latinLnBrk="0" hangingPunct="1">
                        <a:defRPr kumimoji="1" sz="1800" b="1" kern="1200">
                          <a:solidFill>
                            <a:schemeClr val="lt1"/>
                          </a:solidFill>
                          <a:latin typeface="Calibri"/>
                        </a:defRPr>
                      </a:lvl6pPr>
                      <a:lvl7pPr marL="2743200" algn="l" defTabSz="914400" rtl="0" eaLnBrk="1" latinLnBrk="0" hangingPunct="1">
                        <a:defRPr kumimoji="1" sz="1800" b="1" kern="1200">
                          <a:solidFill>
                            <a:schemeClr val="lt1"/>
                          </a:solidFill>
                          <a:latin typeface="Calibri"/>
                        </a:defRPr>
                      </a:lvl7pPr>
                      <a:lvl8pPr marL="3200400" algn="l" defTabSz="914400" rtl="0" eaLnBrk="1" latinLnBrk="0" hangingPunct="1">
                        <a:defRPr kumimoji="1" sz="1800" b="1" kern="1200">
                          <a:solidFill>
                            <a:schemeClr val="lt1"/>
                          </a:solidFill>
                          <a:latin typeface="Calibri"/>
                        </a:defRPr>
                      </a:lvl8pPr>
                      <a:lvl9pPr marL="3657600" algn="l" defTabSz="914400" rtl="0" eaLnBrk="1" latinLnBrk="0" hangingPunct="1">
                        <a:defRPr kumimoji="1" sz="1800" b="1" kern="1200">
                          <a:solidFill>
                            <a:schemeClr val="lt1"/>
                          </a:solidFill>
                          <a:latin typeface="Calibri"/>
                        </a:defRPr>
                      </a:lvl9pPr>
                    </a:lstStyle>
                    <a:p>
                      <a:endParaRPr kumimoji="1" lang="ja-JP" altLang="en-US" sz="1400" dirty="0">
                        <a:latin typeface="Meiryo UI" panose="020B0604030504040204" pitchFamily="50" charset="-128"/>
                        <a:ea typeface="Meiryo UI" panose="020B0604030504040204"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L="0" algn="l" defTabSz="914400" rtl="0" eaLnBrk="1" latinLnBrk="0" hangingPunct="1">
                        <a:defRPr kumimoji="1" sz="1800" b="1" kern="1200">
                          <a:solidFill>
                            <a:schemeClr val="lt1"/>
                          </a:solidFill>
                          <a:latin typeface="Calibri"/>
                        </a:defRPr>
                      </a:lvl1pPr>
                      <a:lvl2pPr marL="457200" algn="l" defTabSz="914400" rtl="0" eaLnBrk="1" latinLnBrk="0" hangingPunct="1">
                        <a:defRPr kumimoji="1" sz="1800" b="1" kern="1200">
                          <a:solidFill>
                            <a:schemeClr val="lt1"/>
                          </a:solidFill>
                          <a:latin typeface="Calibri"/>
                        </a:defRPr>
                      </a:lvl2pPr>
                      <a:lvl3pPr marL="914400" algn="l" defTabSz="914400" rtl="0" eaLnBrk="1" latinLnBrk="0" hangingPunct="1">
                        <a:defRPr kumimoji="1" sz="1800" b="1" kern="1200">
                          <a:solidFill>
                            <a:schemeClr val="lt1"/>
                          </a:solidFill>
                          <a:latin typeface="Calibri"/>
                        </a:defRPr>
                      </a:lvl3pPr>
                      <a:lvl4pPr marL="1371600" algn="l" defTabSz="914400" rtl="0" eaLnBrk="1" latinLnBrk="0" hangingPunct="1">
                        <a:defRPr kumimoji="1" sz="1800" b="1" kern="1200">
                          <a:solidFill>
                            <a:schemeClr val="lt1"/>
                          </a:solidFill>
                          <a:latin typeface="Calibri"/>
                        </a:defRPr>
                      </a:lvl4pPr>
                      <a:lvl5pPr marL="1828800" algn="l" defTabSz="914400" rtl="0" eaLnBrk="1" latinLnBrk="0" hangingPunct="1">
                        <a:defRPr kumimoji="1" sz="1800" b="1" kern="1200">
                          <a:solidFill>
                            <a:schemeClr val="lt1"/>
                          </a:solidFill>
                          <a:latin typeface="Calibri"/>
                        </a:defRPr>
                      </a:lvl5pPr>
                      <a:lvl6pPr marL="2286000" algn="l" defTabSz="914400" rtl="0" eaLnBrk="1" latinLnBrk="0" hangingPunct="1">
                        <a:defRPr kumimoji="1" sz="1800" b="1" kern="1200">
                          <a:solidFill>
                            <a:schemeClr val="lt1"/>
                          </a:solidFill>
                          <a:latin typeface="Calibri"/>
                        </a:defRPr>
                      </a:lvl6pPr>
                      <a:lvl7pPr marL="2743200" algn="l" defTabSz="914400" rtl="0" eaLnBrk="1" latinLnBrk="0" hangingPunct="1">
                        <a:defRPr kumimoji="1" sz="1800" b="1" kern="1200">
                          <a:solidFill>
                            <a:schemeClr val="lt1"/>
                          </a:solidFill>
                          <a:latin typeface="Calibri"/>
                        </a:defRPr>
                      </a:lvl7pPr>
                      <a:lvl8pPr marL="3200400" algn="l" defTabSz="914400" rtl="0" eaLnBrk="1" latinLnBrk="0" hangingPunct="1">
                        <a:defRPr kumimoji="1" sz="1800" b="1" kern="1200">
                          <a:solidFill>
                            <a:schemeClr val="lt1"/>
                          </a:solidFill>
                          <a:latin typeface="Calibri"/>
                        </a:defRPr>
                      </a:lvl8pPr>
                      <a:lvl9pPr marL="3657600" algn="l" defTabSz="914400" rtl="0" eaLnBrk="1" latinLnBrk="0" hangingPunct="1">
                        <a:defRPr kumimoji="1" sz="1800" b="1" kern="1200">
                          <a:solidFill>
                            <a:schemeClr val="lt1"/>
                          </a:solidFill>
                          <a:latin typeface="Calibri"/>
                        </a:defRPr>
                      </a:lvl9pPr>
                    </a:lstStyle>
                    <a:p>
                      <a:r>
                        <a:rPr kumimoji="1" lang="en-US" altLang="ja-JP" sz="1400">
                          <a:latin typeface="Meiryo UI" panose="020B0604030504040204" pitchFamily="50" charset="-128"/>
                          <a:ea typeface="Meiryo UI" panose="020B0604030504040204" pitchFamily="50" charset="-128"/>
                        </a:rPr>
                        <a:t>Responsibility</a:t>
                      </a:r>
                      <a:endParaRPr kumimoji="1" lang="ja-JP" altLang="en-US" sz="1400">
                        <a:latin typeface="Meiryo UI" panose="020B0604030504040204" pitchFamily="50" charset="-128"/>
                        <a:ea typeface="Meiryo UI" panose="020B0604030504040204"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extLst>
                  <a:ext uri="{0D108BD9-81ED-4DB2-BD59-A6C34878D82A}">
                    <a16:rowId xmlns:a16="http://schemas.microsoft.com/office/drawing/2014/main" val="10000"/>
                  </a:ext>
                </a:extLst>
              </a:tr>
              <a:tr h="370840">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endParaRPr kumimoji="1" lang="ja-JP" altLang="en-US" sz="1400" dirty="0">
                        <a:latin typeface="Meiryo UI" panose="020B0604030504040204" pitchFamily="50" charset="-128"/>
                        <a:ea typeface="Meiryo UI" panose="020B0604030504040204" pitchFamily="50" charset="-128"/>
                      </a:endParaRP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pPr marL="285750" indent="-285750">
                        <a:buFont typeface="Wingdings" pitchFamily="2" charset="2"/>
                        <a:buChar char="l"/>
                      </a:pPr>
                      <a:r>
                        <a:rPr kumimoji="1" lang="ja-JP" altLang="en-US" sz="1400">
                          <a:latin typeface="Meiryo UI" panose="020B0604030504040204" pitchFamily="50" charset="-128"/>
                          <a:ea typeface="Meiryo UI" panose="020B0604030504040204" pitchFamily="50" charset="-128"/>
                        </a:rPr>
                        <a:t>設備運用とエンジンメンテナンス</a:t>
                      </a:r>
                      <a:endParaRPr kumimoji="1" lang="en-US" altLang="ja-JP" sz="1400" baseline="0">
                        <a:latin typeface="Meiryo UI" panose="020B0604030504040204" pitchFamily="50" charset="-128"/>
                        <a:ea typeface="Meiryo UI" panose="020B0604030504040204" pitchFamily="50" charset="-128"/>
                      </a:endParaRPr>
                    </a:p>
                    <a:p>
                      <a:pPr marL="285750" indent="-285750">
                        <a:buFont typeface="Wingdings" pitchFamily="2" charset="2"/>
                        <a:buChar char="l"/>
                      </a:pPr>
                      <a:r>
                        <a:rPr kumimoji="1" lang="ja-JP" altLang="en-US" sz="1400" baseline="0">
                          <a:latin typeface="Meiryo UI" panose="020B0604030504040204" pitchFamily="50" charset="-128"/>
                          <a:ea typeface="Meiryo UI" panose="020B0604030504040204" pitchFamily="50" charset="-128"/>
                        </a:rPr>
                        <a:t>日々の確認</a:t>
                      </a:r>
                      <a:r>
                        <a:rPr kumimoji="1" lang="en-US" altLang="ja-JP" sz="1400" baseline="0">
                          <a:latin typeface="Meiryo UI" panose="020B0604030504040204" pitchFamily="50" charset="-128"/>
                          <a:ea typeface="Meiryo UI" panose="020B0604030504040204" pitchFamily="50" charset="-128"/>
                        </a:rPr>
                        <a:t>(</a:t>
                      </a:r>
                      <a:r>
                        <a:rPr kumimoji="1" lang="ja-JP" altLang="en-US" sz="1400" baseline="0">
                          <a:latin typeface="Meiryo UI" panose="020B0604030504040204" pitchFamily="50" charset="-128"/>
                          <a:ea typeface="Meiryo UI" panose="020B0604030504040204" pitchFamily="50" charset="-128"/>
                        </a:rPr>
                        <a:t>メンテナンスページを参照</a:t>
                      </a:r>
                      <a:r>
                        <a:rPr kumimoji="1" lang="en-US" altLang="ja-JP" sz="1400" baseline="0">
                          <a:latin typeface="Meiryo UI" panose="020B0604030504040204" pitchFamily="50" charset="-128"/>
                          <a:ea typeface="Meiryo UI" panose="020B0604030504040204" pitchFamily="50" charset="-128"/>
                        </a:rPr>
                        <a:t>)</a:t>
                      </a:r>
                    </a:p>
                    <a:p>
                      <a:pPr marL="285750" indent="-285750">
                        <a:buFont typeface="Wingdings" pitchFamily="2" charset="2"/>
                        <a:buChar char="l"/>
                      </a:pPr>
                      <a:r>
                        <a:rPr kumimoji="1" lang="ja-JP" altLang="en-US" sz="1400" baseline="0">
                          <a:latin typeface="Meiryo UI" panose="020B0604030504040204" pitchFamily="50" charset="-128"/>
                          <a:ea typeface="Meiryo UI" panose="020B0604030504040204" pitchFamily="50" charset="-128"/>
                        </a:rPr>
                        <a:t>設備またはエンジンの不具合の状況確認</a:t>
                      </a:r>
                      <a:endParaRPr kumimoji="1" lang="ja-JP" altLang="en-US" sz="1400">
                        <a:latin typeface="Meiryo UI" panose="020B0604030504040204" pitchFamily="50" charset="-128"/>
                        <a:ea typeface="Meiryo UI" panose="020B0604030504040204" pitchFamily="50" charset="-128"/>
                      </a:endParaRP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10001"/>
                  </a:ext>
                </a:extLst>
              </a:tr>
              <a:tr h="370840">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r>
                        <a:rPr kumimoji="1" lang="en-US" altLang="ja-JP" sz="1400">
                          <a:latin typeface="Meiryo UI" panose="020B0604030504040204" pitchFamily="50" charset="-128"/>
                          <a:ea typeface="Meiryo UI" panose="020B0604030504040204" pitchFamily="50" charset="-128"/>
                        </a:rPr>
                        <a:t>Honda</a:t>
                      </a:r>
                      <a:endParaRPr kumimoji="1" lang="ja-JP" altLang="en-US" sz="1400">
                        <a:latin typeface="Meiryo UI" panose="020B0604030504040204" pitchFamily="50" charset="-128"/>
                        <a:ea typeface="Meiryo UI" panose="020B0604030504040204"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pPr marL="285750" marR="0" indent="-285750" algn="l" defTabSz="914400" rtl="0" eaLnBrk="1" fontAlgn="auto" latinLnBrk="0" hangingPunct="1">
                        <a:lnSpc>
                          <a:spcPct val="100000"/>
                        </a:lnSpc>
                        <a:spcBef>
                          <a:spcPts val="0"/>
                        </a:spcBef>
                        <a:spcAft>
                          <a:spcPts val="0"/>
                        </a:spcAft>
                        <a:buClrTx/>
                        <a:buSzTx/>
                        <a:buFont typeface="Wingdings" pitchFamily="2" charset="2"/>
                        <a:buChar char="l"/>
                        <a:tabLst/>
                        <a:defRPr/>
                      </a:pP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kumimoji="1" lang="ja-JP" altLang="en-US" sz="1400" dirty="0">
                          <a:latin typeface="Meiryo UI" panose="020B0604030504040204" pitchFamily="50" charset="-128"/>
                          <a:ea typeface="Meiryo UI" panose="020B0604030504040204" pitchFamily="50" charset="-128"/>
                        </a:rPr>
                        <a:t>からの毎日のチェック結果に基づいて、エンジンがどのように劣化するかを評価する</a:t>
                      </a:r>
                      <a:endParaRPr kumimoji="1" lang="en-US" altLang="ja-JP" sz="1400" dirty="0">
                        <a:latin typeface="Meiryo UI" panose="020B0604030504040204" pitchFamily="50" charset="-128"/>
                        <a:ea typeface="Meiryo UI" panose="020B0604030504040204" pitchFamily="50" charset="-128"/>
                      </a:endParaRPr>
                    </a:p>
                    <a:p>
                      <a:pPr marL="285750" indent="-285750">
                        <a:buFont typeface="Wingdings" pitchFamily="2" charset="2"/>
                        <a:buChar char="l"/>
                      </a:pPr>
                      <a:r>
                        <a:rPr kumimoji="1" lang="ja-JP" altLang="en-US" sz="1400" baseline="0" dirty="0">
                          <a:latin typeface="Meiryo UI" panose="020B0604030504040204" pitchFamily="50" charset="-128"/>
                          <a:ea typeface="Meiryo UI" panose="020B0604030504040204" pitchFamily="50" charset="-128"/>
                        </a:rPr>
                        <a:t>エンジン交換または新規投入の時期の確認</a:t>
                      </a:r>
                      <a:endParaRPr kumimoji="1" lang="ja-JP" altLang="en-US" sz="1400" dirty="0">
                        <a:latin typeface="Meiryo UI" panose="020B0604030504040204" pitchFamily="50" charset="-128"/>
                        <a:ea typeface="Meiryo UI" panose="020B0604030504040204"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786771451"/>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 Box 2"/>
          <p:cNvSpPr txBox="1">
            <a:spLocks noChangeArrowheads="1"/>
          </p:cNvSpPr>
          <p:nvPr/>
        </p:nvSpPr>
        <p:spPr bwMode="auto">
          <a:xfrm>
            <a:off x="250829" y="44450"/>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2000">
                <a:solidFill>
                  <a:srgbClr val="FFFFFF"/>
                </a:solidFill>
                <a:latin typeface="Meiryo UI" panose="020B0604030504040204" pitchFamily="50" charset="-128"/>
                <a:ea typeface="Meiryo UI" panose="020B0604030504040204" pitchFamily="50" charset="-128"/>
                <a:cs typeface="Arial" pitchFamily="34" charset="0"/>
              </a:rPr>
              <a:t>21. Miscellaneous</a:t>
            </a:r>
            <a:r>
              <a:rPr lang="ja-JP" altLang="en-US" sz="2000">
                <a:solidFill>
                  <a:srgbClr val="FFFFFF"/>
                </a:solidFill>
                <a:latin typeface="Meiryo UI" panose="020B0604030504040204" pitchFamily="50" charset="-128"/>
                <a:ea typeface="Meiryo UI" panose="020B0604030504040204" pitchFamily="50" charset="-128"/>
                <a:cs typeface="Arial" pitchFamily="34" charset="0"/>
              </a:rPr>
              <a:t> </a:t>
            </a:r>
            <a:r>
              <a:rPr lang="en-US" altLang="ja-JP" sz="2000">
                <a:solidFill>
                  <a:srgbClr val="FFFFFF"/>
                </a:solidFill>
                <a:latin typeface="Meiryo UI" panose="020B0604030504040204" pitchFamily="50" charset="-128"/>
                <a:ea typeface="Meiryo UI" panose="020B0604030504040204" pitchFamily="50" charset="-128"/>
                <a:cs typeface="Arial" pitchFamily="34" charset="0"/>
              </a:rPr>
              <a:t>Guidelines</a:t>
            </a:r>
            <a:r>
              <a:rPr lang="ja-JP" altLang="en-US" sz="2000">
                <a:solidFill>
                  <a:srgbClr val="FFFFFF"/>
                </a:solidFill>
                <a:latin typeface="Meiryo UI" panose="020B0604030504040204" pitchFamily="50" charset="-128"/>
                <a:ea typeface="Meiryo UI" panose="020B0604030504040204" pitchFamily="50" charset="-128"/>
                <a:cs typeface="Arial" pitchFamily="34" charset="0"/>
              </a:rPr>
              <a:t> </a:t>
            </a:r>
            <a:r>
              <a:rPr lang="en-US" altLang="ja-JP" sz="2000">
                <a:solidFill>
                  <a:srgbClr val="FFFFFF"/>
                </a:solidFill>
                <a:latin typeface="Meiryo UI" panose="020B0604030504040204" pitchFamily="50" charset="-128"/>
                <a:ea typeface="Meiryo UI" panose="020B0604030504040204" pitchFamily="50" charset="-128"/>
                <a:cs typeface="Arial" pitchFamily="34" charset="0"/>
              </a:rPr>
              <a:t>(9/16)</a:t>
            </a:r>
            <a:endParaRPr lang="en-US" altLang="ja-JP" sz="1100">
              <a:solidFill>
                <a:srgbClr val="FFFFFF"/>
              </a:solidFill>
              <a:latin typeface="HGPｺﾞｼｯｸE" pitchFamily="50" charset="-128"/>
              <a:ea typeface="HGPｺﾞｼｯｸE" pitchFamily="50" charset="-128"/>
              <a:cs typeface="Arial" pitchFamily="34" charset="0"/>
            </a:endParaRPr>
          </a:p>
        </p:txBody>
      </p:sp>
      <p:graphicFrame>
        <p:nvGraphicFramePr>
          <p:cNvPr id="12" name="表 11"/>
          <p:cNvGraphicFramePr>
            <a:graphicFrameLocks noGrp="1"/>
          </p:cNvGraphicFramePr>
          <p:nvPr>
            <p:extLst>
              <p:ext uri="{D42A27DB-BD31-4B8C-83A1-F6EECF244321}">
                <p14:modId xmlns:p14="http://schemas.microsoft.com/office/powerpoint/2010/main" val="215976638"/>
              </p:ext>
            </p:extLst>
          </p:nvPr>
        </p:nvGraphicFramePr>
        <p:xfrm>
          <a:off x="74685" y="928153"/>
          <a:ext cx="9031992" cy="2865120"/>
        </p:xfrm>
        <a:graphic>
          <a:graphicData uri="http://schemas.openxmlformats.org/drawingml/2006/table">
            <a:tbl>
              <a:tblPr firstRow="1" bandRow="1"/>
              <a:tblGrid>
                <a:gridCol w="2851468">
                  <a:extLst>
                    <a:ext uri="{9D8B030D-6E8A-4147-A177-3AD203B41FA5}">
                      <a16:colId xmlns:a16="http://schemas.microsoft.com/office/drawing/2014/main" val="20000"/>
                    </a:ext>
                  </a:extLst>
                </a:gridCol>
                <a:gridCol w="3750872">
                  <a:extLst>
                    <a:ext uri="{9D8B030D-6E8A-4147-A177-3AD203B41FA5}">
                      <a16:colId xmlns:a16="http://schemas.microsoft.com/office/drawing/2014/main" val="20001"/>
                    </a:ext>
                  </a:extLst>
                </a:gridCol>
                <a:gridCol w="2429652">
                  <a:extLst>
                    <a:ext uri="{9D8B030D-6E8A-4147-A177-3AD203B41FA5}">
                      <a16:colId xmlns:a16="http://schemas.microsoft.com/office/drawing/2014/main" val="20002"/>
                    </a:ext>
                  </a:extLst>
                </a:gridCol>
              </a:tblGrid>
              <a:tr h="180020">
                <a:tc>
                  <a:txBody>
                    <a:bodyPr/>
                    <a:lstStyle>
                      <a:lvl1pPr marL="0" algn="l" defTabSz="914400" rtl="0" eaLnBrk="1" latinLnBrk="0" hangingPunct="1">
                        <a:defRPr kumimoji="1" sz="1800" b="1" kern="1200">
                          <a:solidFill>
                            <a:schemeClr val="lt1"/>
                          </a:solidFill>
                          <a:latin typeface="Calibri"/>
                        </a:defRPr>
                      </a:lvl1pPr>
                      <a:lvl2pPr marL="457200" algn="l" defTabSz="914400" rtl="0" eaLnBrk="1" latinLnBrk="0" hangingPunct="1">
                        <a:defRPr kumimoji="1" sz="1800" b="1" kern="1200">
                          <a:solidFill>
                            <a:schemeClr val="lt1"/>
                          </a:solidFill>
                          <a:latin typeface="Calibri"/>
                        </a:defRPr>
                      </a:lvl2pPr>
                      <a:lvl3pPr marL="914400" algn="l" defTabSz="914400" rtl="0" eaLnBrk="1" latinLnBrk="0" hangingPunct="1">
                        <a:defRPr kumimoji="1" sz="1800" b="1" kern="1200">
                          <a:solidFill>
                            <a:schemeClr val="lt1"/>
                          </a:solidFill>
                          <a:latin typeface="Calibri"/>
                        </a:defRPr>
                      </a:lvl3pPr>
                      <a:lvl4pPr marL="1371600" algn="l" defTabSz="914400" rtl="0" eaLnBrk="1" latinLnBrk="0" hangingPunct="1">
                        <a:defRPr kumimoji="1" sz="1800" b="1" kern="1200">
                          <a:solidFill>
                            <a:schemeClr val="lt1"/>
                          </a:solidFill>
                          <a:latin typeface="Calibri"/>
                        </a:defRPr>
                      </a:lvl4pPr>
                      <a:lvl5pPr marL="1828800" algn="l" defTabSz="914400" rtl="0" eaLnBrk="1" latinLnBrk="0" hangingPunct="1">
                        <a:defRPr kumimoji="1" sz="1800" b="1" kern="1200">
                          <a:solidFill>
                            <a:schemeClr val="lt1"/>
                          </a:solidFill>
                          <a:latin typeface="Calibri"/>
                        </a:defRPr>
                      </a:lvl5pPr>
                      <a:lvl6pPr marL="2286000" algn="l" defTabSz="914400" rtl="0" eaLnBrk="1" latinLnBrk="0" hangingPunct="1">
                        <a:defRPr kumimoji="1" sz="1800" b="1" kern="1200">
                          <a:solidFill>
                            <a:schemeClr val="lt1"/>
                          </a:solidFill>
                          <a:latin typeface="Calibri"/>
                        </a:defRPr>
                      </a:lvl6pPr>
                      <a:lvl7pPr marL="2743200" algn="l" defTabSz="914400" rtl="0" eaLnBrk="1" latinLnBrk="0" hangingPunct="1">
                        <a:defRPr kumimoji="1" sz="1800" b="1" kern="1200">
                          <a:solidFill>
                            <a:schemeClr val="lt1"/>
                          </a:solidFill>
                          <a:latin typeface="Calibri"/>
                        </a:defRPr>
                      </a:lvl7pPr>
                      <a:lvl8pPr marL="3200400" algn="l" defTabSz="914400" rtl="0" eaLnBrk="1" latinLnBrk="0" hangingPunct="1">
                        <a:defRPr kumimoji="1" sz="1800" b="1" kern="1200">
                          <a:solidFill>
                            <a:schemeClr val="lt1"/>
                          </a:solidFill>
                          <a:latin typeface="Calibri"/>
                        </a:defRPr>
                      </a:lvl8pPr>
                      <a:lvl9pPr marL="3657600" algn="l" defTabSz="914400" rtl="0" eaLnBrk="1" latinLnBrk="0" hangingPunct="1">
                        <a:defRPr kumimoji="1" sz="1800" b="1" kern="1200">
                          <a:solidFill>
                            <a:schemeClr val="lt1"/>
                          </a:solidFill>
                          <a:latin typeface="Calibri"/>
                        </a:defRPr>
                      </a:lvl9pPr>
                    </a:lstStyle>
                    <a:p>
                      <a:r>
                        <a:rPr kumimoji="1" lang="en-US" altLang="ja-JP" sz="1400">
                          <a:latin typeface="Meiryo UI" pitchFamily="50" charset="-128"/>
                          <a:ea typeface="Meiryo UI" pitchFamily="50" charset="-128"/>
                          <a:cs typeface="Meiryo UI" pitchFamily="50" charset="-128"/>
                        </a:rPr>
                        <a:t>Measurement</a:t>
                      </a:r>
                      <a:r>
                        <a:rPr kumimoji="1" lang="en-US" altLang="ja-JP" sz="1400" baseline="0">
                          <a:latin typeface="Meiryo UI" pitchFamily="50" charset="-128"/>
                          <a:ea typeface="Meiryo UI" pitchFamily="50" charset="-128"/>
                          <a:cs typeface="Meiryo UI" pitchFamily="50" charset="-128"/>
                        </a:rPr>
                        <a:t>  condition</a:t>
                      </a:r>
                      <a:endParaRPr kumimoji="1" lang="ja-JP" altLang="en-US" sz="1400">
                        <a:latin typeface="Meiryo UI" pitchFamily="50" charset="-128"/>
                        <a:ea typeface="Meiryo UI" pitchFamily="50" charset="-128"/>
                        <a:cs typeface="Meiryo UI"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L="0" algn="l" defTabSz="914400" rtl="0" eaLnBrk="1" latinLnBrk="0" hangingPunct="1">
                        <a:defRPr kumimoji="1" sz="1800" b="1" kern="1200">
                          <a:solidFill>
                            <a:schemeClr val="lt1"/>
                          </a:solidFill>
                          <a:latin typeface="Calibri"/>
                        </a:defRPr>
                      </a:lvl1pPr>
                      <a:lvl2pPr marL="457200" algn="l" defTabSz="914400" rtl="0" eaLnBrk="1" latinLnBrk="0" hangingPunct="1">
                        <a:defRPr kumimoji="1" sz="1800" b="1" kern="1200">
                          <a:solidFill>
                            <a:schemeClr val="lt1"/>
                          </a:solidFill>
                          <a:latin typeface="Calibri"/>
                        </a:defRPr>
                      </a:lvl2pPr>
                      <a:lvl3pPr marL="914400" algn="l" defTabSz="914400" rtl="0" eaLnBrk="1" latinLnBrk="0" hangingPunct="1">
                        <a:defRPr kumimoji="1" sz="1800" b="1" kern="1200">
                          <a:solidFill>
                            <a:schemeClr val="lt1"/>
                          </a:solidFill>
                          <a:latin typeface="Calibri"/>
                        </a:defRPr>
                      </a:lvl3pPr>
                      <a:lvl4pPr marL="1371600" algn="l" defTabSz="914400" rtl="0" eaLnBrk="1" latinLnBrk="0" hangingPunct="1">
                        <a:defRPr kumimoji="1" sz="1800" b="1" kern="1200">
                          <a:solidFill>
                            <a:schemeClr val="lt1"/>
                          </a:solidFill>
                          <a:latin typeface="Calibri"/>
                        </a:defRPr>
                      </a:lvl4pPr>
                      <a:lvl5pPr marL="1828800" algn="l" defTabSz="914400" rtl="0" eaLnBrk="1" latinLnBrk="0" hangingPunct="1">
                        <a:defRPr kumimoji="1" sz="1800" b="1" kern="1200">
                          <a:solidFill>
                            <a:schemeClr val="lt1"/>
                          </a:solidFill>
                          <a:latin typeface="Calibri"/>
                        </a:defRPr>
                      </a:lvl5pPr>
                      <a:lvl6pPr marL="2286000" algn="l" defTabSz="914400" rtl="0" eaLnBrk="1" latinLnBrk="0" hangingPunct="1">
                        <a:defRPr kumimoji="1" sz="1800" b="1" kern="1200">
                          <a:solidFill>
                            <a:schemeClr val="lt1"/>
                          </a:solidFill>
                          <a:latin typeface="Calibri"/>
                        </a:defRPr>
                      </a:lvl6pPr>
                      <a:lvl7pPr marL="2743200" algn="l" defTabSz="914400" rtl="0" eaLnBrk="1" latinLnBrk="0" hangingPunct="1">
                        <a:defRPr kumimoji="1" sz="1800" b="1" kern="1200">
                          <a:solidFill>
                            <a:schemeClr val="lt1"/>
                          </a:solidFill>
                          <a:latin typeface="Calibri"/>
                        </a:defRPr>
                      </a:lvl7pPr>
                      <a:lvl8pPr marL="3200400" algn="l" defTabSz="914400" rtl="0" eaLnBrk="1" latinLnBrk="0" hangingPunct="1">
                        <a:defRPr kumimoji="1" sz="1800" b="1" kern="1200">
                          <a:solidFill>
                            <a:schemeClr val="lt1"/>
                          </a:solidFill>
                          <a:latin typeface="Calibri"/>
                        </a:defRPr>
                      </a:lvl8pPr>
                      <a:lvl9pPr marL="3657600" algn="l" defTabSz="914400" rtl="0" eaLnBrk="1" latinLnBrk="0" hangingPunct="1">
                        <a:defRPr kumimoji="1" sz="1800" b="1" kern="1200">
                          <a:solidFill>
                            <a:schemeClr val="lt1"/>
                          </a:solidFill>
                          <a:latin typeface="Calibri"/>
                        </a:defRPr>
                      </a:lvl9pPr>
                    </a:lstStyle>
                    <a:p>
                      <a:r>
                        <a:rPr kumimoji="1" lang="en-US" altLang="ja-JP" sz="1400">
                          <a:latin typeface="Meiryo UI" pitchFamily="50" charset="-128"/>
                          <a:ea typeface="Meiryo UI" pitchFamily="50" charset="-128"/>
                          <a:cs typeface="Meiryo UI" pitchFamily="50" charset="-128"/>
                        </a:rPr>
                        <a:t>Daily</a:t>
                      </a:r>
                      <a:r>
                        <a:rPr kumimoji="1" lang="en-US" altLang="ja-JP" sz="1400" baseline="0">
                          <a:latin typeface="Meiryo UI" pitchFamily="50" charset="-128"/>
                          <a:ea typeface="Meiryo UI" pitchFamily="50" charset="-128"/>
                          <a:cs typeface="Meiryo UI" pitchFamily="50" charset="-128"/>
                        </a:rPr>
                        <a:t> Check Items</a:t>
                      </a:r>
                      <a:endParaRPr kumimoji="1" lang="ja-JP" altLang="en-US" sz="1400">
                        <a:latin typeface="Meiryo UI" pitchFamily="50" charset="-128"/>
                        <a:ea typeface="Meiryo UI" pitchFamily="50" charset="-128"/>
                        <a:cs typeface="Meiryo UI"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L="0" algn="l" defTabSz="914400" rtl="0" eaLnBrk="1" latinLnBrk="0" hangingPunct="1">
                        <a:defRPr kumimoji="1" sz="1800" b="1" kern="1200">
                          <a:solidFill>
                            <a:schemeClr val="lt1"/>
                          </a:solidFill>
                          <a:latin typeface="Calibri"/>
                        </a:defRPr>
                      </a:lvl1pPr>
                      <a:lvl2pPr marL="457200" algn="l" defTabSz="914400" rtl="0" eaLnBrk="1" latinLnBrk="0" hangingPunct="1">
                        <a:defRPr kumimoji="1" sz="1800" b="1" kern="1200">
                          <a:solidFill>
                            <a:schemeClr val="lt1"/>
                          </a:solidFill>
                          <a:latin typeface="Calibri"/>
                        </a:defRPr>
                      </a:lvl2pPr>
                      <a:lvl3pPr marL="914400" algn="l" defTabSz="914400" rtl="0" eaLnBrk="1" latinLnBrk="0" hangingPunct="1">
                        <a:defRPr kumimoji="1" sz="1800" b="1" kern="1200">
                          <a:solidFill>
                            <a:schemeClr val="lt1"/>
                          </a:solidFill>
                          <a:latin typeface="Calibri"/>
                        </a:defRPr>
                      </a:lvl3pPr>
                      <a:lvl4pPr marL="1371600" algn="l" defTabSz="914400" rtl="0" eaLnBrk="1" latinLnBrk="0" hangingPunct="1">
                        <a:defRPr kumimoji="1" sz="1800" b="1" kern="1200">
                          <a:solidFill>
                            <a:schemeClr val="lt1"/>
                          </a:solidFill>
                          <a:latin typeface="Calibri"/>
                        </a:defRPr>
                      </a:lvl4pPr>
                      <a:lvl5pPr marL="1828800" algn="l" defTabSz="914400" rtl="0" eaLnBrk="1" latinLnBrk="0" hangingPunct="1">
                        <a:defRPr kumimoji="1" sz="1800" b="1" kern="1200">
                          <a:solidFill>
                            <a:schemeClr val="lt1"/>
                          </a:solidFill>
                          <a:latin typeface="Calibri"/>
                        </a:defRPr>
                      </a:lvl5pPr>
                      <a:lvl6pPr marL="2286000" algn="l" defTabSz="914400" rtl="0" eaLnBrk="1" latinLnBrk="0" hangingPunct="1">
                        <a:defRPr kumimoji="1" sz="1800" b="1" kern="1200">
                          <a:solidFill>
                            <a:schemeClr val="lt1"/>
                          </a:solidFill>
                          <a:latin typeface="Calibri"/>
                        </a:defRPr>
                      </a:lvl6pPr>
                      <a:lvl7pPr marL="2743200" algn="l" defTabSz="914400" rtl="0" eaLnBrk="1" latinLnBrk="0" hangingPunct="1">
                        <a:defRPr kumimoji="1" sz="1800" b="1" kern="1200">
                          <a:solidFill>
                            <a:schemeClr val="lt1"/>
                          </a:solidFill>
                          <a:latin typeface="Calibri"/>
                        </a:defRPr>
                      </a:lvl7pPr>
                      <a:lvl8pPr marL="3200400" algn="l" defTabSz="914400" rtl="0" eaLnBrk="1" latinLnBrk="0" hangingPunct="1">
                        <a:defRPr kumimoji="1" sz="1800" b="1" kern="1200">
                          <a:solidFill>
                            <a:schemeClr val="lt1"/>
                          </a:solidFill>
                          <a:latin typeface="Calibri"/>
                        </a:defRPr>
                      </a:lvl8pPr>
                      <a:lvl9pPr marL="3657600" algn="l" defTabSz="914400" rtl="0" eaLnBrk="1" latinLnBrk="0" hangingPunct="1">
                        <a:defRPr kumimoji="1" sz="1800" b="1" kern="1200">
                          <a:solidFill>
                            <a:schemeClr val="lt1"/>
                          </a:solidFill>
                          <a:latin typeface="Calibri"/>
                        </a:defRPr>
                      </a:lvl9pPr>
                    </a:lstStyle>
                    <a:p>
                      <a:r>
                        <a:rPr kumimoji="1" lang="en-US" altLang="ja-JP" sz="1400">
                          <a:latin typeface="Meiryo UI" pitchFamily="50" charset="-128"/>
                          <a:ea typeface="Meiryo UI" pitchFamily="50" charset="-128"/>
                          <a:cs typeface="Meiryo UI" pitchFamily="50" charset="-128"/>
                        </a:rPr>
                        <a:t>Notes</a:t>
                      </a:r>
                      <a:endParaRPr kumimoji="1" lang="ja-JP" altLang="en-US" sz="1400">
                        <a:latin typeface="Meiryo UI" pitchFamily="50" charset="-128"/>
                        <a:ea typeface="Meiryo UI" pitchFamily="50" charset="-128"/>
                        <a:cs typeface="Meiryo UI"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extLst>
                  <a:ext uri="{0D108BD9-81ED-4DB2-BD59-A6C34878D82A}">
                    <a16:rowId xmlns:a16="http://schemas.microsoft.com/office/drawing/2014/main" val="10000"/>
                  </a:ext>
                </a:extLst>
              </a:tr>
              <a:tr h="180020">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r>
                        <a:rPr kumimoji="1" lang="en-US" altLang="ja-JP" sz="1400">
                          <a:latin typeface="Meiryo UI" pitchFamily="50" charset="-128"/>
                          <a:ea typeface="Meiryo UI" pitchFamily="50" charset="-128"/>
                          <a:cs typeface="Meiryo UI" pitchFamily="50" charset="-128"/>
                        </a:rPr>
                        <a:t>Exhaust Gas Analyzer</a:t>
                      </a:r>
                      <a:endParaRPr kumimoji="1" lang="ja-JP" altLang="en-US" sz="1400">
                        <a:latin typeface="Meiryo UI" pitchFamily="50" charset="-128"/>
                        <a:ea typeface="Meiryo UI" pitchFamily="50" charset="-128"/>
                        <a:cs typeface="Meiryo UI" pitchFamily="50" charset="-128"/>
                      </a:endParaRP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r>
                        <a:rPr kumimoji="1" lang="en-US" altLang="ja-JP" sz="1400">
                          <a:latin typeface="Meiryo UI" pitchFamily="50" charset="-128"/>
                          <a:ea typeface="Meiryo UI" pitchFamily="50" charset="-128"/>
                          <a:cs typeface="Meiryo UI" pitchFamily="50" charset="-128"/>
                        </a:rPr>
                        <a:t>A/F,</a:t>
                      </a:r>
                      <a:r>
                        <a:rPr kumimoji="1" lang="en-US" altLang="ja-JP" sz="1400" baseline="0">
                          <a:latin typeface="Meiryo UI" pitchFamily="50" charset="-128"/>
                          <a:ea typeface="Meiryo UI" pitchFamily="50" charset="-128"/>
                          <a:cs typeface="Meiryo UI" pitchFamily="50" charset="-128"/>
                        </a:rPr>
                        <a:t> </a:t>
                      </a:r>
                      <a:r>
                        <a:rPr kumimoji="1" lang="en-US" altLang="ja-JP" sz="1400">
                          <a:latin typeface="Meiryo UI" pitchFamily="50" charset="-128"/>
                          <a:ea typeface="Meiryo UI" pitchFamily="50" charset="-128"/>
                          <a:cs typeface="Meiryo UI" pitchFamily="50" charset="-128"/>
                        </a:rPr>
                        <a:t>CO, HC, CO2, NOx, (O2)</a:t>
                      </a:r>
                      <a:endParaRPr kumimoji="1" lang="ja-JP" altLang="en-US" sz="1400">
                        <a:latin typeface="Meiryo UI" pitchFamily="50" charset="-128"/>
                        <a:ea typeface="Meiryo UI" pitchFamily="50" charset="-128"/>
                        <a:cs typeface="Meiryo UI" pitchFamily="50" charset="-128"/>
                      </a:endParaRP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endParaRPr kumimoji="1" lang="ja-JP" altLang="en-US" sz="1400">
                        <a:latin typeface="Meiryo UI" pitchFamily="50" charset="-128"/>
                        <a:ea typeface="Meiryo UI" pitchFamily="50" charset="-128"/>
                        <a:cs typeface="Meiryo UI" pitchFamily="50" charset="-128"/>
                      </a:endParaRP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10001"/>
                  </a:ext>
                </a:extLst>
              </a:tr>
              <a:tr h="180020">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r>
                        <a:rPr kumimoji="1" lang="en-US" altLang="ja-JP" sz="1400">
                          <a:latin typeface="Meiryo UI" pitchFamily="50" charset="-128"/>
                          <a:ea typeface="Meiryo UI" pitchFamily="50" charset="-128"/>
                          <a:cs typeface="Meiryo UI" pitchFamily="50" charset="-128"/>
                        </a:rPr>
                        <a:t>Fuel Flow</a:t>
                      </a:r>
                      <a:endParaRPr kumimoji="1" lang="ja-JP" altLang="en-US" sz="1400">
                        <a:latin typeface="Meiryo UI" pitchFamily="50" charset="-128"/>
                        <a:ea typeface="Meiryo UI" pitchFamily="50" charset="-128"/>
                        <a:cs typeface="Meiryo UI"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r>
                        <a:rPr kumimoji="1" lang="en-US" altLang="ja-JP" sz="1400">
                          <a:latin typeface="Meiryo UI" pitchFamily="50" charset="-128"/>
                          <a:ea typeface="Meiryo UI" pitchFamily="50" charset="-128"/>
                          <a:cs typeface="Meiryo UI" pitchFamily="50" charset="-128"/>
                        </a:rPr>
                        <a:t>Fuel Flow</a:t>
                      </a:r>
                      <a:endParaRPr kumimoji="1" lang="ja-JP" altLang="en-US" sz="1400">
                        <a:latin typeface="Meiryo UI" pitchFamily="50" charset="-128"/>
                        <a:ea typeface="Meiryo UI" pitchFamily="50" charset="-128"/>
                        <a:cs typeface="Meiryo UI"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endParaRPr kumimoji="1" lang="ja-JP" altLang="en-US" sz="1400">
                        <a:latin typeface="Meiryo UI" pitchFamily="50" charset="-128"/>
                        <a:ea typeface="Meiryo UI" pitchFamily="50" charset="-128"/>
                        <a:cs typeface="Meiryo UI"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10002"/>
                  </a:ext>
                </a:extLst>
              </a:tr>
              <a:tr h="180020">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r>
                        <a:rPr kumimoji="1" lang="en-US" altLang="ja-JP" sz="1400">
                          <a:latin typeface="Meiryo UI" pitchFamily="50" charset="-128"/>
                          <a:ea typeface="Meiryo UI" pitchFamily="50" charset="-128"/>
                          <a:cs typeface="Meiryo UI" pitchFamily="50" charset="-128"/>
                        </a:rPr>
                        <a:t>Dynamo </a:t>
                      </a:r>
                      <a:endParaRPr kumimoji="1" lang="ja-JP" altLang="en-US" sz="1400">
                        <a:latin typeface="Meiryo UI" pitchFamily="50" charset="-128"/>
                        <a:ea typeface="Meiryo UI" pitchFamily="50" charset="-128"/>
                        <a:cs typeface="Meiryo UI"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r>
                        <a:rPr kumimoji="1" lang="en-US" altLang="ja-JP" sz="1400">
                          <a:latin typeface="Meiryo UI" pitchFamily="50" charset="-128"/>
                          <a:ea typeface="Meiryo UI" pitchFamily="50" charset="-128"/>
                          <a:cs typeface="Meiryo UI" pitchFamily="50" charset="-128"/>
                        </a:rPr>
                        <a:t>Torque, Dynamo</a:t>
                      </a:r>
                      <a:r>
                        <a:rPr kumimoji="1" lang="en-US" altLang="ja-JP" sz="1400" baseline="0">
                          <a:latin typeface="Meiryo UI" pitchFamily="50" charset="-128"/>
                          <a:ea typeface="Meiryo UI" pitchFamily="50" charset="-128"/>
                          <a:cs typeface="Meiryo UI" pitchFamily="50" charset="-128"/>
                        </a:rPr>
                        <a:t> Speed</a:t>
                      </a:r>
                      <a:endParaRPr kumimoji="1" lang="ja-JP" altLang="en-US" sz="1400">
                        <a:latin typeface="Meiryo UI" pitchFamily="50" charset="-128"/>
                        <a:ea typeface="Meiryo UI" pitchFamily="50" charset="-128"/>
                        <a:cs typeface="Meiryo UI"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endParaRPr kumimoji="1" lang="ja-JP" altLang="en-US" sz="1400">
                        <a:latin typeface="Meiryo UI" pitchFamily="50" charset="-128"/>
                        <a:ea typeface="Meiryo UI" pitchFamily="50" charset="-128"/>
                        <a:cs typeface="Meiryo UI"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10003"/>
                  </a:ext>
                </a:extLst>
              </a:tr>
              <a:tr h="180020">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r>
                        <a:rPr kumimoji="1" lang="en-US" altLang="ja-JP" sz="1400">
                          <a:latin typeface="Meiryo UI" pitchFamily="50" charset="-128"/>
                          <a:ea typeface="Meiryo UI" pitchFamily="50" charset="-128"/>
                          <a:cs typeface="Meiryo UI" pitchFamily="50" charset="-128"/>
                        </a:rPr>
                        <a:t>Intake Air Condition</a:t>
                      </a:r>
                      <a:endParaRPr kumimoji="1" lang="ja-JP" altLang="en-US" sz="1400">
                        <a:latin typeface="Meiryo UI" pitchFamily="50" charset="-128"/>
                        <a:ea typeface="Meiryo UI" pitchFamily="50" charset="-128"/>
                        <a:cs typeface="Meiryo UI"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r>
                        <a:rPr kumimoji="1" lang="en-US" altLang="ja-JP" sz="1400">
                          <a:latin typeface="Meiryo UI" pitchFamily="50" charset="-128"/>
                          <a:ea typeface="Meiryo UI" pitchFamily="50" charset="-128"/>
                          <a:cs typeface="Meiryo UI" pitchFamily="50" charset="-128"/>
                        </a:rPr>
                        <a:t>Temperature, humidity, KPS</a:t>
                      </a:r>
                      <a:endParaRPr kumimoji="1" lang="ja-JP" altLang="en-US" sz="1400">
                        <a:latin typeface="Meiryo UI" pitchFamily="50" charset="-128"/>
                        <a:ea typeface="Meiryo UI" pitchFamily="50" charset="-128"/>
                        <a:cs typeface="Meiryo UI"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endParaRPr kumimoji="1" lang="ja-JP" altLang="en-US" sz="1400">
                        <a:latin typeface="Meiryo UI" pitchFamily="50" charset="-128"/>
                        <a:ea typeface="Meiryo UI" pitchFamily="50" charset="-128"/>
                        <a:cs typeface="Meiryo UI"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10004"/>
                  </a:ext>
                </a:extLst>
              </a:tr>
              <a:tr h="180020">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r>
                        <a:rPr kumimoji="1" lang="en-US" altLang="ja-JP" sz="1400">
                          <a:latin typeface="Meiryo UI" pitchFamily="50" charset="-128"/>
                          <a:ea typeface="Meiryo UI" pitchFamily="50" charset="-128"/>
                          <a:cs typeface="Meiryo UI" pitchFamily="50" charset="-128"/>
                        </a:rPr>
                        <a:t>Cylinder Pressure Sensor</a:t>
                      </a:r>
                      <a:endParaRPr kumimoji="1" lang="ja-JP" altLang="en-US" sz="1400">
                        <a:latin typeface="Meiryo UI" pitchFamily="50" charset="-128"/>
                        <a:ea typeface="Meiryo UI" pitchFamily="50" charset="-128"/>
                        <a:cs typeface="Meiryo UI"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r>
                        <a:rPr kumimoji="1" lang="en-US" altLang="ja-JP" sz="1400">
                          <a:latin typeface="Meiryo UI" pitchFamily="50" charset="-128"/>
                          <a:ea typeface="Meiryo UI" pitchFamily="50" charset="-128"/>
                          <a:cs typeface="Meiryo UI" pitchFamily="50" charset="-128"/>
                        </a:rPr>
                        <a:t>MFB</a:t>
                      </a:r>
                      <a:r>
                        <a:rPr kumimoji="1" lang="en-US" altLang="ja-JP" sz="1400" baseline="0">
                          <a:latin typeface="Meiryo UI" pitchFamily="50" charset="-128"/>
                          <a:ea typeface="Meiryo UI" pitchFamily="50" charset="-128"/>
                          <a:cs typeface="Meiryo UI" pitchFamily="50" charset="-128"/>
                        </a:rPr>
                        <a:t>50%</a:t>
                      </a:r>
                      <a:endParaRPr kumimoji="1" lang="ja-JP" altLang="en-US" sz="1400">
                        <a:latin typeface="Meiryo UI" pitchFamily="50" charset="-128"/>
                        <a:ea typeface="Meiryo UI" pitchFamily="50" charset="-128"/>
                        <a:cs typeface="Meiryo UI"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endParaRPr kumimoji="1" lang="ja-JP" altLang="en-US" sz="1400">
                        <a:latin typeface="Meiryo UI" pitchFamily="50" charset="-128"/>
                        <a:ea typeface="Meiryo UI" pitchFamily="50" charset="-128"/>
                        <a:cs typeface="Meiryo UI"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10005"/>
                  </a:ext>
                </a:extLst>
              </a:tr>
              <a:tr h="180020">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r>
                        <a:rPr kumimoji="1" lang="en-US" altLang="ja-JP" sz="1400">
                          <a:latin typeface="Meiryo UI" pitchFamily="50" charset="-128"/>
                          <a:ea typeface="Meiryo UI" pitchFamily="50" charset="-128"/>
                          <a:cs typeface="Meiryo UI" pitchFamily="50" charset="-128"/>
                        </a:rPr>
                        <a:t>Pressure</a:t>
                      </a:r>
                      <a:r>
                        <a:rPr kumimoji="1" lang="en-US" altLang="ja-JP" sz="1400" baseline="0">
                          <a:latin typeface="Meiryo UI" pitchFamily="50" charset="-128"/>
                          <a:ea typeface="Meiryo UI" pitchFamily="50" charset="-128"/>
                          <a:cs typeface="Meiryo UI" pitchFamily="50" charset="-128"/>
                        </a:rPr>
                        <a:t> Sensor</a:t>
                      </a:r>
                      <a:endParaRPr kumimoji="1" lang="ja-JP" altLang="en-US" sz="1400">
                        <a:latin typeface="Meiryo UI" pitchFamily="50" charset="-128"/>
                        <a:ea typeface="Meiryo UI" pitchFamily="50" charset="-128"/>
                        <a:cs typeface="Meiryo UI"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r>
                        <a:rPr kumimoji="1" lang="en-US" altLang="ja-JP" sz="1400">
                          <a:latin typeface="Meiryo UI" pitchFamily="50" charset="-128"/>
                          <a:ea typeface="Meiryo UI" pitchFamily="50" charset="-128"/>
                          <a:cs typeface="Meiryo UI" pitchFamily="50" charset="-128"/>
                        </a:rPr>
                        <a:t>Exhaust</a:t>
                      </a:r>
                      <a:r>
                        <a:rPr kumimoji="1" lang="en-US" altLang="ja-JP" sz="1400" baseline="0">
                          <a:latin typeface="Meiryo UI" pitchFamily="50" charset="-128"/>
                          <a:ea typeface="Meiryo UI" pitchFamily="50" charset="-128"/>
                          <a:cs typeface="Meiryo UI" pitchFamily="50" charset="-128"/>
                        </a:rPr>
                        <a:t>, Intake manifold</a:t>
                      </a:r>
                    </a:p>
                    <a:p>
                      <a:r>
                        <a:rPr kumimoji="1" lang="en-US" altLang="ja-JP" sz="1400" baseline="0">
                          <a:latin typeface="Meiryo UI" pitchFamily="50" charset="-128"/>
                          <a:ea typeface="Meiryo UI" pitchFamily="50" charset="-128"/>
                          <a:cs typeface="Meiryo UI" pitchFamily="50" charset="-128"/>
                        </a:rPr>
                        <a:t>Engine Oil, </a:t>
                      </a:r>
                      <a:endParaRPr kumimoji="1" lang="ja-JP" altLang="en-US" sz="1400">
                        <a:latin typeface="Meiryo UI" pitchFamily="50" charset="-128"/>
                        <a:ea typeface="Meiryo UI" pitchFamily="50" charset="-128"/>
                        <a:cs typeface="Meiryo UI"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endParaRPr kumimoji="1" lang="ja-JP" altLang="en-US" sz="1400">
                        <a:latin typeface="Meiryo UI" pitchFamily="50" charset="-128"/>
                        <a:ea typeface="Meiryo UI" pitchFamily="50" charset="-128"/>
                        <a:cs typeface="Meiryo UI"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10006"/>
                  </a:ext>
                </a:extLst>
              </a:tr>
              <a:tr h="180020">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r>
                        <a:rPr kumimoji="1" lang="en-US" altLang="ja-JP" sz="1400">
                          <a:latin typeface="Meiryo UI" pitchFamily="50" charset="-128"/>
                          <a:ea typeface="Meiryo UI" pitchFamily="50" charset="-128"/>
                          <a:cs typeface="Meiryo UI" pitchFamily="50" charset="-128"/>
                        </a:rPr>
                        <a:t>Temperature</a:t>
                      </a:r>
                      <a:endParaRPr kumimoji="1" lang="ja-JP" altLang="en-US" sz="1400">
                        <a:latin typeface="Meiryo UI" pitchFamily="50" charset="-128"/>
                        <a:ea typeface="Meiryo UI" pitchFamily="50" charset="-128"/>
                        <a:cs typeface="Meiryo UI"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r>
                        <a:rPr kumimoji="1" lang="en-US" altLang="ja-JP" sz="1400">
                          <a:latin typeface="Meiryo UI" pitchFamily="50" charset="-128"/>
                          <a:ea typeface="Meiryo UI" pitchFamily="50" charset="-128"/>
                          <a:cs typeface="Meiryo UI" pitchFamily="50" charset="-128"/>
                        </a:rPr>
                        <a:t>Exhaust,</a:t>
                      </a:r>
                      <a:r>
                        <a:rPr kumimoji="1" lang="en-US" altLang="ja-JP" sz="1400" baseline="0">
                          <a:latin typeface="Meiryo UI" pitchFamily="50" charset="-128"/>
                          <a:ea typeface="Meiryo UI" pitchFamily="50" charset="-128"/>
                          <a:cs typeface="Meiryo UI" pitchFamily="50" charset="-128"/>
                        </a:rPr>
                        <a:t> Intake manifold, </a:t>
                      </a:r>
                    </a:p>
                    <a:p>
                      <a:r>
                        <a:rPr kumimoji="1" lang="en-US" altLang="ja-JP" sz="1400" baseline="0">
                          <a:latin typeface="Meiryo UI" pitchFamily="50" charset="-128"/>
                          <a:ea typeface="Meiryo UI" pitchFamily="50" charset="-128"/>
                          <a:cs typeface="Meiryo UI" pitchFamily="50" charset="-128"/>
                        </a:rPr>
                        <a:t>CAT, Coolant out, Engine Oil</a:t>
                      </a:r>
                      <a:endParaRPr kumimoji="1" lang="ja-JP" altLang="en-US" sz="1400">
                        <a:latin typeface="Meiryo UI" pitchFamily="50" charset="-128"/>
                        <a:ea typeface="Meiryo UI" pitchFamily="50" charset="-128"/>
                        <a:cs typeface="Meiryo UI"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endParaRPr kumimoji="1" lang="ja-JP" altLang="en-US" sz="1400">
                        <a:latin typeface="Meiryo UI" pitchFamily="50" charset="-128"/>
                        <a:ea typeface="Meiryo UI" pitchFamily="50" charset="-128"/>
                        <a:cs typeface="Meiryo UI"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10007"/>
                  </a:ext>
                </a:extLst>
              </a:tr>
            </a:tbl>
          </a:graphicData>
        </a:graphic>
      </p:graphicFrame>
      <p:graphicFrame>
        <p:nvGraphicFramePr>
          <p:cNvPr id="13" name="表 12"/>
          <p:cNvGraphicFramePr>
            <a:graphicFrameLocks noGrp="1"/>
          </p:cNvGraphicFramePr>
          <p:nvPr>
            <p:extLst>
              <p:ext uri="{D42A27DB-BD31-4B8C-83A1-F6EECF244321}">
                <p14:modId xmlns:p14="http://schemas.microsoft.com/office/powerpoint/2010/main" val="316544980"/>
              </p:ext>
            </p:extLst>
          </p:nvPr>
        </p:nvGraphicFramePr>
        <p:xfrm>
          <a:off x="67797" y="3869090"/>
          <a:ext cx="9040707" cy="2590800"/>
        </p:xfrm>
        <a:graphic>
          <a:graphicData uri="http://schemas.openxmlformats.org/drawingml/2006/table">
            <a:tbl>
              <a:tblPr firstRow="1" bandRow="1"/>
              <a:tblGrid>
                <a:gridCol w="2848019">
                  <a:extLst>
                    <a:ext uri="{9D8B030D-6E8A-4147-A177-3AD203B41FA5}">
                      <a16:colId xmlns:a16="http://schemas.microsoft.com/office/drawing/2014/main" val="20000"/>
                    </a:ext>
                  </a:extLst>
                </a:gridCol>
                <a:gridCol w="3751684">
                  <a:extLst>
                    <a:ext uri="{9D8B030D-6E8A-4147-A177-3AD203B41FA5}">
                      <a16:colId xmlns:a16="http://schemas.microsoft.com/office/drawing/2014/main" val="20001"/>
                    </a:ext>
                  </a:extLst>
                </a:gridCol>
                <a:gridCol w="2441004">
                  <a:extLst>
                    <a:ext uri="{9D8B030D-6E8A-4147-A177-3AD203B41FA5}">
                      <a16:colId xmlns:a16="http://schemas.microsoft.com/office/drawing/2014/main" val="20002"/>
                    </a:ext>
                  </a:extLst>
                </a:gridCol>
              </a:tblGrid>
              <a:tr h="180020">
                <a:tc>
                  <a:txBody>
                    <a:bodyPr/>
                    <a:lstStyle>
                      <a:lvl1pPr marL="0" algn="l" defTabSz="914400" rtl="0" eaLnBrk="1" latinLnBrk="0" hangingPunct="1">
                        <a:defRPr kumimoji="1" sz="1800" b="1" kern="1200">
                          <a:solidFill>
                            <a:schemeClr val="lt1"/>
                          </a:solidFill>
                          <a:latin typeface="Calibri"/>
                        </a:defRPr>
                      </a:lvl1pPr>
                      <a:lvl2pPr marL="457200" algn="l" defTabSz="914400" rtl="0" eaLnBrk="1" latinLnBrk="0" hangingPunct="1">
                        <a:defRPr kumimoji="1" sz="1800" b="1" kern="1200">
                          <a:solidFill>
                            <a:schemeClr val="lt1"/>
                          </a:solidFill>
                          <a:latin typeface="Calibri"/>
                        </a:defRPr>
                      </a:lvl2pPr>
                      <a:lvl3pPr marL="914400" algn="l" defTabSz="914400" rtl="0" eaLnBrk="1" latinLnBrk="0" hangingPunct="1">
                        <a:defRPr kumimoji="1" sz="1800" b="1" kern="1200">
                          <a:solidFill>
                            <a:schemeClr val="lt1"/>
                          </a:solidFill>
                          <a:latin typeface="Calibri"/>
                        </a:defRPr>
                      </a:lvl3pPr>
                      <a:lvl4pPr marL="1371600" algn="l" defTabSz="914400" rtl="0" eaLnBrk="1" latinLnBrk="0" hangingPunct="1">
                        <a:defRPr kumimoji="1" sz="1800" b="1" kern="1200">
                          <a:solidFill>
                            <a:schemeClr val="lt1"/>
                          </a:solidFill>
                          <a:latin typeface="Calibri"/>
                        </a:defRPr>
                      </a:lvl4pPr>
                      <a:lvl5pPr marL="1828800" algn="l" defTabSz="914400" rtl="0" eaLnBrk="1" latinLnBrk="0" hangingPunct="1">
                        <a:defRPr kumimoji="1" sz="1800" b="1" kern="1200">
                          <a:solidFill>
                            <a:schemeClr val="lt1"/>
                          </a:solidFill>
                          <a:latin typeface="Calibri"/>
                        </a:defRPr>
                      </a:lvl5pPr>
                      <a:lvl6pPr marL="2286000" algn="l" defTabSz="914400" rtl="0" eaLnBrk="1" latinLnBrk="0" hangingPunct="1">
                        <a:defRPr kumimoji="1" sz="1800" b="1" kern="1200">
                          <a:solidFill>
                            <a:schemeClr val="lt1"/>
                          </a:solidFill>
                          <a:latin typeface="Calibri"/>
                        </a:defRPr>
                      </a:lvl6pPr>
                      <a:lvl7pPr marL="2743200" algn="l" defTabSz="914400" rtl="0" eaLnBrk="1" latinLnBrk="0" hangingPunct="1">
                        <a:defRPr kumimoji="1" sz="1800" b="1" kern="1200">
                          <a:solidFill>
                            <a:schemeClr val="lt1"/>
                          </a:solidFill>
                          <a:latin typeface="Calibri"/>
                        </a:defRPr>
                      </a:lvl7pPr>
                      <a:lvl8pPr marL="3200400" algn="l" defTabSz="914400" rtl="0" eaLnBrk="1" latinLnBrk="0" hangingPunct="1">
                        <a:defRPr kumimoji="1" sz="1800" b="1" kern="1200">
                          <a:solidFill>
                            <a:schemeClr val="lt1"/>
                          </a:solidFill>
                          <a:latin typeface="Calibri"/>
                        </a:defRPr>
                      </a:lvl8pPr>
                      <a:lvl9pPr marL="3657600" algn="l" defTabSz="914400" rtl="0" eaLnBrk="1" latinLnBrk="0" hangingPunct="1">
                        <a:defRPr kumimoji="1" sz="1800" b="1" kern="1200">
                          <a:solidFill>
                            <a:schemeClr val="lt1"/>
                          </a:solidFill>
                          <a:latin typeface="Calibri"/>
                        </a:defRPr>
                      </a:lvl9pPr>
                    </a:lstStyle>
                    <a:p>
                      <a:r>
                        <a:rPr kumimoji="1" lang="en-US" altLang="ja-JP" sz="1400">
                          <a:latin typeface="Meiryo UI" pitchFamily="50" charset="-128"/>
                          <a:ea typeface="Meiryo UI" pitchFamily="50" charset="-128"/>
                          <a:cs typeface="Meiryo UI" pitchFamily="50" charset="-128"/>
                        </a:rPr>
                        <a:t>Engine</a:t>
                      </a:r>
                      <a:r>
                        <a:rPr kumimoji="1" lang="en-US" altLang="ja-JP" sz="1400" baseline="0">
                          <a:latin typeface="Meiryo UI" pitchFamily="50" charset="-128"/>
                          <a:ea typeface="Meiryo UI" pitchFamily="50" charset="-128"/>
                          <a:cs typeface="Meiryo UI" pitchFamily="50" charset="-128"/>
                        </a:rPr>
                        <a:t> condition</a:t>
                      </a:r>
                      <a:endParaRPr kumimoji="1" lang="ja-JP" altLang="en-US" sz="1400">
                        <a:latin typeface="Meiryo UI" pitchFamily="50" charset="-128"/>
                        <a:ea typeface="Meiryo UI" pitchFamily="50" charset="-128"/>
                        <a:cs typeface="Meiryo UI"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L="0" algn="l" defTabSz="914400" rtl="0" eaLnBrk="1" latinLnBrk="0" hangingPunct="1">
                        <a:defRPr kumimoji="1" sz="1800" b="1" kern="1200">
                          <a:solidFill>
                            <a:schemeClr val="lt1"/>
                          </a:solidFill>
                          <a:latin typeface="Calibri"/>
                        </a:defRPr>
                      </a:lvl1pPr>
                      <a:lvl2pPr marL="457200" algn="l" defTabSz="914400" rtl="0" eaLnBrk="1" latinLnBrk="0" hangingPunct="1">
                        <a:defRPr kumimoji="1" sz="1800" b="1" kern="1200">
                          <a:solidFill>
                            <a:schemeClr val="lt1"/>
                          </a:solidFill>
                          <a:latin typeface="Calibri"/>
                        </a:defRPr>
                      </a:lvl2pPr>
                      <a:lvl3pPr marL="914400" algn="l" defTabSz="914400" rtl="0" eaLnBrk="1" latinLnBrk="0" hangingPunct="1">
                        <a:defRPr kumimoji="1" sz="1800" b="1" kern="1200">
                          <a:solidFill>
                            <a:schemeClr val="lt1"/>
                          </a:solidFill>
                          <a:latin typeface="Calibri"/>
                        </a:defRPr>
                      </a:lvl3pPr>
                      <a:lvl4pPr marL="1371600" algn="l" defTabSz="914400" rtl="0" eaLnBrk="1" latinLnBrk="0" hangingPunct="1">
                        <a:defRPr kumimoji="1" sz="1800" b="1" kern="1200">
                          <a:solidFill>
                            <a:schemeClr val="lt1"/>
                          </a:solidFill>
                          <a:latin typeface="Calibri"/>
                        </a:defRPr>
                      </a:lvl4pPr>
                      <a:lvl5pPr marL="1828800" algn="l" defTabSz="914400" rtl="0" eaLnBrk="1" latinLnBrk="0" hangingPunct="1">
                        <a:defRPr kumimoji="1" sz="1800" b="1" kern="1200">
                          <a:solidFill>
                            <a:schemeClr val="lt1"/>
                          </a:solidFill>
                          <a:latin typeface="Calibri"/>
                        </a:defRPr>
                      </a:lvl5pPr>
                      <a:lvl6pPr marL="2286000" algn="l" defTabSz="914400" rtl="0" eaLnBrk="1" latinLnBrk="0" hangingPunct="1">
                        <a:defRPr kumimoji="1" sz="1800" b="1" kern="1200">
                          <a:solidFill>
                            <a:schemeClr val="lt1"/>
                          </a:solidFill>
                          <a:latin typeface="Calibri"/>
                        </a:defRPr>
                      </a:lvl6pPr>
                      <a:lvl7pPr marL="2743200" algn="l" defTabSz="914400" rtl="0" eaLnBrk="1" latinLnBrk="0" hangingPunct="1">
                        <a:defRPr kumimoji="1" sz="1800" b="1" kern="1200">
                          <a:solidFill>
                            <a:schemeClr val="lt1"/>
                          </a:solidFill>
                          <a:latin typeface="Calibri"/>
                        </a:defRPr>
                      </a:lvl7pPr>
                      <a:lvl8pPr marL="3200400" algn="l" defTabSz="914400" rtl="0" eaLnBrk="1" latinLnBrk="0" hangingPunct="1">
                        <a:defRPr kumimoji="1" sz="1800" b="1" kern="1200">
                          <a:solidFill>
                            <a:schemeClr val="lt1"/>
                          </a:solidFill>
                          <a:latin typeface="Calibri"/>
                        </a:defRPr>
                      </a:lvl8pPr>
                      <a:lvl9pPr marL="3657600" algn="l" defTabSz="914400" rtl="0" eaLnBrk="1" latinLnBrk="0" hangingPunct="1">
                        <a:defRPr kumimoji="1" sz="1800" b="1" kern="1200">
                          <a:solidFill>
                            <a:schemeClr val="lt1"/>
                          </a:solidFill>
                          <a:latin typeface="Calibri"/>
                        </a:defRPr>
                      </a:lvl9pPr>
                    </a:lstStyle>
                    <a:p>
                      <a:r>
                        <a:rPr kumimoji="1" lang="en-US" altLang="ja-JP" sz="1400">
                          <a:latin typeface="Meiryo UI" pitchFamily="50" charset="-128"/>
                          <a:ea typeface="Meiryo UI" pitchFamily="50" charset="-128"/>
                          <a:cs typeface="Meiryo UI" pitchFamily="50" charset="-128"/>
                        </a:rPr>
                        <a:t>Daily</a:t>
                      </a:r>
                      <a:r>
                        <a:rPr kumimoji="1" lang="en-US" altLang="ja-JP" sz="1400" baseline="0">
                          <a:latin typeface="Meiryo UI" pitchFamily="50" charset="-128"/>
                          <a:ea typeface="Meiryo UI" pitchFamily="50" charset="-128"/>
                          <a:cs typeface="Meiryo UI" pitchFamily="50" charset="-128"/>
                        </a:rPr>
                        <a:t> Check Items</a:t>
                      </a:r>
                      <a:endParaRPr kumimoji="1" lang="ja-JP" altLang="en-US" sz="1400">
                        <a:latin typeface="Meiryo UI" pitchFamily="50" charset="-128"/>
                        <a:ea typeface="Meiryo UI" pitchFamily="50" charset="-128"/>
                        <a:cs typeface="Meiryo UI"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L="0" algn="l" defTabSz="914400" rtl="0" eaLnBrk="1" latinLnBrk="0" hangingPunct="1">
                        <a:defRPr kumimoji="1" sz="1800" b="1" kern="1200">
                          <a:solidFill>
                            <a:schemeClr val="lt1"/>
                          </a:solidFill>
                          <a:latin typeface="Calibri"/>
                        </a:defRPr>
                      </a:lvl1pPr>
                      <a:lvl2pPr marL="457200" algn="l" defTabSz="914400" rtl="0" eaLnBrk="1" latinLnBrk="0" hangingPunct="1">
                        <a:defRPr kumimoji="1" sz="1800" b="1" kern="1200">
                          <a:solidFill>
                            <a:schemeClr val="lt1"/>
                          </a:solidFill>
                          <a:latin typeface="Calibri"/>
                        </a:defRPr>
                      </a:lvl2pPr>
                      <a:lvl3pPr marL="914400" algn="l" defTabSz="914400" rtl="0" eaLnBrk="1" latinLnBrk="0" hangingPunct="1">
                        <a:defRPr kumimoji="1" sz="1800" b="1" kern="1200">
                          <a:solidFill>
                            <a:schemeClr val="lt1"/>
                          </a:solidFill>
                          <a:latin typeface="Calibri"/>
                        </a:defRPr>
                      </a:lvl3pPr>
                      <a:lvl4pPr marL="1371600" algn="l" defTabSz="914400" rtl="0" eaLnBrk="1" latinLnBrk="0" hangingPunct="1">
                        <a:defRPr kumimoji="1" sz="1800" b="1" kern="1200">
                          <a:solidFill>
                            <a:schemeClr val="lt1"/>
                          </a:solidFill>
                          <a:latin typeface="Calibri"/>
                        </a:defRPr>
                      </a:lvl4pPr>
                      <a:lvl5pPr marL="1828800" algn="l" defTabSz="914400" rtl="0" eaLnBrk="1" latinLnBrk="0" hangingPunct="1">
                        <a:defRPr kumimoji="1" sz="1800" b="1" kern="1200">
                          <a:solidFill>
                            <a:schemeClr val="lt1"/>
                          </a:solidFill>
                          <a:latin typeface="Calibri"/>
                        </a:defRPr>
                      </a:lvl5pPr>
                      <a:lvl6pPr marL="2286000" algn="l" defTabSz="914400" rtl="0" eaLnBrk="1" latinLnBrk="0" hangingPunct="1">
                        <a:defRPr kumimoji="1" sz="1800" b="1" kern="1200">
                          <a:solidFill>
                            <a:schemeClr val="lt1"/>
                          </a:solidFill>
                          <a:latin typeface="Calibri"/>
                        </a:defRPr>
                      </a:lvl6pPr>
                      <a:lvl7pPr marL="2743200" algn="l" defTabSz="914400" rtl="0" eaLnBrk="1" latinLnBrk="0" hangingPunct="1">
                        <a:defRPr kumimoji="1" sz="1800" b="1" kern="1200">
                          <a:solidFill>
                            <a:schemeClr val="lt1"/>
                          </a:solidFill>
                          <a:latin typeface="Calibri"/>
                        </a:defRPr>
                      </a:lvl7pPr>
                      <a:lvl8pPr marL="3200400" algn="l" defTabSz="914400" rtl="0" eaLnBrk="1" latinLnBrk="0" hangingPunct="1">
                        <a:defRPr kumimoji="1" sz="1800" b="1" kern="1200">
                          <a:solidFill>
                            <a:schemeClr val="lt1"/>
                          </a:solidFill>
                          <a:latin typeface="Calibri"/>
                        </a:defRPr>
                      </a:lvl8pPr>
                      <a:lvl9pPr marL="3657600" algn="l" defTabSz="914400" rtl="0" eaLnBrk="1" latinLnBrk="0" hangingPunct="1">
                        <a:defRPr kumimoji="1" sz="1800" b="1" kern="1200">
                          <a:solidFill>
                            <a:schemeClr val="lt1"/>
                          </a:solidFill>
                          <a:latin typeface="Calibri"/>
                        </a:defRPr>
                      </a:lvl9pPr>
                    </a:lstStyle>
                    <a:p>
                      <a:r>
                        <a:rPr kumimoji="1" lang="en-US" altLang="ja-JP" sz="1400">
                          <a:latin typeface="Meiryo UI" pitchFamily="50" charset="-128"/>
                          <a:ea typeface="Meiryo UI" pitchFamily="50" charset="-128"/>
                          <a:cs typeface="Meiryo UI" pitchFamily="50" charset="-128"/>
                        </a:rPr>
                        <a:t>Notes</a:t>
                      </a:r>
                      <a:endParaRPr kumimoji="1" lang="ja-JP" altLang="en-US" sz="1400">
                        <a:latin typeface="Meiryo UI" pitchFamily="50" charset="-128"/>
                        <a:ea typeface="Meiryo UI" pitchFamily="50" charset="-128"/>
                        <a:cs typeface="Meiryo UI"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extLst>
                  <a:ext uri="{0D108BD9-81ED-4DB2-BD59-A6C34878D82A}">
                    <a16:rowId xmlns:a16="http://schemas.microsoft.com/office/drawing/2014/main" val="10000"/>
                  </a:ext>
                </a:extLst>
              </a:tr>
              <a:tr h="180020">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r>
                        <a:rPr lang="en-US" altLang="ja-JP" sz="1400">
                          <a:latin typeface="Meiryo UI" pitchFamily="50" charset="-128"/>
                          <a:ea typeface="Meiryo UI" pitchFamily="50" charset="-128"/>
                          <a:cs typeface="Meiryo UI" pitchFamily="50" charset="-128"/>
                        </a:rPr>
                        <a:t>Air</a:t>
                      </a:r>
                      <a:r>
                        <a:rPr lang="en-US" altLang="ja-JP" sz="1400" baseline="0">
                          <a:latin typeface="Meiryo UI" pitchFamily="50" charset="-128"/>
                          <a:ea typeface="Meiryo UI" pitchFamily="50" charset="-128"/>
                          <a:cs typeface="Meiryo UI" pitchFamily="50" charset="-128"/>
                        </a:rPr>
                        <a:t> amount</a:t>
                      </a:r>
                      <a:endParaRPr lang="ja-JP" altLang="en-US" sz="1400">
                        <a:latin typeface="Meiryo UI" pitchFamily="50" charset="-128"/>
                        <a:ea typeface="Meiryo UI" pitchFamily="50" charset="-128"/>
                        <a:cs typeface="Meiryo UI" pitchFamily="50" charset="-128"/>
                      </a:endParaRP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r>
                        <a:rPr lang="en-US" altLang="ja-JP" sz="1400">
                          <a:latin typeface="Meiryo UI" pitchFamily="50" charset="-128"/>
                          <a:ea typeface="Meiryo UI" pitchFamily="50" charset="-128"/>
                          <a:cs typeface="Meiryo UI" pitchFamily="50" charset="-128"/>
                        </a:rPr>
                        <a:t>Air Flow meter, </a:t>
                      </a:r>
                    </a:p>
                    <a:p>
                      <a:r>
                        <a:rPr lang="en-US" altLang="ja-JP" sz="1400">
                          <a:latin typeface="Meiryo UI" pitchFamily="50" charset="-128"/>
                          <a:ea typeface="Meiryo UI" pitchFamily="50" charset="-128"/>
                          <a:cs typeface="Meiryo UI" pitchFamily="50" charset="-128"/>
                        </a:rPr>
                        <a:t>ECU recognition air / Actual air ratio (※)</a:t>
                      </a:r>
                    </a:p>
                    <a:p>
                      <a:r>
                        <a:rPr lang="en-US" altLang="ja-JP" sz="1400">
                          <a:latin typeface="Meiryo UI" pitchFamily="50" charset="-128"/>
                          <a:ea typeface="Meiryo UI" pitchFamily="50" charset="-128"/>
                          <a:cs typeface="Meiryo UI" pitchFamily="50" charset="-128"/>
                        </a:rPr>
                        <a:t>Power and atmospheric pressure (※)</a:t>
                      </a:r>
                      <a:endParaRPr lang="ja-JP" altLang="en-US" sz="1400">
                        <a:latin typeface="Meiryo UI" pitchFamily="50" charset="-128"/>
                        <a:ea typeface="Meiryo UI" pitchFamily="50" charset="-128"/>
                        <a:cs typeface="Meiryo UI" pitchFamily="50" charset="-128"/>
                      </a:endParaRP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r>
                        <a:rPr lang="en-US" altLang="ja-JP" sz="1200">
                          <a:latin typeface="Meiryo UI" pitchFamily="50" charset="-128"/>
                          <a:ea typeface="Meiryo UI" pitchFamily="50" charset="-128"/>
                          <a:cs typeface="Meiryo UI" pitchFamily="50" charset="-128"/>
                        </a:rPr>
                        <a:t>(※)</a:t>
                      </a:r>
                    </a:p>
                    <a:p>
                      <a:r>
                        <a:rPr lang="en-US" altLang="ja-JP" sz="1200">
                          <a:latin typeface="Meiryo UI" pitchFamily="50" charset="-128"/>
                          <a:ea typeface="Meiryo UI" pitchFamily="50" charset="-128"/>
                          <a:cs typeface="Meiryo UI" pitchFamily="50" charset="-128"/>
                        </a:rPr>
                        <a:t>-WOT at power peak Ne</a:t>
                      </a:r>
                    </a:p>
                    <a:p>
                      <a:r>
                        <a:rPr lang="en-US" altLang="ja-JP" sz="1200">
                          <a:latin typeface="Meiryo UI" pitchFamily="50" charset="-128"/>
                          <a:ea typeface="Meiryo UI" pitchFamily="50" charset="-128"/>
                          <a:cs typeface="Meiryo UI" pitchFamily="50" charset="-128"/>
                        </a:rPr>
                        <a:t>-Share once every 2 weeks</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10001"/>
                  </a:ext>
                </a:extLst>
              </a:tr>
              <a:tr h="180020">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r>
                        <a:rPr kumimoji="1" lang="en-US" altLang="ja-JP" sz="1400">
                          <a:latin typeface="Meiryo UI" pitchFamily="50" charset="-128"/>
                          <a:ea typeface="Meiryo UI" pitchFamily="50" charset="-128"/>
                          <a:cs typeface="Meiryo UI" pitchFamily="50" charset="-128"/>
                        </a:rPr>
                        <a:t>knocking</a:t>
                      </a:r>
                      <a:endParaRPr kumimoji="1" lang="ja-JP" altLang="en-US" sz="1400">
                        <a:latin typeface="Meiryo UI" pitchFamily="50" charset="-128"/>
                        <a:ea typeface="Meiryo UI" pitchFamily="50" charset="-128"/>
                        <a:cs typeface="Meiryo UI"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r>
                        <a:rPr kumimoji="1" lang="en-US" altLang="ja-JP" sz="1400">
                          <a:latin typeface="Meiryo UI" pitchFamily="50" charset="-128"/>
                          <a:ea typeface="Meiryo UI" pitchFamily="50" charset="-128"/>
                          <a:cs typeface="Meiryo UI" pitchFamily="50" charset="-128"/>
                        </a:rPr>
                        <a:t>Ignition</a:t>
                      </a:r>
                      <a:r>
                        <a:rPr kumimoji="1" lang="en-US" altLang="ja-JP" sz="1400" baseline="0">
                          <a:latin typeface="Meiryo UI" pitchFamily="50" charset="-128"/>
                          <a:ea typeface="Meiryo UI" pitchFamily="50" charset="-128"/>
                          <a:cs typeface="Meiryo UI" pitchFamily="50" charset="-128"/>
                        </a:rPr>
                        <a:t> timing</a:t>
                      </a:r>
                      <a:endParaRPr kumimoji="1" lang="ja-JP" altLang="en-US" sz="1400">
                        <a:latin typeface="Meiryo UI" pitchFamily="50" charset="-128"/>
                        <a:ea typeface="Meiryo UI" pitchFamily="50" charset="-128"/>
                        <a:cs typeface="Meiryo UI"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endParaRPr kumimoji="1" lang="ja-JP" altLang="en-US" sz="1400">
                        <a:latin typeface="Meiryo UI" pitchFamily="50" charset="-128"/>
                        <a:ea typeface="Meiryo UI" pitchFamily="50" charset="-128"/>
                        <a:cs typeface="Meiryo UI"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10002"/>
                  </a:ext>
                </a:extLst>
              </a:tr>
              <a:tr h="180020">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r>
                        <a:rPr kumimoji="1" lang="en-US" altLang="ja-JP" sz="1400">
                          <a:latin typeface="Meiryo UI" pitchFamily="50" charset="-128"/>
                          <a:ea typeface="Meiryo UI" pitchFamily="50" charset="-128"/>
                          <a:cs typeface="Meiryo UI" pitchFamily="50" charset="-128"/>
                        </a:rPr>
                        <a:t>Measurement</a:t>
                      </a:r>
                      <a:r>
                        <a:rPr kumimoji="1" lang="en-US" altLang="ja-JP" sz="1400" baseline="0">
                          <a:latin typeface="Meiryo UI" pitchFamily="50" charset="-128"/>
                          <a:ea typeface="Meiryo UI" pitchFamily="50" charset="-128"/>
                          <a:cs typeface="Meiryo UI" pitchFamily="50" charset="-128"/>
                        </a:rPr>
                        <a:t> sensor</a:t>
                      </a:r>
                      <a:endParaRPr kumimoji="1" lang="ja-JP" altLang="en-US" sz="1400">
                        <a:latin typeface="Meiryo UI" pitchFamily="50" charset="-128"/>
                        <a:ea typeface="Meiryo UI" pitchFamily="50" charset="-128"/>
                        <a:cs typeface="Meiryo UI"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baseline="0">
                          <a:latin typeface="Meiryo UI" pitchFamily="50" charset="-128"/>
                          <a:ea typeface="Meiryo UI" pitchFamily="50" charset="-128"/>
                          <a:cs typeface="Meiryo UI" pitchFamily="50" charset="-128"/>
                        </a:rPr>
                        <a:t>Fuel pressure, UEGO </a:t>
                      </a: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baseline="0">
                          <a:latin typeface="Meiryo UI" pitchFamily="50" charset="-128"/>
                          <a:ea typeface="Meiryo UI" pitchFamily="50" charset="-128"/>
                          <a:cs typeface="Meiryo UI" pitchFamily="50" charset="-128"/>
                        </a:rPr>
                        <a:t>Intake Manifold Pressure,</a:t>
                      </a: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baseline="0">
                          <a:latin typeface="Meiryo UI" pitchFamily="50" charset="-128"/>
                          <a:ea typeface="Meiryo UI" pitchFamily="50" charset="-128"/>
                          <a:cs typeface="Meiryo UI" pitchFamily="50" charset="-128"/>
                        </a:rPr>
                        <a:t>Intake Manifold Temperature,</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endParaRPr kumimoji="1" lang="ja-JP" altLang="en-US" sz="1400">
                        <a:latin typeface="Meiryo UI" pitchFamily="50" charset="-128"/>
                        <a:ea typeface="Meiryo UI" pitchFamily="50" charset="-128"/>
                        <a:cs typeface="Meiryo UI"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10003"/>
                  </a:ext>
                </a:extLst>
              </a:tr>
              <a:tr h="180020">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r>
                        <a:rPr kumimoji="1" lang="en-US" altLang="ja-JP" sz="1400">
                          <a:latin typeface="Meiryo UI" pitchFamily="50" charset="-128"/>
                          <a:ea typeface="Meiryo UI" pitchFamily="50" charset="-128"/>
                          <a:cs typeface="Meiryo UI" pitchFamily="50" charset="-128"/>
                        </a:rPr>
                        <a:t>Device position</a:t>
                      </a:r>
                      <a:endParaRPr kumimoji="1" lang="ja-JP" altLang="en-US" sz="1400">
                        <a:latin typeface="Meiryo UI" pitchFamily="50" charset="-128"/>
                        <a:ea typeface="Meiryo UI" pitchFamily="50" charset="-128"/>
                        <a:cs typeface="Meiryo UI"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r>
                        <a:rPr kumimoji="1" lang="en-US" altLang="ja-JP" sz="1400">
                          <a:latin typeface="Meiryo UI" pitchFamily="50" charset="-128"/>
                          <a:ea typeface="Meiryo UI" pitchFamily="50" charset="-128"/>
                          <a:cs typeface="Meiryo UI" pitchFamily="50" charset="-128"/>
                        </a:rPr>
                        <a:t>In</a:t>
                      </a:r>
                      <a:r>
                        <a:rPr kumimoji="1" lang="en-US" altLang="ja-JP" sz="1400" baseline="0">
                          <a:latin typeface="Meiryo UI" pitchFamily="50" charset="-128"/>
                          <a:ea typeface="Meiryo UI" pitchFamily="50" charset="-128"/>
                          <a:cs typeface="Meiryo UI" pitchFamily="50" charset="-128"/>
                        </a:rPr>
                        <a:t> cam, Ex cam, VTEC, Throttle, (</a:t>
                      </a:r>
                      <a:r>
                        <a:rPr lang="en-US" altLang="ja-JP" sz="1400">
                          <a:effectLst/>
                          <a:latin typeface="Meiryo UI" pitchFamily="50" charset="-128"/>
                          <a:ea typeface="Meiryo UI" pitchFamily="50" charset="-128"/>
                          <a:cs typeface="Meiryo UI" pitchFamily="50" charset="-128"/>
                        </a:rPr>
                        <a:t>Waste Gate</a:t>
                      </a:r>
                      <a:r>
                        <a:rPr lang="en-US" altLang="ja-JP" sz="1400" baseline="0">
                          <a:effectLst/>
                          <a:latin typeface="Meiryo UI" pitchFamily="50" charset="-128"/>
                          <a:ea typeface="Meiryo UI" pitchFamily="50" charset="-128"/>
                          <a:cs typeface="Meiryo UI" pitchFamily="50" charset="-128"/>
                        </a:rPr>
                        <a:t> </a:t>
                      </a:r>
                      <a:r>
                        <a:rPr lang="en-US" altLang="ja-JP" sz="1400">
                          <a:effectLst/>
                          <a:latin typeface="Meiryo UI" pitchFamily="50" charset="-128"/>
                          <a:ea typeface="Meiryo UI" pitchFamily="50" charset="-128"/>
                          <a:cs typeface="Meiryo UI" pitchFamily="50" charset="-128"/>
                        </a:rPr>
                        <a:t>Lift</a:t>
                      </a:r>
                      <a:r>
                        <a:rPr kumimoji="1" lang="en-US" altLang="ja-JP" sz="1400" baseline="0">
                          <a:latin typeface="Meiryo UI" pitchFamily="50" charset="-128"/>
                          <a:ea typeface="Meiryo UI" pitchFamily="50" charset="-128"/>
                          <a:cs typeface="Meiryo UI" pitchFamily="50" charset="-128"/>
                        </a:rPr>
                        <a:t>)</a:t>
                      </a:r>
                      <a:endParaRPr kumimoji="1" lang="ja-JP" altLang="en-US" sz="1400">
                        <a:latin typeface="Meiryo UI" pitchFamily="50" charset="-128"/>
                        <a:ea typeface="Meiryo UI" pitchFamily="50" charset="-128"/>
                        <a:cs typeface="Meiryo UI"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endParaRPr kumimoji="1" lang="ja-JP" altLang="en-US" sz="1400">
                        <a:latin typeface="Meiryo UI" pitchFamily="50" charset="-128"/>
                        <a:ea typeface="Meiryo UI" pitchFamily="50" charset="-128"/>
                        <a:cs typeface="Meiryo UI"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10004"/>
                  </a:ext>
                </a:extLst>
              </a:tr>
            </a:tbl>
          </a:graphicData>
        </a:graphic>
      </p:graphicFrame>
      <p:sp>
        <p:nvSpPr>
          <p:cNvPr id="14" name="テキスト ボックス 13"/>
          <p:cNvSpPr txBox="1"/>
          <p:nvPr/>
        </p:nvSpPr>
        <p:spPr>
          <a:xfrm>
            <a:off x="74685" y="560650"/>
            <a:ext cx="3384376" cy="369332"/>
          </a:xfrm>
          <a:prstGeom prst="rect">
            <a:avLst/>
          </a:prstGeom>
          <a:noFill/>
        </p:spPr>
        <p:txBody>
          <a:bodyPr wrap="square" rtlCol="0">
            <a:spAutoFit/>
          </a:bodyPr>
          <a:lstStyle/>
          <a:p>
            <a:pPr algn="l" fontAlgn="auto">
              <a:spcBef>
                <a:spcPts val="0"/>
              </a:spcBef>
              <a:spcAft>
                <a:spcPts val="0"/>
              </a:spcAft>
            </a:pPr>
            <a:r>
              <a:rPr lang="en-US" altLang="ja-JP" sz="1800" b="1" u="sng">
                <a:solidFill>
                  <a:prstClr val="black"/>
                </a:solidFill>
                <a:latin typeface="Meiryo UI" pitchFamily="50" charset="-128"/>
                <a:ea typeface="Meiryo UI" pitchFamily="50" charset="-128"/>
                <a:cs typeface="Meiryo UI" pitchFamily="50" charset="-128"/>
              </a:rPr>
              <a:t>Daily Check Items</a:t>
            </a:r>
            <a:endParaRPr lang="ja-JP" altLang="en-US" sz="1800" b="1" u="sng">
              <a:solidFill>
                <a:prstClr val="black"/>
              </a:solidFill>
              <a:latin typeface="Meiryo UI" pitchFamily="50" charset="-128"/>
              <a:ea typeface="Meiryo UI" pitchFamily="50" charset="-128"/>
              <a:cs typeface="Meiryo UI" pitchFamily="50" charset="-128"/>
            </a:endParaRPr>
          </a:p>
        </p:txBody>
      </p:sp>
      <p:sp>
        <p:nvSpPr>
          <p:cNvPr id="15" name="テキスト ボックス 14"/>
          <p:cNvSpPr txBox="1"/>
          <p:nvPr/>
        </p:nvSpPr>
        <p:spPr>
          <a:xfrm>
            <a:off x="74685" y="6483724"/>
            <a:ext cx="8530046" cy="338554"/>
          </a:xfrm>
          <a:prstGeom prst="rect">
            <a:avLst/>
          </a:prstGeom>
          <a:noFill/>
        </p:spPr>
        <p:txBody>
          <a:bodyPr wrap="square" rtlCol="0">
            <a:spAutoFit/>
          </a:bodyPr>
          <a:lstStyle/>
          <a:p>
            <a:pPr fontAlgn="auto">
              <a:spcBef>
                <a:spcPts val="0"/>
              </a:spcBef>
              <a:spcAft>
                <a:spcPts val="0"/>
              </a:spcAft>
            </a:pPr>
            <a:r>
              <a:rPr lang="en-US" altLang="ja-JP" sz="1600" b="1" dirty="0">
                <a:latin typeface="Meiryo UI" panose="020B0604030504040204" pitchFamily="50" charset="-128"/>
                <a:ea typeface="Meiryo UI" panose="020B0604030504040204" pitchFamily="50" charset="-128"/>
              </a:rPr>
              <a:t>※</a:t>
            </a:r>
            <a:r>
              <a:rPr lang="ja-JP" altLang="en-US" sz="1600" b="1" dirty="0">
                <a:latin typeface="Meiryo UI" panose="020B0604030504040204" pitchFamily="50" charset="-128"/>
                <a:ea typeface="Meiryo UI" panose="020B0604030504040204" pitchFamily="50" charset="-128"/>
              </a:rPr>
              <a:t> </a:t>
            </a:r>
            <a:r>
              <a:rPr lang="en-US" altLang="ja-JP" sz="1600" b="1" dirty="0">
                <a:latin typeface="Meiryo UI" panose="020B0604030504040204" pitchFamily="50" charset="-128"/>
                <a:ea typeface="Meiryo UI" panose="020B0604030504040204" pitchFamily="50" charset="-128"/>
              </a:rPr>
              <a:t>If </a:t>
            </a:r>
            <a:r>
              <a:rPr lang="en-US" altLang="ja-JP" sz="1600" b="1" dirty="0">
                <a:solidFill>
                  <a:srgbClr val="0000FF"/>
                </a:solidFill>
                <a:latin typeface="Meiryo UI" panose="020B0604030504040204" pitchFamily="50" charset="-128"/>
                <a:ea typeface="Meiryo UI" panose="020B0604030504040204" pitchFamily="50" charset="-128"/>
              </a:rPr>
              <a:t>Bosch</a:t>
            </a:r>
            <a:r>
              <a:rPr lang="en-US" altLang="ja-JP" sz="1600" b="1" dirty="0">
                <a:latin typeface="Meiryo UI" panose="020B0604030504040204" pitchFamily="50" charset="-128"/>
                <a:ea typeface="Meiryo UI" panose="020B0604030504040204" pitchFamily="50" charset="-128"/>
              </a:rPr>
              <a:t> has  original check items, please add them on the list. </a:t>
            </a:r>
            <a:endParaRPr lang="ja-JP" altLang="en-US" sz="1600" b="1"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1828283646"/>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 Box 2"/>
          <p:cNvSpPr txBox="1">
            <a:spLocks noChangeArrowheads="1"/>
          </p:cNvSpPr>
          <p:nvPr/>
        </p:nvSpPr>
        <p:spPr bwMode="auto">
          <a:xfrm>
            <a:off x="250829" y="44450"/>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2000">
                <a:solidFill>
                  <a:srgbClr val="FFFFFF"/>
                </a:solidFill>
                <a:latin typeface="Meiryo UI" panose="020B0604030504040204" pitchFamily="50" charset="-128"/>
                <a:ea typeface="Meiryo UI" panose="020B0604030504040204" pitchFamily="50" charset="-128"/>
                <a:cs typeface="Arial" pitchFamily="34" charset="0"/>
              </a:rPr>
              <a:t>21. Miscellaneous</a:t>
            </a:r>
            <a:r>
              <a:rPr lang="ja-JP" altLang="en-US" sz="2000">
                <a:solidFill>
                  <a:srgbClr val="FFFFFF"/>
                </a:solidFill>
                <a:latin typeface="Meiryo UI" panose="020B0604030504040204" pitchFamily="50" charset="-128"/>
                <a:ea typeface="Meiryo UI" panose="020B0604030504040204" pitchFamily="50" charset="-128"/>
                <a:cs typeface="Arial" pitchFamily="34" charset="0"/>
              </a:rPr>
              <a:t> </a:t>
            </a:r>
            <a:r>
              <a:rPr lang="en-US" altLang="ja-JP" sz="2000">
                <a:solidFill>
                  <a:srgbClr val="FFFFFF"/>
                </a:solidFill>
                <a:latin typeface="Meiryo UI" panose="020B0604030504040204" pitchFamily="50" charset="-128"/>
                <a:ea typeface="Meiryo UI" panose="020B0604030504040204" pitchFamily="50" charset="-128"/>
                <a:cs typeface="Arial" pitchFamily="34" charset="0"/>
              </a:rPr>
              <a:t>Guidelines</a:t>
            </a:r>
            <a:r>
              <a:rPr lang="ja-JP" altLang="en-US" sz="2000">
                <a:solidFill>
                  <a:srgbClr val="FFFFFF"/>
                </a:solidFill>
                <a:latin typeface="Meiryo UI" panose="020B0604030504040204" pitchFamily="50" charset="-128"/>
                <a:ea typeface="Meiryo UI" panose="020B0604030504040204" pitchFamily="50" charset="-128"/>
                <a:cs typeface="Arial" pitchFamily="34" charset="0"/>
              </a:rPr>
              <a:t> </a:t>
            </a:r>
            <a:r>
              <a:rPr lang="en-US" altLang="ja-JP" sz="2000">
                <a:solidFill>
                  <a:srgbClr val="FFFFFF"/>
                </a:solidFill>
                <a:latin typeface="Meiryo UI" panose="020B0604030504040204" pitchFamily="50" charset="-128"/>
                <a:ea typeface="Meiryo UI" panose="020B0604030504040204" pitchFamily="50" charset="-128"/>
                <a:cs typeface="Arial" pitchFamily="34" charset="0"/>
              </a:rPr>
              <a:t>(10/16)</a:t>
            </a:r>
            <a:endParaRPr lang="en-US" altLang="ja-JP" sz="1100">
              <a:solidFill>
                <a:srgbClr val="FFFFFF"/>
              </a:solidFill>
              <a:latin typeface="HGPｺﾞｼｯｸE" pitchFamily="50" charset="-128"/>
              <a:ea typeface="HGPｺﾞｼｯｸE" pitchFamily="50" charset="-128"/>
              <a:cs typeface="Arial" pitchFamily="34" charset="0"/>
            </a:endParaRPr>
          </a:p>
        </p:txBody>
      </p:sp>
      <p:sp>
        <p:nvSpPr>
          <p:cNvPr id="9" name="テキスト ボックス 8"/>
          <p:cNvSpPr txBox="1"/>
          <p:nvPr/>
        </p:nvSpPr>
        <p:spPr>
          <a:xfrm>
            <a:off x="179512" y="529383"/>
            <a:ext cx="3888432"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sng" strike="noStrike" kern="1200" cap="none" spc="0" normalizeH="0" baseline="0" noProof="0">
                <a:ln>
                  <a:noFill/>
                </a:ln>
                <a:solidFill>
                  <a:prstClr val="black"/>
                </a:solidFill>
                <a:effectLst/>
                <a:uLnTx/>
                <a:uFillTx/>
                <a:latin typeface="Meiryo UI" pitchFamily="50" charset="-128"/>
                <a:ea typeface="Meiryo UI" pitchFamily="50" charset="-128"/>
                <a:cs typeface="Meiryo UI" pitchFamily="50" charset="-128"/>
              </a:rPr>
              <a:t>Daily Check Condition</a:t>
            </a:r>
            <a:endParaRPr kumimoji="1" lang="ja-JP" altLang="en-US" sz="1800" b="1" i="0" u="sng" strike="noStrike" kern="1200" cap="none" spc="0" normalizeH="0" baseline="0" noProof="0">
              <a:ln>
                <a:noFill/>
              </a:ln>
              <a:solidFill>
                <a:prstClr val="black"/>
              </a:solidFill>
              <a:effectLst/>
              <a:uLnTx/>
              <a:uFillTx/>
              <a:latin typeface="Meiryo UI" pitchFamily="50" charset="-128"/>
              <a:ea typeface="Meiryo UI" pitchFamily="50" charset="-128"/>
              <a:cs typeface="Meiryo UI" pitchFamily="50" charset="-128"/>
            </a:endParaRPr>
          </a:p>
        </p:txBody>
      </p:sp>
      <p:graphicFrame>
        <p:nvGraphicFramePr>
          <p:cNvPr id="5" name="表 4">
            <a:extLst>
              <a:ext uri="{FF2B5EF4-FFF2-40B4-BE49-F238E27FC236}">
                <a16:creationId xmlns:a16="http://schemas.microsoft.com/office/drawing/2014/main" id="{7840FE16-9C15-59BC-BC34-3CCFEBACCAED}"/>
              </a:ext>
            </a:extLst>
          </p:cNvPr>
          <p:cNvGraphicFramePr>
            <a:graphicFrameLocks noGrp="1"/>
          </p:cNvGraphicFramePr>
          <p:nvPr>
            <p:extLst>
              <p:ext uri="{D42A27DB-BD31-4B8C-83A1-F6EECF244321}">
                <p14:modId xmlns:p14="http://schemas.microsoft.com/office/powerpoint/2010/main" val="2813210620"/>
              </p:ext>
            </p:extLst>
          </p:nvPr>
        </p:nvGraphicFramePr>
        <p:xfrm>
          <a:off x="251520" y="966020"/>
          <a:ext cx="6096000" cy="1414780"/>
        </p:xfrm>
        <a:graphic>
          <a:graphicData uri="http://schemas.openxmlformats.org/drawingml/2006/table">
            <a:tbl>
              <a:tblPr firstRow="1" bandRow="1">
                <a:tableStyleId>{5940675A-B579-460E-94D1-54222C63F5DA}</a:tableStyleId>
              </a:tblPr>
              <a:tblGrid>
                <a:gridCol w="1219200">
                  <a:extLst>
                    <a:ext uri="{9D8B030D-6E8A-4147-A177-3AD203B41FA5}">
                      <a16:colId xmlns:a16="http://schemas.microsoft.com/office/drawing/2014/main" val="20000"/>
                    </a:ext>
                  </a:extLst>
                </a:gridCol>
                <a:gridCol w="1219200">
                  <a:extLst>
                    <a:ext uri="{9D8B030D-6E8A-4147-A177-3AD203B41FA5}">
                      <a16:colId xmlns:a16="http://schemas.microsoft.com/office/drawing/2014/main" val="20001"/>
                    </a:ext>
                  </a:extLst>
                </a:gridCol>
                <a:gridCol w="1219200">
                  <a:extLst>
                    <a:ext uri="{9D8B030D-6E8A-4147-A177-3AD203B41FA5}">
                      <a16:colId xmlns:a16="http://schemas.microsoft.com/office/drawing/2014/main" val="20002"/>
                    </a:ext>
                  </a:extLst>
                </a:gridCol>
                <a:gridCol w="1219200">
                  <a:extLst>
                    <a:ext uri="{9D8B030D-6E8A-4147-A177-3AD203B41FA5}">
                      <a16:colId xmlns:a16="http://schemas.microsoft.com/office/drawing/2014/main" val="20003"/>
                    </a:ext>
                  </a:extLst>
                </a:gridCol>
                <a:gridCol w="1219200">
                  <a:extLst>
                    <a:ext uri="{9D8B030D-6E8A-4147-A177-3AD203B41FA5}">
                      <a16:colId xmlns:a16="http://schemas.microsoft.com/office/drawing/2014/main" val="20004"/>
                    </a:ext>
                  </a:extLst>
                </a:gridCol>
              </a:tblGrid>
              <a:tr h="370840">
                <a:tc rowSpan="2" gridSpan="2">
                  <a:txBody>
                    <a:bodyPr/>
                    <a:lstStyle/>
                    <a:p>
                      <a:endParaRPr kumimoji="1" lang="ja-JP" altLang="en-US" sz="1400" dirty="0">
                        <a:solidFill>
                          <a:schemeClr val="tx1"/>
                        </a:solidFill>
                        <a:latin typeface="Meiryo UI" pitchFamily="50" charset="-128"/>
                        <a:ea typeface="Meiryo UI" pitchFamily="50" charset="-128"/>
                        <a:cs typeface="Meiryo UI" pitchFamily="50" charset="-128"/>
                      </a:endParaRPr>
                    </a:p>
                  </a:txBody>
                  <a:tcPr/>
                </a:tc>
                <a:tc rowSpan="2" hMerge="1">
                  <a:txBody>
                    <a:bodyPr/>
                    <a:lstStyle/>
                    <a:p>
                      <a:endParaRPr kumimoji="1" lang="ja-JP" altLang="en-US" dirty="0"/>
                    </a:p>
                  </a:txBody>
                  <a:tcPr/>
                </a:tc>
                <a:tc gridSpan="3">
                  <a:txBody>
                    <a:bodyPr/>
                    <a:lstStyle/>
                    <a:p>
                      <a:r>
                        <a:rPr kumimoji="1" lang="en-US" altLang="ja-JP" sz="1400" dirty="0">
                          <a:solidFill>
                            <a:schemeClr val="tx1"/>
                          </a:solidFill>
                          <a:latin typeface="Meiryo UI" pitchFamily="50" charset="-128"/>
                          <a:ea typeface="Meiryo UI" pitchFamily="50" charset="-128"/>
                          <a:cs typeface="Meiryo UI" pitchFamily="50" charset="-128"/>
                        </a:rPr>
                        <a:t>Engine Speed (rpm)</a:t>
                      </a:r>
                      <a:endParaRPr kumimoji="1" lang="ja-JP" altLang="en-US" sz="1400" dirty="0">
                        <a:solidFill>
                          <a:schemeClr val="tx1"/>
                        </a:solidFill>
                        <a:latin typeface="Meiryo UI" pitchFamily="50" charset="-128"/>
                        <a:ea typeface="Meiryo UI" pitchFamily="50" charset="-128"/>
                        <a:cs typeface="Meiryo UI" pitchFamily="50" charset="-128"/>
                      </a:endParaRPr>
                    </a:p>
                  </a:txBody>
                  <a:tcPr/>
                </a:tc>
                <a:tc hMerge="1">
                  <a:txBody>
                    <a:bodyPr/>
                    <a:lstStyle/>
                    <a:p>
                      <a:endParaRPr kumimoji="1" lang="ja-JP" altLang="en-US" dirty="0"/>
                    </a:p>
                  </a:txBody>
                  <a:tcPr/>
                </a:tc>
                <a:tc hMerge="1">
                  <a:txBody>
                    <a:bodyPr/>
                    <a:lstStyle/>
                    <a:p>
                      <a:endParaRPr kumimoji="1" lang="ja-JP" altLang="en-US" dirty="0"/>
                    </a:p>
                  </a:txBody>
                  <a:tcPr/>
                </a:tc>
                <a:extLst>
                  <a:ext uri="{0D108BD9-81ED-4DB2-BD59-A6C34878D82A}">
                    <a16:rowId xmlns:a16="http://schemas.microsoft.com/office/drawing/2014/main" val="10000"/>
                  </a:ext>
                </a:extLst>
              </a:tr>
              <a:tr h="368300">
                <a:tc gridSpan="2" vMerge="1">
                  <a:txBody>
                    <a:bodyPr/>
                    <a:lstStyle/>
                    <a:p>
                      <a:endParaRPr kumimoji="1" lang="ja-JP" altLang="en-US" dirty="0"/>
                    </a:p>
                  </a:txBody>
                  <a:tcPr/>
                </a:tc>
                <a:tc hMerge="1" vMerge="1">
                  <a:txBody>
                    <a:bodyPr/>
                    <a:lstStyle/>
                    <a:p>
                      <a:endParaRPr kumimoji="1" lang="ja-JP" altLang="en-US" dirty="0"/>
                    </a:p>
                  </a:txBody>
                  <a:tcPr/>
                </a:tc>
                <a:tc>
                  <a:txBody>
                    <a:bodyPr/>
                    <a:lstStyle/>
                    <a:p>
                      <a:pPr algn="ctr"/>
                      <a:r>
                        <a:rPr kumimoji="1" lang="en-US" altLang="ja-JP" sz="1400" dirty="0">
                          <a:solidFill>
                            <a:srgbClr val="FF0000"/>
                          </a:solidFill>
                          <a:latin typeface="Meiryo UI" pitchFamily="50" charset="-128"/>
                          <a:ea typeface="Meiryo UI" pitchFamily="50" charset="-128"/>
                          <a:cs typeface="Meiryo UI" pitchFamily="50" charset="-128"/>
                        </a:rPr>
                        <a:t>2000</a:t>
                      </a:r>
                      <a:endParaRPr kumimoji="1" lang="ja-JP" altLang="en-US" sz="1400" dirty="0">
                        <a:solidFill>
                          <a:srgbClr val="FF0000"/>
                        </a:solidFill>
                        <a:latin typeface="Meiryo UI" pitchFamily="50" charset="-128"/>
                        <a:ea typeface="Meiryo UI" pitchFamily="50" charset="-128"/>
                        <a:cs typeface="Meiryo UI" pitchFamily="50" charset="-128"/>
                      </a:endParaRPr>
                    </a:p>
                  </a:txBody>
                  <a:tcPr/>
                </a:tc>
                <a:tc>
                  <a:txBody>
                    <a:bodyPr/>
                    <a:lstStyle/>
                    <a:p>
                      <a:pPr algn="ctr"/>
                      <a:r>
                        <a:rPr kumimoji="1" lang="en-US" altLang="ja-JP" sz="1400" dirty="0">
                          <a:solidFill>
                            <a:srgbClr val="FF0000"/>
                          </a:solidFill>
                          <a:latin typeface="Meiryo UI" pitchFamily="50" charset="-128"/>
                          <a:ea typeface="Meiryo UI" pitchFamily="50" charset="-128"/>
                          <a:cs typeface="Meiryo UI" pitchFamily="50" charset="-128"/>
                        </a:rPr>
                        <a:t>4600</a:t>
                      </a:r>
                      <a:endParaRPr kumimoji="1" lang="ja-JP" altLang="en-US" sz="1400" dirty="0">
                        <a:solidFill>
                          <a:srgbClr val="FF0000"/>
                        </a:solidFill>
                        <a:latin typeface="Meiryo UI" pitchFamily="50" charset="-128"/>
                        <a:ea typeface="Meiryo UI" pitchFamily="50" charset="-128"/>
                        <a:cs typeface="Meiryo UI" pitchFamily="50" charset="-128"/>
                      </a:endParaRPr>
                    </a:p>
                  </a:txBody>
                  <a:tcPr/>
                </a:tc>
                <a:tc>
                  <a:txBody>
                    <a:bodyPr/>
                    <a:lstStyle/>
                    <a:p>
                      <a:pPr algn="ctr"/>
                      <a:r>
                        <a:rPr kumimoji="1" lang="en-US" altLang="ja-JP" sz="1400" dirty="0">
                          <a:solidFill>
                            <a:srgbClr val="FF0000"/>
                          </a:solidFill>
                          <a:latin typeface="Meiryo UI" pitchFamily="50" charset="-128"/>
                          <a:ea typeface="Meiryo UI" pitchFamily="50" charset="-128"/>
                          <a:cs typeface="Meiryo UI" pitchFamily="50" charset="-128"/>
                        </a:rPr>
                        <a:t>6200</a:t>
                      </a:r>
                      <a:endParaRPr kumimoji="1" lang="ja-JP" altLang="en-US" sz="1400" dirty="0">
                        <a:solidFill>
                          <a:srgbClr val="FF0000"/>
                        </a:solidFill>
                        <a:latin typeface="Meiryo UI" pitchFamily="50" charset="-128"/>
                        <a:ea typeface="Meiryo UI" pitchFamily="50" charset="-128"/>
                        <a:cs typeface="Meiryo UI" pitchFamily="50" charset="-128"/>
                      </a:endParaRPr>
                    </a:p>
                  </a:txBody>
                  <a:tcPr/>
                </a:tc>
                <a:extLst>
                  <a:ext uri="{0D108BD9-81ED-4DB2-BD59-A6C34878D82A}">
                    <a16:rowId xmlns:a16="http://schemas.microsoft.com/office/drawing/2014/main" val="10001"/>
                  </a:ext>
                </a:extLst>
              </a:tr>
              <a:tr h="138192">
                <a:tc rowSpan="2">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dirty="0">
                          <a:solidFill>
                            <a:schemeClr val="tx1"/>
                          </a:solidFill>
                          <a:latin typeface="Meiryo UI" pitchFamily="50" charset="-128"/>
                          <a:ea typeface="Meiryo UI" pitchFamily="50" charset="-128"/>
                          <a:cs typeface="Meiryo UI" pitchFamily="50" charset="-128"/>
                        </a:rPr>
                        <a:t>Pme</a:t>
                      </a:r>
                      <a:endParaRPr kumimoji="1" lang="ja-JP" altLang="en-US" sz="1400" dirty="0">
                        <a:solidFill>
                          <a:schemeClr val="tx1"/>
                        </a:solidFill>
                        <a:latin typeface="Meiryo UI" pitchFamily="50" charset="-128"/>
                        <a:ea typeface="Meiryo UI" pitchFamily="50" charset="-128"/>
                        <a:cs typeface="Meiryo UI" pitchFamily="50" charset="-128"/>
                      </a:endParaRPr>
                    </a:p>
                  </a:txBody>
                  <a:tcPr/>
                </a:tc>
                <a:tc>
                  <a:txBody>
                    <a:bodyPr/>
                    <a:lstStyle/>
                    <a:p>
                      <a:r>
                        <a:rPr kumimoji="1" lang="en-US" altLang="ja-JP" sz="1400" dirty="0">
                          <a:solidFill>
                            <a:srgbClr val="FF0000"/>
                          </a:solidFill>
                          <a:latin typeface="Meiryo UI" pitchFamily="50" charset="-128"/>
                          <a:ea typeface="Meiryo UI" pitchFamily="50" charset="-128"/>
                          <a:cs typeface="Meiryo UI" pitchFamily="50" charset="-128"/>
                        </a:rPr>
                        <a:t>400kPa</a:t>
                      </a:r>
                      <a:endParaRPr kumimoji="1" lang="ja-JP" altLang="en-US" sz="1400" dirty="0">
                        <a:solidFill>
                          <a:srgbClr val="FF0000"/>
                        </a:solidFill>
                        <a:latin typeface="Meiryo UI" pitchFamily="50" charset="-128"/>
                        <a:ea typeface="Meiryo UI" pitchFamily="50" charset="-128"/>
                        <a:cs typeface="Meiryo UI" pitchFamily="50" charset="-128"/>
                      </a:endParaRPr>
                    </a:p>
                  </a:txBody>
                  <a:tcPr/>
                </a:tc>
                <a:tc>
                  <a:txBody>
                    <a:bodyPr/>
                    <a:lstStyle/>
                    <a:p>
                      <a:pPr algn="ctr"/>
                      <a:r>
                        <a:rPr kumimoji="1" lang="ja-JP" altLang="en-US" sz="1400" dirty="0">
                          <a:solidFill>
                            <a:schemeClr val="tx1"/>
                          </a:solidFill>
                          <a:latin typeface="Meiryo UI" pitchFamily="50" charset="-128"/>
                          <a:ea typeface="Meiryo UI" pitchFamily="50" charset="-128"/>
                          <a:cs typeface="Meiryo UI" pitchFamily="50" charset="-128"/>
                        </a:rPr>
                        <a:t>○</a:t>
                      </a:r>
                    </a:p>
                  </a:txBody>
                  <a:tcPr/>
                </a:tc>
                <a:tc>
                  <a:txBody>
                    <a:bodyPr/>
                    <a:lstStyle/>
                    <a:p>
                      <a:pPr algn="ctr"/>
                      <a:r>
                        <a:rPr kumimoji="1" lang="en-US" altLang="ja-JP" sz="1400" dirty="0">
                          <a:solidFill>
                            <a:schemeClr val="tx1"/>
                          </a:solidFill>
                          <a:latin typeface="Meiryo UI" pitchFamily="50" charset="-128"/>
                          <a:ea typeface="Meiryo UI" pitchFamily="50" charset="-128"/>
                          <a:cs typeface="Meiryo UI" pitchFamily="50" charset="-128"/>
                        </a:rPr>
                        <a:t>-</a:t>
                      </a:r>
                      <a:endParaRPr kumimoji="1" lang="ja-JP" altLang="en-US" sz="1400" dirty="0">
                        <a:solidFill>
                          <a:schemeClr val="tx1"/>
                        </a:solidFill>
                        <a:latin typeface="Meiryo UI" pitchFamily="50" charset="-128"/>
                        <a:ea typeface="Meiryo UI" pitchFamily="50" charset="-128"/>
                        <a:cs typeface="Meiryo UI" pitchFamily="50" charset="-128"/>
                      </a:endParaRPr>
                    </a:p>
                  </a:txBody>
                  <a:tcPr/>
                </a:tc>
                <a:tc>
                  <a:txBody>
                    <a:bodyPr/>
                    <a:lstStyle/>
                    <a:p>
                      <a:pPr algn="ctr"/>
                      <a:r>
                        <a:rPr kumimoji="1" lang="en-US" altLang="ja-JP" sz="1400" dirty="0">
                          <a:solidFill>
                            <a:schemeClr val="tx1"/>
                          </a:solidFill>
                          <a:latin typeface="Meiryo UI" pitchFamily="50" charset="-128"/>
                          <a:ea typeface="Meiryo UI" pitchFamily="50" charset="-128"/>
                          <a:cs typeface="Meiryo UI" pitchFamily="50" charset="-128"/>
                        </a:rPr>
                        <a:t>-</a:t>
                      </a:r>
                      <a:endParaRPr kumimoji="1" lang="ja-JP" altLang="en-US" sz="1400" dirty="0">
                        <a:solidFill>
                          <a:schemeClr val="tx1"/>
                        </a:solidFill>
                        <a:latin typeface="Meiryo UI" pitchFamily="50" charset="-128"/>
                        <a:ea typeface="Meiryo UI" pitchFamily="50" charset="-128"/>
                        <a:cs typeface="Meiryo UI" pitchFamily="50" charset="-128"/>
                      </a:endParaRPr>
                    </a:p>
                  </a:txBody>
                  <a:tcPr/>
                </a:tc>
                <a:extLst>
                  <a:ext uri="{0D108BD9-81ED-4DB2-BD59-A6C34878D82A}">
                    <a16:rowId xmlns:a16="http://schemas.microsoft.com/office/drawing/2014/main" val="10002"/>
                  </a:ext>
                </a:extLst>
              </a:tr>
              <a:tr h="370840">
                <a:tc vMerge="1">
                  <a:txBody>
                    <a:bodyPr/>
                    <a:lstStyle/>
                    <a:p>
                      <a:endParaRPr kumimoji="1" lang="ja-JP" altLang="en-US" dirty="0"/>
                    </a:p>
                  </a:txBody>
                  <a:tcPr/>
                </a:tc>
                <a:tc>
                  <a:txBody>
                    <a:bodyPr/>
                    <a:lstStyle/>
                    <a:p>
                      <a:r>
                        <a:rPr kumimoji="1" lang="en-US" altLang="ja-JP" sz="1400" dirty="0">
                          <a:solidFill>
                            <a:srgbClr val="FF0000"/>
                          </a:solidFill>
                          <a:latin typeface="Meiryo UI" pitchFamily="50" charset="-128"/>
                          <a:ea typeface="Meiryo UI" pitchFamily="50" charset="-128"/>
                          <a:cs typeface="Meiryo UI" pitchFamily="50" charset="-128"/>
                        </a:rPr>
                        <a:t>WOT</a:t>
                      </a:r>
                      <a:endParaRPr kumimoji="1" lang="ja-JP" altLang="en-US" sz="1400" dirty="0">
                        <a:solidFill>
                          <a:srgbClr val="FF0000"/>
                        </a:solidFill>
                        <a:latin typeface="Meiryo UI" pitchFamily="50" charset="-128"/>
                        <a:ea typeface="Meiryo UI" pitchFamily="50" charset="-128"/>
                        <a:cs typeface="Meiryo UI" pitchFamily="50" charset="-128"/>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400" dirty="0">
                          <a:solidFill>
                            <a:schemeClr val="tx1"/>
                          </a:solidFill>
                          <a:latin typeface="Meiryo UI" pitchFamily="50" charset="-128"/>
                          <a:ea typeface="Meiryo UI" pitchFamily="50" charset="-128"/>
                          <a:cs typeface="Meiryo UI" pitchFamily="50" charset="-128"/>
                        </a:rPr>
                        <a:t>○</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400" dirty="0">
                          <a:solidFill>
                            <a:schemeClr val="tx1"/>
                          </a:solidFill>
                          <a:latin typeface="Meiryo UI" pitchFamily="50" charset="-128"/>
                          <a:ea typeface="Meiryo UI" pitchFamily="50" charset="-128"/>
                          <a:cs typeface="Meiryo UI" pitchFamily="50" charset="-128"/>
                        </a:rPr>
                        <a:t>○</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400" dirty="0">
                          <a:solidFill>
                            <a:schemeClr val="tx1"/>
                          </a:solidFill>
                          <a:latin typeface="Meiryo UI" pitchFamily="50" charset="-128"/>
                          <a:ea typeface="Meiryo UI" pitchFamily="50" charset="-128"/>
                          <a:cs typeface="Meiryo UI" pitchFamily="50" charset="-128"/>
                        </a:rPr>
                        <a:t>○</a:t>
                      </a:r>
                    </a:p>
                  </a:txBody>
                  <a:tcPr/>
                </a:tc>
                <a:extLst>
                  <a:ext uri="{0D108BD9-81ED-4DB2-BD59-A6C34878D82A}">
                    <a16:rowId xmlns:a16="http://schemas.microsoft.com/office/drawing/2014/main" val="10004"/>
                  </a:ext>
                </a:extLst>
              </a:tr>
            </a:tbl>
          </a:graphicData>
        </a:graphic>
      </p:graphicFrame>
      <p:pic>
        <p:nvPicPr>
          <p:cNvPr id="6" name="Picture 2">
            <a:extLst>
              <a:ext uri="{FF2B5EF4-FFF2-40B4-BE49-F238E27FC236}">
                <a16:creationId xmlns:a16="http://schemas.microsoft.com/office/drawing/2014/main" id="{BDB71FD5-40AC-8405-9BB2-9EC6C6FBB1B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61517"/>
          <a:stretch/>
        </p:blipFill>
        <p:spPr bwMode="auto">
          <a:xfrm>
            <a:off x="179512" y="3501008"/>
            <a:ext cx="8790174" cy="12192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テキスト ボックス 6">
            <a:extLst>
              <a:ext uri="{FF2B5EF4-FFF2-40B4-BE49-F238E27FC236}">
                <a16:creationId xmlns:a16="http://schemas.microsoft.com/office/drawing/2014/main" id="{500AA1E6-3071-2721-0BF9-7DF3BC3B4828}"/>
              </a:ext>
            </a:extLst>
          </p:cNvPr>
          <p:cNvSpPr txBox="1"/>
          <p:nvPr/>
        </p:nvSpPr>
        <p:spPr>
          <a:xfrm>
            <a:off x="261689" y="3100898"/>
            <a:ext cx="3888432"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600" b="1" i="0" u="none" strike="noStrike" kern="1200" cap="none" spc="0" normalizeH="0" baseline="0" noProof="0" dirty="0">
                <a:ln>
                  <a:noFill/>
                </a:ln>
                <a:solidFill>
                  <a:prstClr val="black"/>
                </a:solidFill>
                <a:effectLst/>
                <a:uLnTx/>
                <a:uFillTx/>
                <a:latin typeface="Meiryo UI" pitchFamily="50" charset="-128"/>
                <a:ea typeface="Meiryo UI" pitchFamily="50" charset="-128"/>
                <a:cs typeface="Meiryo UI" pitchFamily="50" charset="-128"/>
              </a:rPr>
              <a:t>&lt; Daily check Example &gt;</a:t>
            </a:r>
            <a:endParaRPr kumimoji="1" lang="ja-JP" altLang="en-US" sz="1600" b="1" i="0" u="none" strike="noStrike" kern="1200" cap="none" spc="0" normalizeH="0" baseline="0" noProof="0" dirty="0">
              <a:ln>
                <a:noFill/>
              </a:ln>
              <a:solidFill>
                <a:prstClr val="black"/>
              </a:solidFill>
              <a:effectLst/>
              <a:uLnTx/>
              <a:uFillTx/>
              <a:latin typeface="Meiryo UI" pitchFamily="50" charset="-128"/>
              <a:ea typeface="Meiryo UI" pitchFamily="50" charset="-128"/>
              <a:cs typeface="Meiryo UI" pitchFamily="50" charset="-128"/>
            </a:endParaRPr>
          </a:p>
        </p:txBody>
      </p:sp>
      <p:sp>
        <p:nvSpPr>
          <p:cNvPr id="8" name="テキスト ボックス 7">
            <a:extLst>
              <a:ext uri="{FF2B5EF4-FFF2-40B4-BE49-F238E27FC236}">
                <a16:creationId xmlns:a16="http://schemas.microsoft.com/office/drawing/2014/main" id="{DEACEB3F-69B9-5C14-29F3-D0B0AB5EC647}"/>
              </a:ext>
            </a:extLst>
          </p:cNvPr>
          <p:cNvSpPr txBox="1"/>
          <p:nvPr/>
        </p:nvSpPr>
        <p:spPr>
          <a:xfrm>
            <a:off x="7913379" y="4136886"/>
            <a:ext cx="1017440" cy="123111"/>
          </a:xfrm>
          <a:prstGeom prst="rect">
            <a:avLst/>
          </a:prstGeom>
          <a:solidFill>
            <a:schemeClr val="bg1"/>
          </a:solidFill>
        </p:spPr>
        <p:txBody>
          <a:bodyPr wrap="none" lIns="72000" tIns="0" rIns="72000" bIns="0" rtlCol="0">
            <a:spAutoFit/>
          </a:bodyPr>
          <a:lstStyle/>
          <a:p>
            <a:r>
              <a:rPr lang="en-US" altLang="ja-JP" sz="800" dirty="0">
                <a:latin typeface="+mn-ea"/>
                <a:ea typeface="+mn-ea"/>
              </a:rPr>
              <a:t>2000rpm-400kPa</a:t>
            </a:r>
            <a:endParaRPr kumimoji="1" lang="ja-JP" altLang="en-US" sz="800" dirty="0">
              <a:latin typeface="+mn-ea"/>
              <a:ea typeface="+mn-ea"/>
            </a:endParaRPr>
          </a:p>
        </p:txBody>
      </p:sp>
      <p:sp>
        <p:nvSpPr>
          <p:cNvPr id="12" name="テキスト ボックス 11">
            <a:extLst>
              <a:ext uri="{FF2B5EF4-FFF2-40B4-BE49-F238E27FC236}">
                <a16:creationId xmlns:a16="http://schemas.microsoft.com/office/drawing/2014/main" id="{95FC33C8-6441-3DD2-B17A-547FD7EFB795}"/>
              </a:ext>
            </a:extLst>
          </p:cNvPr>
          <p:cNvSpPr txBox="1"/>
          <p:nvPr/>
        </p:nvSpPr>
        <p:spPr>
          <a:xfrm>
            <a:off x="7913376" y="4347528"/>
            <a:ext cx="1017440" cy="123111"/>
          </a:xfrm>
          <a:prstGeom prst="rect">
            <a:avLst/>
          </a:prstGeom>
          <a:solidFill>
            <a:schemeClr val="bg1"/>
          </a:solidFill>
        </p:spPr>
        <p:txBody>
          <a:bodyPr wrap="none" lIns="72000" tIns="0" rIns="72000" bIns="0" rtlCol="0">
            <a:spAutoFit/>
          </a:bodyPr>
          <a:lstStyle/>
          <a:p>
            <a:r>
              <a:rPr lang="en-US" altLang="ja-JP" sz="800" dirty="0">
                <a:latin typeface="+mn-ea"/>
                <a:ea typeface="+mn-ea"/>
              </a:rPr>
              <a:t>4600rpm-400kPa</a:t>
            </a:r>
            <a:endParaRPr kumimoji="1" lang="ja-JP" altLang="en-US" sz="800" dirty="0">
              <a:latin typeface="+mn-ea"/>
              <a:ea typeface="+mn-ea"/>
            </a:endParaRPr>
          </a:p>
        </p:txBody>
      </p:sp>
      <p:sp>
        <p:nvSpPr>
          <p:cNvPr id="14" name="テキスト ボックス 13">
            <a:extLst>
              <a:ext uri="{FF2B5EF4-FFF2-40B4-BE49-F238E27FC236}">
                <a16:creationId xmlns:a16="http://schemas.microsoft.com/office/drawing/2014/main" id="{0A43B3AA-9835-01F3-7F1F-F06E5DE33AC8}"/>
              </a:ext>
            </a:extLst>
          </p:cNvPr>
          <p:cNvSpPr txBox="1"/>
          <p:nvPr/>
        </p:nvSpPr>
        <p:spPr>
          <a:xfrm>
            <a:off x="7913375" y="4552742"/>
            <a:ext cx="1017440" cy="123111"/>
          </a:xfrm>
          <a:prstGeom prst="rect">
            <a:avLst/>
          </a:prstGeom>
          <a:solidFill>
            <a:schemeClr val="bg1"/>
          </a:solidFill>
        </p:spPr>
        <p:txBody>
          <a:bodyPr wrap="none" lIns="72000" tIns="0" rIns="72000" bIns="0" rtlCol="0">
            <a:spAutoFit/>
          </a:bodyPr>
          <a:lstStyle/>
          <a:p>
            <a:r>
              <a:rPr lang="en-US" altLang="ja-JP" sz="800" dirty="0">
                <a:latin typeface="+mn-ea"/>
                <a:ea typeface="+mn-ea"/>
              </a:rPr>
              <a:t>6200rpm-400kPa</a:t>
            </a:r>
            <a:endParaRPr kumimoji="1" lang="ja-JP" altLang="en-US" sz="800" dirty="0">
              <a:latin typeface="+mn-ea"/>
              <a:ea typeface="+mn-ea"/>
            </a:endParaRPr>
          </a:p>
        </p:txBody>
      </p:sp>
      <p:pic>
        <p:nvPicPr>
          <p:cNvPr id="15" name="Picture 2">
            <a:extLst>
              <a:ext uri="{FF2B5EF4-FFF2-40B4-BE49-F238E27FC236}">
                <a16:creationId xmlns:a16="http://schemas.microsoft.com/office/drawing/2014/main" id="{5074421F-3ECB-B85B-775F-D8A5ADAC8F0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66175"/>
          <a:stretch/>
        </p:blipFill>
        <p:spPr bwMode="auto">
          <a:xfrm>
            <a:off x="179512" y="4720281"/>
            <a:ext cx="8790174" cy="10717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8" name="テキスト ボックス 17">
            <a:extLst>
              <a:ext uri="{FF2B5EF4-FFF2-40B4-BE49-F238E27FC236}">
                <a16:creationId xmlns:a16="http://schemas.microsoft.com/office/drawing/2014/main" id="{2DC9654A-3616-6EEF-1327-CB8D757E1C1E}"/>
              </a:ext>
            </a:extLst>
          </p:cNvPr>
          <p:cNvSpPr txBox="1"/>
          <p:nvPr/>
        </p:nvSpPr>
        <p:spPr>
          <a:xfrm>
            <a:off x="8161447" y="4997578"/>
            <a:ext cx="768382" cy="123111"/>
          </a:xfrm>
          <a:prstGeom prst="rect">
            <a:avLst/>
          </a:prstGeom>
          <a:solidFill>
            <a:schemeClr val="bg1"/>
          </a:solidFill>
        </p:spPr>
        <p:txBody>
          <a:bodyPr wrap="none" lIns="18000" tIns="0" rIns="0" bIns="0" rtlCol="0">
            <a:spAutoFit/>
          </a:bodyPr>
          <a:lstStyle/>
          <a:p>
            <a:r>
              <a:rPr lang="en-US" altLang="ja-JP" sz="800" dirty="0">
                <a:latin typeface="+mn-ea"/>
                <a:ea typeface="+mn-ea"/>
              </a:rPr>
              <a:t>2000rpm-WOT</a:t>
            </a:r>
            <a:endParaRPr kumimoji="1" lang="ja-JP" altLang="en-US" sz="800" dirty="0">
              <a:latin typeface="+mn-ea"/>
              <a:ea typeface="+mn-ea"/>
            </a:endParaRPr>
          </a:p>
        </p:txBody>
      </p:sp>
      <p:sp>
        <p:nvSpPr>
          <p:cNvPr id="19" name="テキスト ボックス 18">
            <a:extLst>
              <a:ext uri="{FF2B5EF4-FFF2-40B4-BE49-F238E27FC236}">
                <a16:creationId xmlns:a16="http://schemas.microsoft.com/office/drawing/2014/main" id="{0B09258B-A4CA-1FC9-6D4D-73E2C75D2D2C}"/>
              </a:ext>
            </a:extLst>
          </p:cNvPr>
          <p:cNvSpPr txBox="1"/>
          <p:nvPr/>
        </p:nvSpPr>
        <p:spPr>
          <a:xfrm>
            <a:off x="8161444" y="5214440"/>
            <a:ext cx="768382" cy="123111"/>
          </a:xfrm>
          <a:prstGeom prst="rect">
            <a:avLst/>
          </a:prstGeom>
          <a:solidFill>
            <a:schemeClr val="bg1"/>
          </a:solidFill>
        </p:spPr>
        <p:txBody>
          <a:bodyPr wrap="none" lIns="18000" tIns="0" rIns="0" bIns="0" rtlCol="0">
            <a:spAutoFit/>
          </a:bodyPr>
          <a:lstStyle/>
          <a:p>
            <a:r>
              <a:rPr lang="en-US" altLang="ja-JP" sz="800" dirty="0">
                <a:latin typeface="+mn-ea"/>
                <a:ea typeface="+mn-ea"/>
              </a:rPr>
              <a:t>4600rpm-WOT</a:t>
            </a:r>
            <a:endParaRPr kumimoji="1" lang="ja-JP" altLang="en-US" sz="800" dirty="0">
              <a:latin typeface="+mn-ea"/>
              <a:ea typeface="+mn-ea"/>
            </a:endParaRPr>
          </a:p>
        </p:txBody>
      </p:sp>
      <p:sp>
        <p:nvSpPr>
          <p:cNvPr id="20" name="テキスト ボックス 19">
            <a:extLst>
              <a:ext uri="{FF2B5EF4-FFF2-40B4-BE49-F238E27FC236}">
                <a16:creationId xmlns:a16="http://schemas.microsoft.com/office/drawing/2014/main" id="{D9220F7E-1F4B-3CE0-92F3-C47B82F0D6F7}"/>
              </a:ext>
            </a:extLst>
          </p:cNvPr>
          <p:cNvSpPr txBox="1"/>
          <p:nvPr/>
        </p:nvSpPr>
        <p:spPr>
          <a:xfrm>
            <a:off x="8161443" y="5413434"/>
            <a:ext cx="768382" cy="123111"/>
          </a:xfrm>
          <a:prstGeom prst="rect">
            <a:avLst/>
          </a:prstGeom>
          <a:solidFill>
            <a:schemeClr val="bg1"/>
          </a:solidFill>
        </p:spPr>
        <p:txBody>
          <a:bodyPr wrap="none" lIns="18000" tIns="0" rIns="0" bIns="0" rtlCol="0">
            <a:spAutoFit/>
          </a:bodyPr>
          <a:lstStyle/>
          <a:p>
            <a:r>
              <a:rPr lang="en-US" altLang="ja-JP" sz="800" dirty="0">
                <a:latin typeface="+mn-ea"/>
                <a:ea typeface="+mn-ea"/>
              </a:rPr>
              <a:t>6200rpm-WOT</a:t>
            </a:r>
            <a:endParaRPr kumimoji="1" lang="ja-JP" altLang="en-US" sz="800" dirty="0">
              <a:latin typeface="+mn-ea"/>
              <a:ea typeface="+mn-ea"/>
            </a:endParaRPr>
          </a:p>
        </p:txBody>
      </p:sp>
      <p:sp>
        <p:nvSpPr>
          <p:cNvPr id="21" name="テキスト ボックス 20">
            <a:extLst>
              <a:ext uri="{FF2B5EF4-FFF2-40B4-BE49-F238E27FC236}">
                <a16:creationId xmlns:a16="http://schemas.microsoft.com/office/drawing/2014/main" id="{055EB5DD-1643-5A7C-6E33-C9A549771E37}"/>
              </a:ext>
            </a:extLst>
          </p:cNvPr>
          <p:cNvSpPr txBox="1"/>
          <p:nvPr/>
        </p:nvSpPr>
        <p:spPr>
          <a:xfrm>
            <a:off x="1913715" y="2447259"/>
            <a:ext cx="7055971" cy="307777"/>
          </a:xfrm>
          <a:prstGeom prst="rect">
            <a:avLst/>
          </a:prstGeom>
          <a:noFill/>
        </p:spPr>
        <p:txBody>
          <a:bodyPr wrap="none">
            <a:spAutoFit/>
          </a:bodyPr>
          <a:lstStyle/>
          <a:p>
            <a:pPr algn="l"/>
            <a:r>
              <a:rPr lang="en-US" altLang="ja-JP" sz="1400" dirty="0">
                <a:latin typeface="Meiryo UI" panose="020B0604030504040204" pitchFamily="50" charset="-128"/>
                <a:ea typeface="Meiryo UI" panose="020B0604030504040204" pitchFamily="50" charset="-128"/>
              </a:rPr>
              <a:t>Test conditions decided by RBJP and HONDA at the time of 62XA development</a:t>
            </a:r>
            <a:endParaRPr lang="ja-JP" altLang="en-US" sz="1400"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3732159412"/>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 Box 2"/>
          <p:cNvSpPr txBox="1">
            <a:spLocks noChangeArrowheads="1"/>
          </p:cNvSpPr>
          <p:nvPr/>
        </p:nvSpPr>
        <p:spPr bwMode="auto">
          <a:xfrm>
            <a:off x="250829" y="44450"/>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2000">
                <a:solidFill>
                  <a:srgbClr val="FFFFFF"/>
                </a:solidFill>
                <a:latin typeface="Meiryo UI" panose="020B0604030504040204" pitchFamily="50" charset="-128"/>
                <a:ea typeface="Meiryo UI" panose="020B0604030504040204" pitchFamily="50" charset="-128"/>
                <a:cs typeface="Arial" pitchFamily="34" charset="0"/>
              </a:rPr>
              <a:t>21. Miscellaneous</a:t>
            </a:r>
            <a:r>
              <a:rPr lang="ja-JP" altLang="en-US" sz="2000">
                <a:solidFill>
                  <a:srgbClr val="FFFFFF"/>
                </a:solidFill>
                <a:latin typeface="Meiryo UI" panose="020B0604030504040204" pitchFamily="50" charset="-128"/>
                <a:ea typeface="Meiryo UI" panose="020B0604030504040204" pitchFamily="50" charset="-128"/>
                <a:cs typeface="Arial" pitchFamily="34" charset="0"/>
              </a:rPr>
              <a:t> </a:t>
            </a:r>
            <a:r>
              <a:rPr lang="en-US" altLang="ja-JP" sz="2000">
                <a:solidFill>
                  <a:srgbClr val="FFFFFF"/>
                </a:solidFill>
                <a:latin typeface="Meiryo UI" panose="020B0604030504040204" pitchFamily="50" charset="-128"/>
                <a:ea typeface="Meiryo UI" panose="020B0604030504040204" pitchFamily="50" charset="-128"/>
                <a:cs typeface="Arial" pitchFamily="34" charset="0"/>
              </a:rPr>
              <a:t>Guidelines</a:t>
            </a:r>
            <a:r>
              <a:rPr lang="ja-JP" altLang="en-US" sz="2000">
                <a:solidFill>
                  <a:srgbClr val="FFFFFF"/>
                </a:solidFill>
                <a:latin typeface="Meiryo UI" panose="020B0604030504040204" pitchFamily="50" charset="-128"/>
                <a:ea typeface="Meiryo UI" panose="020B0604030504040204" pitchFamily="50" charset="-128"/>
                <a:cs typeface="Arial" pitchFamily="34" charset="0"/>
              </a:rPr>
              <a:t> </a:t>
            </a:r>
            <a:r>
              <a:rPr lang="en-US" altLang="ja-JP" sz="2000">
                <a:solidFill>
                  <a:srgbClr val="FFFFFF"/>
                </a:solidFill>
                <a:latin typeface="Meiryo UI" panose="020B0604030504040204" pitchFamily="50" charset="-128"/>
                <a:ea typeface="Meiryo UI" panose="020B0604030504040204" pitchFamily="50" charset="-128"/>
                <a:cs typeface="Arial" pitchFamily="34" charset="0"/>
              </a:rPr>
              <a:t>(11/16)</a:t>
            </a:r>
            <a:endParaRPr lang="en-US" altLang="ja-JP" sz="1100">
              <a:solidFill>
                <a:srgbClr val="FFFFFF"/>
              </a:solidFill>
              <a:latin typeface="HGPｺﾞｼｯｸE" pitchFamily="50" charset="-128"/>
              <a:ea typeface="HGPｺﾞｼｯｸE" pitchFamily="50" charset="-128"/>
              <a:cs typeface="Arial" pitchFamily="34" charset="0"/>
            </a:endParaRPr>
          </a:p>
        </p:txBody>
      </p:sp>
      <p:sp>
        <p:nvSpPr>
          <p:cNvPr id="18" name="テキスト ボックス 17"/>
          <p:cNvSpPr txBox="1"/>
          <p:nvPr/>
        </p:nvSpPr>
        <p:spPr>
          <a:xfrm>
            <a:off x="74685" y="545993"/>
            <a:ext cx="5533951" cy="369332"/>
          </a:xfrm>
          <a:prstGeom prst="rect">
            <a:avLst/>
          </a:prstGeom>
          <a:noFill/>
        </p:spPr>
        <p:txBody>
          <a:bodyPr wrap="none" rtlCol="0">
            <a:spAutoFit/>
          </a:bodyPr>
          <a:lstStyle/>
          <a:p>
            <a:pPr algn="l" fontAlgn="auto">
              <a:spcBef>
                <a:spcPts val="0"/>
              </a:spcBef>
              <a:spcAft>
                <a:spcPts val="0"/>
              </a:spcAft>
            </a:pPr>
            <a:r>
              <a:rPr lang="en-US" altLang="ja-JP" sz="1800" b="1" u="sng">
                <a:solidFill>
                  <a:prstClr val="black"/>
                </a:solidFill>
                <a:latin typeface="Meiryo UI" pitchFamily="50" charset="-128"/>
                <a:ea typeface="Meiryo UI" pitchFamily="50" charset="-128"/>
                <a:cs typeface="Meiryo UI" pitchFamily="50" charset="-128"/>
              </a:rPr>
              <a:t>Maintenance Schedule in Engine Test Bench</a:t>
            </a:r>
            <a:endParaRPr lang="ja-JP" altLang="en-US" sz="1800" b="1" u="sng">
              <a:solidFill>
                <a:prstClr val="black"/>
              </a:solidFill>
              <a:latin typeface="Meiryo UI" pitchFamily="50" charset="-128"/>
              <a:ea typeface="Meiryo UI" pitchFamily="50" charset="-128"/>
              <a:cs typeface="Meiryo UI" pitchFamily="50" charset="-128"/>
            </a:endParaRPr>
          </a:p>
        </p:txBody>
      </p:sp>
      <p:sp>
        <p:nvSpPr>
          <p:cNvPr id="19" name="テキスト ボックス 18"/>
          <p:cNvSpPr txBox="1"/>
          <p:nvPr/>
        </p:nvSpPr>
        <p:spPr>
          <a:xfrm>
            <a:off x="250829" y="5446176"/>
            <a:ext cx="6289382" cy="307777"/>
          </a:xfrm>
          <a:prstGeom prst="rect">
            <a:avLst/>
          </a:prstGeom>
          <a:noFill/>
        </p:spPr>
        <p:txBody>
          <a:bodyPr wrap="square" rtlCol="0">
            <a:spAutoFit/>
          </a:bodyPr>
          <a:lstStyle/>
          <a:p>
            <a:pPr algn="l" fontAlgn="auto">
              <a:spcBef>
                <a:spcPts val="0"/>
              </a:spcBef>
              <a:spcAft>
                <a:spcPts val="0"/>
              </a:spcAft>
            </a:pPr>
            <a:r>
              <a:rPr lang="en-US" altLang="ja-JP" sz="1400">
                <a:latin typeface="Meiryo UI" panose="020B0604030504040204" pitchFamily="50" charset="-128"/>
                <a:ea typeface="Meiryo UI" panose="020B0604030504040204" pitchFamily="50" charset="-128"/>
              </a:rPr>
              <a:t>Please check and replace them before maintenance interval.</a:t>
            </a:r>
            <a:endParaRPr lang="ja-JP" altLang="en-US" sz="1400">
              <a:latin typeface="Meiryo UI" panose="020B0604030504040204" pitchFamily="50" charset="-128"/>
              <a:ea typeface="Meiryo UI" panose="020B0604030504040204" pitchFamily="50" charset="-128"/>
            </a:endParaRPr>
          </a:p>
        </p:txBody>
      </p:sp>
      <p:sp>
        <p:nvSpPr>
          <p:cNvPr id="20" name="テキスト ボックス 19"/>
          <p:cNvSpPr txBox="1"/>
          <p:nvPr/>
        </p:nvSpPr>
        <p:spPr>
          <a:xfrm>
            <a:off x="250829" y="5746683"/>
            <a:ext cx="8477790" cy="738664"/>
          </a:xfrm>
          <a:prstGeom prst="rect">
            <a:avLst/>
          </a:prstGeom>
          <a:noFill/>
        </p:spPr>
        <p:txBody>
          <a:bodyPr wrap="square" rtlCol="0">
            <a:spAutoFit/>
          </a:bodyPr>
          <a:lstStyle/>
          <a:p>
            <a:pPr algn="l" fontAlgn="auto">
              <a:spcBef>
                <a:spcPts val="0"/>
              </a:spcBef>
              <a:spcAft>
                <a:spcPts val="0"/>
              </a:spcAft>
              <a:defRPr/>
            </a:pP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dirty="0">
                <a:latin typeface="Meiryo UI" panose="020B0604030504040204" pitchFamily="50" charset="-128"/>
                <a:ea typeface="Meiryo UI" panose="020B0604030504040204" pitchFamily="50" charset="-128"/>
              </a:rPr>
              <a:t> is not required to report the interval maintenance results continuously. </a:t>
            </a:r>
          </a:p>
          <a:p>
            <a:pPr algn="l" fontAlgn="auto">
              <a:spcBef>
                <a:spcPts val="0"/>
              </a:spcBef>
              <a:spcAft>
                <a:spcPts val="0"/>
              </a:spcAft>
              <a:defRPr/>
            </a:pPr>
            <a:r>
              <a:rPr lang="en-US" altLang="ja-JP" sz="1400" dirty="0">
                <a:latin typeface="Meiryo UI" panose="020B0604030504040204" pitchFamily="50" charset="-128"/>
                <a:ea typeface="Meiryo UI" panose="020B0604030504040204" pitchFamily="50" charset="-128"/>
              </a:rPr>
              <a:t>But in case Honda request to show it,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rPr>
              <a:t>is required to show the daily check history and maintenance history.</a:t>
            </a:r>
            <a:endParaRPr lang="ja-JP" altLang="en-US" sz="1400" dirty="0">
              <a:latin typeface="Meiryo UI" panose="020B0604030504040204" pitchFamily="50" charset="-128"/>
              <a:ea typeface="Meiryo UI" panose="020B0604030504040204" pitchFamily="50" charset="-128"/>
            </a:endParaRPr>
          </a:p>
        </p:txBody>
      </p:sp>
      <p:sp>
        <p:nvSpPr>
          <p:cNvPr id="2" name="テキスト ボックス 1">
            <a:extLst>
              <a:ext uri="{FF2B5EF4-FFF2-40B4-BE49-F238E27FC236}">
                <a16:creationId xmlns:a16="http://schemas.microsoft.com/office/drawing/2014/main" id="{DC906431-AB53-15A7-F222-A3C20AE8315B}"/>
              </a:ext>
            </a:extLst>
          </p:cNvPr>
          <p:cNvSpPr txBox="1"/>
          <p:nvPr/>
        </p:nvSpPr>
        <p:spPr>
          <a:xfrm>
            <a:off x="38990" y="4918475"/>
            <a:ext cx="9210184" cy="523220"/>
          </a:xfrm>
          <a:prstGeom prst="rect">
            <a:avLst/>
          </a:prstGeom>
          <a:noFill/>
        </p:spPr>
        <p:txBody>
          <a:bodyPr wrap="square">
            <a:spAutoFit/>
          </a:bodyPr>
          <a:lstStyle/>
          <a:p>
            <a:pPr algn="l"/>
            <a:r>
              <a:rPr kumimoji="1" lang="en-US" altLang="ja-JP" sz="1400" b="1" dirty="0">
                <a:solidFill>
                  <a:srgbClr val="FF0000"/>
                </a:solidFill>
                <a:latin typeface="Meiryo UI" pitchFamily="50" charset="-128"/>
                <a:ea typeface="Meiryo UI" pitchFamily="50" charset="-128"/>
                <a:cs typeface="Meiryo UI" pitchFamily="50" charset="-128"/>
              </a:rPr>
              <a:t>※</a:t>
            </a:r>
            <a:r>
              <a:rPr kumimoji="1" lang="en-US" altLang="ja-JP" sz="1400" dirty="0">
                <a:latin typeface="Meiryo UI" pitchFamily="50" charset="-128"/>
                <a:ea typeface="Meiryo UI" pitchFamily="50" charset="-128"/>
                <a:cs typeface="Meiryo UI" pitchFamily="50" charset="-128"/>
              </a:rPr>
              <a:t> Don’t remove the air cleaner element and AFM unnecessarily to avoid VG/FG characteristics shifting</a:t>
            </a:r>
          </a:p>
          <a:p>
            <a:pPr algn="l"/>
            <a:r>
              <a:rPr kumimoji="1" lang="en-US" altLang="ja-JP" sz="1400" dirty="0">
                <a:latin typeface="Meiryo UI" pitchFamily="50" charset="-128"/>
                <a:ea typeface="Meiryo UI" pitchFamily="50" charset="-128"/>
                <a:cs typeface="Meiryo UI" pitchFamily="50" charset="-128"/>
              </a:rPr>
              <a:t>    in case of Air cleaner Assy with AFM which has exclusive VG/FG data</a:t>
            </a:r>
          </a:p>
        </p:txBody>
      </p:sp>
      <p:graphicFrame>
        <p:nvGraphicFramePr>
          <p:cNvPr id="4" name="表 3">
            <a:extLst>
              <a:ext uri="{FF2B5EF4-FFF2-40B4-BE49-F238E27FC236}">
                <a16:creationId xmlns:a16="http://schemas.microsoft.com/office/drawing/2014/main" id="{B310FCF5-20DC-EACC-6367-D916E58C32B4}"/>
              </a:ext>
            </a:extLst>
          </p:cNvPr>
          <p:cNvGraphicFramePr>
            <a:graphicFrameLocks noGrp="1"/>
          </p:cNvGraphicFramePr>
          <p:nvPr>
            <p:extLst>
              <p:ext uri="{D42A27DB-BD31-4B8C-83A1-F6EECF244321}">
                <p14:modId xmlns:p14="http://schemas.microsoft.com/office/powerpoint/2010/main" val="2821526447"/>
              </p:ext>
            </p:extLst>
          </p:nvPr>
        </p:nvGraphicFramePr>
        <p:xfrm>
          <a:off x="74685" y="1041622"/>
          <a:ext cx="9033819" cy="3840480"/>
        </p:xfrm>
        <a:graphic>
          <a:graphicData uri="http://schemas.openxmlformats.org/drawingml/2006/table">
            <a:tbl>
              <a:tblPr firstRow="1" bandRow="1"/>
              <a:tblGrid>
                <a:gridCol w="2346579">
                  <a:extLst>
                    <a:ext uri="{9D8B030D-6E8A-4147-A177-3AD203B41FA5}">
                      <a16:colId xmlns:a16="http://schemas.microsoft.com/office/drawing/2014/main" val="20000"/>
                    </a:ext>
                  </a:extLst>
                </a:gridCol>
                <a:gridCol w="3666363">
                  <a:extLst>
                    <a:ext uri="{9D8B030D-6E8A-4147-A177-3AD203B41FA5}">
                      <a16:colId xmlns:a16="http://schemas.microsoft.com/office/drawing/2014/main" val="20001"/>
                    </a:ext>
                  </a:extLst>
                </a:gridCol>
                <a:gridCol w="3020877">
                  <a:extLst>
                    <a:ext uri="{9D8B030D-6E8A-4147-A177-3AD203B41FA5}">
                      <a16:colId xmlns:a16="http://schemas.microsoft.com/office/drawing/2014/main" val="20002"/>
                    </a:ext>
                  </a:extLst>
                </a:gridCol>
              </a:tblGrid>
              <a:tr h="180020">
                <a:tc>
                  <a:txBody>
                    <a:bodyPr/>
                    <a:lstStyle>
                      <a:lvl1pPr marL="0" algn="l" defTabSz="914400" rtl="0" eaLnBrk="1" latinLnBrk="0" hangingPunct="1">
                        <a:defRPr kumimoji="1" sz="1800" b="1" kern="1200">
                          <a:solidFill>
                            <a:schemeClr val="lt1"/>
                          </a:solidFill>
                          <a:latin typeface="Calibri"/>
                        </a:defRPr>
                      </a:lvl1pPr>
                      <a:lvl2pPr marL="457200" algn="l" defTabSz="914400" rtl="0" eaLnBrk="1" latinLnBrk="0" hangingPunct="1">
                        <a:defRPr kumimoji="1" sz="1800" b="1" kern="1200">
                          <a:solidFill>
                            <a:schemeClr val="lt1"/>
                          </a:solidFill>
                          <a:latin typeface="Calibri"/>
                        </a:defRPr>
                      </a:lvl2pPr>
                      <a:lvl3pPr marL="914400" algn="l" defTabSz="914400" rtl="0" eaLnBrk="1" latinLnBrk="0" hangingPunct="1">
                        <a:defRPr kumimoji="1" sz="1800" b="1" kern="1200">
                          <a:solidFill>
                            <a:schemeClr val="lt1"/>
                          </a:solidFill>
                          <a:latin typeface="Calibri"/>
                        </a:defRPr>
                      </a:lvl3pPr>
                      <a:lvl4pPr marL="1371600" algn="l" defTabSz="914400" rtl="0" eaLnBrk="1" latinLnBrk="0" hangingPunct="1">
                        <a:defRPr kumimoji="1" sz="1800" b="1" kern="1200">
                          <a:solidFill>
                            <a:schemeClr val="lt1"/>
                          </a:solidFill>
                          <a:latin typeface="Calibri"/>
                        </a:defRPr>
                      </a:lvl4pPr>
                      <a:lvl5pPr marL="1828800" algn="l" defTabSz="914400" rtl="0" eaLnBrk="1" latinLnBrk="0" hangingPunct="1">
                        <a:defRPr kumimoji="1" sz="1800" b="1" kern="1200">
                          <a:solidFill>
                            <a:schemeClr val="lt1"/>
                          </a:solidFill>
                          <a:latin typeface="Calibri"/>
                        </a:defRPr>
                      </a:lvl5pPr>
                      <a:lvl6pPr marL="2286000" algn="l" defTabSz="914400" rtl="0" eaLnBrk="1" latinLnBrk="0" hangingPunct="1">
                        <a:defRPr kumimoji="1" sz="1800" b="1" kern="1200">
                          <a:solidFill>
                            <a:schemeClr val="lt1"/>
                          </a:solidFill>
                          <a:latin typeface="Calibri"/>
                        </a:defRPr>
                      </a:lvl6pPr>
                      <a:lvl7pPr marL="2743200" algn="l" defTabSz="914400" rtl="0" eaLnBrk="1" latinLnBrk="0" hangingPunct="1">
                        <a:defRPr kumimoji="1" sz="1800" b="1" kern="1200">
                          <a:solidFill>
                            <a:schemeClr val="lt1"/>
                          </a:solidFill>
                          <a:latin typeface="Calibri"/>
                        </a:defRPr>
                      </a:lvl7pPr>
                      <a:lvl8pPr marL="3200400" algn="l" defTabSz="914400" rtl="0" eaLnBrk="1" latinLnBrk="0" hangingPunct="1">
                        <a:defRPr kumimoji="1" sz="1800" b="1" kern="1200">
                          <a:solidFill>
                            <a:schemeClr val="lt1"/>
                          </a:solidFill>
                          <a:latin typeface="Calibri"/>
                        </a:defRPr>
                      </a:lvl8pPr>
                      <a:lvl9pPr marL="3657600" algn="l" defTabSz="914400" rtl="0" eaLnBrk="1" latinLnBrk="0" hangingPunct="1">
                        <a:defRPr kumimoji="1" sz="1800" b="1" kern="1200">
                          <a:solidFill>
                            <a:schemeClr val="lt1"/>
                          </a:solidFill>
                          <a:latin typeface="Calibri"/>
                        </a:defRPr>
                      </a:lvl9pPr>
                    </a:lstStyle>
                    <a:p>
                      <a:r>
                        <a:rPr kumimoji="1" lang="en-US" altLang="ja-JP" sz="1400" dirty="0">
                          <a:latin typeface="Meiryo UI" pitchFamily="50" charset="-128"/>
                          <a:ea typeface="Meiryo UI" pitchFamily="50" charset="-128"/>
                          <a:cs typeface="Meiryo UI" pitchFamily="50" charset="-128"/>
                        </a:rPr>
                        <a:t>Maintenance</a:t>
                      </a:r>
                      <a:r>
                        <a:rPr kumimoji="1" lang="en-US" altLang="ja-JP" sz="1400" baseline="0" dirty="0">
                          <a:latin typeface="Meiryo UI" pitchFamily="50" charset="-128"/>
                          <a:ea typeface="Meiryo UI" pitchFamily="50" charset="-128"/>
                          <a:cs typeface="Meiryo UI" pitchFamily="50" charset="-128"/>
                        </a:rPr>
                        <a:t>  items</a:t>
                      </a:r>
                      <a:endParaRPr kumimoji="1" lang="ja-JP" altLang="en-US" sz="1400" dirty="0">
                        <a:latin typeface="Meiryo UI" pitchFamily="50" charset="-128"/>
                        <a:ea typeface="Meiryo UI" pitchFamily="50" charset="-128"/>
                        <a:cs typeface="Meiryo UI"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L="0" algn="l" defTabSz="914400" rtl="0" eaLnBrk="1" latinLnBrk="0" hangingPunct="1">
                        <a:defRPr kumimoji="1" sz="1800" b="1" kern="1200">
                          <a:solidFill>
                            <a:schemeClr val="lt1"/>
                          </a:solidFill>
                          <a:latin typeface="Calibri"/>
                        </a:defRPr>
                      </a:lvl1pPr>
                      <a:lvl2pPr marL="457200" algn="l" defTabSz="914400" rtl="0" eaLnBrk="1" latinLnBrk="0" hangingPunct="1">
                        <a:defRPr kumimoji="1" sz="1800" b="1" kern="1200">
                          <a:solidFill>
                            <a:schemeClr val="lt1"/>
                          </a:solidFill>
                          <a:latin typeface="Calibri"/>
                        </a:defRPr>
                      </a:lvl2pPr>
                      <a:lvl3pPr marL="914400" algn="l" defTabSz="914400" rtl="0" eaLnBrk="1" latinLnBrk="0" hangingPunct="1">
                        <a:defRPr kumimoji="1" sz="1800" b="1" kern="1200">
                          <a:solidFill>
                            <a:schemeClr val="lt1"/>
                          </a:solidFill>
                          <a:latin typeface="Calibri"/>
                        </a:defRPr>
                      </a:lvl3pPr>
                      <a:lvl4pPr marL="1371600" algn="l" defTabSz="914400" rtl="0" eaLnBrk="1" latinLnBrk="0" hangingPunct="1">
                        <a:defRPr kumimoji="1" sz="1800" b="1" kern="1200">
                          <a:solidFill>
                            <a:schemeClr val="lt1"/>
                          </a:solidFill>
                          <a:latin typeface="Calibri"/>
                        </a:defRPr>
                      </a:lvl4pPr>
                      <a:lvl5pPr marL="1828800" algn="l" defTabSz="914400" rtl="0" eaLnBrk="1" latinLnBrk="0" hangingPunct="1">
                        <a:defRPr kumimoji="1" sz="1800" b="1" kern="1200">
                          <a:solidFill>
                            <a:schemeClr val="lt1"/>
                          </a:solidFill>
                          <a:latin typeface="Calibri"/>
                        </a:defRPr>
                      </a:lvl5pPr>
                      <a:lvl6pPr marL="2286000" algn="l" defTabSz="914400" rtl="0" eaLnBrk="1" latinLnBrk="0" hangingPunct="1">
                        <a:defRPr kumimoji="1" sz="1800" b="1" kern="1200">
                          <a:solidFill>
                            <a:schemeClr val="lt1"/>
                          </a:solidFill>
                          <a:latin typeface="Calibri"/>
                        </a:defRPr>
                      </a:lvl6pPr>
                      <a:lvl7pPr marL="2743200" algn="l" defTabSz="914400" rtl="0" eaLnBrk="1" latinLnBrk="0" hangingPunct="1">
                        <a:defRPr kumimoji="1" sz="1800" b="1" kern="1200">
                          <a:solidFill>
                            <a:schemeClr val="lt1"/>
                          </a:solidFill>
                          <a:latin typeface="Calibri"/>
                        </a:defRPr>
                      </a:lvl7pPr>
                      <a:lvl8pPr marL="3200400" algn="l" defTabSz="914400" rtl="0" eaLnBrk="1" latinLnBrk="0" hangingPunct="1">
                        <a:defRPr kumimoji="1" sz="1800" b="1" kern="1200">
                          <a:solidFill>
                            <a:schemeClr val="lt1"/>
                          </a:solidFill>
                          <a:latin typeface="Calibri"/>
                        </a:defRPr>
                      </a:lvl8pPr>
                      <a:lvl9pPr marL="3657600" algn="l" defTabSz="914400" rtl="0" eaLnBrk="1" latinLnBrk="0" hangingPunct="1">
                        <a:defRPr kumimoji="1" sz="1800" b="1" kern="1200">
                          <a:solidFill>
                            <a:schemeClr val="lt1"/>
                          </a:solidFill>
                          <a:latin typeface="Calibri"/>
                        </a:defRPr>
                      </a:lvl9pPr>
                    </a:lstStyle>
                    <a:p>
                      <a:r>
                        <a:rPr kumimoji="1" lang="en-US" altLang="ja-JP" sz="1400" dirty="0">
                          <a:latin typeface="Meiryo UI" pitchFamily="50" charset="-128"/>
                          <a:ea typeface="Meiryo UI" pitchFamily="50" charset="-128"/>
                          <a:cs typeface="Meiryo UI" pitchFamily="50" charset="-128"/>
                        </a:rPr>
                        <a:t>Schedule</a:t>
                      </a:r>
                      <a:endParaRPr kumimoji="1" lang="ja-JP" altLang="en-US" sz="1400" dirty="0">
                        <a:latin typeface="Meiryo UI" pitchFamily="50" charset="-128"/>
                        <a:ea typeface="Meiryo UI" pitchFamily="50" charset="-128"/>
                        <a:cs typeface="Meiryo UI"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L="0" algn="l" defTabSz="914400" rtl="0" eaLnBrk="1" latinLnBrk="0" hangingPunct="1">
                        <a:defRPr kumimoji="1" sz="1800" b="1" kern="1200">
                          <a:solidFill>
                            <a:schemeClr val="lt1"/>
                          </a:solidFill>
                          <a:latin typeface="Calibri"/>
                        </a:defRPr>
                      </a:lvl1pPr>
                      <a:lvl2pPr marL="457200" algn="l" defTabSz="914400" rtl="0" eaLnBrk="1" latinLnBrk="0" hangingPunct="1">
                        <a:defRPr kumimoji="1" sz="1800" b="1" kern="1200">
                          <a:solidFill>
                            <a:schemeClr val="lt1"/>
                          </a:solidFill>
                          <a:latin typeface="Calibri"/>
                        </a:defRPr>
                      </a:lvl2pPr>
                      <a:lvl3pPr marL="914400" algn="l" defTabSz="914400" rtl="0" eaLnBrk="1" latinLnBrk="0" hangingPunct="1">
                        <a:defRPr kumimoji="1" sz="1800" b="1" kern="1200">
                          <a:solidFill>
                            <a:schemeClr val="lt1"/>
                          </a:solidFill>
                          <a:latin typeface="Calibri"/>
                        </a:defRPr>
                      </a:lvl3pPr>
                      <a:lvl4pPr marL="1371600" algn="l" defTabSz="914400" rtl="0" eaLnBrk="1" latinLnBrk="0" hangingPunct="1">
                        <a:defRPr kumimoji="1" sz="1800" b="1" kern="1200">
                          <a:solidFill>
                            <a:schemeClr val="lt1"/>
                          </a:solidFill>
                          <a:latin typeface="Calibri"/>
                        </a:defRPr>
                      </a:lvl4pPr>
                      <a:lvl5pPr marL="1828800" algn="l" defTabSz="914400" rtl="0" eaLnBrk="1" latinLnBrk="0" hangingPunct="1">
                        <a:defRPr kumimoji="1" sz="1800" b="1" kern="1200">
                          <a:solidFill>
                            <a:schemeClr val="lt1"/>
                          </a:solidFill>
                          <a:latin typeface="Calibri"/>
                        </a:defRPr>
                      </a:lvl5pPr>
                      <a:lvl6pPr marL="2286000" algn="l" defTabSz="914400" rtl="0" eaLnBrk="1" latinLnBrk="0" hangingPunct="1">
                        <a:defRPr kumimoji="1" sz="1800" b="1" kern="1200">
                          <a:solidFill>
                            <a:schemeClr val="lt1"/>
                          </a:solidFill>
                          <a:latin typeface="Calibri"/>
                        </a:defRPr>
                      </a:lvl6pPr>
                      <a:lvl7pPr marL="2743200" algn="l" defTabSz="914400" rtl="0" eaLnBrk="1" latinLnBrk="0" hangingPunct="1">
                        <a:defRPr kumimoji="1" sz="1800" b="1" kern="1200">
                          <a:solidFill>
                            <a:schemeClr val="lt1"/>
                          </a:solidFill>
                          <a:latin typeface="Calibri"/>
                        </a:defRPr>
                      </a:lvl7pPr>
                      <a:lvl8pPr marL="3200400" algn="l" defTabSz="914400" rtl="0" eaLnBrk="1" latinLnBrk="0" hangingPunct="1">
                        <a:defRPr kumimoji="1" sz="1800" b="1" kern="1200">
                          <a:solidFill>
                            <a:schemeClr val="lt1"/>
                          </a:solidFill>
                          <a:latin typeface="Calibri"/>
                        </a:defRPr>
                      </a:lvl8pPr>
                      <a:lvl9pPr marL="3657600" algn="l" defTabSz="914400" rtl="0" eaLnBrk="1" latinLnBrk="0" hangingPunct="1">
                        <a:defRPr kumimoji="1" sz="1800" b="1" kern="1200">
                          <a:solidFill>
                            <a:schemeClr val="lt1"/>
                          </a:solidFill>
                          <a:latin typeface="Calibri"/>
                        </a:defRPr>
                      </a:lvl9pPr>
                    </a:lstStyle>
                    <a:p>
                      <a:r>
                        <a:rPr kumimoji="1" lang="en-US" altLang="ja-JP" sz="1400" dirty="0">
                          <a:latin typeface="Meiryo UI" pitchFamily="50" charset="-128"/>
                          <a:ea typeface="Meiryo UI" pitchFamily="50" charset="-128"/>
                          <a:cs typeface="Meiryo UI" pitchFamily="50" charset="-128"/>
                        </a:rPr>
                        <a:t>Notes</a:t>
                      </a:r>
                      <a:endParaRPr kumimoji="1" lang="ja-JP" altLang="en-US" sz="1400" dirty="0">
                        <a:latin typeface="Meiryo UI" pitchFamily="50" charset="-128"/>
                        <a:ea typeface="Meiryo UI" pitchFamily="50" charset="-128"/>
                        <a:cs typeface="Meiryo UI"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extLst>
                  <a:ext uri="{0D108BD9-81ED-4DB2-BD59-A6C34878D82A}">
                    <a16:rowId xmlns:a16="http://schemas.microsoft.com/office/drawing/2014/main" val="10000"/>
                  </a:ext>
                </a:extLst>
              </a:tr>
              <a:tr h="180020">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r>
                        <a:rPr kumimoji="1" lang="en-US" altLang="ja-JP" sz="1400" dirty="0">
                          <a:latin typeface="Meiryo UI" pitchFamily="50" charset="-128"/>
                          <a:ea typeface="Meiryo UI" pitchFamily="50" charset="-128"/>
                          <a:cs typeface="Meiryo UI" pitchFamily="50" charset="-128"/>
                        </a:rPr>
                        <a:t>Engine</a:t>
                      </a:r>
                      <a:endParaRPr kumimoji="1" lang="ja-JP" altLang="en-US" sz="1400" dirty="0">
                        <a:latin typeface="Meiryo UI" pitchFamily="50" charset="-128"/>
                        <a:ea typeface="Meiryo UI" pitchFamily="50" charset="-128"/>
                        <a:cs typeface="Meiryo UI" pitchFamily="50" charset="-128"/>
                      </a:endParaRP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r>
                        <a:rPr kumimoji="1" lang="en-US" altLang="ja-JP" sz="1400" dirty="0">
                          <a:solidFill>
                            <a:schemeClr val="tx1"/>
                          </a:solidFill>
                          <a:latin typeface="Meiryo UI" pitchFamily="50" charset="-128"/>
                          <a:ea typeface="Meiryo UI" pitchFamily="50" charset="-128"/>
                          <a:cs typeface="Meiryo UI" pitchFamily="50" charset="-128"/>
                        </a:rPr>
                        <a:t>Replace / 1000hr  (approx.)</a:t>
                      </a:r>
                    </a:p>
                    <a:p>
                      <a:r>
                        <a:rPr kumimoji="1" lang="en-US" altLang="ja-JP" sz="1400" dirty="0">
                          <a:solidFill>
                            <a:schemeClr val="tx1"/>
                          </a:solidFill>
                          <a:latin typeface="Meiryo UI" pitchFamily="50" charset="-128"/>
                          <a:ea typeface="Meiryo UI" pitchFamily="50" charset="-128"/>
                          <a:cs typeface="Meiryo UI" pitchFamily="50" charset="-128"/>
                        </a:rPr>
                        <a:t>When engine has damaged, or</a:t>
                      </a:r>
                      <a:r>
                        <a:rPr kumimoji="1" lang="en-US" altLang="ja-JP" sz="1400" baseline="0" dirty="0">
                          <a:solidFill>
                            <a:schemeClr val="tx1"/>
                          </a:solidFill>
                          <a:latin typeface="Meiryo UI" pitchFamily="50" charset="-128"/>
                          <a:ea typeface="Meiryo UI" pitchFamily="50" charset="-128"/>
                          <a:cs typeface="Meiryo UI" pitchFamily="50" charset="-128"/>
                        </a:rPr>
                        <a:t> severe deterioration observed.</a:t>
                      </a:r>
                      <a:endParaRPr kumimoji="1" lang="en-US" altLang="ja-JP" sz="1400" dirty="0">
                        <a:solidFill>
                          <a:schemeClr val="tx1"/>
                        </a:solidFill>
                        <a:latin typeface="Meiryo UI" pitchFamily="50" charset="-128"/>
                        <a:ea typeface="Meiryo UI" pitchFamily="50" charset="-128"/>
                        <a:cs typeface="Meiryo UI" pitchFamily="50" charset="-128"/>
                      </a:endParaRP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baseline="0" dirty="0">
                          <a:solidFill>
                            <a:schemeClr val="tx1"/>
                          </a:solidFill>
                          <a:latin typeface="Meiryo UI" pitchFamily="50" charset="-128"/>
                          <a:ea typeface="Meiryo UI" pitchFamily="50" charset="-128"/>
                          <a:cs typeface="Meiryo UI" pitchFamily="50" charset="-128"/>
                        </a:rPr>
                        <a:t>“Precisely 1000hrs”</a:t>
                      </a:r>
                      <a:r>
                        <a:rPr kumimoji="1" lang="ja-JP" altLang="en-US" sz="1400" baseline="0" dirty="0">
                          <a:solidFill>
                            <a:schemeClr val="tx1"/>
                          </a:solidFill>
                          <a:latin typeface="Meiryo UI" pitchFamily="50" charset="-128"/>
                          <a:ea typeface="Meiryo UI" pitchFamily="50" charset="-128"/>
                          <a:cs typeface="Meiryo UI" pitchFamily="50" charset="-128"/>
                        </a:rPr>
                        <a:t> </a:t>
                      </a:r>
                      <a:r>
                        <a:rPr kumimoji="1" lang="en-US" altLang="ja-JP" sz="1400" baseline="0" dirty="0">
                          <a:solidFill>
                            <a:schemeClr val="tx1"/>
                          </a:solidFill>
                          <a:latin typeface="Meiryo UI" pitchFamily="50" charset="-128"/>
                          <a:ea typeface="Meiryo UI" pitchFamily="50" charset="-128"/>
                          <a:cs typeface="Meiryo UI" pitchFamily="50" charset="-128"/>
                        </a:rPr>
                        <a:t>is not criteria for replacement.</a:t>
                      </a:r>
                    </a:p>
                  </a:txBody>
                  <a:tcPr>
                    <a:lnL w="12700" cmpd="sng">
                      <a:solidFill>
                        <a:sysClr val="window" lastClr="FFFFFF"/>
                      </a:solidFill>
                    </a:lnL>
                    <a:lnR w="12700" cmpd="sng">
                      <a:solidFill>
                        <a:sysClr val="window" lastClr="FFFFFF"/>
                      </a:solidFill>
                    </a:lnR>
                    <a:lnT w="381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10001"/>
                  </a:ext>
                </a:extLst>
              </a:tr>
              <a:tr h="180020">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r>
                        <a:rPr kumimoji="1" lang="en-US" altLang="ja-JP" sz="1400" dirty="0">
                          <a:latin typeface="Meiryo UI" pitchFamily="50" charset="-128"/>
                          <a:ea typeface="Meiryo UI" pitchFamily="50" charset="-128"/>
                          <a:cs typeface="Meiryo UI" pitchFamily="50" charset="-128"/>
                        </a:rPr>
                        <a:t>Engine Oil</a:t>
                      </a:r>
                      <a:endParaRPr kumimoji="1" lang="ja-JP" altLang="en-US" sz="1400" dirty="0">
                        <a:latin typeface="Meiryo UI" pitchFamily="50" charset="-128"/>
                        <a:ea typeface="Meiryo UI" pitchFamily="50" charset="-128"/>
                        <a:cs typeface="Meiryo UI"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r>
                        <a:rPr kumimoji="1" lang="en-US" altLang="ja-JP" sz="1400" dirty="0">
                          <a:solidFill>
                            <a:schemeClr val="tx1"/>
                          </a:solidFill>
                          <a:latin typeface="Meiryo UI" pitchFamily="50" charset="-128"/>
                          <a:ea typeface="Meiryo UI" pitchFamily="50" charset="-128"/>
                          <a:cs typeface="Meiryo UI" pitchFamily="50" charset="-128"/>
                        </a:rPr>
                        <a:t>Check</a:t>
                      </a:r>
                      <a:r>
                        <a:rPr kumimoji="1" lang="en-US" altLang="ja-JP" sz="1400" baseline="0" dirty="0">
                          <a:solidFill>
                            <a:schemeClr val="tx1"/>
                          </a:solidFill>
                          <a:latin typeface="Meiryo UI" pitchFamily="50" charset="-128"/>
                          <a:ea typeface="Meiryo UI" pitchFamily="50" charset="-128"/>
                          <a:cs typeface="Meiryo UI" pitchFamily="50" charset="-128"/>
                        </a:rPr>
                        <a:t> the Oil level gage everyday.</a:t>
                      </a:r>
                    </a:p>
                    <a:p>
                      <a:r>
                        <a:rPr kumimoji="1" lang="en-US" altLang="ja-JP" sz="1400" baseline="0" dirty="0">
                          <a:solidFill>
                            <a:schemeClr val="tx1"/>
                          </a:solidFill>
                          <a:latin typeface="Meiryo UI" pitchFamily="50" charset="-128"/>
                          <a:ea typeface="Meiryo UI" pitchFamily="50" charset="-128"/>
                          <a:cs typeface="Meiryo UI" pitchFamily="50" charset="-128"/>
                        </a:rPr>
                        <a:t>New Oil / after break-in</a:t>
                      </a:r>
                    </a:p>
                    <a:p>
                      <a:r>
                        <a:rPr kumimoji="1" lang="en-US" altLang="ja-JP" sz="1400" baseline="0" dirty="0">
                          <a:solidFill>
                            <a:schemeClr val="tx1"/>
                          </a:solidFill>
                          <a:latin typeface="Meiryo UI" pitchFamily="50" charset="-128"/>
                          <a:ea typeface="Meiryo UI" pitchFamily="50" charset="-128"/>
                          <a:cs typeface="Meiryo UI" pitchFamily="50" charset="-128"/>
                        </a:rPr>
                        <a:t>New Oil / 200hr</a:t>
                      </a:r>
                      <a:endParaRPr kumimoji="1" lang="ja-JP" altLang="en-US" sz="1400" dirty="0">
                        <a:solidFill>
                          <a:schemeClr val="tx1"/>
                        </a:solidFill>
                        <a:latin typeface="Meiryo UI" pitchFamily="50" charset="-128"/>
                        <a:ea typeface="Meiryo UI" pitchFamily="50" charset="-128"/>
                        <a:cs typeface="Meiryo UI" pitchFamily="50" charset="-128"/>
                      </a:endParaRPr>
                    </a:p>
                  </a:txBody>
                  <a:tcP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r>
                        <a:rPr kumimoji="1" lang="en-US" altLang="ja-JP" sz="1400" dirty="0">
                          <a:solidFill>
                            <a:schemeClr val="tx1"/>
                          </a:solidFill>
                          <a:latin typeface="Meiryo UI" pitchFamily="50" charset="-128"/>
                          <a:ea typeface="Meiryo UI" pitchFamily="50" charset="-128"/>
                          <a:cs typeface="Meiryo UI" pitchFamily="50" charset="-128"/>
                        </a:rPr>
                        <a:t>Necessary amount of engine oil</a:t>
                      </a:r>
                    </a:p>
                    <a:p>
                      <a:endParaRPr kumimoji="1" lang="en-US" altLang="ja-JP" sz="1400" dirty="0">
                        <a:solidFill>
                          <a:schemeClr val="tx1"/>
                        </a:solidFill>
                        <a:latin typeface="Meiryo UI" pitchFamily="50" charset="-128"/>
                        <a:ea typeface="Meiryo UI" pitchFamily="50" charset="-128"/>
                        <a:cs typeface="Meiryo UI" pitchFamily="50" charset="-128"/>
                      </a:endParaRPr>
                    </a:p>
                    <a:p>
                      <a:r>
                        <a:rPr kumimoji="1" lang="en-US" altLang="ja-JP" sz="1400" dirty="0">
                          <a:solidFill>
                            <a:schemeClr val="tx1"/>
                          </a:solidFill>
                          <a:latin typeface="Meiryo UI" pitchFamily="50" charset="-128"/>
                          <a:ea typeface="Meiryo UI" pitchFamily="50" charset="-128"/>
                          <a:cs typeface="Meiryo UI" pitchFamily="50" charset="-128"/>
                        </a:rPr>
                        <a:t>3.1 litter (w/o oil filter</a:t>
                      </a:r>
                      <a:r>
                        <a:rPr kumimoji="1" lang="en-US" altLang="ja-JP" sz="1400" baseline="0" dirty="0">
                          <a:solidFill>
                            <a:schemeClr val="tx1"/>
                          </a:solidFill>
                          <a:latin typeface="Meiryo UI" pitchFamily="50" charset="-128"/>
                          <a:ea typeface="Meiryo UI" pitchFamily="50" charset="-128"/>
                          <a:cs typeface="Meiryo UI" pitchFamily="50" charset="-128"/>
                        </a:rPr>
                        <a:t> change)</a:t>
                      </a: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dirty="0">
                          <a:solidFill>
                            <a:schemeClr val="tx1"/>
                          </a:solidFill>
                          <a:latin typeface="Meiryo UI" pitchFamily="50" charset="-128"/>
                          <a:ea typeface="Meiryo UI" pitchFamily="50" charset="-128"/>
                          <a:cs typeface="Meiryo UI" pitchFamily="50" charset="-128"/>
                        </a:rPr>
                        <a:t>3.3 litter (with oil filter</a:t>
                      </a:r>
                      <a:r>
                        <a:rPr kumimoji="1" lang="en-US" altLang="ja-JP" sz="1400" baseline="0" dirty="0">
                          <a:solidFill>
                            <a:schemeClr val="tx1"/>
                          </a:solidFill>
                          <a:latin typeface="Meiryo UI" pitchFamily="50" charset="-128"/>
                          <a:ea typeface="Meiryo UI" pitchFamily="50" charset="-128"/>
                          <a:cs typeface="Meiryo UI" pitchFamily="50" charset="-128"/>
                        </a:rPr>
                        <a:t> change)</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10002"/>
                  </a:ext>
                </a:extLst>
              </a:tr>
              <a:tr h="180020">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r>
                        <a:rPr kumimoji="1" lang="en-US" altLang="ja-JP" sz="1400" dirty="0">
                          <a:latin typeface="Meiryo UI" pitchFamily="50" charset="-128"/>
                          <a:ea typeface="Meiryo UI" pitchFamily="50" charset="-128"/>
                          <a:cs typeface="Meiryo UI" pitchFamily="50" charset="-128"/>
                        </a:rPr>
                        <a:t>Oil Filter</a:t>
                      </a:r>
                      <a:endParaRPr kumimoji="1" lang="ja-JP" altLang="en-US" sz="1400" dirty="0">
                        <a:latin typeface="Meiryo UI" pitchFamily="50" charset="-128"/>
                        <a:ea typeface="Meiryo UI" pitchFamily="50" charset="-128"/>
                        <a:cs typeface="Meiryo UI"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r>
                        <a:rPr kumimoji="1" lang="en-US" altLang="ja-JP" sz="1400" dirty="0">
                          <a:solidFill>
                            <a:schemeClr val="tx1"/>
                          </a:solidFill>
                          <a:latin typeface="Meiryo UI" pitchFamily="50" charset="-128"/>
                          <a:ea typeface="Meiryo UI" pitchFamily="50" charset="-128"/>
                          <a:cs typeface="Meiryo UI" pitchFamily="50" charset="-128"/>
                        </a:rPr>
                        <a:t>Replace</a:t>
                      </a:r>
                      <a:r>
                        <a:rPr kumimoji="1" lang="en-US" altLang="ja-JP" sz="1400" baseline="0" dirty="0">
                          <a:solidFill>
                            <a:schemeClr val="tx1"/>
                          </a:solidFill>
                          <a:latin typeface="Meiryo UI" pitchFamily="50" charset="-128"/>
                          <a:ea typeface="Meiryo UI" pitchFamily="50" charset="-128"/>
                          <a:cs typeface="Meiryo UI" pitchFamily="50" charset="-128"/>
                        </a:rPr>
                        <a:t> / 200hr</a:t>
                      </a:r>
                      <a:endParaRPr kumimoji="1" lang="ja-JP" altLang="en-US" sz="1400" dirty="0">
                        <a:solidFill>
                          <a:schemeClr val="tx1"/>
                        </a:solidFill>
                        <a:latin typeface="Meiryo UI" pitchFamily="50" charset="-128"/>
                        <a:ea typeface="Meiryo UI" pitchFamily="50" charset="-128"/>
                        <a:cs typeface="Meiryo UI" pitchFamily="50" charset="-128"/>
                      </a:endParaRPr>
                    </a:p>
                  </a:txBody>
                  <a:tcP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endParaRPr kumimoji="1" lang="ja-JP" altLang="en-US" sz="1400" dirty="0">
                        <a:solidFill>
                          <a:schemeClr val="tx1"/>
                        </a:solidFill>
                        <a:latin typeface="Meiryo UI" pitchFamily="50" charset="-128"/>
                        <a:ea typeface="Meiryo UI" pitchFamily="50" charset="-128"/>
                        <a:cs typeface="Meiryo UI"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10003"/>
                  </a:ext>
                </a:extLst>
              </a:tr>
              <a:tr h="219864">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r>
                        <a:rPr kumimoji="1" lang="en-US" altLang="ja-JP" sz="1400" dirty="0">
                          <a:latin typeface="Meiryo UI" pitchFamily="50" charset="-128"/>
                          <a:ea typeface="Meiryo UI" pitchFamily="50" charset="-128"/>
                          <a:cs typeface="Meiryo UI" pitchFamily="50" charset="-128"/>
                        </a:rPr>
                        <a:t>Tappet Clearance</a:t>
                      </a:r>
                      <a:endParaRPr kumimoji="1" lang="ja-JP" altLang="en-US" sz="1400" dirty="0">
                        <a:latin typeface="Meiryo UI" pitchFamily="50" charset="-128"/>
                        <a:ea typeface="Meiryo UI" pitchFamily="50" charset="-128"/>
                        <a:cs typeface="Meiryo UI"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r>
                        <a:rPr kumimoji="1" lang="en-US" altLang="ja-JP" sz="1400" dirty="0">
                          <a:solidFill>
                            <a:schemeClr val="tx1"/>
                          </a:solidFill>
                          <a:latin typeface="Meiryo UI" pitchFamily="50" charset="-128"/>
                          <a:ea typeface="Meiryo UI" pitchFamily="50" charset="-128"/>
                          <a:cs typeface="Meiryo UI" pitchFamily="50" charset="-128"/>
                        </a:rPr>
                        <a:t>Check</a:t>
                      </a:r>
                      <a:r>
                        <a:rPr kumimoji="1" lang="en-US" altLang="ja-JP" sz="1400" baseline="0" dirty="0">
                          <a:solidFill>
                            <a:schemeClr val="tx1"/>
                          </a:solidFill>
                          <a:latin typeface="Meiryo UI" pitchFamily="50" charset="-128"/>
                          <a:ea typeface="Meiryo UI" pitchFamily="50" charset="-128"/>
                          <a:cs typeface="Meiryo UI" pitchFamily="50" charset="-128"/>
                        </a:rPr>
                        <a:t> &amp; Adjust </a:t>
                      </a:r>
                      <a:r>
                        <a:rPr kumimoji="1" lang="en-US" altLang="ja-JP" sz="1400" dirty="0">
                          <a:solidFill>
                            <a:schemeClr val="tx1"/>
                          </a:solidFill>
                          <a:latin typeface="Meiryo UI" pitchFamily="50" charset="-128"/>
                          <a:ea typeface="Meiryo UI" pitchFamily="50" charset="-128"/>
                          <a:cs typeface="Meiryo UI" pitchFamily="50" charset="-128"/>
                        </a:rPr>
                        <a:t>/ 200hr</a:t>
                      </a:r>
                      <a:endParaRPr kumimoji="1" lang="ja-JP" altLang="en-US" sz="1400" dirty="0">
                        <a:solidFill>
                          <a:schemeClr val="tx1"/>
                        </a:solidFill>
                        <a:latin typeface="Meiryo UI" pitchFamily="50" charset="-128"/>
                        <a:ea typeface="Meiryo UI" pitchFamily="50" charset="-128"/>
                        <a:cs typeface="Meiryo UI" pitchFamily="50" charset="-128"/>
                      </a:endParaRPr>
                    </a:p>
                  </a:txBody>
                  <a:tcP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r>
                        <a:rPr kumimoji="1" lang="en-US" altLang="ja-JP" sz="1400" dirty="0">
                          <a:solidFill>
                            <a:schemeClr val="tx1"/>
                          </a:solidFill>
                          <a:latin typeface="Meiryo UI" pitchFamily="50" charset="-128"/>
                          <a:ea typeface="Meiryo UI" pitchFamily="50" charset="-128"/>
                          <a:cs typeface="Meiryo UI" pitchFamily="50" charset="-128"/>
                        </a:rPr>
                        <a:t>IN ; 0.23</a:t>
                      </a:r>
                    </a:p>
                    <a:p>
                      <a:r>
                        <a:rPr kumimoji="1" lang="en-US" altLang="ja-JP" sz="1400" dirty="0">
                          <a:solidFill>
                            <a:schemeClr val="tx1"/>
                          </a:solidFill>
                          <a:latin typeface="Meiryo UI" pitchFamily="50" charset="-128"/>
                          <a:ea typeface="Meiryo UI" pitchFamily="50" charset="-128"/>
                          <a:cs typeface="Meiryo UI" pitchFamily="50" charset="-128"/>
                        </a:rPr>
                        <a:t>EX</a:t>
                      </a:r>
                      <a:r>
                        <a:rPr kumimoji="1" lang="en-US" altLang="ja-JP" sz="1400" baseline="0" dirty="0">
                          <a:solidFill>
                            <a:schemeClr val="tx1"/>
                          </a:solidFill>
                          <a:latin typeface="Meiryo UI" pitchFamily="50" charset="-128"/>
                          <a:ea typeface="Meiryo UI" pitchFamily="50" charset="-128"/>
                          <a:cs typeface="Meiryo UI" pitchFamily="50" charset="-128"/>
                        </a:rPr>
                        <a:t> ; 0.27</a:t>
                      </a:r>
                      <a:endParaRPr kumimoji="1" lang="en-US" altLang="ja-JP" sz="1400" dirty="0">
                        <a:solidFill>
                          <a:schemeClr val="tx1"/>
                        </a:solidFill>
                        <a:latin typeface="Meiryo UI" pitchFamily="50" charset="-128"/>
                        <a:ea typeface="Meiryo UI" pitchFamily="50" charset="-128"/>
                        <a:cs typeface="Meiryo UI"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10004"/>
                  </a:ext>
                </a:extLst>
              </a:tr>
              <a:tr h="180020">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r>
                        <a:rPr kumimoji="1" lang="en-US" altLang="ja-JP" sz="1400" dirty="0">
                          <a:latin typeface="Meiryo UI" pitchFamily="50" charset="-128"/>
                          <a:ea typeface="Meiryo UI" pitchFamily="50" charset="-128"/>
                          <a:cs typeface="Meiryo UI" pitchFamily="50" charset="-128"/>
                        </a:rPr>
                        <a:t>Spark Plug Gap</a:t>
                      </a:r>
                      <a:endParaRPr kumimoji="1" lang="ja-JP" altLang="en-US" sz="1400" dirty="0">
                        <a:latin typeface="Meiryo UI" pitchFamily="50" charset="-128"/>
                        <a:ea typeface="Meiryo UI" pitchFamily="50" charset="-128"/>
                        <a:cs typeface="Meiryo UI"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r>
                        <a:rPr kumimoji="1" lang="en-US" altLang="ja-JP" sz="1400" dirty="0">
                          <a:solidFill>
                            <a:schemeClr val="tx1"/>
                          </a:solidFill>
                          <a:latin typeface="Meiryo UI" pitchFamily="50" charset="-128"/>
                          <a:ea typeface="Meiryo UI" pitchFamily="50" charset="-128"/>
                          <a:cs typeface="Meiryo UI" pitchFamily="50" charset="-128"/>
                        </a:rPr>
                        <a:t>Check / 200hr</a:t>
                      </a:r>
                      <a:endParaRPr kumimoji="1" lang="ja-JP" altLang="en-US" sz="1400" dirty="0">
                        <a:solidFill>
                          <a:schemeClr val="tx1"/>
                        </a:solidFill>
                        <a:latin typeface="Meiryo UI" pitchFamily="50" charset="-128"/>
                        <a:ea typeface="Meiryo UI" pitchFamily="50" charset="-128"/>
                        <a:cs typeface="Meiryo UI"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r>
                        <a:rPr kumimoji="1" lang="en-US" altLang="ja-JP" sz="1400" dirty="0">
                          <a:latin typeface="Meiryo UI" pitchFamily="50" charset="-128"/>
                          <a:ea typeface="Meiryo UI" pitchFamily="50" charset="-128"/>
                          <a:cs typeface="Meiryo UI" pitchFamily="50" charset="-128"/>
                        </a:rPr>
                        <a:t>Exchange</a:t>
                      </a:r>
                      <a:r>
                        <a:rPr kumimoji="1" lang="en-US" altLang="ja-JP" sz="1400" baseline="0" dirty="0">
                          <a:latin typeface="Meiryo UI" pitchFamily="50" charset="-128"/>
                          <a:ea typeface="Meiryo UI" pitchFamily="50" charset="-128"/>
                          <a:cs typeface="Meiryo UI" pitchFamily="50" charset="-128"/>
                        </a:rPr>
                        <a:t> the plugs if the gap became 1.20mm or more.</a:t>
                      </a:r>
                    </a:p>
                    <a:p>
                      <a:r>
                        <a:rPr kumimoji="1" lang="en-US" altLang="ja-JP" sz="1400" baseline="0" dirty="0">
                          <a:latin typeface="Meiryo UI" pitchFamily="50" charset="-128"/>
                          <a:ea typeface="Meiryo UI" pitchFamily="50" charset="-128"/>
                          <a:cs typeface="Meiryo UI" pitchFamily="50" charset="-128"/>
                        </a:rPr>
                        <a:t>(</a:t>
                      </a:r>
                      <a:r>
                        <a:rPr kumimoji="1" lang="nl-NL" altLang="ja-JP" sz="1400" baseline="0" dirty="0">
                          <a:latin typeface="Meiryo UI" pitchFamily="50" charset="-128"/>
                          <a:ea typeface="Meiryo UI" pitchFamily="50" charset="-128"/>
                          <a:cs typeface="Meiryo UI" pitchFamily="50" charset="-128"/>
                        </a:rPr>
                        <a:t>Initial GAP is 1.1 ~ 1.0mm</a:t>
                      </a:r>
                      <a:r>
                        <a:rPr kumimoji="1" lang="en-US" altLang="ja-JP" sz="1400" baseline="0" dirty="0">
                          <a:latin typeface="Meiryo UI" pitchFamily="50" charset="-128"/>
                          <a:ea typeface="Meiryo UI" pitchFamily="50" charset="-128"/>
                          <a:cs typeface="Meiryo UI" pitchFamily="50" charset="-128"/>
                        </a:rPr>
                        <a:t>)</a:t>
                      </a:r>
                      <a:endParaRPr kumimoji="1" lang="ja-JP" altLang="en-US" sz="1400" dirty="0">
                        <a:latin typeface="Meiryo UI" pitchFamily="50" charset="-128"/>
                        <a:ea typeface="Meiryo UI" pitchFamily="50" charset="-128"/>
                        <a:cs typeface="Meiryo UI" pitchFamily="50" charset="-128"/>
                      </a:endParaRPr>
                    </a:p>
                  </a:txBody>
                  <a:tcPr>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10005"/>
                  </a:ext>
                </a:extLst>
              </a:tr>
              <a:tr h="180020">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r>
                        <a:rPr kumimoji="1" lang="en-US" altLang="ja-JP" sz="1400" dirty="0">
                          <a:latin typeface="Meiryo UI" pitchFamily="50" charset="-128"/>
                          <a:ea typeface="Meiryo UI" pitchFamily="50" charset="-128"/>
                          <a:cs typeface="Meiryo UI" pitchFamily="50" charset="-128"/>
                        </a:rPr>
                        <a:t>Air Filter</a:t>
                      </a:r>
                      <a:endParaRPr kumimoji="1" lang="ja-JP" altLang="en-US" sz="1400" dirty="0">
                        <a:latin typeface="Meiryo UI" pitchFamily="50" charset="-128"/>
                        <a:ea typeface="Meiryo UI" pitchFamily="50" charset="-128"/>
                        <a:cs typeface="Meiryo UI"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dirty="0">
                          <a:solidFill>
                            <a:schemeClr val="tx1"/>
                          </a:solidFill>
                          <a:latin typeface="Meiryo UI" pitchFamily="50" charset="-128"/>
                          <a:ea typeface="Meiryo UI" pitchFamily="50" charset="-128"/>
                          <a:cs typeface="Meiryo UI" pitchFamily="50" charset="-128"/>
                        </a:rPr>
                        <a:t>Check</a:t>
                      </a:r>
                      <a:endParaRPr kumimoji="1" lang="ja-JP" altLang="en-US" sz="1400" dirty="0">
                        <a:solidFill>
                          <a:schemeClr val="tx1"/>
                        </a:solidFill>
                        <a:latin typeface="Meiryo UI" pitchFamily="50" charset="-128"/>
                        <a:ea typeface="Meiryo UI" pitchFamily="50" charset="-128"/>
                        <a:cs typeface="Meiryo UI"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endParaRPr kumimoji="1" lang="ja-JP" altLang="en-US" sz="1400" dirty="0">
                        <a:latin typeface="Meiryo UI" pitchFamily="50" charset="-128"/>
                        <a:ea typeface="Meiryo UI" pitchFamily="50" charset="-128"/>
                        <a:cs typeface="Meiryo UI"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097891327"/>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 Box 2"/>
          <p:cNvSpPr txBox="1">
            <a:spLocks noChangeArrowheads="1"/>
          </p:cNvSpPr>
          <p:nvPr/>
        </p:nvSpPr>
        <p:spPr bwMode="auto">
          <a:xfrm>
            <a:off x="250829" y="44450"/>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2000">
                <a:solidFill>
                  <a:srgbClr val="FFFFFF"/>
                </a:solidFill>
                <a:latin typeface="Meiryo UI" panose="020B0604030504040204" pitchFamily="50" charset="-128"/>
                <a:ea typeface="Meiryo UI" panose="020B0604030504040204" pitchFamily="50" charset="-128"/>
                <a:cs typeface="Arial" pitchFamily="34" charset="0"/>
              </a:rPr>
              <a:t>21. Miscellaneous</a:t>
            </a:r>
            <a:r>
              <a:rPr lang="ja-JP" altLang="en-US" sz="2000">
                <a:solidFill>
                  <a:srgbClr val="FFFFFF"/>
                </a:solidFill>
                <a:latin typeface="Meiryo UI" panose="020B0604030504040204" pitchFamily="50" charset="-128"/>
                <a:ea typeface="Meiryo UI" panose="020B0604030504040204" pitchFamily="50" charset="-128"/>
                <a:cs typeface="Arial" pitchFamily="34" charset="0"/>
              </a:rPr>
              <a:t> </a:t>
            </a:r>
            <a:r>
              <a:rPr lang="en-US" altLang="ja-JP" sz="2000">
                <a:solidFill>
                  <a:srgbClr val="FFFFFF"/>
                </a:solidFill>
                <a:latin typeface="Meiryo UI" panose="020B0604030504040204" pitchFamily="50" charset="-128"/>
                <a:ea typeface="Meiryo UI" panose="020B0604030504040204" pitchFamily="50" charset="-128"/>
                <a:cs typeface="Arial" pitchFamily="34" charset="0"/>
              </a:rPr>
              <a:t>Guidelines</a:t>
            </a:r>
            <a:r>
              <a:rPr lang="ja-JP" altLang="en-US" sz="2000">
                <a:solidFill>
                  <a:srgbClr val="FFFFFF"/>
                </a:solidFill>
                <a:latin typeface="Meiryo UI" panose="020B0604030504040204" pitchFamily="50" charset="-128"/>
                <a:ea typeface="Meiryo UI" panose="020B0604030504040204" pitchFamily="50" charset="-128"/>
                <a:cs typeface="Arial" pitchFamily="34" charset="0"/>
              </a:rPr>
              <a:t> </a:t>
            </a:r>
            <a:r>
              <a:rPr lang="en-US" altLang="ja-JP" sz="2000">
                <a:solidFill>
                  <a:srgbClr val="FFFFFF"/>
                </a:solidFill>
                <a:latin typeface="Meiryo UI" panose="020B0604030504040204" pitchFamily="50" charset="-128"/>
                <a:ea typeface="Meiryo UI" panose="020B0604030504040204" pitchFamily="50" charset="-128"/>
                <a:cs typeface="Arial" pitchFamily="34" charset="0"/>
              </a:rPr>
              <a:t>(12/16)</a:t>
            </a:r>
            <a:endParaRPr lang="en-US" altLang="ja-JP" sz="1100">
              <a:solidFill>
                <a:srgbClr val="FFFFFF"/>
              </a:solidFill>
              <a:latin typeface="HGPｺﾞｼｯｸE" pitchFamily="50" charset="-128"/>
              <a:ea typeface="HGPｺﾞｼｯｸE" pitchFamily="50" charset="-128"/>
              <a:cs typeface="Arial" pitchFamily="34" charset="0"/>
            </a:endParaRPr>
          </a:p>
        </p:txBody>
      </p:sp>
      <p:graphicFrame>
        <p:nvGraphicFramePr>
          <p:cNvPr id="5" name="表 4"/>
          <p:cNvGraphicFramePr>
            <a:graphicFrameLocks noGrp="1"/>
          </p:cNvGraphicFramePr>
          <p:nvPr>
            <p:extLst>
              <p:ext uri="{D42A27DB-BD31-4B8C-83A1-F6EECF244321}">
                <p14:modId xmlns:p14="http://schemas.microsoft.com/office/powerpoint/2010/main" val="3935951210"/>
              </p:ext>
            </p:extLst>
          </p:nvPr>
        </p:nvGraphicFramePr>
        <p:xfrm>
          <a:off x="67801" y="1163281"/>
          <a:ext cx="9040707" cy="2334960"/>
        </p:xfrm>
        <a:graphic>
          <a:graphicData uri="http://schemas.openxmlformats.org/drawingml/2006/table">
            <a:tbl>
              <a:tblPr firstRow="1" bandRow="1"/>
              <a:tblGrid>
                <a:gridCol w="1878565">
                  <a:extLst>
                    <a:ext uri="{9D8B030D-6E8A-4147-A177-3AD203B41FA5}">
                      <a16:colId xmlns:a16="http://schemas.microsoft.com/office/drawing/2014/main" val="20000"/>
                    </a:ext>
                  </a:extLst>
                </a:gridCol>
                <a:gridCol w="3500845">
                  <a:extLst>
                    <a:ext uri="{9D8B030D-6E8A-4147-A177-3AD203B41FA5}">
                      <a16:colId xmlns:a16="http://schemas.microsoft.com/office/drawing/2014/main" val="20001"/>
                    </a:ext>
                  </a:extLst>
                </a:gridCol>
                <a:gridCol w="3661297">
                  <a:extLst>
                    <a:ext uri="{9D8B030D-6E8A-4147-A177-3AD203B41FA5}">
                      <a16:colId xmlns:a16="http://schemas.microsoft.com/office/drawing/2014/main" val="20002"/>
                    </a:ext>
                  </a:extLst>
                </a:gridCol>
              </a:tblGrid>
              <a:tr h="180020">
                <a:tc>
                  <a:txBody>
                    <a:bodyPr/>
                    <a:lstStyle>
                      <a:lvl1pPr marL="0" algn="l" defTabSz="914400" rtl="0" eaLnBrk="1" latinLnBrk="0" hangingPunct="1">
                        <a:defRPr kumimoji="1" sz="1800" b="1" kern="1200">
                          <a:solidFill>
                            <a:schemeClr val="lt1"/>
                          </a:solidFill>
                          <a:latin typeface="Calibri"/>
                        </a:defRPr>
                      </a:lvl1pPr>
                      <a:lvl2pPr marL="457200" algn="l" defTabSz="914400" rtl="0" eaLnBrk="1" latinLnBrk="0" hangingPunct="1">
                        <a:defRPr kumimoji="1" sz="1800" b="1" kern="1200">
                          <a:solidFill>
                            <a:schemeClr val="lt1"/>
                          </a:solidFill>
                          <a:latin typeface="Calibri"/>
                        </a:defRPr>
                      </a:lvl2pPr>
                      <a:lvl3pPr marL="914400" algn="l" defTabSz="914400" rtl="0" eaLnBrk="1" latinLnBrk="0" hangingPunct="1">
                        <a:defRPr kumimoji="1" sz="1800" b="1" kern="1200">
                          <a:solidFill>
                            <a:schemeClr val="lt1"/>
                          </a:solidFill>
                          <a:latin typeface="Calibri"/>
                        </a:defRPr>
                      </a:lvl3pPr>
                      <a:lvl4pPr marL="1371600" algn="l" defTabSz="914400" rtl="0" eaLnBrk="1" latinLnBrk="0" hangingPunct="1">
                        <a:defRPr kumimoji="1" sz="1800" b="1" kern="1200">
                          <a:solidFill>
                            <a:schemeClr val="lt1"/>
                          </a:solidFill>
                          <a:latin typeface="Calibri"/>
                        </a:defRPr>
                      </a:lvl4pPr>
                      <a:lvl5pPr marL="1828800" algn="l" defTabSz="914400" rtl="0" eaLnBrk="1" latinLnBrk="0" hangingPunct="1">
                        <a:defRPr kumimoji="1" sz="1800" b="1" kern="1200">
                          <a:solidFill>
                            <a:schemeClr val="lt1"/>
                          </a:solidFill>
                          <a:latin typeface="Calibri"/>
                        </a:defRPr>
                      </a:lvl5pPr>
                      <a:lvl6pPr marL="2286000" algn="l" defTabSz="914400" rtl="0" eaLnBrk="1" latinLnBrk="0" hangingPunct="1">
                        <a:defRPr kumimoji="1" sz="1800" b="1" kern="1200">
                          <a:solidFill>
                            <a:schemeClr val="lt1"/>
                          </a:solidFill>
                          <a:latin typeface="Calibri"/>
                        </a:defRPr>
                      </a:lvl6pPr>
                      <a:lvl7pPr marL="2743200" algn="l" defTabSz="914400" rtl="0" eaLnBrk="1" latinLnBrk="0" hangingPunct="1">
                        <a:defRPr kumimoji="1" sz="1800" b="1" kern="1200">
                          <a:solidFill>
                            <a:schemeClr val="lt1"/>
                          </a:solidFill>
                          <a:latin typeface="Calibri"/>
                        </a:defRPr>
                      </a:lvl7pPr>
                      <a:lvl8pPr marL="3200400" algn="l" defTabSz="914400" rtl="0" eaLnBrk="1" latinLnBrk="0" hangingPunct="1">
                        <a:defRPr kumimoji="1" sz="1800" b="1" kern="1200">
                          <a:solidFill>
                            <a:schemeClr val="lt1"/>
                          </a:solidFill>
                          <a:latin typeface="Calibri"/>
                        </a:defRPr>
                      </a:lvl8pPr>
                      <a:lvl9pPr marL="3657600" algn="l" defTabSz="914400" rtl="0" eaLnBrk="1" latinLnBrk="0" hangingPunct="1">
                        <a:defRPr kumimoji="1" sz="1800" b="1" kern="1200">
                          <a:solidFill>
                            <a:schemeClr val="lt1"/>
                          </a:solidFill>
                          <a:latin typeface="Calibri"/>
                        </a:defRPr>
                      </a:lvl9pPr>
                    </a:lstStyle>
                    <a:p>
                      <a:r>
                        <a:rPr kumimoji="1" lang="en-US" altLang="ja-JP" sz="1400">
                          <a:latin typeface="Meiryo UI" pitchFamily="50" charset="-128"/>
                          <a:ea typeface="Meiryo UI" pitchFamily="50" charset="-128"/>
                          <a:cs typeface="Meiryo UI" pitchFamily="50" charset="-128"/>
                        </a:rPr>
                        <a:t>Interval</a:t>
                      </a:r>
                      <a:endParaRPr kumimoji="1" lang="ja-JP" altLang="en-US" sz="1400">
                        <a:latin typeface="Meiryo UI" pitchFamily="50" charset="-128"/>
                        <a:ea typeface="Meiryo UI" pitchFamily="50" charset="-128"/>
                        <a:cs typeface="Meiryo UI"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L="0" algn="l" defTabSz="914400" rtl="0" eaLnBrk="1" latinLnBrk="0" hangingPunct="1">
                        <a:defRPr kumimoji="1" sz="1800" b="1" kern="1200">
                          <a:solidFill>
                            <a:schemeClr val="lt1"/>
                          </a:solidFill>
                          <a:latin typeface="Calibri"/>
                        </a:defRPr>
                      </a:lvl1pPr>
                      <a:lvl2pPr marL="457200" algn="l" defTabSz="914400" rtl="0" eaLnBrk="1" latinLnBrk="0" hangingPunct="1">
                        <a:defRPr kumimoji="1" sz="1800" b="1" kern="1200">
                          <a:solidFill>
                            <a:schemeClr val="lt1"/>
                          </a:solidFill>
                          <a:latin typeface="Calibri"/>
                        </a:defRPr>
                      </a:lvl2pPr>
                      <a:lvl3pPr marL="914400" algn="l" defTabSz="914400" rtl="0" eaLnBrk="1" latinLnBrk="0" hangingPunct="1">
                        <a:defRPr kumimoji="1" sz="1800" b="1" kern="1200">
                          <a:solidFill>
                            <a:schemeClr val="lt1"/>
                          </a:solidFill>
                          <a:latin typeface="Calibri"/>
                        </a:defRPr>
                      </a:lvl3pPr>
                      <a:lvl4pPr marL="1371600" algn="l" defTabSz="914400" rtl="0" eaLnBrk="1" latinLnBrk="0" hangingPunct="1">
                        <a:defRPr kumimoji="1" sz="1800" b="1" kern="1200">
                          <a:solidFill>
                            <a:schemeClr val="lt1"/>
                          </a:solidFill>
                          <a:latin typeface="Calibri"/>
                        </a:defRPr>
                      </a:lvl4pPr>
                      <a:lvl5pPr marL="1828800" algn="l" defTabSz="914400" rtl="0" eaLnBrk="1" latinLnBrk="0" hangingPunct="1">
                        <a:defRPr kumimoji="1" sz="1800" b="1" kern="1200">
                          <a:solidFill>
                            <a:schemeClr val="lt1"/>
                          </a:solidFill>
                          <a:latin typeface="Calibri"/>
                        </a:defRPr>
                      </a:lvl5pPr>
                      <a:lvl6pPr marL="2286000" algn="l" defTabSz="914400" rtl="0" eaLnBrk="1" latinLnBrk="0" hangingPunct="1">
                        <a:defRPr kumimoji="1" sz="1800" b="1" kern="1200">
                          <a:solidFill>
                            <a:schemeClr val="lt1"/>
                          </a:solidFill>
                          <a:latin typeface="Calibri"/>
                        </a:defRPr>
                      </a:lvl6pPr>
                      <a:lvl7pPr marL="2743200" algn="l" defTabSz="914400" rtl="0" eaLnBrk="1" latinLnBrk="0" hangingPunct="1">
                        <a:defRPr kumimoji="1" sz="1800" b="1" kern="1200">
                          <a:solidFill>
                            <a:schemeClr val="lt1"/>
                          </a:solidFill>
                          <a:latin typeface="Calibri"/>
                        </a:defRPr>
                      </a:lvl7pPr>
                      <a:lvl8pPr marL="3200400" algn="l" defTabSz="914400" rtl="0" eaLnBrk="1" latinLnBrk="0" hangingPunct="1">
                        <a:defRPr kumimoji="1" sz="1800" b="1" kern="1200">
                          <a:solidFill>
                            <a:schemeClr val="lt1"/>
                          </a:solidFill>
                          <a:latin typeface="Calibri"/>
                        </a:defRPr>
                      </a:lvl8pPr>
                      <a:lvl9pPr marL="3657600" algn="l" defTabSz="914400" rtl="0" eaLnBrk="1" latinLnBrk="0" hangingPunct="1">
                        <a:defRPr kumimoji="1" sz="1800" b="1" kern="1200">
                          <a:solidFill>
                            <a:schemeClr val="lt1"/>
                          </a:solidFill>
                          <a:latin typeface="Calibri"/>
                        </a:defRPr>
                      </a:lvl9pPr>
                    </a:lstStyle>
                    <a:p>
                      <a:r>
                        <a:rPr kumimoji="1" lang="en-US" altLang="ja-JP" sz="1400" baseline="0">
                          <a:latin typeface="Meiryo UI" pitchFamily="50" charset="-128"/>
                          <a:ea typeface="Meiryo UI" pitchFamily="50" charset="-128"/>
                          <a:cs typeface="Meiryo UI" pitchFamily="50" charset="-128"/>
                        </a:rPr>
                        <a:t>Check Items</a:t>
                      </a:r>
                      <a:endParaRPr kumimoji="1" lang="ja-JP" altLang="en-US" sz="1400">
                        <a:latin typeface="Meiryo UI" pitchFamily="50" charset="-128"/>
                        <a:ea typeface="Meiryo UI" pitchFamily="50" charset="-128"/>
                        <a:cs typeface="Meiryo UI"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L="0" algn="l" defTabSz="914400" rtl="0" eaLnBrk="1" latinLnBrk="0" hangingPunct="1">
                        <a:defRPr kumimoji="1" sz="1800" b="1" kern="1200">
                          <a:solidFill>
                            <a:schemeClr val="lt1"/>
                          </a:solidFill>
                          <a:latin typeface="Calibri"/>
                        </a:defRPr>
                      </a:lvl1pPr>
                      <a:lvl2pPr marL="457200" algn="l" defTabSz="914400" rtl="0" eaLnBrk="1" latinLnBrk="0" hangingPunct="1">
                        <a:defRPr kumimoji="1" sz="1800" b="1" kern="1200">
                          <a:solidFill>
                            <a:schemeClr val="lt1"/>
                          </a:solidFill>
                          <a:latin typeface="Calibri"/>
                        </a:defRPr>
                      </a:lvl2pPr>
                      <a:lvl3pPr marL="914400" algn="l" defTabSz="914400" rtl="0" eaLnBrk="1" latinLnBrk="0" hangingPunct="1">
                        <a:defRPr kumimoji="1" sz="1800" b="1" kern="1200">
                          <a:solidFill>
                            <a:schemeClr val="lt1"/>
                          </a:solidFill>
                          <a:latin typeface="Calibri"/>
                        </a:defRPr>
                      </a:lvl3pPr>
                      <a:lvl4pPr marL="1371600" algn="l" defTabSz="914400" rtl="0" eaLnBrk="1" latinLnBrk="0" hangingPunct="1">
                        <a:defRPr kumimoji="1" sz="1800" b="1" kern="1200">
                          <a:solidFill>
                            <a:schemeClr val="lt1"/>
                          </a:solidFill>
                          <a:latin typeface="Calibri"/>
                        </a:defRPr>
                      </a:lvl4pPr>
                      <a:lvl5pPr marL="1828800" algn="l" defTabSz="914400" rtl="0" eaLnBrk="1" latinLnBrk="0" hangingPunct="1">
                        <a:defRPr kumimoji="1" sz="1800" b="1" kern="1200">
                          <a:solidFill>
                            <a:schemeClr val="lt1"/>
                          </a:solidFill>
                          <a:latin typeface="Calibri"/>
                        </a:defRPr>
                      </a:lvl5pPr>
                      <a:lvl6pPr marL="2286000" algn="l" defTabSz="914400" rtl="0" eaLnBrk="1" latinLnBrk="0" hangingPunct="1">
                        <a:defRPr kumimoji="1" sz="1800" b="1" kern="1200">
                          <a:solidFill>
                            <a:schemeClr val="lt1"/>
                          </a:solidFill>
                          <a:latin typeface="Calibri"/>
                        </a:defRPr>
                      </a:lvl6pPr>
                      <a:lvl7pPr marL="2743200" algn="l" defTabSz="914400" rtl="0" eaLnBrk="1" latinLnBrk="0" hangingPunct="1">
                        <a:defRPr kumimoji="1" sz="1800" b="1" kern="1200">
                          <a:solidFill>
                            <a:schemeClr val="lt1"/>
                          </a:solidFill>
                          <a:latin typeface="Calibri"/>
                        </a:defRPr>
                      </a:lvl7pPr>
                      <a:lvl8pPr marL="3200400" algn="l" defTabSz="914400" rtl="0" eaLnBrk="1" latinLnBrk="0" hangingPunct="1">
                        <a:defRPr kumimoji="1" sz="1800" b="1" kern="1200">
                          <a:solidFill>
                            <a:schemeClr val="lt1"/>
                          </a:solidFill>
                          <a:latin typeface="Calibri"/>
                        </a:defRPr>
                      </a:lvl8pPr>
                      <a:lvl9pPr marL="3657600" algn="l" defTabSz="914400" rtl="0" eaLnBrk="1" latinLnBrk="0" hangingPunct="1">
                        <a:defRPr kumimoji="1" sz="1800" b="1" kern="1200">
                          <a:solidFill>
                            <a:schemeClr val="lt1"/>
                          </a:solidFill>
                          <a:latin typeface="Calibri"/>
                        </a:defRPr>
                      </a:lvl9pPr>
                    </a:lstStyle>
                    <a:p>
                      <a:r>
                        <a:rPr kumimoji="1" lang="en-US" altLang="ja-JP" sz="1400">
                          <a:latin typeface="Meiryo UI" pitchFamily="50" charset="-128"/>
                          <a:ea typeface="Meiryo UI" pitchFamily="50" charset="-128"/>
                          <a:cs typeface="Meiryo UI" pitchFamily="50" charset="-128"/>
                        </a:rPr>
                        <a:t>Notes</a:t>
                      </a:r>
                      <a:endParaRPr kumimoji="1" lang="ja-JP" altLang="en-US" sz="1400">
                        <a:latin typeface="Meiryo UI" pitchFamily="50" charset="-128"/>
                        <a:ea typeface="Meiryo UI" pitchFamily="50" charset="-128"/>
                        <a:cs typeface="Meiryo UI"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extLst>
                  <a:ext uri="{0D108BD9-81ED-4DB2-BD59-A6C34878D82A}">
                    <a16:rowId xmlns:a16="http://schemas.microsoft.com/office/drawing/2014/main" val="10000"/>
                  </a:ext>
                </a:extLst>
              </a:tr>
              <a:tr h="504000">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r>
                        <a:rPr lang="en-US" altLang="ja-JP" sz="1400">
                          <a:latin typeface="Meiryo UI" pitchFamily="50" charset="-128"/>
                          <a:ea typeface="Meiryo UI" pitchFamily="50" charset="-128"/>
                          <a:cs typeface="Meiryo UI" pitchFamily="50" charset="-128"/>
                        </a:rPr>
                        <a:t>Pre-operation</a:t>
                      </a:r>
                      <a:endParaRPr lang="ja-JP" altLang="en-US" sz="1400">
                        <a:latin typeface="Meiryo UI" pitchFamily="50" charset="-128"/>
                        <a:ea typeface="Meiryo UI" pitchFamily="50" charset="-128"/>
                        <a:cs typeface="Meiryo UI" pitchFamily="50" charset="-128"/>
                      </a:endParaRP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r>
                        <a:rPr lang="en-US" altLang="ja-JP" sz="1400">
                          <a:latin typeface="Meiryo UI" pitchFamily="50" charset="-128"/>
                          <a:ea typeface="Meiryo UI" pitchFamily="50" charset="-128"/>
                          <a:cs typeface="Meiryo UI" pitchFamily="50" charset="-128"/>
                        </a:rPr>
                        <a:t>Engine</a:t>
                      </a:r>
                      <a:r>
                        <a:rPr lang="en-US" altLang="ja-JP" sz="1400" baseline="0">
                          <a:latin typeface="Meiryo UI" pitchFamily="50" charset="-128"/>
                          <a:ea typeface="Meiryo UI" pitchFamily="50" charset="-128"/>
                          <a:cs typeface="Meiryo UI" pitchFamily="50" charset="-128"/>
                        </a:rPr>
                        <a:t> oil level, coolant level</a:t>
                      </a:r>
                      <a:endParaRPr lang="ja-JP" altLang="en-US" sz="1400">
                        <a:latin typeface="Meiryo UI" pitchFamily="50" charset="-128"/>
                        <a:ea typeface="Meiryo UI" pitchFamily="50" charset="-128"/>
                        <a:cs typeface="Meiryo UI" pitchFamily="50" charset="-128"/>
                      </a:endParaRP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rowSpan="3">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r>
                        <a:rPr lang="en-US" altLang="ja-JP" sz="1400">
                          <a:latin typeface="Meiryo UI" pitchFamily="50" charset="-128"/>
                          <a:ea typeface="Meiryo UI" pitchFamily="50" charset="-128"/>
                          <a:cs typeface="Meiryo UI" pitchFamily="50" charset="-128"/>
                        </a:rPr>
                        <a:t>Operation</a:t>
                      </a:r>
                      <a:r>
                        <a:rPr lang="ja-JP" altLang="en-US" sz="1400">
                          <a:latin typeface="Meiryo UI" pitchFamily="50" charset="-128"/>
                          <a:ea typeface="Meiryo UI" pitchFamily="50" charset="-128"/>
                          <a:cs typeface="Meiryo UI" pitchFamily="50" charset="-128"/>
                        </a:rPr>
                        <a:t> </a:t>
                      </a:r>
                      <a:r>
                        <a:rPr lang="en-US" altLang="ja-JP" sz="1400">
                          <a:latin typeface="Meiryo UI" pitchFamily="50" charset="-128"/>
                          <a:ea typeface="Meiryo UI" pitchFamily="50" charset="-128"/>
                          <a:cs typeface="Meiryo UI" pitchFamily="50" charset="-128"/>
                        </a:rPr>
                        <a:t>points</a:t>
                      </a:r>
                      <a:r>
                        <a:rPr lang="ja-JP" altLang="en-US" sz="1400">
                          <a:latin typeface="Meiryo UI" pitchFamily="50" charset="-128"/>
                          <a:ea typeface="Meiryo UI" pitchFamily="50" charset="-128"/>
                          <a:cs typeface="Meiryo UI" pitchFamily="50" charset="-128"/>
                        </a:rPr>
                        <a:t> </a:t>
                      </a:r>
                      <a:r>
                        <a:rPr lang="en-US" altLang="ja-JP" sz="1400">
                          <a:latin typeface="Meiryo UI" pitchFamily="50" charset="-128"/>
                          <a:ea typeface="Meiryo UI" pitchFamily="50" charset="-128"/>
                          <a:cs typeface="Meiryo UI" pitchFamily="50" charset="-128"/>
                        </a:rPr>
                        <a:t>are</a:t>
                      </a:r>
                      <a:r>
                        <a:rPr lang="en-US" altLang="ja-JP" sz="1400" baseline="0">
                          <a:latin typeface="Meiryo UI" pitchFamily="50" charset="-128"/>
                          <a:ea typeface="Meiryo UI" pitchFamily="50" charset="-128"/>
                          <a:cs typeface="Meiryo UI" pitchFamily="50" charset="-128"/>
                        </a:rPr>
                        <a:t> shown in next page</a:t>
                      </a:r>
                      <a:endParaRPr lang="ja-JP" altLang="en-US" sz="1400">
                        <a:latin typeface="Meiryo UI" pitchFamily="50" charset="-128"/>
                        <a:ea typeface="Meiryo UI" pitchFamily="50" charset="-128"/>
                        <a:cs typeface="Meiryo UI" pitchFamily="50" charset="-128"/>
                      </a:endParaRPr>
                    </a:p>
                  </a:txBody>
                  <a:tcPr anchor="ctr">
                    <a:lnL w="12700" cmpd="sng">
                      <a:solidFill>
                        <a:sysClr val="window" lastClr="FFFFFF"/>
                      </a:solidFill>
                    </a:lnL>
                    <a:lnR w="12700" cmpd="sng">
                      <a:solidFill>
                        <a:sysClr val="window" lastClr="FFFFFF"/>
                      </a:solidFill>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10001"/>
                  </a:ext>
                </a:extLst>
              </a:tr>
              <a:tr h="504000">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r>
                        <a:rPr lang="en-US" altLang="ja-JP" sz="1400">
                          <a:latin typeface="Meiryo UI" pitchFamily="50" charset="-128"/>
                          <a:ea typeface="Meiryo UI" pitchFamily="50" charset="-128"/>
                          <a:cs typeface="Meiryo UI" pitchFamily="50" charset="-128"/>
                        </a:rPr>
                        <a:t>Pre-operation</a:t>
                      </a:r>
                      <a:endParaRPr lang="ja-JP" altLang="en-US" sz="1400">
                        <a:latin typeface="Meiryo UI" pitchFamily="50" charset="-128"/>
                        <a:ea typeface="Meiryo UI" pitchFamily="50" charset="-128"/>
                        <a:cs typeface="Meiryo UI"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r>
                        <a:rPr kumimoji="1" lang="en-US" altLang="ja-JP" sz="1400">
                          <a:latin typeface="Meiryo UI" pitchFamily="50" charset="-128"/>
                          <a:ea typeface="Meiryo UI" pitchFamily="50" charset="-128"/>
                          <a:cs typeface="Meiryo UI" pitchFamily="50" charset="-128"/>
                        </a:rPr>
                        <a:t>Tire</a:t>
                      </a:r>
                      <a:r>
                        <a:rPr kumimoji="1" lang="en-US" altLang="ja-JP" sz="1400" baseline="0">
                          <a:latin typeface="Meiryo UI" pitchFamily="50" charset="-128"/>
                          <a:ea typeface="Meiryo UI" pitchFamily="50" charset="-128"/>
                          <a:cs typeface="Meiryo UI" pitchFamily="50" charset="-128"/>
                        </a:rPr>
                        <a:t> pressure</a:t>
                      </a:r>
                      <a:endParaRPr kumimoji="1" lang="ja-JP" altLang="en-US" sz="1400">
                        <a:latin typeface="Meiryo UI" pitchFamily="50" charset="-128"/>
                        <a:ea typeface="Meiryo UI" pitchFamily="50" charset="-128"/>
                        <a:cs typeface="Meiryo UI"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vMerge="1">
                  <a:txBody>
                    <a:bodyPr/>
                    <a:lstStyle/>
                    <a:p>
                      <a:endParaRPr kumimoji="1" lang="ja-JP" altLang="en-US" sz="1600">
                        <a:latin typeface="Meiryo UI" pitchFamily="50" charset="-128"/>
                        <a:ea typeface="Meiryo UI" pitchFamily="50" charset="-128"/>
                        <a:cs typeface="Meiryo UI" pitchFamily="50" charset="-128"/>
                      </a:endParaRPr>
                    </a:p>
                  </a:txBody>
                  <a:tcPr/>
                </a:tc>
                <a:extLst>
                  <a:ext uri="{0D108BD9-81ED-4DB2-BD59-A6C34878D82A}">
                    <a16:rowId xmlns:a16="http://schemas.microsoft.com/office/drawing/2014/main" val="10002"/>
                  </a:ext>
                </a:extLst>
              </a:tr>
              <a:tr h="504000">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r>
                        <a:rPr lang="en-US" altLang="ja-JP" sz="1400">
                          <a:latin typeface="Meiryo UI" pitchFamily="50" charset="-128"/>
                          <a:ea typeface="Meiryo UI" pitchFamily="50" charset="-128"/>
                          <a:cs typeface="Meiryo UI" pitchFamily="50" charset="-128"/>
                        </a:rPr>
                        <a:t>Pre-operation</a:t>
                      </a:r>
                      <a:endParaRPr lang="ja-JP" altLang="en-US" sz="1400">
                        <a:latin typeface="Meiryo UI" pitchFamily="50" charset="-128"/>
                        <a:ea typeface="Meiryo UI" pitchFamily="50" charset="-128"/>
                        <a:cs typeface="Meiryo UI"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pPr marL="0" marR="0" indent="0" algn="l" defTabSz="914400" rtl="0" eaLnBrk="1" fontAlgn="auto" latinLnBrk="0" hangingPunct="1">
                        <a:lnSpc>
                          <a:spcPct val="100000"/>
                        </a:lnSpc>
                        <a:spcBef>
                          <a:spcPts val="0"/>
                        </a:spcBef>
                        <a:spcAft>
                          <a:spcPts val="0"/>
                        </a:spcAft>
                        <a:buClrTx/>
                        <a:buSzTx/>
                        <a:buFont typeface="Wingdings" pitchFamily="2" charset="2"/>
                        <a:buNone/>
                        <a:tabLst/>
                        <a:defRPr/>
                      </a:pPr>
                      <a:r>
                        <a:rPr kumimoji="1" lang="en-US" altLang="ja-JP" sz="1400" baseline="0">
                          <a:latin typeface="Meiryo UI" pitchFamily="50" charset="-128"/>
                          <a:ea typeface="Meiryo UI" pitchFamily="50" charset="-128"/>
                          <a:cs typeface="Meiryo UI" pitchFamily="50" charset="-128"/>
                        </a:rPr>
                        <a:t>Torque of wheel nut</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vMerge="1">
                  <a:txBody>
                    <a:bodyPr/>
                    <a:lstStyle/>
                    <a:p>
                      <a:endParaRPr kumimoji="1" lang="ja-JP" altLang="en-US" sz="1600">
                        <a:latin typeface="Meiryo UI" pitchFamily="50" charset="-128"/>
                        <a:ea typeface="Meiryo UI" pitchFamily="50" charset="-128"/>
                        <a:cs typeface="Meiryo UI" pitchFamily="50" charset="-128"/>
                      </a:endParaRPr>
                    </a:p>
                  </a:txBody>
                  <a:tcPr/>
                </a:tc>
                <a:extLst>
                  <a:ext uri="{0D108BD9-81ED-4DB2-BD59-A6C34878D82A}">
                    <a16:rowId xmlns:a16="http://schemas.microsoft.com/office/drawing/2014/main" val="10003"/>
                  </a:ext>
                </a:extLst>
              </a:tr>
              <a:tr h="504000">
                <a:tc>
                  <a:txBody>
                    <a:bodyPr/>
                    <a:lstStyle/>
                    <a:p>
                      <a:r>
                        <a:rPr kumimoji="1" lang="en-US" altLang="ja-JP" sz="14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a:t>
                      </a:r>
                      <a:endParaRPr kumimoji="1" lang="ja-JP" altLang="en-US" sz="1400">
                        <a:latin typeface="Meiryo UI" pitchFamily="50" charset="-128"/>
                        <a:ea typeface="Meiryo UI" pitchFamily="50" charset="-128"/>
                        <a:cs typeface="Meiryo UI" pitchFamily="50" charset="-128"/>
                      </a:endParaRPr>
                    </a:p>
                  </a:txBody>
                  <a:tcPr>
                    <a:lnL w="12700" cmpd="sng">
                      <a:solidFill>
                        <a:sysClr val="window" lastClr="FFFFFF"/>
                      </a:solidFill>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4F81BD">
                        <a:tint val="20000"/>
                      </a:srgbClr>
                    </a:solidFill>
                  </a:tcPr>
                </a:tc>
                <a:tc>
                  <a:txBody>
                    <a:bodyPr/>
                    <a:lstStyle/>
                    <a:p>
                      <a:r>
                        <a:rPr kumimoji="1" lang="en-US" altLang="ja-JP" sz="1400">
                          <a:latin typeface="Meiryo UI" pitchFamily="50" charset="-128"/>
                          <a:ea typeface="Meiryo UI" pitchFamily="50" charset="-128"/>
                          <a:cs typeface="Meiryo UI" pitchFamily="50" charset="-128"/>
                        </a:rPr>
                        <a:t>Noise &amp; vibration</a:t>
                      </a:r>
                      <a:endParaRPr kumimoji="1" lang="ja-JP" altLang="en-US" sz="1400">
                        <a:latin typeface="Meiryo UI" pitchFamily="50" charset="-128"/>
                        <a:ea typeface="Meiryo UI" pitchFamily="50" charset="-128"/>
                        <a:cs typeface="Meiryo UI" pitchFamily="50" charset="-128"/>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4F81BD">
                        <a:tint val="20000"/>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400">
                          <a:latin typeface="Meiryo UI" pitchFamily="50" charset="-128"/>
                          <a:ea typeface="Meiryo UI" pitchFamily="50" charset="-128"/>
                          <a:cs typeface="Meiryo UI" pitchFamily="50" charset="-128"/>
                        </a:rPr>
                        <a:t>Please contact Honda immediately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400">
                          <a:latin typeface="Meiryo UI" pitchFamily="50" charset="-128"/>
                          <a:ea typeface="Meiryo UI" pitchFamily="50" charset="-128"/>
                          <a:cs typeface="Meiryo UI" pitchFamily="50" charset="-128"/>
                        </a:rPr>
                        <a:t>if there are any problems</a:t>
                      </a:r>
                    </a:p>
                  </a:txBody>
                  <a:tcPr>
                    <a:lnL w="12700" cap="flat" cmpd="sng" algn="ctr">
                      <a:solidFill>
                        <a:sysClr val="window" lastClr="FFFFFF"/>
                      </a:solidFill>
                      <a:prstDash val="solid"/>
                      <a:round/>
                      <a:headEnd type="none" w="med" len="med"/>
                      <a:tailEnd type="none" w="med" len="med"/>
                    </a:lnL>
                    <a:lnR w="12700" cmpd="sng">
                      <a:solidFill>
                        <a:sysClr val="window" lastClr="FFFFFF"/>
                      </a:solidFill>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1767688833"/>
                  </a:ext>
                </a:extLst>
              </a:tr>
            </a:tbl>
          </a:graphicData>
        </a:graphic>
      </p:graphicFrame>
      <p:sp>
        <p:nvSpPr>
          <p:cNvPr id="6" name="テキスト ボックス 5"/>
          <p:cNvSpPr txBox="1"/>
          <p:nvPr/>
        </p:nvSpPr>
        <p:spPr>
          <a:xfrm>
            <a:off x="67800" y="579943"/>
            <a:ext cx="5837699" cy="369332"/>
          </a:xfrm>
          <a:prstGeom prst="rect">
            <a:avLst/>
          </a:prstGeom>
          <a:noFill/>
        </p:spPr>
        <p:txBody>
          <a:bodyPr wrap="square" rtlCol="0">
            <a:spAutoFit/>
          </a:bodyPr>
          <a:lstStyle/>
          <a:p>
            <a:pPr algn="l" fontAlgn="auto">
              <a:spcBef>
                <a:spcPts val="0"/>
              </a:spcBef>
              <a:spcAft>
                <a:spcPts val="0"/>
              </a:spcAft>
              <a:defRPr/>
            </a:pPr>
            <a:r>
              <a:rPr lang="en-US" altLang="ja-JP" sz="1800" b="1" u="sng">
                <a:solidFill>
                  <a:prstClr val="black"/>
                </a:solidFill>
                <a:latin typeface="Meiryo UI" pitchFamily="50" charset="-128"/>
                <a:ea typeface="Meiryo UI" pitchFamily="50" charset="-128"/>
                <a:cs typeface="Meiryo UI" pitchFamily="50" charset="-128"/>
              </a:rPr>
              <a:t>Daily/Weekly/Monthly Check Menu for Vehicle</a:t>
            </a:r>
            <a:endParaRPr lang="ja-JP" altLang="en-US" sz="1800" b="1" u="sng">
              <a:solidFill>
                <a:prstClr val="black"/>
              </a:solidFill>
              <a:latin typeface="Meiryo UI" pitchFamily="50" charset="-128"/>
              <a:ea typeface="Meiryo UI" pitchFamily="50" charset="-128"/>
              <a:cs typeface="Meiryo UI" pitchFamily="50" charset="-128"/>
            </a:endParaRPr>
          </a:p>
        </p:txBody>
      </p:sp>
      <p:sp>
        <p:nvSpPr>
          <p:cNvPr id="8" name="テキスト ボックス 7"/>
          <p:cNvSpPr txBox="1"/>
          <p:nvPr/>
        </p:nvSpPr>
        <p:spPr>
          <a:xfrm>
            <a:off x="201182" y="3934486"/>
            <a:ext cx="7466715" cy="1384995"/>
          </a:xfrm>
          <a:prstGeom prst="rect">
            <a:avLst/>
          </a:prstGeom>
          <a:noFill/>
        </p:spPr>
        <p:txBody>
          <a:bodyPr wrap="square" rtlCol="0">
            <a:spAutoFit/>
          </a:bodyPr>
          <a:lstStyle/>
          <a:p>
            <a:pPr algn="l" fontAlgn="auto">
              <a:spcBef>
                <a:spcPts val="0"/>
              </a:spcBef>
              <a:spcAft>
                <a:spcPts val="0"/>
              </a:spcAft>
              <a:defRPr/>
            </a:pPr>
            <a:r>
              <a:rPr lang="en-US" altLang="ja-JP" sz="1400" dirty="0">
                <a:latin typeface="Meiryo UI" panose="020B0604030504040204" pitchFamily="50" charset="-128"/>
                <a:ea typeface="Meiryo UI" panose="020B0604030504040204" pitchFamily="50" charset="-128"/>
              </a:rPr>
              <a:t>Check items can be discussed between Honda and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rPr>
              <a:t>.</a:t>
            </a:r>
          </a:p>
          <a:p>
            <a:pPr algn="l" fontAlgn="auto">
              <a:spcBef>
                <a:spcPts val="0"/>
              </a:spcBef>
              <a:spcAft>
                <a:spcPts val="0"/>
              </a:spcAft>
              <a:defRPr/>
            </a:pPr>
            <a:r>
              <a:rPr lang="en-US" altLang="ja-JP" sz="1400" dirty="0">
                <a:latin typeface="Meiryo UI" panose="020B0604030504040204" pitchFamily="50" charset="-128"/>
                <a:ea typeface="Meiryo UI" panose="020B0604030504040204" pitchFamily="50" charset="-128"/>
              </a:rPr>
              <a:t>If no discussion is held, please follow this material.</a:t>
            </a:r>
          </a:p>
          <a:p>
            <a:pPr algn="l" fontAlgn="auto">
              <a:spcBef>
                <a:spcPts val="0"/>
              </a:spcBef>
              <a:spcAft>
                <a:spcPts val="0"/>
              </a:spcAft>
              <a:defRPr/>
            </a:pPr>
            <a:endParaRPr lang="en-US" altLang="ja-JP" sz="1400" dirty="0">
              <a:latin typeface="Meiryo UI" panose="020B0604030504040204" pitchFamily="50" charset="-128"/>
              <a:ea typeface="Meiryo UI" panose="020B0604030504040204" pitchFamily="50" charset="-128"/>
            </a:endParaRPr>
          </a:p>
          <a:p>
            <a:pPr algn="l" fontAlgn="auto">
              <a:spcBef>
                <a:spcPts val="0"/>
              </a:spcBef>
              <a:spcAft>
                <a:spcPts val="0"/>
              </a:spcAft>
              <a:defRPr/>
            </a:pPr>
            <a:r>
              <a:rPr lang="en-US" altLang="ja-JP" sz="1400" dirty="0">
                <a:latin typeface="Meiryo UI" panose="020B0604030504040204" pitchFamily="50" charset="-128"/>
                <a:ea typeface="Meiryo UI" panose="020B0604030504040204" pitchFamily="50" charset="-128"/>
              </a:rPr>
              <a:t> If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dirty="0">
                <a:latin typeface="Meiryo UI" panose="020B0604030504040204" pitchFamily="50" charset="-128"/>
                <a:ea typeface="Meiryo UI" panose="020B0604030504040204" pitchFamily="50" charset="-128"/>
              </a:rPr>
              <a:t> has own daily check menu, please report its result together.</a:t>
            </a:r>
          </a:p>
          <a:p>
            <a:pPr algn="l" fontAlgn="auto">
              <a:spcBef>
                <a:spcPts val="0"/>
              </a:spcBef>
              <a:spcAft>
                <a:spcPts val="0"/>
              </a:spcAft>
              <a:defRPr/>
            </a:pP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dirty="0">
                <a:latin typeface="Meiryo UI" panose="020B0604030504040204" pitchFamily="50" charset="-128"/>
                <a:ea typeface="Meiryo UI" panose="020B0604030504040204" pitchFamily="50" charset="-128"/>
              </a:rPr>
              <a:t> is not required to report continuously. </a:t>
            </a:r>
          </a:p>
          <a:p>
            <a:pPr algn="l" fontAlgn="auto">
              <a:spcBef>
                <a:spcPts val="0"/>
              </a:spcBef>
              <a:spcAft>
                <a:spcPts val="0"/>
              </a:spcAft>
              <a:defRPr/>
            </a:pPr>
            <a:r>
              <a:rPr lang="en-US" altLang="ja-JP" sz="1400" dirty="0">
                <a:latin typeface="Meiryo UI" panose="020B0604030504040204" pitchFamily="50" charset="-128"/>
                <a:ea typeface="Meiryo UI" panose="020B0604030504040204" pitchFamily="50" charset="-128"/>
              </a:rPr>
              <a:t>But in case Honda request to show it,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dirty="0">
                <a:latin typeface="Meiryo UI" panose="020B0604030504040204" pitchFamily="50" charset="-128"/>
                <a:ea typeface="Meiryo UI" panose="020B0604030504040204" pitchFamily="50" charset="-128"/>
              </a:rPr>
              <a:t> is required to show the report</a:t>
            </a:r>
            <a:endParaRPr lang="ja-JP" altLang="en-US" sz="1400"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1735227150"/>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 Box 2"/>
          <p:cNvSpPr txBox="1">
            <a:spLocks noChangeArrowheads="1"/>
          </p:cNvSpPr>
          <p:nvPr/>
        </p:nvSpPr>
        <p:spPr bwMode="auto">
          <a:xfrm>
            <a:off x="250829" y="44450"/>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2000">
                <a:solidFill>
                  <a:srgbClr val="FFFFFF"/>
                </a:solidFill>
                <a:latin typeface="Meiryo UI" panose="020B0604030504040204" pitchFamily="50" charset="-128"/>
                <a:ea typeface="Meiryo UI" panose="020B0604030504040204" pitchFamily="50" charset="-128"/>
                <a:cs typeface="Arial" pitchFamily="34" charset="0"/>
              </a:rPr>
              <a:t>21. Miscellaneous</a:t>
            </a:r>
            <a:r>
              <a:rPr lang="ja-JP" altLang="en-US" sz="2000">
                <a:solidFill>
                  <a:srgbClr val="FFFFFF"/>
                </a:solidFill>
                <a:latin typeface="Meiryo UI" panose="020B0604030504040204" pitchFamily="50" charset="-128"/>
                <a:ea typeface="Meiryo UI" panose="020B0604030504040204" pitchFamily="50" charset="-128"/>
                <a:cs typeface="Arial" pitchFamily="34" charset="0"/>
              </a:rPr>
              <a:t> </a:t>
            </a:r>
            <a:r>
              <a:rPr lang="en-US" altLang="ja-JP" sz="2000">
                <a:solidFill>
                  <a:srgbClr val="FFFFFF"/>
                </a:solidFill>
                <a:latin typeface="Meiryo UI" panose="020B0604030504040204" pitchFamily="50" charset="-128"/>
                <a:ea typeface="Meiryo UI" panose="020B0604030504040204" pitchFamily="50" charset="-128"/>
                <a:cs typeface="Arial" pitchFamily="34" charset="0"/>
              </a:rPr>
              <a:t>Guidelines</a:t>
            </a:r>
            <a:r>
              <a:rPr lang="ja-JP" altLang="en-US" sz="2000">
                <a:solidFill>
                  <a:srgbClr val="FFFFFF"/>
                </a:solidFill>
                <a:latin typeface="Meiryo UI" panose="020B0604030504040204" pitchFamily="50" charset="-128"/>
                <a:ea typeface="Meiryo UI" panose="020B0604030504040204" pitchFamily="50" charset="-128"/>
                <a:cs typeface="Arial" pitchFamily="34" charset="0"/>
              </a:rPr>
              <a:t> </a:t>
            </a:r>
            <a:r>
              <a:rPr lang="en-US" altLang="ja-JP" sz="2000">
                <a:solidFill>
                  <a:srgbClr val="FFFFFF"/>
                </a:solidFill>
                <a:latin typeface="Meiryo UI" panose="020B0604030504040204" pitchFamily="50" charset="-128"/>
                <a:ea typeface="Meiryo UI" panose="020B0604030504040204" pitchFamily="50" charset="-128"/>
                <a:cs typeface="Arial" pitchFamily="34" charset="0"/>
              </a:rPr>
              <a:t>(13/16)</a:t>
            </a:r>
            <a:endParaRPr lang="en-US" altLang="ja-JP" sz="1100">
              <a:solidFill>
                <a:srgbClr val="FFFFFF"/>
              </a:solidFill>
              <a:latin typeface="HGPｺﾞｼｯｸE" pitchFamily="50" charset="-128"/>
              <a:ea typeface="HGPｺﾞｼｯｸE" pitchFamily="50" charset="-128"/>
              <a:cs typeface="Arial" pitchFamily="34" charset="0"/>
            </a:endParaRPr>
          </a:p>
        </p:txBody>
      </p:sp>
      <p:sp>
        <p:nvSpPr>
          <p:cNvPr id="6" name="テキスト ボックス 5"/>
          <p:cNvSpPr txBox="1"/>
          <p:nvPr/>
        </p:nvSpPr>
        <p:spPr>
          <a:xfrm>
            <a:off x="74685" y="538190"/>
            <a:ext cx="8089277" cy="369332"/>
          </a:xfrm>
          <a:prstGeom prst="rect">
            <a:avLst/>
          </a:prstGeom>
          <a:noFill/>
        </p:spPr>
        <p:txBody>
          <a:bodyPr wrap="square" rtlCol="0">
            <a:spAutoFit/>
          </a:bodyPr>
          <a:lstStyle/>
          <a:p>
            <a:pPr algn="l" fontAlgn="auto">
              <a:spcBef>
                <a:spcPts val="0"/>
              </a:spcBef>
              <a:spcAft>
                <a:spcPts val="0"/>
              </a:spcAft>
              <a:defRPr/>
            </a:pPr>
            <a:r>
              <a:rPr lang="en-US" altLang="ja-JP" sz="1800" b="1" u="sng">
                <a:solidFill>
                  <a:prstClr val="black"/>
                </a:solidFill>
                <a:latin typeface="Meiryo UI" pitchFamily="50" charset="-128"/>
                <a:ea typeface="Meiryo UI" pitchFamily="50" charset="-128"/>
                <a:cs typeface="Meiryo UI" pitchFamily="50" charset="-128"/>
              </a:rPr>
              <a:t>Maintenance Interval for Engine in the Vehicle</a:t>
            </a:r>
            <a:endParaRPr lang="ja-JP" altLang="en-US" sz="1800" b="1" u="sng">
              <a:solidFill>
                <a:prstClr val="black"/>
              </a:solidFill>
              <a:latin typeface="Meiryo UI" pitchFamily="50" charset="-128"/>
              <a:ea typeface="Meiryo UI" pitchFamily="50" charset="-128"/>
              <a:cs typeface="Meiryo UI" pitchFamily="50" charset="-128"/>
            </a:endParaRPr>
          </a:p>
        </p:txBody>
      </p:sp>
      <p:sp>
        <p:nvSpPr>
          <p:cNvPr id="8" name="テキスト ボックス 7"/>
          <p:cNvSpPr txBox="1"/>
          <p:nvPr/>
        </p:nvSpPr>
        <p:spPr>
          <a:xfrm>
            <a:off x="4" y="6107398"/>
            <a:ext cx="9144000" cy="523220"/>
          </a:xfrm>
          <a:prstGeom prst="rect">
            <a:avLst/>
          </a:prstGeom>
          <a:noFill/>
        </p:spPr>
        <p:txBody>
          <a:bodyPr wrap="square" rtlCol="0">
            <a:spAutoFit/>
          </a:bodyPr>
          <a:lstStyle/>
          <a:p>
            <a:pPr algn="l" fontAlgn="auto">
              <a:spcBef>
                <a:spcPts val="0"/>
              </a:spcBef>
              <a:spcAft>
                <a:spcPts val="0"/>
              </a:spcAft>
              <a:defRPr/>
            </a:pP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dirty="0">
                <a:latin typeface="Meiryo UI" panose="020B0604030504040204" pitchFamily="50" charset="-128"/>
                <a:ea typeface="Meiryo UI" panose="020B0604030504040204" pitchFamily="50" charset="-128"/>
              </a:rPr>
              <a:t> is not required to reported the interval maintenance results continuously. </a:t>
            </a:r>
          </a:p>
          <a:p>
            <a:pPr algn="l" fontAlgn="auto">
              <a:spcBef>
                <a:spcPts val="0"/>
              </a:spcBef>
              <a:spcAft>
                <a:spcPts val="0"/>
              </a:spcAft>
              <a:defRPr/>
            </a:pPr>
            <a:r>
              <a:rPr lang="en-US" altLang="ja-JP" sz="1400" dirty="0">
                <a:latin typeface="Meiryo UI" panose="020B0604030504040204" pitchFamily="50" charset="-128"/>
                <a:ea typeface="Meiryo UI" panose="020B0604030504040204" pitchFamily="50" charset="-128"/>
              </a:rPr>
              <a:t>But in case Honda request to show it,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dirty="0">
                <a:latin typeface="Meiryo UI" panose="020B0604030504040204" pitchFamily="50" charset="-128"/>
                <a:ea typeface="Meiryo UI" panose="020B0604030504040204" pitchFamily="50" charset="-128"/>
              </a:rPr>
              <a:t> is required to show the report</a:t>
            </a:r>
            <a:endParaRPr lang="ja-JP" altLang="en-US" sz="1400" dirty="0">
              <a:latin typeface="Meiryo UI" panose="020B0604030504040204" pitchFamily="50" charset="-128"/>
              <a:ea typeface="Meiryo UI" panose="020B0604030504040204" pitchFamily="50" charset="-128"/>
            </a:endParaRPr>
          </a:p>
        </p:txBody>
      </p:sp>
      <p:graphicFrame>
        <p:nvGraphicFramePr>
          <p:cNvPr id="2" name="表 1">
            <a:extLst>
              <a:ext uri="{FF2B5EF4-FFF2-40B4-BE49-F238E27FC236}">
                <a16:creationId xmlns:a16="http://schemas.microsoft.com/office/drawing/2014/main" id="{4C3279B7-F80D-E648-2432-358045B4973F}"/>
              </a:ext>
            </a:extLst>
          </p:cNvPr>
          <p:cNvGraphicFramePr>
            <a:graphicFrameLocks noGrp="1"/>
          </p:cNvGraphicFramePr>
          <p:nvPr>
            <p:extLst>
              <p:ext uri="{D42A27DB-BD31-4B8C-83A1-F6EECF244321}">
                <p14:modId xmlns:p14="http://schemas.microsoft.com/office/powerpoint/2010/main" val="1469668750"/>
              </p:ext>
            </p:extLst>
          </p:nvPr>
        </p:nvGraphicFramePr>
        <p:xfrm>
          <a:off x="74685" y="1024719"/>
          <a:ext cx="8923787" cy="5029200"/>
        </p:xfrm>
        <a:graphic>
          <a:graphicData uri="http://schemas.openxmlformats.org/drawingml/2006/table">
            <a:tbl>
              <a:tblPr firstRow="1" bandRow="1"/>
              <a:tblGrid>
                <a:gridCol w="2346579">
                  <a:extLst>
                    <a:ext uri="{9D8B030D-6E8A-4147-A177-3AD203B41FA5}">
                      <a16:colId xmlns:a16="http://schemas.microsoft.com/office/drawing/2014/main" val="20000"/>
                    </a:ext>
                  </a:extLst>
                </a:gridCol>
                <a:gridCol w="3522336">
                  <a:extLst>
                    <a:ext uri="{9D8B030D-6E8A-4147-A177-3AD203B41FA5}">
                      <a16:colId xmlns:a16="http://schemas.microsoft.com/office/drawing/2014/main" val="20001"/>
                    </a:ext>
                  </a:extLst>
                </a:gridCol>
                <a:gridCol w="3054872">
                  <a:extLst>
                    <a:ext uri="{9D8B030D-6E8A-4147-A177-3AD203B41FA5}">
                      <a16:colId xmlns:a16="http://schemas.microsoft.com/office/drawing/2014/main" val="20002"/>
                    </a:ext>
                  </a:extLst>
                </a:gridCol>
              </a:tblGrid>
              <a:tr h="180020">
                <a:tc>
                  <a:txBody>
                    <a:bodyPr/>
                    <a:lstStyle>
                      <a:lvl1pPr marL="0" algn="l" defTabSz="914400" rtl="0" eaLnBrk="1" latinLnBrk="0" hangingPunct="1">
                        <a:defRPr kumimoji="1" sz="1800" b="1" kern="1200">
                          <a:solidFill>
                            <a:schemeClr val="lt1"/>
                          </a:solidFill>
                          <a:latin typeface="Calibri"/>
                        </a:defRPr>
                      </a:lvl1pPr>
                      <a:lvl2pPr marL="457200" algn="l" defTabSz="914400" rtl="0" eaLnBrk="1" latinLnBrk="0" hangingPunct="1">
                        <a:defRPr kumimoji="1" sz="1800" b="1" kern="1200">
                          <a:solidFill>
                            <a:schemeClr val="lt1"/>
                          </a:solidFill>
                          <a:latin typeface="Calibri"/>
                        </a:defRPr>
                      </a:lvl2pPr>
                      <a:lvl3pPr marL="914400" algn="l" defTabSz="914400" rtl="0" eaLnBrk="1" latinLnBrk="0" hangingPunct="1">
                        <a:defRPr kumimoji="1" sz="1800" b="1" kern="1200">
                          <a:solidFill>
                            <a:schemeClr val="lt1"/>
                          </a:solidFill>
                          <a:latin typeface="Calibri"/>
                        </a:defRPr>
                      </a:lvl3pPr>
                      <a:lvl4pPr marL="1371600" algn="l" defTabSz="914400" rtl="0" eaLnBrk="1" latinLnBrk="0" hangingPunct="1">
                        <a:defRPr kumimoji="1" sz="1800" b="1" kern="1200">
                          <a:solidFill>
                            <a:schemeClr val="lt1"/>
                          </a:solidFill>
                          <a:latin typeface="Calibri"/>
                        </a:defRPr>
                      </a:lvl4pPr>
                      <a:lvl5pPr marL="1828800" algn="l" defTabSz="914400" rtl="0" eaLnBrk="1" latinLnBrk="0" hangingPunct="1">
                        <a:defRPr kumimoji="1" sz="1800" b="1" kern="1200">
                          <a:solidFill>
                            <a:schemeClr val="lt1"/>
                          </a:solidFill>
                          <a:latin typeface="Calibri"/>
                        </a:defRPr>
                      </a:lvl5pPr>
                      <a:lvl6pPr marL="2286000" algn="l" defTabSz="914400" rtl="0" eaLnBrk="1" latinLnBrk="0" hangingPunct="1">
                        <a:defRPr kumimoji="1" sz="1800" b="1" kern="1200">
                          <a:solidFill>
                            <a:schemeClr val="lt1"/>
                          </a:solidFill>
                          <a:latin typeface="Calibri"/>
                        </a:defRPr>
                      </a:lvl6pPr>
                      <a:lvl7pPr marL="2743200" algn="l" defTabSz="914400" rtl="0" eaLnBrk="1" latinLnBrk="0" hangingPunct="1">
                        <a:defRPr kumimoji="1" sz="1800" b="1" kern="1200">
                          <a:solidFill>
                            <a:schemeClr val="lt1"/>
                          </a:solidFill>
                          <a:latin typeface="Calibri"/>
                        </a:defRPr>
                      </a:lvl7pPr>
                      <a:lvl8pPr marL="3200400" algn="l" defTabSz="914400" rtl="0" eaLnBrk="1" latinLnBrk="0" hangingPunct="1">
                        <a:defRPr kumimoji="1" sz="1800" b="1" kern="1200">
                          <a:solidFill>
                            <a:schemeClr val="lt1"/>
                          </a:solidFill>
                          <a:latin typeface="Calibri"/>
                        </a:defRPr>
                      </a:lvl8pPr>
                      <a:lvl9pPr marL="3657600" algn="l" defTabSz="914400" rtl="0" eaLnBrk="1" latinLnBrk="0" hangingPunct="1">
                        <a:defRPr kumimoji="1" sz="1800" b="1" kern="1200">
                          <a:solidFill>
                            <a:schemeClr val="lt1"/>
                          </a:solidFill>
                          <a:latin typeface="Calibri"/>
                        </a:defRPr>
                      </a:lvl9pPr>
                    </a:lstStyle>
                    <a:p>
                      <a:r>
                        <a:rPr kumimoji="1" lang="en-US" altLang="ja-JP" sz="1600" dirty="0">
                          <a:latin typeface="Meiryo UI" pitchFamily="50" charset="-128"/>
                          <a:ea typeface="Meiryo UI" pitchFamily="50" charset="-128"/>
                          <a:cs typeface="Meiryo UI" pitchFamily="50" charset="-128"/>
                        </a:rPr>
                        <a:t>Maintenance</a:t>
                      </a:r>
                      <a:r>
                        <a:rPr kumimoji="1" lang="en-US" altLang="ja-JP" sz="1600" baseline="0" dirty="0">
                          <a:latin typeface="Meiryo UI" pitchFamily="50" charset="-128"/>
                          <a:ea typeface="Meiryo UI" pitchFamily="50" charset="-128"/>
                          <a:cs typeface="Meiryo UI" pitchFamily="50" charset="-128"/>
                        </a:rPr>
                        <a:t>  items</a:t>
                      </a:r>
                      <a:endParaRPr kumimoji="1" lang="ja-JP" altLang="en-US" sz="1600" dirty="0">
                        <a:latin typeface="Meiryo UI" pitchFamily="50" charset="-128"/>
                        <a:ea typeface="Meiryo UI" pitchFamily="50" charset="-128"/>
                        <a:cs typeface="Meiryo UI"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L="0" algn="l" defTabSz="914400" rtl="0" eaLnBrk="1" latinLnBrk="0" hangingPunct="1">
                        <a:defRPr kumimoji="1" sz="1800" b="1" kern="1200">
                          <a:solidFill>
                            <a:schemeClr val="lt1"/>
                          </a:solidFill>
                          <a:latin typeface="Calibri"/>
                        </a:defRPr>
                      </a:lvl1pPr>
                      <a:lvl2pPr marL="457200" algn="l" defTabSz="914400" rtl="0" eaLnBrk="1" latinLnBrk="0" hangingPunct="1">
                        <a:defRPr kumimoji="1" sz="1800" b="1" kern="1200">
                          <a:solidFill>
                            <a:schemeClr val="lt1"/>
                          </a:solidFill>
                          <a:latin typeface="Calibri"/>
                        </a:defRPr>
                      </a:lvl2pPr>
                      <a:lvl3pPr marL="914400" algn="l" defTabSz="914400" rtl="0" eaLnBrk="1" latinLnBrk="0" hangingPunct="1">
                        <a:defRPr kumimoji="1" sz="1800" b="1" kern="1200">
                          <a:solidFill>
                            <a:schemeClr val="lt1"/>
                          </a:solidFill>
                          <a:latin typeface="Calibri"/>
                        </a:defRPr>
                      </a:lvl3pPr>
                      <a:lvl4pPr marL="1371600" algn="l" defTabSz="914400" rtl="0" eaLnBrk="1" latinLnBrk="0" hangingPunct="1">
                        <a:defRPr kumimoji="1" sz="1800" b="1" kern="1200">
                          <a:solidFill>
                            <a:schemeClr val="lt1"/>
                          </a:solidFill>
                          <a:latin typeface="Calibri"/>
                        </a:defRPr>
                      </a:lvl4pPr>
                      <a:lvl5pPr marL="1828800" algn="l" defTabSz="914400" rtl="0" eaLnBrk="1" latinLnBrk="0" hangingPunct="1">
                        <a:defRPr kumimoji="1" sz="1800" b="1" kern="1200">
                          <a:solidFill>
                            <a:schemeClr val="lt1"/>
                          </a:solidFill>
                          <a:latin typeface="Calibri"/>
                        </a:defRPr>
                      </a:lvl5pPr>
                      <a:lvl6pPr marL="2286000" algn="l" defTabSz="914400" rtl="0" eaLnBrk="1" latinLnBrk="0" hangingPunct="1">
                        <a:defRPr kumimoji="1" sz="1800" b="1" kern="1200">
                          <a:solidFill>
                            <a:schemeClr val="lt1"/>
                          </a:solidFill>
                          <a:latin typeface="Calibri"/>
                        </a:defRPr>
                      </a:lvl6pPr>
                      <a:lvl7pPr marL="2743200" algn="l" defTabSz="914400" rtl="0" eaLnBrk="1" latinLnBrk="0" hangingPunct="1">
                        <a:defRPr kumimoji="1" sz="1800" b="1" kern="1200">
                          <a:solidFill>
                            <a:schemeClr val="lt1"/>
                          </a:solidFill>
                          <a:latin typeface="Calibri"/>
                        </a:defRPr>
                      </a:lvl7pPr>
                      <a:lvl8pPr marL="3200400" algn="l" defTabSz="914400" rtl="0" eaLnBrk="1" latinLnBrk="0" hangingPunct="1">
                        <a:defRPr kumimoji="1" sz="1800" b="1" kern="1200">
                          <a:solidFill>
                            <a:schemeClr val="lt1"/>
                          </a:solidFill>
                          <a:latin typeface="Calibri"/>
                        </a:defRPr>
                      </a:lvl8pPr>
                      <a:lvl9pPr marL="3657600" algn="l" defTabSz="914400" rtl="0" eaLnBrk="1" latinLnBrk="0" hangingPunct="1">
                        <a:defRPr kumimoji="1" sz="1800" b="1" kern="1200">
                          <a:solidFill>
                            <a:schemeClr val="lt1"/>
                          </a:solidFill>
                          <a:latin typeface="Calibri"/>
                        </a:defRPr>
                      </a:lvl9pPr>
                    </a:lstStyle>
                    <a:p>
                      <a:r>
                        <a:rPr kumimoji="1" lang="en-US" altLang="ja-JP" sz="1600" dirty="0">
                          <a:latin typeface="Meiryo UI" pitchFamily="50" charset="-128"/>
                          <a:ea typeface="Meiryo UI" pitchFamily="50" charset="-128"/>
                          <a:cs typeface="Meiryo UI" pitchFamily="50" charset="-128"/>
                        </a:rPr>
                        <a:t>Interval</a:t>
                      </a:r>
                      <a:endParaRPr kumimoji="1" lang="ja-JP" altLang="en-US" sz="1600" dirty="0">
                        <a:latin typeface="Meiryo UI" pitchFamily="50" charset="-128"/>
                        <a:ea typeface="Meiryo UI" pitchFamily="50" charset="-128"/>
                        <a:cs typeface="Meiryo UI"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L="0" algn="l" defTabSz="914400" rtl="0" eaLnBrk="1" latinLnBrk="0" hangingPunct="1">
                        <a:defRPr kumimoji="1" sz="1800" b="1" kern="1200">
                          <a:solidFill>
                            <a:schemeClr val="lt1"/>
                          </a:solidFill>
                          <a:latin typeface="Calibri"/>
                        </a:defRPr>
                      </a:lvl1pPr>
                      <a:lvl2pPr marL="457200" algn="l" defTabSz="914400" rtl="0" eaLnBrk="1" latinLnBrk="0" hangingPunct="1">
                        <a:defRPr kumimoji="1" sz="1800" b="1" kern="1200">
                          <a:solidFill>
                            <a:schemeClr val="lt1"/>
                          </a:solidFill>
                          <a:latin typeface="Calibri"/>
                        </a:defRPr>
                      </a:lvl2pPr>
                      <a:lvl3pPr marL="914400" algn="l" defTabSz="914400" rtl="0" eaLnBrk="1" latinLnBrk="0" hangingPunct="1">
                        <a:defRPr kumimoji="1" sz="1800" b="1" kern="1200">
                          <a:solidFill>
                            <a:schemeClr val="lt1"/>
                          </a:solidFill>
                          <a:latin typeface="Calibri"/>
                        </a:defRPr>
                      </a:lvl3pPr>
                      <a:lvl4pPr marL="1371600" algn="l" defTabSz="914400" rtl="0" eaLnBrk="1" latinLnBrk="0" hangingPunct="1">
                        <a:defRPr kumimoji="1" sz="1800" b="1" kern="1200">
                          <a:solidFill>
                            <a:schemeClr val="lt1"/>
                          </a:solidFill>
                          <a:latin typeface="Calibri"/>
                        </a:defRPr>
                      </a:lvl4pPr>
                      <a:lvl5pPr marL="1828800" algn="l" defTabSz="914400" rtl="0" eaLnBrk="1" latinLnBrk="0" hangingPunct="1">
                        <a:defRPr kumimoji="1" sz="1800" b="1" kern="1200">
                          <a:solidFill>
                            <a:schemeClr val="lt1"/>
                          </a:solidFill>
                          <a:latin typeface="Calibri"/>
                        </a:defRPr>
                      </a:lvl5pPr>
                      <a:lvl6pPr marL="2286000" algn="l" defTabSz="914400" rtl="0" eaLnBrk="1" latinLnBrk="0" hangingPunct="1">
                        <a:defRPr kumimoji="1" sz="1800" b="1" kern="1200">
                          <a:solidFill>
                            <a:schemeClr val="lt1"/>
                          </a:solidFill>
                          <a:latin typeface="Calibri"/>
                        </a:defRPr>
                      </a:lvl6pPr>
                      <a:lvl7pPr marL="2743200" algn="l" defTabSz="914400" rtl="0" eaLnBrk="1" latinLnBrk="0" hangingPunct="1">
                        <a:defRPr kumimoji="1" sz="1800" b="1" kern="1200">
                          <a:solidFill>
                            <a:schemeClr val="lt1"/>
                          </a:solidFill>
                          <a:latin typeface="Calibri"/>
                        </a:defRPr>
                      </a:lvl7pPr>
                      <a:lvl8pPr marL="3200400" algn="l" defTabSz="914400" rtl="0" eaLnBrk="1" latinLnBrk="0" hangingPunct="1">
                        <a:defRPr kumimoji="1" sz="1800" b="1" kern="1200">
                          <a:solidFill>
                            <a:schemeClr val="lt1"/>
                          </a:solidFill>
                          <a:latin typeface="Calibri"/>
                        </a:defRPr>
                      </a:lvl8pPr>
                      <a:lvl9pPr marL="3657600" algn="l" defTabSz="914400" rtl="0" eaLnBrk="1" latinLnBrk="0" hangingPunct="1">
                        <a:defRPr kumimoji="1" sz="1800" b="1" kern="1200">
                          <a:solidFill>
                            <a:schemeClr val="lt1"/>
                          </a:solidFill>
                          <a:latin typeface="Calibri"/>
                        </a:defRPr>
                      </a:lvl9pPr>
                    </a:lstStyle>
                    <a:p>
                      <a:r>
                        <a:rPr kumimoji="1" lang="en-US" altLang="ja-JP" sz="1600" dirty="0">
                          <a:latin typeface="Meiryo UI" pitchFamily="50" charset="-128"/>
                          <a:ea typeface="Meiryo UI" pitchFamily="50" charset="-128"/>
                          <a:cs typeface="Meiryo UI" pitchFamily="50" charset="-128"/>
                        </a:rPr>
                        <a:t>Notes</a:t>
                      </a:r>
                      <a:endParaRPr kumimoji="1" lang="ja-JP" altLang="en-US" sz="1600" dirty="0">
                        <a:latin typeface="Meiryo UI" pitchFamily="50" charset="-128"/>
                        <a:ea typeface="Meiryo UI" pitchFamily="50" charset="-128"/>
                        <a:cs typeface="Meiryo UI"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extLst>
                  <a:ext uri="{0D108BD9-81ED-4DB2-BD59-A6C34878D82A}">
                    <a16:rowId xmlns:a16="http://schemas.microsoft.com/office/drawing/2014/main" val="10000"/>
                  </a:ext>
                </a:extLst>
              </a:tr>
              <a:tr h="180020">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r>
                        <a:rPr kumimoji="1" lang="en-US" altLang="ja-JP" sz="1400" dirty="0">
                          <a:latin typeface="Meiryo UI" pitchFamily="50" charset="-128"/>
                          <a:ea typeface="Meiryo UI" pitchFamily="50" charset="-128"/>
                          <a:cs typeface="Meiryo UI" pitchFamily="50" charset="-128"/>
                        </a:rPr>
                        <a:t>Engine</a:t>
                      </a:r>
                      <a:endParaRPr kumimoji="1" lang="ja-JP" altLang="en-US" sz="1400" dirty="0">
                        <a:latin typeface="Meiryo UI" pitchFamily="50" charset="-128"/>
                        <a:ea typeface="Meiryo UI" pitchFamily="50" charset="-128"/>
                        <a:cs typeface="Meiryo UI" pitchFamily="50" charset="-128"/>
                      </a:endParaRP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r>
                        <a:rPr kumimoji="1" lang="en-US" altLang="ja-JP" sz="1400" dirty="0">
                          <a:solidFill>
                            <a:srgbClr val="FF0000"/>
                          </a:solidFill>
                          <a:latin typeface="Meiryo UI" pitchFamily="50" charset="-128"/>
                          <a:ea typeface="Meiryo UI" pitchFamily="50" charset="-128"/>
                          <a:cs typeface="Meiryo UI" pitchFamily="50" charset="-128"/>
                        </a:rPr>
                        <a:t>When engine has damaged, or</a:t>
                      </a:r>
                      <a:r>
                        <a:rPr kumimoji="1" lang="en-US" altLang="ja-JP" sz="1400" baseline="0" dirty="0">
                          <a:solidFill>
                            <a:srgbClr val="FF0000"/>
                          </a:solidFill>
                          <a:latin typeface="Meiryo UI" pitchFamily="50" charset="-128"/>
                          <a:ea typeface="Meiryo UI" pitchFamily="50" charset="-128"/>
                          <a:cs typeface="Meiryo UI" pitchFamily="50" charset="-128"/>
                        </a:rPr>
                        <a:t> severe deterioration observed.</a:t>
                      </a:r>
                      <a:endParaRPr kumimoji="1" lang="en-US" altLang="ja-JP" sz="1400" dirty="0">
                        <a:solidFill>
                          <a:srgbClr val="FF0000"/>
                        </a:solidFill>
                        <a:latin typeface="Meiryo UI" pitchFamily="50" charset="-128"/>
                        <a:ea typeface="Meiryo UI" pitchFamily="50" charset="-128"/>
                        <a:cs typeface="Meiryo UI" pitchFamily="50" charset="-128"/>
                      </a:endParaRP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baseline="0" dirty="0">
                          <a:latin typeface="Meiryo UI" pitchFamily="50" charset="-128"/>
                          <a:ea typeface="Meiryo UI" pitchFamily="50" charset="-128"/>
                          <a:cs typeface="Meiryo UI" pitchFamily="50" charset="-128"/>
                        </a:rPr>
                        <a:t>Please request necessary numbers of engine in advance based on calibration plan.</a:t>
                      </a:r>
                    </a:p>
                  </a:txBody>
                  <a:tcPr>
                    <a:lnL w="12700" cmpd="sng">
                      <a:solidFill>
                        <a:sysClr val="window" lastClr="FFFFFF"/>
                      </a:solidFill>
                    </a:lnL>
                    <a:lnR w="12700" cmpd="sng">
                      <a:solidFill>
                        <a:sysClr val="window" lastClr="FFFFFF"/>
                      </a:solidFill>
                    </a:lnR>
                    <a:lnT w="381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10001"/>
                  </a:ext>
                </a:extLst>
              </a:tr>
              <a:tr h="180020">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r>
                        <a:rPr kumimoji="1" lang="en-US" altLang="ja-JP" sz="1400" dirty="0">
                          <a:latin typeface="Meiryo UI" pitchFamily="50" charset="-128"/>
                          <a:ea typeface="Meiryo UI" pitchFamily="50" charset="-128"/>
                          <a:cs typeface="Meiryo UI" pitchFamily="50" charset="-128"/>
                        </a:rPr>
                        <a:t>Engine Oil</a:t>
                      </a:r>
                      <a:endParaRPr kumimoji="1" lang="ja-JP" altLang="en-US" sz="1400" dirty="0">
                        <a:latin typeface="Meiryo UI" pitchFamily="50" charset="-128"/>
                        <a:ea typeface="Meiryo UI" pitchFamily="50" charset="-128"/>
                        <a:cs typeface="Meiryo UI"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r>
                        <a:rPr kumimoji="1" lang="en-US" altLang="ja-JP" sz="1400" dirty="0">
                          <a:latin typeface="Meiryo UI" pitchFamily="50" charset="-128"/>
                          <a:ea typeface="Meiryo UI" pitchFamily="50" charset="-128"/>
                          <a:cs typeface="Meiryo UI" pitchFamily="50" charset="-128"/>
                        </a:rPr>
                        <a:t>Check</a:t>
                      </a:r>
                      <a:r>
                        <a:rPr kumimoji="1" lang="en-US" altLang="ja-JP" sz="1400" baseline="0" dirty="0">
                          <a:latin typeface="Meiryo UI" pitchFamily="50" charset="-128"/>
                          <a:ea typeface="Meiryo UI" pitchFamily="50" charset="-128"/>
                          <a:cs typeface="Meiryo UI" pitchFamily="50" charset="-128"/>
                        </a:rPr>
                        <a:t> oil level gage and add necessary amount to upper level everyday.</a:t>
                      </a:r>
                    </a:p>
                    <a:p>
                      <a:r>
                        <a:rPr kumimoji="1" lang="en-US" altLang="ja-JP" sz="1400" baseline="0" dirty="0">
                          <a:latin typeface="Meiryo UI" pitchFamily="50" charset="-128"/>
                          <a:ea typeface="Meiryo UI" pitchFamily="50" charset="-128"/>
                          <a:cs typeface="Meiryo UI" pitchFamily="50" charset="-128"/>
                        </a:rPr>
                        <a:t>Change engine oil first after break-in, and then change it every 5000km.</a:t>
                      </a:r>
                      <a:endParaRPr kumimoji="1" lang="ja-JP" altLang="en-US" sz="1400" dirty="0">
                        <a:latin typeface="Meiryo UI" pitchFamily="50" charset="-128"/>
                        <a:ea typeface="Meiryo UI" pitchFamily="50" charset="-128"/>
                        <a:cs typeface="Meiryo UI" pitchFamily="50" charset="-128"/>
                      </a:endParaRPr>
                    </a:p>
                  </a:txBody>
                  <a:tcP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r>
                        <a:rPr kumimoji="1" lang="en-US" altLang="ja-JP" sz="1400" dirty="0">
                          <a:solidFill>
                            <a:schemeClr val="tx1"/>
                          </a:solidFill>
                          <a:latin typeface="Meiryo UI" pitchFamily="50" charset="-128"/>
                          <a:ea typeface="Meiryo UI" pitchFamily="50" charset="-128"/>
                          <a:cs typeface="Meiryo UI" pitchFamily="50" charset="-128"/>
                        </a:rPr>
                        <a:t>Necessary amount of engine oil</a:t>
                      </a:r>
                    </a:p>
                    <a:p>
                      <a:endParaRPr kumimoji="1" lang="en-US" altLang="ja-JP" sz="1400" dirty="0">
                        <a:solidFill>
                          <a:schemeClr val="tx1"/>
                        </a:solidFill>
                        <a:latin typeface="Meiryo UI" pitchFamily="50" charset="-128"/>
                        <a:ea typeface="Meiryo UI" pitchFamily="50" charset="-128"/>
                        <a:cs typeface="Meiryo UI" pitchFamily="50" charset="-128"/>
                      </a:endParaRPr>
                    </a:p>
                    <a:p>
                      <a:r>
                        <a:rPr kumimoji="1" lang="en-US" altLang="ja-JP" sz="1400" dirty="0">
                          <a:solidFill>
                            <a:schemeClr val="tx1"/>
                          </a:solidFill>
                          <a:latin typeface="Meiryo UI" pitchFamily="50" charset="-128"/>
                          <a:ea typeface="Meiryo UI" pitchFamily="50" charset="-128"/>
                          <a:cs typeface="Meiryo UI" pitchFamily="50" charset="-128"/>
                        </a:rPr>
                        <a:t>3.1 litter (w/o oil filter</a:t>
                      </a:r>
                      <a:r>
                        <a:rPr kumimoji="1" lang="en-US" altLang="ja-JP" sz="1400" baseline="0" dirty="0">
                          <a:solidFill>
                            <a:schemeClr val="tx1"/>
                          </a:solidFill>
                          <a:latin typeface="Meiryo UI" pitchFamily="50" charset="-128"/>
                          <a:ea typeface="Meiryo UI" pitchFamily="50" charset="-128"/>
                          <a:cs typeface="Meiryo UI" pitchFamily="50" charset="-128"/>
                        </a:rPr>
                        <a:t> change)</a:t>
                      </a: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dirty="0">
                          <a:solidFill>
                            <a:schemeClr val="tx1"/>
                          </a:solidFill>
                          <a:latin typeface="Meiryo UI" pitchFamily="50" charset="-128"/>
                          <a:ea typeface="Meiryo UI" pitchFamily="50" charset="-128"/>
                          <a:cs typeface="Meiryo UI" pitchFamily="50" charset="-128"/>
                        </a:rPr>
                        <a:t>3.3 litter (with oil filter</a:t>
                      </a:r>
                      <a:r>
                        <a:rPr kumimoji="1" lang="en-US" altLang="ja-JP" sz="1400" baseline="0" dirty="0">
                          <a:solidFill>
                            <a:schemeClr val="tx1"/>
                          </a:solidFill>
                          <a:latin typeface="Meiryo UI" pitchFamily="50" charset="-128"/>
                          <a:ea typeface="Meiryo UI" pitchFamily="50" charset="-128"/>
                          <a:cs typeface="Meiryo UI" pitchFamily="50" charset="-128"/>
                        </a:rPr>
                        <a:t> change)</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10002"/>
                  </a:ext>
                </a:extLst>
              </a:tr>
              <a:tr h="180020">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r>
                        <a:rPr kumimoji="1" lang="en-US" altLang="ja-JP" sz="1400" dirty="0">
                          <a:latin typeface="Meiryo UI" pitchFamily="50" charset="-128"/>
                          <a:ea typeface="Meiryo UI" pitchFamily="50" charset="-128"/>
                          <a:cs typeface="Meiryo UI" pitchFamily="50" charset="-128"/>
                        </a:rPr>
                        <a:t>Oil Filter</a:t>
                      </a:r>
                      <a:endParaRPr kumimoji="1" lang="ja-JP" altLang="en-US" sz="1400" dirty="0">
                        <a:latin typeface="Meiryo UI" pitchFamily="50" charset="-128"/>
                        <a:ea typeface="Meiryo UI" pitchFamily="50" charset="-128"/>
                        <a:cs typeface="Meiryo UI"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r>
                        <a:rPr kumimoji="1" lang="en-US" altLang="ja-JP" sz="1400" baseline="0" dirty="0">
                          <a:latin typeface="Meiryo UI" pitchFamily="50" charset="-128"/>
                          <a:ea typeface="Meiryo UI" pitchFamily="50" charset="-128"/>
                          <a:cs typeface="Meiryo UI" pitchFamily="50" charset="-128"/>
                        </a:rPr>
                        <a:t>Should be replaced every 10000km</a:t>
                      </a:r>
                      <a:endParaRPr kumimoji="1" lang="ja-JP" altLang="en-US" sz="1400" dirty="0">
                        <a:latin typeface="Meiryo UI" pitchFamily="50" charset="-128"/>
                        <a:ea typeface="Meiryo UI" pitchFamily="50" charset="-128"/>
                        <a:cs typeface="Meiryo UI" pitchFamily="50" charset="-128"/>
                      </a:endParaRPr>
                    </a:p>
                  </a:txBody>
                  <a:tcP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endParaRPr kumimoji="1" lang="ja-JP" altLang="en-US" sz="1400" dirty="0">
                        <a:solidFill>
                          <a:schemeClr val="tx1"/>
                        </a:solidFill>
                        <a:latin typeface="Meiryo UI" pitchFamily="50" charset="-128"/>
                        <a:ea typeface="Meiryo UI" pitchFamily="50" charset="-128"/>
                        <a:cs typeface="Meiryo UI"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10003"/>
                  </a:ext>
                </a:extLst>
              </a:tr>
              <a:tr h="219864">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r>
                        <a:rPr kumimoji="1" lang="en-US" altLang="ja-JP" sz="1400" dirty="0">
                          <a:latin typeface="Meiryo UI" pitchFamily="50" charset="-128"/>
                          <a:ea typeface="Meiryo UI" pitchFamily="50" charset="-128"/>
                          <a:cs typeface="Meiryo UI" pitchFamily="50" charset="-128"/>
                        </a:rPr>
                        <a:t>Tappet clearance</a:t>
                      </a:r>
                      <a:endParaRPr kumimoji="1" lang="ja-JP" altLang="en-US" sz="1400" dirty="0">
                        <a:latin typeface="Meiryo UI" pitchFamily="50" charset="-128"/>
                        <a:ea typeface="Meiryo UI" pitchFamily="50" charset="-128"/>
                        <a:cs typeface="Meiryo UI"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pPr marL="0" marR="0" indent="0" defTabSz="914400" rtl="0" eaLnBrk="1" fontAlgn="base" latinLnBrk="0" hangingPunct="1">
                        <a:lnSpc>
                          <a:spcPct val="100000"/>
                        </a:lnSpc>
                        <a:spcBef>
                          <a:spcPct val="0"/>
                        </a:spcBef>
                        <a:spcAft>
                          <a:spcPct val="0"/>
                        </a:spcAft>
                        <a:buClrTx/>
                        <a:buSzTx/>
                        <a:buFontTx/>
                        <a:buNone/>
                        <a:tabLst/>
                      </a:pPr>
                      <a:r>
                        <a:rPr kumimoji="1" lang="en-US" altLang="ja-JP" sz="1400" dirty="0">
                          <a:latin typeface="Meiryo UI" pitchFamily="50" charset="-128"/>
                          <a:ea typeface="Meiryo UI" pitchFamily="50" charset="-128"/>
                          <a:cs typeface="Meiryo UI" pitchFamily="50" charset="-128"/>
                        </a:rPr>
                        <a:t>Should be</a:t>
                      </a:r>
                      <a:r>
                        <a:rPr kumimoji="1" lang="en-US" altLang="ja-JP" sz="1400" baseline="0" dirty="0">
                          <a:latin typeface="Meiryo UI" pitchFamily="50" charset="-128"/>
                          <a:ea typeface="Meiryo UI" pitchFamily="50" charset="-128"/>
                          <a:cs typeface="Meiryo UI" pitchFamily="50" charset="-128"/>
                        </a:rPr>
                        <a:t> checked &amp; adjusted </a:t>
                      </a:r>
                      <a:r>
                        <a:rPr lang="en-US" altLang="ja-JP" sz="1400" dirty="0">
                          <a:solidFill>
                            <a:schemeClr val="tx2"/>
                          </a:solidFill>
                          <a:ea typeface="HG創英角ｺﾞｼｯｸUB" pitchFamily="49" charset="-128"/>
                        </a:rPr>
                        <a:t>After start-up and test (EMS requirement toughness verification) or every 25000km.</a:t>
                      </a:r>
                      <a:endParaRPr kumimoji="1" lang="ja-JP" altLang="en-US" sz="1400" b="0" i="0" u="none" strike="noStrike" cap="none" normalizeH="0" baseline="0" dirty="0">
                        <a:ln>
                          <a:noFill/>
                        </a:ln>
                        <a:solidFill>
                          <a:schemeClr val="tx2"/>
                        </a:solidFill>
                        <a:effectLst/>
                        <a:ea typeface="HG創英角ｺﾞｼｯｸUB" pitchFamily="49" charset="-128"/>
                      </a:endParaRPr>
                    </a:p>
                  </a:txBody>
                  <a:tcP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r>
                        <a:rPr kumimoji="1" lang="en-US" altLang="ja-JP" sz="1400" dirty="0">
                          <a:solidFill>
                            <a:schemeClr val="tx1"/>
                          </a:solidFill>
                          <a:latin typeface="Meiryo UI" pitchFamily="50" charset="-128"/>
                          <a:ea typeface="Meiryo UI" pitchFamily="50" charset="-128"/>
                          <a:cs typeface="Meiryo UI" pitchFamily="50" charset="-128"/>
                        </a:rPr>
                        <a:t>IN ; 0.23</a:t>
                      </a:r>
                    </a:p>
                    <a:p>
                      <a:r>
                        <a:rPr kumimoji="1" lang="en-US" altLang="ja-JP" sz="1400" dirty="0">
                          <a:solidFill>
                            <a:schemeClr val="tx1"/>
                          </a:solidFill>
                          <a:latin typeface="Meiryo UI" pitchFamily="50" charset="-128"/>
                          <a:ea typeface="Meiryo UI" pitchFamily="50" charset="-128"/>
                          <a:cs typeface="Meiryo UI" pitchFamily="50" charset="-128"/>
                        </a:rPr>
                        <a:t>EX</a:t>
                      </a:r>
                      <a:r>
                        <a:rPr kumimoji="1" lang="en-US" altLang="ja-JP" sz="1400" baseline="0" dirty="0">
                          <a:solidFill>
                            <a:schemeClr val="tx1"/>
                          </a:solidFill>
                          <a:latin typeface="Meiryo UI" pitchFamily="50" charset="-128"/>
                          <a:ea typeface="Meiryo UI" pitchFamily="50" charset="-128"/>
                          <a:cs typeface="Meiryo UI" pitchFamily="50" charset="-128"/>
                        </a:rPr>
                        <a:t> ; 0.27</a:t>
                      </a:r>
                      <a:endParaRPr kumimoji="1" lang="en-US" altLang="ja-JP" sz="1400" dirty="0">
                        <a:solidFill>
                          <a:schemeClr val="tx1"/>
                        </a:solidFill>
                        <a:latin typeface="Meiryo UI" pitchFamily="50" charset="-128"/>
                        <a:ea typeface="Meiryo UI" pitchFamily="50" charset="-128"/>
                        <a:cs typeface="Meiryo UI"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10004"/>
                  </a:ext>
                </a:extLst>
              </a:tr>
              <a:tr h="180020">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r>
                        <a:rPr kumimoji="1" lang="en-US" altLang="ja-JP" sz="1400" dirty="0">
                          <a:latin typeface="Meiryo UI" pitchFamily="50" charset="-128"/>
                          <a:ea typeface="Meiryo UI" pitchFamily="50" charset="-128"/>
                          <a:cs typeface="Meiryo UI" pitchFamily="50" charset="-128"/>
                        </a:rPr>
                        <a:t>Spark plug gap</a:t>
                      </a:r>
                      <a:endParaRPr kumimoji="1" lang="ja-JP" altLang="en-US" sz="1400" dirty="0">
                        <a:latin typeface="Meiryo UI" pitchFamily="50" charset="-128"/>
                        <a:ea typeface="Meiryo UI" pitchFamily="50" charset="-128"/>
                        <a:cs typeface="Meiryo UI"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dirty="0">
                          <a:latin typeface="Meiryo UI" pitchFamily="50" charset="-128"/>
                          <a:ea typeface="Meiryo UI" pitchFamily="50" charset="-128"/>
                          <a:cs typeface="Meiryo UI" pitchFamily="50" charset="-128"/>
                        </a:rPr>
                        <a:t>Should be</a:t>
                      </a:r>
                      <a:r>
                        <a:rPr kumimoji="1" lang="en-US" altLang="ja-JP" sz="1400" baseline="0" dirty="0">
                          <a:latin typeface="Meiryo UI" pitchFamily="50" charset="-128"/>
                          <a:ea typeface="Meiryo UI" pitchFamily="50" charset="-128"/>
                          <a:cs typeface="Meiryo UI" pitchFamily="50" charset="-128"/>
                        </a:rPr>
                        <a:t> checked every 20000km</a:t>
                      </a:r>
                      <a:endParaRPr kumimoji="1" lang="en-US" altLang="ja-JP" sz="1400" dirty="0">
                        <a:latin typeface="Meiryo UI" pitchFamily="50" charset="-128"/>
                        <a:ea typeface="Meiryo UI" pitchFamily="50" charset="-128"/>
                        <a:cs typeface="Meiryo UI"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r>
                        <a:rPr kumimoji="1" lang="en-US" altLang="ja-JP" sz="1400" dirty="0">
                          <a:latin typeface="Meiryo UI" pitchFamily="50" charset="-128"/>
                          <a:ea typeface="Meiryo UI" pitchFamily="50" charset="-128"/>
                          <a:cs typeface="Meiryo UI" pitchFamily="50" charset="-128"/>
                        </a:rPr>
                        <a:t>Exchange</a:t>
                      </a:r>
                      <a:r>
                        <a:rPr kumimoji="1" lang="en-US" altLang="ja-JP" sz="1400" baseline="0" dirty="0">
                          <a:latin typeface="Meiryo UI" pitchFamily="50" charset="-128"/>
                          <a:ea typeface="Meiryo UI" pitchFamily="50" charset="-128"/>
                          <a:cs typeface="Meiryo UI" pitchFamily="50" charset="-128"/>
                        </a:rPr>
                        <a:t> the plugs if the gap became 1.20mm or more.</a:t>
                      </a:r>
                    </a:p>
                    <a:p>
                      <a:r>
                        <a:rPr kumimoji="1" lang="en-US" altLang="ja-JP" sz="1400" baseline="0" dirty="0">
                          <a:latin typeface="Meiryo UI" pitchFamily="50" charset="-128"/>
                          <a:ea typeface="Meiryo UI" pitchFamily="50" charset="-128"/>
                          <a:cs typeface="Meiryo UI" pitchFamily="50" charset="-128"/>
                        </a:rPr>
                        <a:t>(</a:t>
                      </a:r>
                      <a:r>
                        <a:rPr kumimoji="1" lang="nl-NL" altLang="ja-JP" sz="1400" baseline="0" dirty="0">
                          <a:latin typeface="Meiryo UI" pitchFamily="50" charset="-128"/>
                          <a:ea typeface="Meiryo UI" pitchFamily="50" charset="-128"/>
                          <a:cs typeface="Meiryo UI" pitchFamily="50" charset="-128"/>
                        </a:rPr>
                        <a:t>Initial GAP is 1.1 ~ 1.0mm</a:t>
                      </a:r>
                      <a:r>
                        <a:rPr kumimoji="1" lang="en-US" altLang="ja-JP" sz="1400" baseline="0" dirty="0">
                          <a:latin typeface="Meiryo UI" pitchFamily="50" charset="-128"/>
                          <a:ea typeface="Meiryo UI" pitchFamily="50" charset="-128"/>
                          <a:cs typeface="Meiryo UI" pitchFamily="50" charset="-128"/>
                        </a:rPr>
                        <a:t>)</a:t>
                      </a:r>
                      <a:endParaRPr kumimoji="1" lang="ja-JP" altLang="en-US" sz="1400" dirty="0">
                        <a:latin typeface="Meiryo UI" pitchFamily="50" charset="-128"/>
                        <a:ea typeface="Meiryo UI" pitchFamily="50" charset="-128"/>
                        <a:cs typeface="Meiryo UI" pitchFamily="50" charset="-128"/>
                      </a:endParaRPr>
                    </a:p>
                  </a:txBody>
                  <a:tcPr>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10005"/>
                  </a:ext>
                </a:extLst>
              </a:tr>
              <a:tr h="180020">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r>
                        <a:rPr kumimoji="1" lang="en-US" altLang="ja-JP" sz="1400" dirty="0">
                          <a:latin typeface="Meiryo UI" pitchFamily="50" charset="-128"/>
                          <a:ea typeface="Meiryo UI" pitchFamily="50" charset="-128"/>
                          <a:cs typeface="Meiryo UI" pitchFamily="50" charset="-128"/>
                        </a:rPr>
                        <a:t>Air filter</a:t>
                      </a:r>
                      <a:endParaRPr kumimoji="1" lang="ja-JP" altLang="en-US" sz="1400" dirty="0">
                        <a:latin typeface="Meiryo UI" pitchFamily="50" charset="-128"/>
                        <a:ea typeface="Meiryo UI" pitchFamily="50" charset="-128"/>
                        <a:cs typeface="Meiryo UI"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dirty="0">
                          <a:latin typeface="Meiryo UI" pitchFamily="50" charset="-128"/>
                          <a:ea typeface="Meiryo UI" pitchFamily="50" charset="-128"/>
                          <a:cs typeface="Meiryo UI" pitchFamily="50" charset="-128"/>
                        </a:rPr>
                        <a:t>Should be</a:t>
                      </a:r>
                      <a:r>
                        <a:rPr kumimoji="1" lang="en-US" altLang="ja-JP" sz="1400" baseline="0" dirty="0">
                          <a:latin typeface="Meiryo UI" pitchFamily="50" charset="-128"/>
                          <a:ea typeface="Meiryo UI" pitchFamily="50" charset="-128"/>
                          <a:cs typeface="Meiryo UI" pitchFamily="50" charset="-128"/>
                        </a:rPr>
                        <a:t> checked every 10000km</a:t>
                      </a:r>
                      <a:endParaRPr kumimoji="1" lang="en-US" altLang="ja-JP" sz="1400" dirty="0">
                        <a:latin typeface="Meiryo UI" pitchFamily="50" charset="-128"/>
                        <a:ea typeface="Meiryo UI" pitchFamily="50" charset="-128"/>
                        <a:cs typeface="Meiryo UI"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dirty="0">
                          <a:latin typeface="Meiryo UI" pitchFamily="50" charset="-128"/>
                          <a:ea typeface="Meiryo UI" pitchFamily="50" charset="-128"/>
                          <a:cs typeface="Meiryo UI" pitchFamily="50" charset="-128"/>
                        </a:rPr>
                        <a:t>To</a:t>
                      </a:r>
                      <a:r>
                        <a:rPr kumimoji="1" lang="en-US" altLang="ja-JP" sz="1400" baseline="0" dirty="0">
                          <a:latin typeface="Meiryo UI" pitchFamily="50" charset="-128"/>
                          <a:ea typeface="Meiryo UI" pitchFamily="50" charset="-128"/>
                          <a:cs typeface="Meiryo UI" pitchFamily="50" charset="-128"/>
                        </a:rPr>
                        <a:t> be replaced</a:t>
                      </a:r>
                      <a:r>
                        <a:rPr kumimoji="1" lang="en-US" altLang="ja-JP" sz="1400" dirty="0">
                          <a:latin typeface="Meiryo UI" pitchFamily="50" charset="-128"/>
                          <a:ea typeface="Meiryo UI" pitchFamily="50" charset="-128"/>
                          <a:cs typeface="Meiryo UI" pitchFamily="50" charset="-128"/>
                        </a:rPr>
                        <a:t> 50000km.</a:t>
                      </a:r>
                      <a:endParaRPr kumimoji="1" lang="ja-JP" altLang="en-US" sz="1400" dirty="0">
                        <a:latin typeface="Meiryo UI" pitchFamily="50" charset="-128"/>
                        <a:ea typeface="Meiryo UI" pitchFamily="50" charset="-128"/>
                        <a:cs typeface="Meiryo UI"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r>
                        <a:rPr kumimoji="1" lang="en-US" altLang="ja-JP" sz="1400" dirty="0">
                          <a:latin typeface="Meiryo UI" pitchFamily="50" charset="-128"/>
                          <a:ea typeface="Meiryo UI" pitchFamily="50" charset="-128"/>
                          <a:cs typeface="Meiryo UI" pitchFamily="50" charset="-128"/>
                        </a:rPr>
                        <a:t>In case there</a:t>
                      </a:r>
                      <a:r>
                        <a:rPr kumimoji="1" lang="en-US" altLang="ja-JP" sz="1400" baseline="0" dirty="0">
                          <a:latin typeface="Meiryo UI" pitchFamily="50" charset="-128"/>
                          <a:ea typeface="Meiryo UI" pitchFamily="50" charset="-128"/>
                          <a:cs typeface="Meiryo UI" pitchFamily="50" charset="-128"/>
                        </a:rPr>
                        <a:t> are much dust, filter should be replaced with new one.</a:t>
                      </a:r>
                      <a:endParaRPr kumimoji="1" lang="ja-JP" altLang="en-US" sz="1400" dirty="0">
                        <a:latin typeface="Meiryo UI" pitchFamily="50" charset="-128"/>
                        <a:ea typeface="Meiryo UI" pitchFamily="50" charset="-128"/>
                        <a:cs typeface="Meiryo UI"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10006"/>
                  </a:ext>
                </a:extLst>
              </a:tr>
              <a:tr h="180020">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endParaRPr kumimoji="1" lang="ja-JP" altLang="en-US" sz="1400" dirty="0">
                        <a:latin typeface="Meiryo UI" pitchFamily="50" charset="-128"/>
                        <a:ea typeface="Meiryo UI" pitchFamily="50" charset="-128"/>
                        <a:cs typeface="Meiryo UI"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endParaRPr kumimoji="1" lang="ja-JP" altLang="en-US" sz="1400" dirty="0">
                        <a:latin typeface="Meiryo UI" pitchFamily="50" charset="-128"/>
                        <a:ea typeface="Meiryo UI" pitchFamily="50" charset="-128"/>
                        <a:cs typeface="Meiryo UI"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endParaRPr kumimoji="1" lang="ja-JP" altLang="en-US" sz="1400" dirty="0">
                        <a:latin typeface="Meiryo UI" pitchFamily="50" charset="-128"/>
                        <a:ea typeface="Meiryo UI" pitchFamily="50" charset="-128"/>
                        <a:cs typeface="Meiryo UI"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1615867369"/>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 Box 2"/>
          <p:cNvSpPr txBox="1">
            <a:spLocks noChangeArrowheads="1"/>
          </p:cNvSpPr>
          <p:nvPr/>
        </p:nvSpPr>
        <p:spPr bwMode="auto">
          <a:xfrm>
            <a:off x="250829" y="44450"/>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2000">
                <a:solidFill>
                  <a:srgbClr val="FFFFFF"/>
                </a:solidFill>
                <a:latin typeface="Meiryo UI" panose="020B0604030504040204" pitchFamily="50" charset="-128"/>
                <a:ea typeface="Meiryo UI" panose="020B0604030504040204" pitchFamily="50" charset="-128"/>
                <a:cs typeface="Arial" pitchFamily="34" charset="0"/>
              </a:rPr>
              <a:t>21. Miscellaneous</a:t>
            </a:r>
            <a:r>
              <a:rPr lang="ja-JP" altLang="en-US" sz="2000">
                <a:solidFill>
                  <a:srgbClr val="FFFFFF"/>
                </a:solidFill>
                <a:latin typeface="Meiryo UI" panose="020B0604030504040204" pitchFamily="50" charset="-128"/>
                <a:ea typeface="Meiryo UI" panose="020B0604030504040204" pitchFamily="50" charset="-128"/>
                <a:cs typeface="Arial" pitchFamily="34" charset="0"/>
              </a:rPr>
              <a:t> </a:t>
            </a:r>
            <a:r>
              <a:rPr lang="en-US" altLang="ja-JP" sz="2000">
                <a:solidFill>
                  <a:srgbClr val="FFFFFF"/>
                </a:solidFill>
                <a:latin typeface="Meiryo UI" panose="020B0604030504040204" pitchFamily="50" charset="-128"/>
                <a:ea typeface="Meiryo UI" panose="020B0604030504040204" pitchFamily="50" charset="-128"/>
                <a:cs typeface="Arial" pitchFamily="34" charset="0"/>
              </a:rPr>
              <a:t>Guidelines</a:t>
            </a:r>
            <a:r>
              <a:rPr lang="ja-JP" altLang="en-US" sz="2000">
                <a:solidFill>
                  <a:srgbClr val="FFFFFF"/>
                </a:solidFill>
                <a:latin typeface="Meiryo UI" panose="020B0604030504040204" pitchFamily="50" charset="-128"/>
                <a:ea typeface="Meiryo UI" panose="020B0604030504040204" pitchFamily="50" charset="-128"/>
                <a:cs typeface="Arial" pitchFamily="34" charset="0"/>
              </a:rPr>
              <a:t> </a:t>
            </a:r>
            <a:r>
              <a:rPr lang="en-US" altLang="ja-JP" sz="2000">
                <a:solidFill>
                  <a:srgbClr val="FFFFFF"/>
                </a:solidFill>
                <a:latin typeface="Meiryo UI" panose="020B0604030504040204" pitchFamily="50" charset="-128"/>
                <a:ea typeface="Meiryo UI" panose="020B0604030504040204" pitchFamily="50" charset="-128"/>
                <a:cs typeface="Arial" pitchFamily="34" charset="0"/>
              </a:rPr>
              <a:t>(14/16)</a:t>
            </a:r>
            <a:endParaRPr lang="en-US" altLang="ja-JP" sz="1100">
              <a:solidFill>
                <a:srgbClr val="FFFFFF"/>
              </a:solidFill>
              <a:latin typeface="HGPｺﾞｼｯｸE" pitchFamily="50" charset="-128"/>
              <a:ea typeface="HGPｺﾞｼｯｸE" pitchFamily="50" charset="-128"/>
              <a:cs typeface="Arial" pitchFamily="34" charset="0"/>
            </a:endParaRPr>
          </a:p>
        </p:txBody>
      </p:sp>
      <p:sp>
        <p:nvSpPr>
          <p:cNvPr id="8" name="テキスト ボックス 7"/>
          <p:cNvSpPr txBox="1"/>
          <p:nvPr/>
        </p:nvSpPr>
        <p:spPr>
          <a:xfrm>
            <a:off x="146327" y="531996"/>
            <a:ext cx="8399419" cy="4647426"/>
          </a:xfrm>
          <a:prstGeom prst="rect">
            <a:avLst/>
          </a:prstGeom>
          <a:noFill/>
        </p:spPr>
        <p:txBody>
          <a:bodyPr wrap="square" rtlCol="0">
            <a:spAutoFit/>
          </a:bodyPr>
          <a:lstStyle/>
          <a:p>
            <a:pPr algn="l">
              <a:spcBef>
                <a:spcPts val="300"/>
              </a:spcBef>
            </a:pPr>
            <a:r>
              <a:rPr lang="en-US" altLang="ja-JP" sz="1800" b="1" u="sng" dirty="0">
                <a:latin typeface="Meiryo UI" panose="020B0604030504040204" pitchFamily="50" charset="-128"/>
                <a:ea typeface="Meiryo UI" panose="020B0604030504040204" pitchFamily="50" charset="-128"/>
              </a:rPr>
              <a:t>Spare Parts List</a:t>
            </a:r>
          </a:p>
          <a:p>
            <a:pPr algn="l">
              <a:spcBef>
                <a:spcPts val="300"/>
              </a:spcBef>
            </a:pPr>
            <a:endParaRPr kumimoji="1" lang="en-US" altLang="ja-JP" sz="1400" dirty="0">
              <a:latin typeface="Meiryo UI" panose="020B0604030504040204" pitchFamily="50" charset="-128"/>
              <a:ea typeface="Meiryo UI" panose="020B0604030504040204" pitchFamily="50" charset="-128"/>
            </a:endParaRPr>
          </a:p>
          <a:p>
            <a:pPr algn="l">
              <a:spcBef>
                <a:spcPts val="300"/>
              </a:spcBef>
            </a:pPr>
            <a:r>
              <a:rPr lang="en-US" altLang="ja-JP" sz="1400" dirty="0">
                <a:latin typeface="Meiryo UI" panose="020B0604030504040204" pitchFamily="50" charset="-128"/>
                <a:ea typeface="Meiryo UI" panose="020B0604030504040204" pitchFamily="50" charset="-128"/>
              </a:rPr>
              <a:t>Spare parts</a:t>
            </a:r>
            <a:r>
              <a:rPr lang="ja-JP" altLang="en-US" sz="1400" dirty="0">
                <a:latin typeface="Meiryo UI" panose="020B0604030504040204" pitchFamily="50" charset="-128"/>
                <a:ea typeface="Meiryo UI" panose="020B0604030504040204" pitchFamily="50" charset="-128"/>
              </a:rPr>
              <a:t>の要求と管理</a:t>
            </a:r>
            <a:endParaRPr lang="en-US" altLang="ja-JP" sz="1400" dirty="0">
              <a:latin typeface="Meiryo UI" panose="020B0604030504040204" pitchFamily="50" charset="-128"/>
              <a:ea typeface="Meiryo UI" panose="020B0604030504040204" pitchFamily="50" charset="-128"/>
            </a:endParaRPr>
          </a:p>
          <a:p>
            <a:pPr algn="l">
              <a:spcBef>
                <a:spcPts val="300"/>
              </a:spcBef>
            </a:pP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kumimoji="1" lang="en-US" altLang="ja-JP" sz="1400" dirty="0">
                <a:latin typeface="Meiryo UI" panose="020B0604030504040204" pitchFamily="50" charset="-128"/>
                <a:ea typeface="Meiryo UI" panose="020B0604030504040204" pitchFamily="50" charset="-128"/>
              </a:rPr>
              <a:t> shall request which parts is needed, quantity of </a:t>
            </a:r>
            <a:r>
              <a:rPr lang="en-US" altLang="ja-JP" sz="1400" dirty="0">
                <a:latin typeface="Meiryo UI" panose="020B0604030504040204" pitchFamily="50" charset="-128"/>
                <a:ea typeface="Meiryo UI" panose="020B0604030504040204" pitchFamily="50" charset="-128"/>
              </a:rPr>
              <a:t>spare parts and timing </a:t>
            </a:r>
            <a:r>
              <a:rPr kumimoji="1" lang="en-US" altLang="ja-JP" sz="1400" dirty="0">
                <a:latin typeface="Meiryo UI" panose="020B0604030504040204" pitchFamily="50" charset="-128"/>
                <a:ea typeface="Meiryo UI" panose="020B0604030504040204" pitchFamily="50" charset="-128"/>
              </a:rPr>
              <a:t>to Honda at the quotation timing.</a:t>
            </a:r>
          </a:p>
          <a:p>
            <a:pPr algn="l">
              <a:spcBef>
                <a:spcPts val="300"/>
              </a:spcBef>
            </a:pP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kumimoji="1" lang="en-US" altLang="ja-JP" sz="1400" dirty="0">
                <a:latin typeface="Meiryo UI" panose="020B0604030504040204" pitchFamily="50" charset="-128"/>
                <a:ea typeface="Meiryo UI" panose="020B0604030504040204" pitchFamily="50" charset="-128"/>
              </a:rPr>
              <a:t> and Honda shall discuss if they are really needed.</a:t>
            </a:r>
          </a:p>
          <a:p>
            <a:pPr algn="l">
              <a:spcBef>
                <a:spcPts val="300"/>
              </a:spcBef>
            </a:pPr>
            <a:r>
              <a:rPr kumimoji="1" lang="en-US" altLang="ja-JP" sz="1400" dirty="0">
                <a:latin typeface="Meiryo UI" panose="020B0604030504040204" pitchFamily="50" charset="-128"/>
                <a:ea typeface="Meiryo UI" panose="020B0604030504040204" pitchFamily="50" charset="-128"/>
              </a:rPr>
              <a:t>Honda is required to provide the agreed spare parts at agreed timing.</a:t>
            </a:r>
          </a:p>
          <a:p>
            <a:pPr algn="l">
              <a:spcBef>
                <a:spcPts val="300"/>
              </a:spcBef>
            </a:pPr>
            <a:endParaRPr lang="en-US" altLang="ja-JP" sz="1400" dirty="0">
              <a:latin typeface="Meiryo UI" panose="020B0604030504040204" pitchFamily="50" charset="-128"/>
              <a:ea typeface="Meiryo UI" panose="020B0604030504040204" pitchFamily="50" charset="-128"/>
            </a:endParaRPr>
          </a:p>
          <a:p>
            <a:pPr algn="l">
              <a:spcBef>
                <a:spcPts val="300"/>
              </a:spcBef>
            </a:pPr>
            <a:r>
              <a:rPr kumimoji="1" lang="en-US" altLang="ja-JP" sz="1400" dirty="0">
                <a:latin typeface="Meiryo UI" panose="020B0604030504040204" pitchFamily="50" charset="-128"/>
                <a:ea typeface="Meiryo UI" panose="020B0604030504040204" pitchFamily="50" charset="-128"/>
              </a:rPr>
              <a:t>Spare parts shall be checked with the attached excel file by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dirty="0">
                <a:latin typeface="Meiryo UI" panose="020B0604030504040204" pitchFamily="50" charset="-128"/>
                <a:ea typeface="Meiryo UI" panose="020B0604030504040204" pitchFamily="50" charset="-128"/>
              </a:rPr>
              <a:t> </a:t>
            </a:r>
            <a:r>
              <a:rPr kumimoji="1" lang="en-US" altLang="ja-JP" sz="1400" dirty="0">
                <a:latin typeface="Meiryo UI" panose="020B0604030504040204" pitchFamily="50" charset="-128"/>
                <a:ea typeface="Meiryo UI" panose="020B0604030504040204" pitchFamily="50" charset="-128"/>
              </a:rPr>
              <a:t>.</a:t>
            </a:r>
          </a:p>
          <a:p>
            <a:pPr algn="l">
              <a:spcBef>
                <a:spcPts val="300"/>
              </a:spcBef>
            </a:pPr>
            <a:r>
              <a:rPr lang="en-US" altLang="ja-JP" sz="1400" dirty="0">
                <a:latin typeface="Meiryo UI" panose="020B0604030504040204" pitchFamily="50" charset="-128"/>
                <a:ea typeface="Meiryo UI" panose="020B0604030504040204" pitchFamily="50" charset="-128"/>
              </a:rPr>
              <a:t>Once it is updated by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dirty="0">
                <a:latin typeface="Meiryo UI" panose="020B0604030504040204" pitchFamily="50" charset="-128"/>
                <a:ea typeface="Meiryo UI" panose="020B0604030504040204" pitchFamily="50" charset="-128"/>
              </a:rPr>
              <a:t> , it shall be shared with Honda.</a:t>
            </a:r>
          </a:p>
          <a:p>
            <a:pPr algn="l">
              <a:spcBef>
                <a:spcPts val="300"/>
              </a:spcBef>
            </a:pPr>
            <a:endParaRPr kumimoji="1" lang="en-US" altLang="ja-JP" sz="1400" dirty="0">
              <a:latin typeface="Meiryo UI" panose="020B0604030504040204" pitchFamily="50" charset="-128"/>
              <a:ea typeface="Meiryo UI" panose="020B0604030504040204" pitchFamily="50" charset="-128"/>
            </a:endParaRPr>
          </a:p>
          <a:p>
            <a:pPr algn="l">
              <a:spcBef>
                <a:spcPts val="300"/>
              </a:spcBef>
            </a:pPr>
            <a:endParaRPr lang="en-US" altLang="ja-JP" sz="1400" dirty="0">
              <a:latin typeface="Meiryo UI" panose="020B0604030504040204" pitchFamily="50" charset="-128"/>
              <a:ea typeface="Meiryo UI" panose="020B0604030504040204" pitchFamily="50" charset="-128"/>
            </a:endParaRPr>
          </a:p>
          <a:p>
            <a:pPr algn="l">
              <a:spcBef>
                <a:spcPts val="300"/>
              </a:spcBef>
            </a:pP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latin typeface="Meiryo UI" panose="020B0604030504040204" pitchFamily="50" charset="-128"/>
                <a:ea typeface="Meiryo UI" panose="020B0604030504040204" pitchFamily="50" charset="-128"/>
              </a:rPr>
              <a:t>は</a:t>
            </a:r>
            <a:r>
              <a:rPr lang="en-US" altLang="ja-JP" sz="1400" dirty="0">
                <a:latin typeface="Meiryo UI" panose="020B0604030504040204" pitchFamily="50" charset="-128"/>
                <a:ea typeface="Meiryo UI" panose="020B0604030504040204" pitchFamily="50" charset="-128"/>
              </a:rPr>
              <a:t>Honda</a:t>
            </a:r>
            <a:r>
              <a:rPr lang="ja-JP" altLang="en-US" sz="1400" dirty="0">
                <a:latin typeface="Meiryo UI" panose="020B0604030504040204" pitchFamily="50" charset="-128"/>
                <a:ea typeface="Meiryo UI" panose="020B0604030504040204" pitchFamily="50" charset="-128"/>
              </a:rPr>
              <a:t>に必要なスペアパーツと個数と時期を見積提出時期に要求すること。</a:t>
            </a:r>
            <a:endParaRPr lang="en-US" altLang="ja-JP" sz="1400" dirty="0">
              <a:latin typeface="Meiryo UI" panose="020B0604030504040204" pitchFamily="50" charset="-128"/>
              <a:ea typeface="Meiryo UI" panose="020B0604030504040204" pitchFamily="50" charset="-128"/>
            </a:endParaRPr>
          </a:p>
          <a:p>
            <a:pPr algn="l">
              <a:spcBef>
                <a:spcPts val="300"/>
              </a:spcBef>
            </a:pP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latin typeface="Meiryo UI" panose="020B0604030504040204" pitchFamily="50" charset="-128"/>
                <a:ea typeface="Meiryo UI" panose="020B0604030504040204" pitchFamily="50" charset="-128"/>
              </a:rPr>
              <a:t>と</a:t>
            </a:r>
            <a:r>
              <a:rPr lang="en-US" altLang="ja-JP" sz="1400" dirty="0">
                <a:latin typeface="Meiryo UI" panose="020B0604030504040204" pitchFamily="50" charset="-128"/>
                <a:ea typeface="Meiryo UI" panose="020B0604030504040204" pitchFamily="50" charset="-128"/>
              </a:rPr>
              <a:t>Honda</a:t>
            </a:r>
            <a:r>
              <a:rPr lang="ja-JP" altLang="en-US" sz="1400" dirty="0">
                <a:latin typeface="Meiryo UI" panose="020B0604030504040204" pitchFamily="50" charset="-128"/>
                <a:ea typeface="Meiryo UI" panose="020B0604030504040204" pitchFamily="50" charset="-128"/>
              </a:rPr>
              <a:t>は協議を行い、必要性を検討する。</a:t>
            </a:r>
            <a:endParaRPr lang="en-US" altLang="ja-JP" sz="1400" dirty="0">
              <a:latin typeface="Meiryo UI" panose="020B0604030504040204" pitchFamily="50" charset="-128"/>
              <a:ea typeface="Meiryo UI" panose="020B0604030504040204" pitchFamily="50" charset="-128"/>
            </a:endParaRPr>
          </a:p>
          <a:p>
            <a:pPr algn="l">
              <a:spcBef>
                <a:spcPts val="300"/>
              </a:spcBef>
            </a:pPr>
            <a:r>
              <a:rPr lang="en-US" altLang="ja-JP" sz="1400" dirty="0">
                <a:latin typeface="Meiryo UI" panose="020B0604030504040204" pitchFamily="50" charset="-128"/>
                <a:ea typeface="Meiryo UI" panose="020B0604030504040204" pitchFamily="50" charset="-128"/>
              </a:rPr>
              <a:t>Honda</a:t>
            </a:r>
            <a:r>
              <a:rPr lang="ja-JP" altLang="en-US" sz="1400" dirty="0">
                <a:latin typeface="Meiryo UI" panose="020B0604030504040204" pitchFamily="50" charset="-128"/>
                <a:ea typeface="Meiryo UI" panose="020B0604030504040204" pitchFamily="50" charset="-128"/>
              </a:rPr>
              <a:t>は合意したスペアパーツを合意したタイミングで供給すること。</a:t>
            </a:r>
            <a:endParaRPr lang="en-US" altLang="ja-JP" sz="1400" dirty="0">
              <a:latin typeface="Meiryo UI" panose="020B0604030504040204" pitchFamily="50" charset="-128"/>
              <a:ea typeface="Meiryo UI" panose="020B0604030504040204" pitchFamily="50" charset="-128"/>
            </a:endParaRPr>
          </a:p>
          <a:p>
            <a:pPr algn="l">
              <a:spcBef>
                <a:spcPts val="300"/>
              </a:spcBef>
            </a:pPr>
            <a:endParaRPr lang="en-US" altLang="ja-JP" sz="1400" dirty="0">
              <a:latin typeface="Meiryo UI" panose="020B0604030504040204" pitchFamily="50" charset="-128"/>
              <a:ea typeface="Meiryo UI" panose="020B0604030504040204" pitchFamily="50" charset="-128"/>
            </a:endParaRPr>
          </a:p>
          <a:p>
            <a:pPr algn="l">
              <a:spcBef>
                <a:spcPts val="300"/>
              </a:spcBef>
            </a:pPr>
            <a:r>
              <a:rPr lang="ja-JP" altLang="en-US" sz="1400" dirty="0">
                <a:latin typeface="Meiryo UI" panose="020B0604030504040204" pitchFamily="50" charset="-128"/>
                <a:ea typeface="Meiryo UI" panose="020B0604030504040204" pitchFamily="50" charset="-128"/>
              </a:rPr>
              <a:t>スペアパーツの管理は添付エクセルにて管理する。</a:t>
            </a:r>
            <a:endParaRPr lang="en-US" altLang="ja-JP" sz="1400" dirty="0">
              <a:latin typeface="Meiryo UI" panose="020B0604030504040204" pitchFamily="50" charset="-128"/>
              <a:ea typeface="Meiryo UI" panose="020B0604030504040204" pitchFamily="50" charset="-128"/>
            </a:endParaRPr>
          </a:p>
          <a:p>
            <a:pPr algn="l">
              <a:spcBef>
                <a:spcPts val="300"/>
              </a:spcBef>
            </a:pPr>
            <a:r>
              <a:rPr lang="ja-JP" altLang="en-US" sz="1400" dirty="0">
                <a:latin typeface="Meiryo UI" panose="020B0604030504040204" pitchFamily="50" charset="-128"/>
                <a:ea typeface="Meiryo UI" panose="020B0604030504040204" pitchFamily="50" charset="-128"/>
              </a:rPr>
              <a:t>ファイルが更新された場合は、</a:t>
            </a:r>
            <a:r>
              <a:rPr lang="en-US" altLang="ja-JP" sz="1400" dirty="0">
                <a:latin typeface="Meiryo UI" panose="020B0604030504040204" pitchFamily="50" charset="-128"/>
                <a:ea typeface="Meiryo UI" panose="020B0604030504040204" pitchFamily="50" charset="-128"/>
              </a:rPr>
              <a:t>Honda</a:t>
            </a:r>
            <a:r>
              <a:rPr lang="ja-JP" altLang="en-US" sz="1400" dirty="0">
                <a:latin typeface="Meiryo UI" panose="020B0604030504040204" pitchFamily="50" charset="-128"/>
                <a:ea typeface="Meiryo UI" panose="020B0604030504040204" pitchFamily="50" charset="-128"/>
              </a:rPr>
              <a:t>とこのファイルを共有すること</a:t>
            </a:r>
            <a:endParaRPr lang="en-US" altLang="ja-JP" sz="1400" dirty="0">
              <a:latin typeface="Meiryo UI" panose="020B0604030504040204" pitchFamily="50" charset="-128"/>
              <a:ea typeface="Meiryo UI" panose="020B0604030504040204" pitchFamily="50" charset="-128"/>
            </a:endParaRPr>
          </a:p>
        </p:txBody>
      </p:sp>
      <p:sp>
        <p:nvSpPr>
          <p:cNvPr id="5" name="コンテンツ プレースホルダー 2"/>
          <p:cNvSpPr txBox="1">
            <a:spLocks/>
          </p:cNvSpPr>
          <p:nvPr>
            <p:custDataLst>
              <p:tags r:id="rId1"/>
            </p:custDataLst>
          </p:nvPr>
        </p:nvSpPr>
        <p:spPr bwMode="auto">
          <a:xfrm>
            <a:off x="5096425" y="5802678"/>
            <a:ext cx="3826368" cy="508473"/>
          </a:xfrm>
          <a:prstGeom prst="rect">
            <a:avLst/>
          </a:prstGeom>
          <a:noFill/>
          <a:ln w="0">
            <a:noFill/>
            <a:miter lim="800000"/>
            <a:headEnd/>
            <a:tailEnd/>
          </a:ln>
          <a:effectLst/>
          <a:extLs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vert="horz" wrap="none" lIns="0" tIns="0" rIns="0" bIns="0" numCol="1" anchor="t" anchorCtr="0" compatLnSpc="1">
            <a:prstTxWarp prst="textNoShape">
              <a:avLst/>
            </a:prstTxWarp>
            <a:spAutoFit/>
          </a:bodyPr>
          <a:lstStyle>
            <a:lvl1pPr marL="251460" indent="-251460" algn="l" rtl="0" eaLnBrk="1" fontAlgn="base" hangingPunct="1">
              <a:lnSpc>
                <a:spcPts val="2300"/>
              </a:lnSpc>
              <a:spcBef>
                <a:spcPts val="500"/>
              </a:spcBef>
              <a:spcAft>
                <a:spcPct val="0"/>
              </a:spcAft>
              <a:buClrTx/>
              <a:buSzPct val="100000"/>
              <a:buFontTx/>
              <a:buNone/>
              <a:defRPr kumimoji="1" sz="1800" b="0" i="0" u="none">
                <a:solidFill>
                  <a:schemeClr val="tx1"/>
                </a:solidFill>
                <a:latin typeface="Bosch Office Sans" panose="020B0604020202020204" pitchFamily="34" charset="0"/>
                <a:ea typeface="+mn-ea"/>
                <a:cs typeface="Arial" pitchFamily="34" charset="0"/>
              </a:defRPr>
            </a:lvl1pPr>
            <a:lvl2pPr marL="467360" indent="-467360" algn="l" rtl="0" eaLnBrk="1" fontAlgn="base" hangingPunct="1">
              <a:lnSpc>
                <a:spcPts val="2000"/>
              </a:lnSpc>
              <a:spcBef>
                <a:spcPts val="500"/>
              </a:spcBef>
              <a:spcAft>
                <a:spcPct val="0"/>
              </a:spcAft>
              <a:buClrTx/>
              <a:buSzPct val="100000"/>
              <a:buFontTx/>
              <a:buNone/>
              <a:defRPr kumimoji="1" sz="1600" b="0" i="0" u="none">
                <a:solidFill>
                  <a:schemeClr val="tx1"/>
                </a:solidFill>
                <a:latin typeface="Bosch Office Sans" panose="020B0604020202020204" pitchFamily="34" charset="0"/>
                <a:cs typeface="Arial" pitchFamily="34" charset="0"/>
              </a:defRPr>
            </a:lvl2pPr>
            <a:lvl3pPr marL="647700" indent="-647700" algn="l" rtl="0" eaLnBrk="1" fontAlgn="base" hangingPunct="1">
              <a:lnSpc>
                <a:spcPts val="1700"/>
              </a:lnSpc>
              <a:spcBef>
                <a:spcPts val="500"/>
              </a:spcBef>
              <a:spcAft>
                <a:spcPct val="0"/>
              </a:spcAft>
              <a:buClrTx/>
              <a:buSzPct val="100000"/>
              <a:buFontTx/>
              <a:buNone/>
              <a:defRPr kumimoji="1" sz="1400" b="0" i="0" u="none">
                <a:solidFill>
                  <a:schemeClr val="tx1"/>
                </a:solidFill>
                <a:latin typeface="Bosch Office Sans" panose="020B0604020202020204" pitchFamily="34" charset="0"/>
                <a:cs typeface="Arial" pitchFamily="34" charset="0"/>
              </a:defRPr>
            </a:lvl3pPr>
            <a:lvl4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4pPr>
            <a:lvl5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5pPr>
            <a:lvl6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6pPr>
            <a:lvl7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7pPr>
            <a:lvl8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8pPr>
            <a:lvl9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9pPr>
          </a:lstStyle>
          <a:p>
            <a:pPr marL="0" indent="0">
              <a:lnSpc>
                <a:spcPct val="105000"/>
              </a:lnSpc>
              <a:spcBef>
                <a:spcPts val="600"/>
              </a:spcBef>
              <a:spcAft>
                <a:spcPts val="0"/>
              </a:spcAft>
            </a:pPr>
            <a:r>
              <a:rPr lang="en-US" altLang="ja-JP" sz="1400" b="1" kern="0">
                <a:latin typeface="Meiryo UI" panose="020B0604030504040204" pitchFamily="50" charset="-128"/>
              </a:rPr>
              <a:t>※</a:t>
            </a:r>
            <a:r>
              <a:rPr lang="ja-JP" altLang="en-US" sz="1400" b="1" kern="0">
                <a:latin typeface="Meiryo UI" panose="020B0604030504040204" pitchFamily="50" charset="-128"/>
              </a:rPr>
              <a:t> </a:t>
            </a:r>
            <a:r>
              <a:rPr lang="en-US" altLang="ja-JP" sz="1400" b="1" kern="0">
                <a:latin typeface="Meiryo UI" panose="020B0604030504040204" pitchFamily="50" charset="-128"/>
              </a:rPr>
              <a:t>Refer to “Spare parts list” excel file.</a:t>
            </a:r>
          </a:p>
          <a:p>
            <a:pPr marL="0" indent="0">
              <a:lnSpc>
                <a:spcPct val="105000"/>
              </a:lnSpc>
              <a:spcBef>
                <a:spcPts val="600"/>
              </a:spcBef>
              <a:spcAft>
                <a:spcPts val="0"/>
              </a:spcAft>
            </a:pPr>
            <a:r>
              <a:rPr lang="en-US" sz="1400" b="1" kern="0">
                <a:latin typeface="Meiryo UI" panose="020B0604030504040204" pitchFamily="50" charset="-128"/>
              </a:rPr>
              <a:t>In folder : “21. Miscellaneous guideline”</a:t>
            </a:r>
          </a:p>
        </p:txBody>
      </p:sp>
    </p:spTree>
    <p:extLst>
      <p:ext uri="{BB962C8B-B14F-4D97-AF65-F5344CB8AC3E}">
        <p14:creationId xmlns:p14="http://schemas.microsoft.com/office/powerpoint/2010/main" val="3294925208"/>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7"/>
          <p:cNvSpPr txBox="1">
            <a:spLocks noChangeArrowheads="1"/>
          </p:cNvSpPr>
          <p:nvPr/>
        </p:nvSpPr>
        <p:spPr bwMode="auto">
          <a:xfrm>
            <a:off x="0" y="3949451"/>
            <a:ext cx="8948057" cy="26084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l" eaLnBrk="1" hangingPunct="1">
              <a:lnSpc>
                <a:spcPct val="120000"/>
              </a:lnSpc>
              <a:spcBef>
                <a:spcPts val="300"/>
              </a:spcBef>
            </a:pPr>
            <a:r>
              <a:rPr lang="ja-JP" altLang="en-US" sz="1800" b="1" u="sng" dirty="0">
                <a:latin typeface="Meiryo UI" panose="020B0604030504040204" pitchFamily="50" charset="-128"/>
                <a:ea typeface="Meiryo UI" panose="020B0604030504040204" pitchFamily="50" charset="-128"/>
              </a:rPr>
              <a:t>輸出入に関するガイドライン</a:t>
            </a:r>
          </a:p>
          <a:p>
            <a:pPr marL="803275" indent="-360363" algn="l" eaLnBrk="1" hangingPunct="1">
              <a:lnSpc>
                <a:spcPct val="120000"/>
              </a:lnSpc>
              <a:spcBef>
                <a:spcPts val="300"/>
              </a:spcBef>
              <a:buFont typeface="+mj-lt"/>
              <a:buAutoNum type="arabicPeriod"/>
            </a:pPr>
            <a:r>
              <a:rPr lang="ja-JP" altLang="en-US" sz="1400" dirty="0">
                <a:latin typeface="Meiryo UI" panose="020B0604030504040204" pitchFamily="50" charset="-128"/>
                <a:ea typeface="Meiryo UI" panose="020B0604030504040204" pitchFamily="50" charset="-128"/>
              </a:rPr>
              <a:t>テスト車両およびエンジンの輸出入に掛かる費用負担は、</a:t>
            </a:r>
            <a:r>
              <a:rPr lang="en-US" altLang="ja-JP" sz="1400" dirty="0">
                <a:latin typeface="Meiryo UI" panose="020B0604030504040204" pitchFamily="50" charset="-128"/>
                <a:ea typeface="Meiryo UI" panose="020B0604030504040204" pitchFamily="50" charset="-128"/>
              </a:rPr>
              <a:t>ICC</a:t>
            </a:r>
            <a:r>
              <a:rPr lang="ja-JP" altLang="en-US" sz="1400" dirty="0">
                <a:latin typeface="Meiryo UI" panose="020B0604030504040204" pitchFamily="50" charset="-128"/>
                <a:ea typeface="Meiryo UI" panose="020B0604030504040204" pitchFamily="50" charset="-128"/>
              </a:rPr>
              <a:t>制定のインコタームズ</a:t>
            </a:r>
            <a:r>
              <a:rPr lang="en-US" altLang="ja-JP" sz="1400" dirty="0">
                <a:latin typeface="Meiryo UI" panose="020B0604030504040204" pitchFamily="50" charset="-128"/>
                <a:ea typeface="Meiryo UI" panose="020B0604030504040204" pitchFamily="50" charset="-128"/>
              </a:rPr>
              <a:t>2020</a:t>
            </a:r>
            <a:r>
              <a:rPr lang="ja-JP" altLang="en-US" sz="1400" dirty="0">
                <a:latin typeface="Meiryo UI" panose="020B0604030504040204" pitchFamily="50" charset="-128"/>
                <a:ea typeface="Meiryo UI" panose="020B0604030504040204" pitchFamily="50" charset="-128"/>
              </a:rPr>
              <a:t>に準じ、</a:t>
            </a:r>
            <a:r>
              <a:rPr lang="en-US" altLang="ja-JP" sz="1400" dirty="0">
                <a:latin typeface="Meiryo UI" panose="020B0604030504040204" pitchFamily="50" charset="-128"/>
                <a:ea typeface="Meiryo UI" panose="020B0604030504040204" pitchFamily="50" charset="-128"/>
              </a:rPr>
              <a:t>DAP</a:t>
            </a:r>
            <a:r>
              <a:rPr lang="ja-JP" altLang="en-US" sz="1400" dirty="0">
                <a:latin typeface="Meiryo UI" panose="020B0604030504040204" pitchFamily="50" charset="-128"/>
                <a:ea typeface="Meiryo UI" panose="020B0604030504040204" pitchFamily="50" charset="-128"/>
              </a:rPr>
              <a:t>を</a:t>
            </a:r>
            <a:br>
              <a:rPr lang="en-US" altLang="ja-JP" sz="1400" dirty="0">
                <a:latin typeface="Meiryo UI" panose="020B0604030504040204" pitchFamily="50" charset="-128"/>
                <a:ea typeface="Meiryo UI" panose="020B0604030504040204" pitchFamily="50" charset="-128"/>
              </a:rPr>
            </a:br>
            <a:r>
              <a:rPr lang="ja-JP" altLang="en-US" sz="1400" dirty="0">
                <a:latin typeface="Meiryo UI" panose="020B0604030504040204" pitchFamily="50" charset="-128"/>
                <a:ea typeface="Meiryo UI" panose="020B0604030504040204" pitchFamily="50" charset="-128"/>
              </a:rPr>
              <a:t>基本とする。またデータ適合に必要な</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latin typeface="Meiryo UI" panose="020B0604030504040204" pitchFamily="50" charset="-128"/>
                <a:ea typeface="Meiryo UI" panose="020B0604030504040204" pitchFamily="50" charset="-128"/>
              </a:rPr>
              <a:t>ではない部品は全て</a:t>
            </a:r>
            <a:r>
              <a:rPr lang="en-US" altLang="ja-JP" sz="1400" dirty="0">
                <a:latin typeface="Meiryo UI" panose="020B0604030504040204" pitchFamily="50" charset="-128"/>
                <a:ea typeface="Meiryo UI" panose="020B0604030504040204" pitchFamily="50" charset="-128"/>
              </a:rPr>
              <a:t>Honda</a:t>
            </a:r>
            <a:r>
              <a:rPr lang="ja-JP" altLang="en-US" sz="1400" dirty="0">
                <a:latin typeface="Meiryo UI" panose="020B0604030504040204" pitchFamily="50" charset="-128"/>
                <a:ea typeface="Meiryo UI" panose="020B0604030504040204" pitchFamily="50" charset="-128"/>
              </a:rPr>
              <a:t>から供給する。</a:t>
            </a:r>
            <a:endParaRPr lang="en-US" altLang="ja-JP" sz="1400" dirty="0">
              <a:latin typeface="Meiryo UI" panose="020B0604030504040204" pitchFamily="50" charset="-128"/>
              <a:ea typeface="Meiryo UI" panose="020B0604030504040204" pitchFamily="50" charset="-128"/>
            </a:endParaRPr>
          </a:p>
          <a:p>
            <a:pPr marL="803275" indent="-360363" algn="l" eaLnBrk="1" hangingPunct="1">
              <a:lnSpc>
                <a:spcPct val="120000"/>
              </a:lnSpc>
              <a:spcBef>
                <a:spcPts val="300"/>
              </a:spcBef>
              <a:buFont typeface="+mj-lt"/>
              <a:buAutoNum type="arabicPeriod"/>
            </a:pPr>
            <a:r>
              <a:rPr lang="en-US" altLang="ja-JP" sz="1400" dirty="0">
                <a:latin typeface="Meiryo UI" panose="020B0604030504040204" pitchFamily="50" charset="-128"/>
                <a:ea typeface="Meiryo UI" panose="020B0604030504040204" pitchFamily="50" charset="-128"/>
              </a:rPr>
              <a:t>Honda</a:t>
            </a:r>
            <a:r>
              <a:rPr lang="ja-JP" altLang="en-US" sz="1400" dirty="0">
                <a:latin typeface="Meiryo UI" panose="020B0604030504040204" pitchFamily="50" charset="-128"/>
                <a:ea typeface="Meiryo UI" panose="020B0604030504040204" pitchFamily="50" charset="-128"/>
              </a:rPr>
              <a:t>から</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latin typeface="Meiryo UI" panose="020B0604030504040204" pitchFamily="50" charset="-128"/>
                <a:ea typeface="Meiryo UI" panose="020B0604030504040204" pitchFamily="50" charset="-128"/>
              </a:rPr>
              <a:t>にエンジン</a:t>
            </a:r>
            <a:r>
              <a:rPr lang="en-US" altLang="ja-JP" sz="1400" dirty="0">
                <a:latin typeface="Meiryo UI" panose="020B0604030504040204" pitchFamily="50" charset="-128"/>
                <a:ea typeface="Meiryo UI" panose="020B0604030504040204" pitchFamily="50" charset="-128"/>
              </a:rPr>
              <a:t>/</a:t>
            </a:r>
            <a:r>
              <a:rPr lang="ja-JP" altLang="en-US" sz="1400" dirty="0">
                <a:latin typeface="Meiryo UI" panose="020B0604030504040204" pitchFamily="50" charset="-128"/>
                <a:ea typeface="Meiryo UI" panose="020B0604030504040204" pitchFamily="50" charset="-128"/>
              </a:rPr>
              <a:t>車両を供給する場合、組み換えやエンジン載せ替えを想定し、一般輸入を</a:t>
            </a:r>
            <a:br>
              <a:rPr lang="en-US" altLang="ja-JP" sz="1400" dirty="0">
                <a:latin typeface="Meiryo UI" panose="020B0604030504040204" pitchFamily="50" charset="-128"/>
                <a:ea typeface="Meiryo UI" panose="020B0604030504040204" pitchFamily="50" charset="-128"/>
              </a:rPr>
            </a:br>
            <a:r>
              <a:rPr lang="ja-JP" altLang="en-US" sz="1400" dirty="0">
                <a:latin typeface="Meiryo UI" panose="020B0604030504040204" pitchFamily="50" charset="-128"/>
                <a:ea typeface="Meiryo UI" panose="020B0604030504040204" pitchFamily="50" charset="-128"/>
              </a:rPr>
              <a:t>基本とする。</a:t>
            </a:r>
            <a:br>
              <a:rPr lang="en-US" altLang="ja-JP" sz="1400" dirty="0">
                <a:latin typeface="Meiryo UI" panose="020B0604030504040204" pitchFamily="50" charset="-128"/>
                <a:ea typeface="Meiryo UI" panose="020B0604030504040204" pitchFamily="50" charset="-128"/>
              </a:rPr>
            </a:b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dirty="0">
                <a:latin typeface="Meiryo UI" panose="020B0604030504040204" pitchFamily="50" charset="-128"/>
                <a:ea typeface="Meiryo UI" panose="020B0604030504040204" pitchFamily="50" charset="-128"/>
              </a:rPr>
              <a:t>は自己責任の元で一時輸入を選択しても良いが、一般輸入へ切り替える必要が生じた場合は</a:t>
            </a:r>
            <a:br>
              <a:rPr lang="en-US" altLang="ja-JP" sz="1400" dirty="0">
                <a:latin typeface="Meiryo UI" panose="020B0604030504040204" pitchFamily="50" charset="-128"/>
                <a:ea typeface="Meiryo UI" panose="020B0604030504040204" pitchFamily="50" charset="-128"/>
              </a:rPr>
            </a:br>
            <a:r>
              <a:rPr lang="ja-JP" altLang="en-US" sz="1400" dirty="0">
                <a:latin typeface="Meiryo UI" panose="020B0604030504040204" pitchFamily="50" charset="-128"/>
                <a:ea typeface="Meiryo UI" panose="020B0604030504040204" pitchFamily="50" charset="-128"/>
              </a:rPr>
              <a:t>その費用を負担すること。</a:t>
            </a:r>
            <a:endParaRPr lang="en-US" altLang="ja-JP" sz="1400" dirty="0">
              <a:latin typeface="Meiryo UI" panose="020B0604030504040204" pitchFamily="50" charset="-128"/>
              <a:ea typeface="Meiryo UI" panose="020B0604030504040204" pitchFamily="50" charset="-128"/>
            </a:endParaRPr>
          </a:p>
          <a:p>
            <a:pPr marL="442912" indent="0" algn="l" eaLnBrk="1" hangingPunct="1">
              <a:lnSpc>
                <a:spcPct val="120000"/>
              </a:lnSpc>
              <a:spcBef>
                <a:spcPts val="300"/>
              </a:spcBef>
            </a:pPr>
            <a:r>
              <a:rPr lang="en-US" altLang="ja-JP" sz="1400" dirty="0">
                <a:latin typeface="Meiryo UI" panose="020B0604030504040204" pitchFamily="50" charset="-128"/>
                <a:ea typeface="Meiryo UI" panose="020B0604030504040204" pitchFamily="50" charset="-128"/>
              </a:rPr>
              <a:t>(</a:t>
            </a:r>
            <a:r>
              <a:rPr lang="ja-JP" altLang="en-US" sz="1400" dirty="0">
                <a:latin typeface="Meiryo UI" panose="020B0604030504040204" pitchFamily="50" charset="-128"/>
                <a:ea typeface="Meiryo UI" panose="020B0604030504040204" pitchFamily="50" charset="-128"/>
              </a:rPr>
              <a:t>中国製作車両に於いては、輸出入規定に１年間と言う枠組みがある為、１年を超える試作車両使用が</a:t>
            </a:r>
            <a:br>
              <a:rPr lang="en-US" altLang="ja-JP" sz="1400" dirty="0">
                <a:latin typeface="Meiryo UI" panose="020B0604030504040204" pitchFamily="50" charset="-128"/>
                <a:ea typeface="Meiryo UI" panose="020B0604030504040204" pitchFamily="50" charset="-128"/>
              </a:rPr>
            </a:br>
            <a:r>
              <a:rPr lang="ja-JP" altLang="en-US" sz="1400" dirty="0">
                <a:latin typeface="Meiryo UI" panose="020B0604030504040204" pitchFamily="50" charset="-128"/>
                <a:ea typeface="Meiryo UI" panose="020B0604030504040204" pitchFamily="50" charset="-128"/>
              </a:rPr>
              <a:t>必要と判断された場合、再度輸出入を実施する事がある。）</a:t>
            </a:r>
            <a:endParaRPr lang="en-US" altLang="ja-JP" sz="1400" dirty="0">
              <a:latin typeface="Meiryo UI" panose="020B0604030504040204" pitchFamily="50" charset="-128"/>
              <a:ea typeface="Meiryo UI" panose="020B0604030504040204" pitchFamily="50" charset="-128"/>
            </a:endParaRPr>
          </a:p>
        </p:txBody>
      </p:sp>
      <p:sp>
        <p:nvSpPr>
          <p:cNvPr id="7" name="Text Box 7"/>
          <p:cNvSpPr txBox="1">
            <a:spLocks noChangeArrowheads="1"/>
          </p:cNvSpPr>
          <p:nvPr/>
        </p:nvSpPr>
        <p:spPr bwMode="auto">
          <a:xfrm>
            <a:off x="35496" y="548680"/>
            <a:ext cx="9108504" cy="30964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914400" indent="-45720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l" eaLnBrk="1" hangingPunct="1">
              <a:lnSpc>
                <a:spcPct val="120000"/>
              </a:lnSpc>
              <a:spcBef>
                <a:spcPts val="300"/>
              </a:spcBef>
            </a:pPr>
            <a:r>
              <a:rPr lang="en-US" altLang="ja-JP" sz="1800" b="1" u="sng" dirty="0">
                <a:latin typeface="Meiryo UI" panose="020B0604030504040204" pitchFamily="50" charset="-128"/>
                <a:ea typeface="Meiryo UI" panose="020B0604030504040204" pitchFamily="50" charset="-128"/>
                <a:cs typeface="Arial" pitchFamily="34" charset="0"/>
              </a:rPr>
              <a:t>Guideline</a:t>
            </a:r>
            <a:r>
              <a:rPr lang="ja-JP" altLang="en-US" sz="1800" b="1" u="sng" dirty="0">
                <a:latin typeface="Meiryo UI" panose="020B0604030504040204" pitchFamily="50" charset="-128"/>
                <a:ea typeface="Meiryo UI" panose="020B0604030504040204" pitchFamily="50" charset="-128"/>
                <a:cs typeface="Arial" pitchFamily="34" charset="0"/>
              </a:rPr>
              <a:t> </a:t>
            </a:r>
            <a:r>
              <a:rPr lang="en-US" altLang="ja-JP" sz="1800" b="1" u="sng" dirty="0">
                <a:latin typeface="Meiryo UI" panose="020B0604030504040204" pitchFamily="50" charset="-128"/>
                <a:ea typeface="Meiryo UI" panose="020B0604030504040204" pitchFamily="50" charset="-128"/>
                <a:cs typeface="Arial" pitchFamily="34" charset="0"/>
              </a:rPr>
              <a:t>of</a:t>
            </a:r>
            <a:r>
              <a:rPr lang="ja-JP" altLang="en-US" sz="1800" b="1" u="sng" dirty="0">
                <a:latin typeface="Meiryo UI" panose="020B0604030504040204" pitchFamily="50" charset="-128"/>
                <a:ea typeface="Meiryo UI" panose="020B0604030504040204" pitchFamily="50" charset="-128"/>
                <a:cs typeface="Arial" pitchFamily="34" charset="0"/>
              </a:rPr>
              <a:t> </a:t>
            </a:r>
            <a:r>
              <a:rPr lang="en-US" altLang="ja-JP" sz="1800" b="1" u="sng" dirty="0">
                <a:latin typeface="Meiryo UI" panose="020B0604030504040204" pitchFamily="50" charset="-128"/>
                <a:ea typeface="Meiryo UI" panose="020B0604030504040204" pitchFamily="50" charset="-128"/>
                <a:cs typeface="Arial" pitchFamily="34" charset="0"/>
              </a:rPr>
              <a:t>Import/Export</a:t>
            </a:r>
            <a:endParaRPr lang="ja-JP" altLang="en-US" sz="1800" b="1" u="sng" dirty="0">
              <a:latin typeface="Meiryo UI" panose="020B0604030504040204" pitchFamily="50" charset="-128"/>
              <a:ea typeface="Meiryo UI" panose="020B0604030504040204" pitchFamily="50" charset="-128"/>
              <a:cs typeface="Arial" pitchFamily="34" charset="0"/>
            </a:endParaRPr>
          </a:p>
          <a:p>
            <a:pPr marL="800100" lvl="1" indent="-342900" algn="l" eaLnBrk="1" hangingPunct="1">
              <a:lnSpc>
                <a:spcPct val="120000"/>
              </a:lnSpc>
              <a:spcBef>
                <a:spcPts val="300"/>
              </a:spcBef>
              <a:buFont typeface="+mj-lt"/>
              <a:buAutoNum type="arabicPeriod"/>
            </a:pPr>
            <a:r>
              <a:rPr lang="en-US" altLang="ja-JP" sz="1400" dirty="0">
                <a:latin typeface="Meiryo UI" panose="020B0604030504040204" pitchFamily="50" charset="-128"/>
                <a:ea typeface="Meiryo UI" panose="020B0604030504040204" pitchFamily="50" charset="-128"/>
                <a:cs typeface="Arial" pitchFamily="34" charset="0"/>
              </a:rPr>
              <a:t>Export and import of test vehicles</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and engines shall follow the Incoterms 2020</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and the DAP shall be standard.  </a:t>
            </a:r>
            <a:br>
              <a:rPr lang="en-US" altLang="ja-JP" sz="1400" dirty="0">
                <a:latin typeface="Meiryo UI" panose="020B0604030504040204" pitchFamily="50" charset="-128"/>
                <a:ea typeface="Meiryo UI" panose="020B0604030504040204" pitchFamily="50" charset="-128"/>
                <a:cs typeface="Arial" pitchFamily="34" charset="0"/>
              </a:rPr>
            </a:br>
            <a:r>
              <a:rPr lang="en-US" altLang="ja-JP" sz="1400" dirty="0">
                <a:latin typeface="Meiryo UI" panose="020B0604030504040204" pitchFamily="50" charset="-128"/>
                <a:ea typeface="Meiryo UI" panose="020B0604030504040204" pitchFamily="50" charset="-128"/>
                <a:cs typeface="Arial" pitchFamily="34" charset="0"/>
              </a:rPr>
              <a:t>And all non-</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dirty="0">
                <a:latin typeface="Meiryo UI" panose="020B0604030504040204" pitchFamily="50" charset="-128"/>
                <a:ea typeface="Meiryo UI" panose="020B0604030504040204" pitchFamily="50" charset="-128"/>
                <a:cs typeface="Arial" pitchFamily="34" charset="0"/>
              </a:rPr>
              <a:t> parts necessary for calibration work will be provided by Honda.</a:t>
            </a:r>
          </a:p>
          <a:p>
            <a:pPr marL="800100" lvl="1" indent="-342900" algn="l" eaLnBrk="1" hangingPunct="1">
              <a:lnSpc>
                <a:spcPct val="120000"/>
              </a:lnSpc>
              <a:spcBef>
                <a:spcPts val="300"/>
              </a:spcBef>
              <a:buFont typeface="+mj-lt"/>
              <a:buAutoNum type="arabicPeriod"/>
            </a:pPr>
            <a:r>
              <a:rPr lang="en-US" altLang="ja-JP" sz="1400" dirty="0">
                <a:latin typeface="Meiryo UI" panose="020B0604030504040204" pitchFamily="50" charset="-128"/>
                <a:ea typeface="Meiryo UI" panose="020B0604030504040204" pitchFamily="50" charset="-128"/>
                <a:cs typeface="Arial" pitchFamily="34" charset="0"/>
              </a:rPr>
              <a:t>When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dirty="0">
                <a:latin typeface="Meiryo UI" panose="020B0604030504040204" pitchFamily="50" charset="-128"/>
                <a:ea typeface="Meiryo UI" panose="020B0604030504040204" pitchFamily="50" charset="-128"/>
                <a:cs typeface="Arial" pitchFamily="34" charset="0"/>
              </a:rPr>
              <a:t> imports test engines/vehicles from Honda, regular import is standard because there is possibility of modifications, upgrades, engine replacements. </a:t>
            </a:r>
            <a:br>
              <a:rPr lang="en-US" altLang="ja-JP" sz="1400" dirty="0">
                <a:latin typeface="Meiryo UI" panose="020B0604030504040204" pitchFamily="50" charset="-128"/>
                <a:ea typeface="Meiryo UI" panose="020B0604030504040204" pitchFamily="50" charset="-128"/>
                <a:cs typeface="Arial" pitchFamily="34" charset="0"/>
              </a:rPr>
            </a:b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dirty="0">
                <a:latin typeface="Meiryo UI" panose="020B0604030504040204" pitchFamily="50" charset="-128"/>
                <a:ea typeface="Meiryo UI" panose="020B0604030504040204" pitchFamily="50" charset="-128"/>
                <a:cs typeface="Arial" pitchFamily="34" charset="0"/>
              </a:rPr>
              <a:t> can</a:t>
            </a:r>
            <a:r>
              <a:rPr lang="ja-JP" altLang="en-US" sz="1400" dirty="0">
                <a:latin typeface="Meiryo UI" panose="020B0604030504040204" pitchFamily="50" charset="-128"/>
                <a:ea typeface="Meiryo UI" panose="020B0604030504040204" pitchFamily="50" charset="-128"/>
                <a:cs typeface="Arial" pitchFamily="34" charset="0"/>
              </a:rPr>
              <a:t> </a:t>
            </a:r>
            <a:r>
              <a:rPr lang="en-US" altLang="ja-JP" sz="1400" dirty="0">
                <a:latin typeface="Meiryo UI" panose="020B0604030504040204" pitchFamily="50" charset="-128"/>
                <a:ea typeface="Meiryo UI" panose="020B0604030504040204" pitchFamily="50" charset="-128"/>
                <a:cs typeface="Arial" pitchFamily="34" charset="0"/>
              </a:rPr>
              <a:t>choose  temporary imports at own risk, but at the necessity of changing to regular import </a:t>
            </a:r>
            <a:r>
              <a:rPr lang="en-US" altLang="ja-JP" sz="1400" dirty="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dirty="0">
                <a:latin typeface="Meiryo UI" panose="020B0604030504040204" pitchFamily="50" charset="-128"/>
                <a:ea typeface="Meiryo UI" panose="020B0604030504040204" pitchFamily="50" charset="-128"/>
                <a:cs typeface="Arial" pitchFamily="34" charset="0"/>
              </a:rPr>
              <a:t> shall bear the cost.</a:t>
            </a:r>
          </a:p>
          <a:p>
            <a:pPr marL="457200" lvl="1" indent="0" algn="l" eaLnBrk="1" hangingPunct="1">
              <a:lnSpc>
                <a:spcPct val="120000"/>
              </a:lnSpc>
              <a:spcBef>
                <a:spcPts val="300"/>
              </a:spcBef>
            </a:pPr>
            <a:r>
              <a:rPr lang="ja-JP" altLang="en-US" sz="1400" dirty="0">
                <a:latin typeface="Meiryo UI" panose="020B0604030504040204" pitchFamily="50" charset="-128"/>
                <a:ea typeface="Meiryo UI" panose="020B0604030504040204" pitchFamily="50" charset="-128"/>
                <a:cs typeface="Arial" pitchFamily="34" charset="0"/>
              </a:rPr>
              <a:t>（</a:t>
            </a:r>
            <a:r>
              <a:rPr lang="en-US" altLang="ja-JP" sz="1400" dirty="0">
                <a:latin typeface="Meiryo UI" panose="020B0604030504040204" pitchFamily="50" charset="-128"/>
                <a:ea typeface="Meiryo UI" panose="020B0604030504040204" pitchFamily="50" charset="-128"/>
                <a:cs typeface="Arial" pitchFamily="34" charset="0"/>
              </a:rPr>
              <a:t>For China build vehicle special process may be necessary, limited time importation-less than</a:t>
            </a:r>
            <a:br>
              <a:rPr lang="en-US" altLang="ja-JP" sz="1400" dirty="0">
                <a:latin typeface="Meiryo UI" panose="020B0604030504040204" pitchFamily="50" charset="-128"/>
                <a:ea typeface="Meiryo UI" panose="020B0604030504040204" pitchFamily="50" charset="-128"/>
                <a:cs typeface="Arial" pitchFamily="34" charset="0"/>
              </a:rPr>
            </a:br>
            <a:r>
              <a:rPr lang="en-US" altLang="ja-JP" sz="1400" dirty="0">
                <a:latin typeface="Meiryo UI" panose="020B0604030504040204" pitchFamily="50" charset="-128"/>
                <a:ea typeface="Meiryo UI" panose="020B0604030504040204" pitchFamily="50" charset="-128"/>
                <a:cs typeface="Arial" pitchFamily="34" charset="0"/>
              </a:rPr>
              <a:t> 1 year, for importation / exportation, In case necessary vehicle can be returned and exported again.)</a:t>
            </a:r>
          </a:p>
        </p:txBody>
      </p:sp>
      <p:sp>
        <p:nvSpPr>
          <p:cNvPr id="12" name="Text Box 2"/>
          <p:cNvSpPr txBox="1">
            <a:spLocks noChangeArrowheads="1"/>
          </p:cNvSpPr>
          <p:nvPr/>
        </p:nvSpPr>
        <p:spPr bwMode="auto">
          <a:xfrm>
            <a:off x="250829" y="44451"/>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2000">
                <a:solidFill>
                  <a:schemeClr val="bg1"/>
                </a:solidFill>
                <a:latin typeface="Meiryo UI" panose="020B0604030504040204" pitchFamily="50" charset="-128"/>
                <a:ea typeface="Meiryo UI" panose="020B0604030504040204" pitchFamily="50" charset="-128"/>
                <a:cs typeface="Arial" pitchFamily="34" charset="0"/>
              </a:rPr>
              <a:t>21.</a:t>
            </a:r>
            <a:r>
              <a:rPr lang="ja-JP" altLang="en-US" sz="2000">
                <a:solidFill>
                  <a:schemeClr val="bg1"/>
                </a:solidFill>
                <a:latin typeface="Meiryo UI" panose="020B0604030504040204" pitchFamily="50" charset="-128"/>
                <a:ea typeface="Meiryo UI" panose="020B0604030504040204" pitchFamily="50" charset="-128"/>
                <a:cs typeface="Arial" pitchFamily="34" charset="0"/>
              </a:rPr>
              <a:t> </a:t>
            </a:r>
            <a:r>
              <a:rPr lang="en-US" altLang="ja-JP" sz="2000">
                <a:solidFill>
                  <a:schemeClr val="bg1"/>
                </a:solidFill>
                <a:latin typeface="Meiryo UI" panose="020B0604030504040204" pitchFamily="50" charset="-128"/>
                <a:ea typeface="Meiryo UI" panose="020B0604030504040204" pitchFamily="50" charset="-128"/>
                <a:cs typeface="Arial" pitchFamily="34" charset="0"/>
              </a:rPr>
              <a:t>Miscellaneous</a:t>
            </a:r>
            <a:r>
              <a:rPr lang="ja-JP" altLang="en-US" sz="2000">
                <a:solidFill>
                  <a:schemeClr val="bg1"/>
                </a:solidFill>
                <a:latin typeface="Meiryo UI" panose="020B0604030504040204" pitchFamily="50" charset="-128"/>
                <a:ea typeface="Meiryo UI" panose="020B0604030504040204" pitchFamily="50" charset="-128"/>
                <a:cs typeface="Arial" pitchFamily="34" charset="0"/>
              </a:rPr>
              <a:t> </a:t>
            </a:r>
            <a:r>
              <a:rPr lang="en-US" altLang="ja-JP" sz="2000">
                <a:solidFill>
                  <a:srgbClr val="FFFFFF"/>
                </a:solidFill>
                <a:latin typeface="Meiryo UI" panose="020B0604030504040204" pitchFamily="50" charset="-128"/>
                <a:ea typeface="Meiryo UI" panose="020B0604030504040204" pitchFamily="50" charset="-128"/>
                <a:cs typeface="Arial" pitchFamily="34" charset="0"/>
              </a:rPr>
              <a:t>Guidelines</a:t>
            </a:r>
            <a:r>
              <a:rPr lang="ja-JP" altLang="en-US" sz="2000">
                <a:solidFill>
                  <a:schemeClr val="bg1"/>
                </a:solidFill>
                <a:latin typeface="Meiryo UI" panose="020B0604030504040204" pitchFamily="50" charset="-128"/>
                <a:ea typeface="Meiryo UI" panose="020B0604030504040204" pitchFamily="50" charset="-128"/>
                <a:cs typeface="Arial" pitchFamily="34" charset="0"/>
              </a:rPr>
              <a:t> </a:t>
            </a:r>
            <a:r>
              <a:rPr lang="en-US" altLang="ja-JP" sz="2000">
                <a:solidFill>
                  <a:schemeClr val="bg1"/>
                </a:solidFill>
                <a:latin typeface="Meiryo UI" panose="020B0604030504040204" pitchFamily="50" charset="-128"/>
                <a:ea typeface="Meiryo UI" panose="020B0604030504040204" pitchFamily="50" charset="-128"/>
                <a:cs typeface="Arial" pitchFamily="34" charset="0"/>
              </a:rPr>
              <a:t>(15/16)</a:t>
            </a:r>
            <a:endParaRPr lang="en-US" altLang="ja-JP" sz="1100">
              <a:solidFill>
                <a:schemeClr val="bg1"/>
              </a:solidFill>
              <a:latin typeface="HGPｺﾞｼｯｸE" pitchFamily="50" charset="-128"/>
              <a:ea typeface="HGPｺﾞｼｯｸE" pitchFamily="50" charset="-128"/>
              <a:cs typeface="Arial" pitchFamily="34" charset="0"/>
            </a:endParaRPr>
          </a:p>
        </p:txBody>
      </p:sp>
    </p:spTree>
    <p:extLst>
      <p:ext uri="{BB962C8B-B14F-4D97-AF65-F5344CB8AC3E}">
        <p14:creationId xmlns:p14="http://schemas.microsoft.com/office/powerpoint/2010/main" val="73645722"/>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テキスト ボックス 5"/>
          <p:cNvSpPr txBox="1"/>
          <p:nvPr/>
        </p:nvSpPr>
        <p:spPr>
          <a:xfrm>
            <a:off x="54592" y="496918"/>
            <a:ext cx="8645271" cy="338554"/>
          </a:xfrm>
          <a:prstGeom prst="rect">
            <a:avLst/>
          </a:prstGeom>
          <a:noFill/>
        </p:spPr>
        <p:txBody>
          <a:bodyPr wrap="square" rtlCol="0">
            <a:spAutoFit/>
          </a:bodyPr>
          <a:lstStyle/>
          <a:p>
            <a:pPr algn="l"/>
            <a:r>
              <a:rPr kumimoji="1" lang="en-US" altLang="ja-JP" sz="1600" b="1" u="sng">
                <a:latin typeface="Meiryo UI" panose="020B0604030504040204" pitchFamily="50" charset="-128"/>
                <a:ea typeface="Meiryo UI" pitchFamily="50" charset="-128"/>
                <a:cs typeface="Arial" pitchFamily="34" charset="0"/>
              </a:rPr>
              <a:t>Incoterms</a:t>
            </a:r>
            <a:r>
              <a:rPr kumimoji="1" lang="ja-JP" altLang="en-US" sz="1600" b="1" u="sng">
                <a:latin typeface="Meiryo UI" panose="020B0604030504040204" pitchFamily="50" charset="-128"/>
                <a:ea typeface="Meiryo UI" pitchFamily="50" charset="-128"/>
                <a:cs typeface="Arial" pitchFamily="34" charset="0"/>
              </a:rPr>
              <a:t> </a:t>
            </a:r>
            <a:r>
              <a:rPr kumimoji="1" lang="en-US" altLang="ja-JP" sz="1600" b="1" u="sng">
                <a:latin typeface="Meiryo UI" panose="020B0604030504040204" pitchFamily="50" charset="-128"/>
                <a:ea typeface="Meiryo UI" pitchFamily="50" charset="-128"/>
                <a:cs typeface="Arial" pitchFamily="34" charset="0"/>
              </a:rPr>
              <a:t>2020</a:t>
            </a:r>
            <a:r>
              <a:rPr kumimoji="1" lang="ja-JP" altLang="en-US" sz="1600" b="1" u="sng">
                <a:latin typeface="Meiryo UI" panose="020B0604030504040204" pitchFamily="50" charset="-128"/>
                <a:ea typeface="Meiryo UI" pitchFamily="50" charset="-128"/>
                <a:cs typeface="Arial" pitchFamily="34" charset="0"/>
              </a:rPr>
              <a:t> </a:t>
            </a:r>
            <a:r>
              <a:rPr kumimoji="1" lang="en-US" altLang="ja-JP" sz="1600" b="1" u="sng">
                <a:latin typeface="Meiryo UI" panose="020B0604030504040204" pitchFamily="50" charset="-128"/>
                <a:ea typeface="Meiryo UI" pitchFamily="50" charset="-128"/>
                <a:cs typeface="Arial" pitchFamily="34" charset="0"/>
              </a:rPr>
              <a:t>(</a:t>
            </a:r>
            <a:r>
              <a:rPr lang="en-US" altLang="ja-JP" sz="1600" b="1" u="sng">
                <a:latin typeface="Meiryo UI" panose="020B0604030504040204" pitchFamily="50" charset="-128"/>
                <a:ea typeface="Meiryo UI" pitchFamily="50" charset="-128"/>
                <a:cs typeface="Arial" pitchFamily="34" charset="0"/>
              </a:rPr>
              <a:t>Exporter</a:t>
            </a:r>
            <a:r>
              <a:rPr kumimoji="1" lang="en-US" altLang="ja-JP" sz="1600" b="1" u="sng">
                <a:latin typeface="Meiryo UI" panose="020B0604030504040204" pitchFamily="50" charset="-128"/>
                <a:ea typeface="Meiryo UI" pitchFamily="50" charset="-128"/>
                <a:cs typeface="Arial" pitchFamily="34" charset="0"/>
              </a:rPr>
              <a:t>/Importer</a:t>
            </a:r>
            <a:r>
              <a:rPr kumimoji="1" lang="ja-JP" altLang="en-US" sz="1600" b="1" u="sng">
                <a:latin typeface="Meiryo UI" panose="020B0604030504040204" pitchFamily="50" charset="-128"/>
                <a:ea typeface="Meiryo UI" pitchFamily="50" charset="-128"/>
                <a:cs typeface="Arial" pitchFamily="34" charset="0"/>
              </a:rPr>
              <a:t> </a:t>
            </a:r>
            <a:r>
              <a:rPr kumimoji="1" lang="en-US" altLang="ja-JP" sz="1600" b="1" u="sng">
                <a:latin typeface="Meiryo UI" panose="020B0604030504040204" pitchFamily="50" charset="-128"/>
                <a:ea typeface="Meiryo UI" pitchFamily="50" charset="-128"/>
                <a:cs typeface="Arial" pitchFamily="34" charset="0"/>
              </a:rPr>
              <a:t>Risks,</a:t>
            </a:r>
            <a:r>
              <a:rPr kumimoji="1" lang="ja-JP" altLang="en-US" sz="1600" b="1" u="sng">
                <a:latin typeface="Meiryo UI" panose="020B0604030504040204" pitchFamily="50" charset="-128"/>
                <a:ea typeface="Meiryo UI" pitchFamily="50" charset="-128"/>
                <a:cs typeface="Arial" pitchFamily="34" charset="0"/>
              </a:rPr>
              <a:t> </a:t>
            </a:r>
            <a:r>
              <a:rPr kumimoji="1" lang="en-US" altLang="ja-JP" sz="1600" b="1" u="sng">
                <a:latin typeface="Meiryo UI" panose="020B0604030504040204" pitchFamily="50" charset="-128"/>
                <a:ea typeface="Meiryo UI" pitchFamily="50" charset="-128"/>
                <a:cs typeface="Arial" pitchFamily="34" charset="0"/>
              </a:rPr>
              <a:t>Costs</a:t>
            </a:r>
            <a:r>
              <a:rPr kumimoji="1" lang="ja-JP" altLang="en-US" sz="1600" b="1" u="sng">
                <a:latin typeface="Meiryo UI" panose="020B0604030504040204" pitchFamily="50" charset="-128"/>
                <a:ea typeface="Meiryo UI" pitchFamily="50" charset="-128"/>
                <a:cs typeface="Arial" pitchFamily="34" charset="0"/>
              </a:rPr>
              <a:t> </a:t>
            </a:r>
            <a:r>
              <a:rPr kumimoji="1" lang="en-US" altLang="ja-JP" sz="1600" b="1" u="sng">
                <a:latin typeface="Meiryo UI" panose="020B0604030504040204" pitchFamily="50" charset="-128"/>
                <a:ea typeface="Meiryo UI" pitchFamily="50" charset="-128"/>
                <a:cs typeface="Arial" pitchFamily="34" charset="0"/>
              </a:rPr>
              <a:t>and</a:t>
            </a:r>
            <a:r>
              <a:rPr kumimoji="1" lang="ja-JP" altLang="en-US" sz="1600" b="1" u="sng">
                <a:latin typeface="Meiryo UI" panose="020B0604030504040204" pitchFamily="50" charset="-128"/>
                <a:ea typeface="Meiryo UI" pitchFamily="50" charset="-128"/>
                <a:cs typeface="Arial" pitchFamily="34" charset="0"/>
              </a:rPr>
              <a:t> </a:t>
            </a:r>
            <a:r>
              <a:rPr kumimoji="1" lang="en-US" altLang="ja-JP" sz="1600" b="1" u="sng">
                <a:latin typeface="Meiryo UI" panose="020B0604030504040204" pitchFamily="50" charset="-128"/>
                <a:ea typeface="Meiryo UI" pitchFamily="50" charset="-128"/>
                <a:cs typeface="Arial" pitchFamily="34" charset="0"/>
              </a:rPr>
              <a:t>Obligations</a:t>
            </a:r>
            <a:r>
              <a:rPr kumimoji="1" lang="ja-JP" altLang="en-US" sz="1600" b="1" u="sng">
                <a:latin typeface="Meiryo UI" panose="020B0604030504040204" pitchFamily="50" charset="-128"/>
                <a:ea typeface="Meiryo UI" pitchFamily="50" charset="-128"/>
                <a:cs typeface="Arial" pitchFamily="34" charset="0"/>
              </a:rPr>
              <a:t> </a:t>
            </a:r>
            <a:r>
              <a:rPr kumimoji="1" lang="en-US" altLang="ja-JP" sz="1600" b="1" u="sng">
                <a:latin typeface="Meiryo UI" panose="020B0604030504040204" pitchFamily="50" charset="-128"/>
                <a:ea typeface="Meiryo UI" pitchFamily="50" charset="-128"/>
                <a:cs typeface="Arial" pitchFamily="34" charset="0"/>
              </a:rPr>
              <a:t>Transfer)</a:t>
            </a:r>
            <a:endParaRPr kumimoji="1" lang="ja-JP" altLang="en-US" sz="1600" b="1" u="sng">
              <a:latin typeface="Meiryo UI" panose="020B0604030504040204" pitchFamily="50" charset="-128"/>
              <a:ea typeface="Meiryo UI" pitchFamily="50" charset="-128"/>
              <a:cs typeface="Arial" pitchFamily="34" charset="0"/>
            </a:endParaRPr>
          </a:p>
        </p:txBody>
      </p:sp>
      <p:sp>
        <p:nvSpPr>
          <p:cNvPr id="8" name="Text Box 2"/>
          <p:cNvSpPr txBox="1">
            <a:spLocks noChangeArrowheads="1"/>
          </p:cNvSpPr>
          <p:nvPr/>
        </p:nvSpPr>
        <p:spPr bwMode="auto">
          <a:xfrm>
            <a:off x="250829" y="44451"/>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2000">
                <a:solidFill>
                  <a:srgbClr val="FFFFFF"/>
                </a:solidFill>
                <a:latin typeface="Meiryo UI" panose="020B0604030504040204" pitchFamily="50" charset="-128"/>
                <a:ea typeface="Meiryo UI" panose="020B0604030504040204" pitchFamily="50" charset="-128"/>
                <a:cs typeface="Arial" pitchFamily="34" charset="0"/>
              </a:rPr>
              <a:t>21. Miscellaneous</a:t>
            </a:r>
            <a:r>
              <a:rPr lang="ja-JP" altLang="en-US" sz="2000">
                <a:solidFill>
                  <a:srgbClr val="FFFFFF"/>
                </a:solidFill>
                <a:latin typeface="Meiryo UI" panose="020B0604030504040204" pitchFamily="50" charset="-128"/>
                <a:ea typeface="Meiryo UI" panose="020B0604030504040204" pitchFamily="50" charset="-128"/>
                <a:cs typeface="Arial" pitchFamily="34" charset="0"/>
              </a:rPr>
              <a:t> </a:t>
            </a:r>
            <a:r>
              <a:rPr lang="en-US" altLang="ja-JP" sz="2000">
                <a:solidFill>
                  <a:srgbClr val="FFFFFF"/>
                </a:solidFill>
                <a:latin typeface="Meiryo UI" panose="020B0604030504040204" pitchFamily="50" charset="-128"/>
                <a:ea typeface="Meiryo UI" panose="020B0604030504040204" pitchFamily="50" charset="-128"/>
                <a:cs typeface="Arial" pitchFamily="34" charset="0"/>
              </a:rPr>
              <a:t>Guidelines (16/16)</a:t>
            </a:r>
            <a:endParaRPr lang="en-US" altLang="ja-JP" sz="1100">
              <a:solidFill>
                <a:srgbClr val="FFFFFF"/>
              </a:solidFill>
              <a:latin typeface="HGPｺﾞｼｯｸE" pitchFamily="50" charset="-128"/>
              <a:ea typeface="HGPｺﾞｼｯｸE" pitchFamily="50" charset="-128"/>
              <a:cs typeface="Arial" pitchFamily="34" charset="0"/>
            </a:endParaRPr>
          </a:p>
        </p:txBody>
      </p:sp>
      <p:graphicFrame>
        <p:nvGraphicFramePr>
          <p:cNvPr id="2" name="表 2">
            <a:extLst>
              <a:ext uri="{FF2B5EF4-FFF2-40B4-BE49-F238E27FC236}">
                <a16:creationId xmlns:a16="http://schemas.microsoft.com/office/drawing/2014/main" id="{583BE0AE-2FAB-4F3E-8E86-FBCAF67D137B}"/>
              </a:ext>
            </a:extLst>
          </p:cNvPr>
          <p:cNvGraphicFramePr>
            <a:graphicFrameLocks noGrp="1"/>
          </p:cNvGraphicFramePr>
          <p:nvPr>
            <p:extLst>
              <p:ext uri="{D42A27DB-BD31-4B8C-83A1-F6EECF244321}">
                <p14:modId xmlns:p14="http://schemas.microsoft.com/office/powerpoint/2010/main" val="2592805778"/>
              </p:ext>
            </p:extLst>
          </p:nvPr>
        </p:nvGraphicFramePr>
        <p:xfrm>
          <a:off x="-68240" y="861580"/>
          <a:ext cx="9324000" cy="5957200"/>
        </p:xfrm>
        <a:graphic>
          <a:graphicData uri="http://schemas.openxmlformats.org/drawingml/2006/table">
            <a:tbl>
              <a:tblPr firstRow="1" bandRow="1">
                <a:tableStyleId>{21E4AEA4-8DFA-4A89-87EB-49C32662AFE0}</a:tableStyleId>
              </a:tblPr>
              <a:tblGrid>
                <a:gridCol w="1404000">
                  <a:extLst>
                    <a:ext uri="{9D8B030D-6E8A-4147-A177-3AD203B41FA5}">
                      <a16:colId xmlns:a16="http://schemas.microsoft.com/office/drawing/2014/main" val="2246712209"/>
                    </a:ext>
                  </a:extLst>
                </a:gridCol>
                <a:gridCol w="720000">
                  <a:extLst>
                    <a:ext uri="{9D8B030D-6E8A-4147-A177-3AD203B41FA5}">
                      <a16:colId xmlns:a16="http://schemas.microsoft.com/office/drawing/2014/main" val="4068008921"/>
                    </a:ext>
                  </a:extLst>
                </a:gridCol>
                <a:gridCol w="720000">
                  <a:extLst>
                    <a:ext uri="{9D8B030D-6E8A-4147-A177-3AD203B41FA5}">
                      <a16:colId xmlns:a16="http://schemas.microsoft.com/office/drawing/2014/main" val="3784893854"/>
                    </a:ext>
                  </a:extLst>
                </a:gridCol>
                <a:gridCol w="720000">
                  <a:extLst>
                    <a:ext uri="{9D8B030D-6E8A-4147-A177-3AD203B41FA5}">
                      <a16:colId xmlns:a16="http://schemas.microsoft.com/office/drawing/2014/main" val="3520063491"/>
                    </a:ext>
                  </a:extLst>
                </a:gridCol>
                <a:gridCol w="720000">
                  <a:extLst>
                    <a:ext uri="{9D8B030D-6E8A-4147-A177-3AD203B41FA5}">
                      <a16:colId xmlns:a16="http://schemas.microsoft.com/office/drawing/2014/main" val="3278090603"/>
                    </a:ext>
                  </a:extLst>
                </a:gridCol>
                <a:gridCol w="720000">
                  <a:extLst>
                    <a:ext uri="{9D8B030D-6E8A-4147-A177-3AD203B41FA5}">
                      <a16:colId xmlns:a16="http://schemas.microsoft.com/office/drawing/2014/main" val="2609375115"/>
                    </a:ext>
                  </a:extLst>
                </a:gridCol>
                <a:gridCol w="720000">
                  <a:extLst>
                    <a:ext uri="{9D8B030D-6E8A-4147-A177-3AD203B41FA5}">
                      <a16:colId xmlns:a16="http://schemas.microsoft.com/office/drawing/2014/main" val="4235255758"/>
                    </a:ext>
                  </a:extLst>
                </a:gridCol>
                <a:gridCol w="720000">
                  <a:extLst>
                    <a:ext uri="{9D8B030D-6E8A-4147-A177-3AD203B41FA5}">
                      <a16:colId xmlns:a16="http://schemas.microsoft.com/office/drawing/2014/main" val="1677641608"/>
                    </a:ext>
                  </a:extLst>
                </a:gridCol>
                <a:gridCol w="720000">
                  <a:extLst>
                    <a:ext uri="{9D8B030D-6E8A-4147-A177-3AD203B41FA5}">
                      <a16:colId xmlns:a16="http://schemas.microsoft.com/office/drawing/2014/main" val="342742492"/>
                    </a:ext>
                  </a:extLst>
                </a:gridCol>
                <a:gridCol w="720000">
                  <a:extLst>
                    <a:ext uri="{9D8B030D-6E8A-4147-A177-3AD203B41FA5}">
                      <a16:colId xmlns:a16="http://schemas.microsoft.com/office/drawing/2014/main" val="4164417100"/>
                    </a:ext>
                  </a:extLst>
                </a:gridCol>
                <a:gridCol w="720000">
                  <a:extLst>
                    <a:ext uri="{9D8B030D-6E8A-4147-A177-3AD203B41FA5}">
                      <a16:colId xmlns:a16="http://schemas.microsoft.com/office/drawing/2014/main" val="2777979331"/>
                    </a:ext>
                  </a:extLst>
                </a:gridCol>
                <a:gridCol w="720000">
                  <a:extLst>
                    <a:ext uri="{9D8B030D-6E8A-4147-A177-3AD203B41FA5}">
                      <a16:colId xmlns:a16="http://schemas.microsoft.com/office/drawing/2014/main" val="3508057063"/>
                    </a:ext>
                  </a:extLst>
                </a:gridCol>
              </a:tblGrid>
              <a:tr h="370840">
                <a:tc>
                  <a:txBody>
                    <a:bodyPr/>
                    <a:lstStyle/>
                    <a:p>
                      <a:pPr algn="ctr"/>
                      <a:r>
                        <a:rPr kumimoji="1" lang="en-US" altLang="ja-JP" sz="1200">
                          <a:latin typeface="Meiryo UI" panose="020B0604030504040204" pitchFamily="50" charset="-128"/>
                          <a:ea typeface="Meiryo UI" panose="020B0604030504040204" pitchFamily="50" charset="-128"/>
                        </a:rPr>
                        <a:t>Types of Transport</a:t>
                      </a:r>
                      <a:endParaRPr kumimoji="1" lang="ja-JP" altLang="en-US" sz="1200">
                        <a:latin typeface="Meiryo UI" panose="020B0604030504040204" pitchFamily="50" charset="-128"/>
                        <a:ea typeface="Meiryo UI" panose="020B0604030504040204" pitchFamily="50" charset="-128"/>
                      </a:endParaRPr>
                    </a:p>
                  </a:txBody>
                  <a:tcPr anchor="ctr"/>
                </a:tc>
                <a:tc gridSpan="2">
                  <a:txBody>
                    <a:bodyPr/>
                    <a:lstStyle/>
                    <a:p>
                      <a:pPr algn="ctr"/>
                      <a:r>
                        <a:rPr kumimoji="1" lang="en-US" altLang="ja-JP" sz="900">
                          <a:latin typeface="Meiryo UI" panose="020B0604030504040204" pitchFamily="50" charset="-128"/>
                          <a:ea typeface="Meiryo UI" panose="020B0604030504040204" pitchFamily="50" charset="-128"/>
                        </a:rPr>
                        <a:t>Any Mode or modes of transport</a:t>
                      </a:r>
                      <a:endParaRPr kumimoji="1" lang="ja-JP" altLang="en-US" sz="900">
                        <a:latin typeface="Meiryo UI" panose="020B0604030504040204" pitchFamily="50" charset="-128"/>
                        <a:ea typeface="Meiryo UI" panose="020B0604030504040204" pitchFamily="50" charset="-128"/>
                      </a:endParaRPr>
                    </a:p>
                  </a:txBody>
                  <a:tcPr anchor="ctr"/>
                </a:tc>
                <a:tc hMerge="1">
                  <a:txBody>
                    <a:bodyPr/>
                    <a:lstStyle/>
                    <a:p>
                      <a:endParaRPr kumimoji="1" lang="ja-JP" altLang="en-US" sz="1100">
                        <a:latin typeface="Meiryo UI" panose="020B0604030504040204" pitchFamily="50" charset="-128"/>
                        <a:ea typeface="Meiryo UI" panose="020B0604030504040204" pitchFamily="50" charset="-128"/>
                      </a:endParaRPr>
                    </a:p>
                  </a:txBody>
                  <a:tcPr/>
                </a:tc>
                <a:tc gridSpan="4">
                  <a:txBody>
                    <a:bodyPr/>
                    <a:lstStyle/>
                    <a:p>
                      <a:pPr algn="ctr"/>
                      <a:r>
                        <a:rPr kumimoji="1" lang="en-US" altLang="ja-JP" sz="900">
                          <a:latin typeface="Meiryo UI" panose="020B0604030504040204" pitchFamily="50" charset="-128"/>
                          <a:ea typeface="Meiryo UI" panose="020B0604030504040204" pitchFamily="50" charset="-128"/>
                        </a:rPr>
                        <a:t>Sea and Inland waterway Only</a:t>
                      </a:r>
                      <a:endParaRPr kumimoji="1" lang="ja-JP" altLang="en-US" sz="900">
                        <a:latin typeface="Meiryo UI" panose="020B0604030504040204" pitchFamily="50" charset="-128"/>
                        <a:ea typeface="Meiryo UI" panose="020B0604030504040204" pitchFamily="50" charset="-128"/>
                      </a:endParaRPr>
                    </a:p>
                  </a:txBody>
                  <a:tcPr anchor="ctr"/>
                </a:tc>
                <a:tc hMerge="1">
                  <a:txBody>
                    <a:bodyPr/>
                    <a:lstStyle/>
                    <a:p>
                      <a:endParaRPr kumimoji="1" lang="ja-JP" altLang="en-US" sz="1100">
                        <a:latin typeface="Meiryo UI" panose="020B0604030504040204" pitchFamily="50" charset="-128"/>
                        <a:ea typeface="Meiryo UI" panose="020B0604030504040204" pitchFamily="50" charset="-128"/>
                      </a:endParaRPr>
                    </a:p>
                  </a:txBody>
                  <a:tcPr/>
                </a:tc>
                <a:tc hMerge="1">
                  <a:txBody>
                    <a:bodyPr/>
                    <a:lstStyle/>
                    <a:p>
                      <a:endParaRPr kumimoji="1" lang="ja-JP" altLang="en-US" sz="1100">
                        <a:latin typeface="Meiryo UI" panose="020B0604030504040204" pitchFamily="50" charset="-128"/>
                        <a:ea typeface="Meiryo UI" panose="020B0604030504040204" pitchFamily="50" charset="-128"/>
                      </a:endParaRPr>
                    </a:p>
                  </a:txBody>
                  <a:tcPr/>
                </a:tc>
                <a:tc hMerge="1">
                  <a:txBody>
                    <a:bodyPr/>
                    <a:lstStyle/>
                    <a:p>
                      <a:endParaRPr kumimoji="1" lang="ja-JP" altLang="en-US" sz="1100">
                        <a:latin typeface="Meiryo UI" panose="020B0604030504040204" pitchFamily="50" charset="-128"/>
                        <a:ea typeface="Meiryo UI" panose="020B0604030504040204" pitchFamily="50" charset="-128"/>
                      </a:endParaRPr>
                    </a:p>
                  </a:txBody>
                  <a:tcPr/>
                </a:tc>
                <a:tc gridSpan="5">
                  <a:txBody>
                    <a:bodyPr/>
                    <a:lstStyle/>
                    <a:p>
                      <a:pPr algn="ctr"/>
                      <a:r>
                        <a:rPr kumimoji="1" lang="en-US" altLang="ja-JP" sz="1400">
                          <a:latin typeface="Meiryo UI" panose="020B0604030504040204" pitchFamily="50" charset="-128"/>
                          <a:ea typeface="Meiryo UI" panose="020B0604030504040204" pitchFamily="50" charset="-128"/>
                        </a:rPr>
                        <a:t>Any Mode or Modes of transport</a:t>
                      </a:r>
                      <a:endParaRPr kumimoji="1" lang="ja-JP" altLang="en-US" sz="1400">
                        <a:latin typeface="Meiryo UI" panose="020B0604030504040204" pitchFamily="50" charset="-128"/>
                        <a:ea typeface="Meiryo UI" panose="020B0604030504040204" pitchFamily="50" charset="-128"/>
                      </a:endParaRPr>
                    </a:p>
                  </a:txBody>
                  <a:tcPr anchor="ctr"/>
                </a:tc>
                <a:tc hMerge="1">
                  <a:txBody>
                    <a:bodyPr/>
                    <a:lstStyle/>
                    <a:p>
                      <a:endParaRPr kumimoji="1" lang="ja-JP" altLang="en-US" sz="1100">
                        <a:latin typeface="Meiryo UI" panose="020B0604030504040204" pitchFamily="50" charset="-128"/>
                        <a:ea typeface="Meiryo UI" panose="020B0604030504040204" pitchFamily="50" charset="-128"/>
                      </a:endParaRPr>
                    </a:p>
                  </a:txBody>
                  <a:tcPr/>
                </a:tc>
                <a:tc hMerge="1">
                  <a:txBody>
                    <a:bodyPr/>
                    <a:lstStyle/>
                    <a:p>
                      <a:endParaRPr kumimoji="1" lang="ja-JP" altLang="en-US" sz="1100">
                        <a:latin typeface="Meiryo UI" panose="020B0604030504040204" pitchFamily="50" charset="-128"/>
                        <a:ea typeface="Meiryo UI" panose="020B0604030504040204" pitchFamily="50" charset="-128"/>
                      </a:endParaRPr>
                    </a:p>
                  </a:txBody>
                  <a:tcPr/>
                </a:tc>
                <a:tc hMerge="1">
                  <a:txBody>
                    <a:bodyPr/>
                    <a:lstStyle/>
                    <a:p>
                      <a:endParaRPr kumimoji="1" lang="ja-JP" altLang="en-US" sz="1100">
                        <a:latin typeface="Meiryo UI" panose="020B0604030504040204" pitchFamily="50" charset="-128"/>
                        <a:ea typeface="Meiryo UI" panose="020B0604030504040204" pitchFamily="50" charset="-128"/>
                      </a:endParaRPr>
                    </a:p>
                  </a:txBody>
                  <a:tcPr/>
                </a:tc>
                <a:tc hMerge="1">
                  <a:txBody>
                    <a:bodyPr/>
                    <a:lstStyle/>
                    <a:p>
                      <a:endParaRPr kumimoji="1" lang="ja-JP" altLang="en-US" sz="1100">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462938984"/>
                  </a:ext>
                </a:extLst>
              </a:tr>
              <a:tr h="370840">
                <a:tc rowSpan="2">
                  <a:txBody>
                    <a:bodyPr/>
                    <a:lstStyle/>
                    <a:p>
                      <a:pPr algn="ctr"/>
                      <a:r>
                        <a:rPr kumimoji="1" lang="en-US" altLang="ja-JP" sz="1600">
                          <a:latin typeface="Meiryo UI" panose="020B0604030504040204" pitchFamily="50" charset="-128"/>
                          <a:ea typeface="Meiryo UI" panose="020B0604030504040204" pitchFamily="50" charset="-128"/>
                        </a:rPr>
                        <a:t>INCOTERMS 2020</a:t>
                      </a:r>
                      <a:endParaRPr kumimoji="1" lang="ja-JP" altLang="en-US" sz="1600">
                        <a:latin typeface="Meiryo UI" panose="020B0604030504040204" pitchFamily="50" charset="-128"/>
                        <a:ea typeface="Meiryo UI" panose="020B0604030504040204" pitchFamily="50" charset="-128"/>
                      </a:endParaRPr>
                    </a:p>
                  </a:txBody>
                  <a:tcPr anchor="ctr"/>
                </a:tc>
                <a:tc>
                  <a:txBody>
                    <a:bodyPr/>
                    <a:lstStyle/>
                    <a:p>
                      <a:pPr algn="ctr"/>
                      <a:r>
                        <a:rPr kumimoji="1" lang="en-US" altLang="ja-JP" sz="1100">
                          <a:latin typeface="Meiryo UI" panose="020B0604030504040204" pitchFamily="50" charset="-128"/>
                          <a:ea typeface="Meiryo UI" panose="020B0604030504040204" pitchFamily="50" charset="-128"/>
                        </a:rPr>
                        <a:t>EXW</a:t>
                      </a:r>
                      <a:endParaRPr kumimoji="1" lang="ja-JP" altLang="en-US" sz="1100">
                        <a:latin typeface="Meiryo UI" panose="020B0604030504040204" pitchFamily="50" charset="-128"/>
                        <a:ea typeface="Meiryo UI" panose="020B0604030504040204" pitchFamily="50" charset="-128"/>
                      </a:endParaRPr>
                    </a:p>
                  </a:txBody>
                  <a:tcPr anchor="ctr"/>
                </a:tc>
                <a:tc>
                  <a:txBody>
                    <a:bodyPr/>
                    <a:lstStyle/>
                    <a:p>
                      <a:pPr algn="ctr"/>
                      <a:r>
                        <a:rPr kumimoji="1" lang="en-US" altLang="ja-JP" sz="1100">
                          <a:latin typeface="Meiryo UI" panose="020B0604030504040204" pitchFamily="50" charset="-128"/>
                          <a:ea typeface="Meiryo UI" panose="020B0604030504040204" pitchFamily="50" charset="-128"/>
                        </a:rPr>
                        <a:t>FCA</a:t>
                      </a:r>
                      <a:endParaRPr kumimoji="1" lang="ja-JP" altLang="en-US" sz="1100">
                        <a:latin typeface="Meiryo UI" panose="020B0604030504040204" pitchFamily="50" charset="-128"/>
                        <a:ea typeface="Meiryo UI" panose="020B0604030504040204" pitchFamily="50" charset="-128"/>
                      </a:endParaRPr>
                    </a:p>
                  </a:txBody>
                  <a:tcPr anchor="ctr"/>
                </a:tc>
                <a:tc>
                  <a:txBody>
                    <a:bodyPr/>
                    <a:lstStyle/>
                    <a:p>
                      <a:pPr algn="ctr"/>
                      <a:r>
                        <a:rPr kumimoji="1" lang="en-US" altLang="ja-JP" sz="1100">
                          <a:latin typeface="Meiryo UI" panose="020B0604030504040204" pitchFamily="50" charset="-128"/>
                          <a:ea typeface="Meiryo UI" panose="020B0604030504040204" pitchFamily="50" charset="-128"/>
                        </a:rPr>
                        <a:t>FAS</a:t>
                      </a:r>
                      <a:endParaRPr kumimoji="1" lang="ja-JP" altLang="en-US" sz="1100">
                        <a:latin typeface="Meiryo UI" panose="020B0604030504040204" pitchFamily="50" charset="-128"/>
                        <a:ea typeface="Meiryo UI" panose="020B0604030504040204" pitchFamily="50" charset="-128"/>
                      </a:endParaRPr>
                    </a:p>
                  </a:txBody>
                  <a:tcPr anchor="ctr"/>
                </a:tc>
                <a:tc>
                  <a:txBody>
                    <a:bodyPr/>
                    <a:lstStyle/>
                    <a:p>
                      <a:pPr algn="ctr"/>
                      <a:r>
                        <a:rPr kumimoji="1" lang="en-US" altLang="ja-JP" sz="1100">
                          <a:latin typeface="Meiryo UI" panose="020B0604030504040204" pitchFamily="50" charset="-128"/>
                          <a:ea typeface="Meiryo UI" panose="020B0604030504040204" pitchFamily="50" charset="-128"/>
                        </a:rPr>
                        <a:t>FOB</a:t>
                      </a:r>
                      <a:endParaRPr kumimoji="1" lang="ja-JP" altLang="en-US" sz="1100">
                        <a:latin typeface="Meiryo UI" panose="020B0604030504040204" pitchFamily="50" charset="-128"/>
                        <a:ea typeface="Meiryo UI" panose="020B0604030504040204" pitchFamily="50" charset="-128"/>
                      </a:endParaRPr>
                    </a:p>
                  </a:txBody>
                  <a:tcPr anchor="ctr"/>
                </a:tc>
                <a:tc>
                  <a:txBody>
                    <a:bodyPr/>
                    <a:lstStyle/>
                    <a:p>
                      <a:pPr algn="ctr"/>
                      <a:r>
                        <a:rPr kumimoji="1" lang="en-US" altLang="ja-JP" sz="1100">
                          <a:latin typeface="Meiryo UI" panose="020B0604030504040204" pitchFamily="50" charset="-128"/>
                          <a:ea typeface="Meiryo UI" panose="020B0604030504040204" pitchFamily="50" charset="-128"/>
                        </a:rPr>
                        <a:t>CFR</a:t>
                      </a:r>
                      <a:endParaRPr kumimoji="1" lang="ja-JP" altLang="en-US" sz="1100">
                        <a:latin typeface="Meiryo UI" panose="020B0604030504040204" pitchFamily="50" charset="-128"/>
                        <a:ea typeface="Meiryo UI" panose="020B0604030504040204" pitchFamily="50" charset="-128"/>
                      </a:endParaRPr>
                    </a:p>
                  </a:txBody>
                  <a:tcPr anchor="ctr"/>
                </a:tc>
                <a:tc>
                  <a:txBody>
                    <a:bodyPr/>
                    <a:lstStyle/>
                    <a:p>
                      <a:pPr algn="ctr"/>
                      <a:r>
                        <a:rPr kumimoji="1" lang="en-US" altLang="ja-JP" sz="1100">
                          <a:latin typeface="Meiryo UI" panose="020B0604030504040204" pitchFamily="50" charset="-128"/>
                          <a:ea typeface="Meiryo UI" panose="020B0604030504040204" pitchFamily="50" charset="-128"/>
                        </a:rPr>
                        <a:t>CIS</a:t>
                      </a:r>
                      <a:endParaRPr kumimoji="1" lang="ja-JP" altLang="en-US" sz="1100">
                        <a:latin typeface="Meiryo UI" panose="020B0604030504040204" pitchFamily="50" charset="-128"/>
                        <a:ea typeface="Meiryo UI" panose="020B0604030504040204" pitchFamily="50" charset="-128"/>
                      </a:endParaRPr>
                    </a:p>
                  </a:txBody>
                  <a:tcPr anchor="ctr"/>
                </a:tc>
                <a:tc>
                  <a:txBody>
                    <a:bodyPr/>
                    <a:lstStyle/>
                    <a:p>
                      <a:pPr algn="ctr"/>
                      <a:r>
                        <a:rPr kumimoji="1" lang="en-US" altLang="ja-JP" sz="1100">
                          <a:latin typeface="Meiryo UI" panose="020B0604030504040204" pitchFamily="50" charset="-128"/>
                          <a:ea typeface="Meiryo UI" panose="020B0604030504040204" pitchFamily="50" charset="-128"/>
                        </a:rPr>
                        <a:t>CRT</a:t>
                      </a:r>
                      <a:endParaRPr kumimoji="1" lang="ja-JP" altLang="en-US" sz="1100">
                        <a:latin typeface="Meiryo UI" panose="020B0604030504040204" pitchFamily="50" charset="-128"/>
                        <a:ea typeface="Meiryo UI" panose="020B0604030504040204" pitchFamily="50" charset="-128"/>
                      </a:endParaRPr>
                    </a:p>
                  </a:txBody>
                  <a:tcPr anchor="ctr"/>
                </a:tc>
                <a:tc>
                  <a:txBody>
                    <a:bodyPr/>
                    <a:lstStyle/>
                    <a:p>
                      <a:pPr algn="ctr"/>
                      <a:r>
                        <a:rPr kumimoji="1" lang="en-US" altLang="ja-JP" sz="1100">
                          <a:latin typeface="Meiryo UI" panose="020B0604030504040204" pitchFamily="50" charset="-128"/>
                          <a:ea typeface="Meiryo UI" panose="020B0604030504040204" pitchFamily="50" charset="-128"/>
                        </a:rPr>
                        <a:t>CIP</a:t>
                      </a:r>
                      <a:endParaRPr kumimoji="1" lang="ja-JP" altLang="en-US" sz="1100">
                        <a:latin typeface="Meiryo UI" panose="020B0604030504040204" pitchFamily="50" charset="-128"/>
                        <a:ea typeface="Meiryo UI" panose="020B0604030504040204" pitchFamily="50" charset="-128"/>
                      </a:endParaRPr>
                    </a:p>
                  </a:txBody>
                  <a:tcPr anchor="ctr"/>
                </a:tc>
                <a:tc>
                  <a:txBody>
                    <a:bodyPr/>
                    <a:lstStyle/>
                    <a:p>
                      <a:pPr algn="ctr"/>
                      <a:r>
                        <a:rPr kumimoji="1" lang="en-US" altLang="ja-JP" sz="1600" b="1">
                          <a:latin typeface="Meiryo UI" panose="020B0604030504040204" pitchFamily="50" charset="-128"/>
                          <a:ea typeface="Meiryo UI" panose="020B0604030504040204" pitchFamily="50" charset="-128"/>
                        </a:rPr>
                        <a:t>DAP</a:t>
                      </a:r>
                      <a:endParaRPr kumimoji="1" lang="ja-JP" altLang="en-US" sz="1600" b="1">
                        <a:latin typeface="Meiryo UI" panose="020B0604030504040204" pitchFamily="50" charset="-128"/>
                        <a:ea typeface="Meiryo UI" panose="020B0604030504040204" pitchFamily="50" charset="-128"/>
                      </a:endParaRPr>
                    </a:p>
                  </a:txBody>
                  <a:tcPr anchor="ctr"/>
                </a:tc>
                <a:tc>
                  <a:txBody>
                    <a:bodyPr/>
                    <a:lstStyle/>
                    <a:p>
                      <a:pPr algn="ctr"/>
                      <a:r>
                        <a:rPr kumimoji="1" lang="en-US" altLang="ja-JP" sz="1100">
                          <a:latin typeface="Meiryo UI" panose="020B0604030504040204" pitchFamily="50" charset="-128"/>
                          <a:ea typeface="Meiryo UI" panose="020B0604030504040204" pitchFamily="50" charset="-128"/>
                        </a:rPr>
                        <a:t>DPU</a:t>
                      </a:r>
                      <a:endParaRPr kumimoji="1" lang="ja-JP" altLang="en-US" sz="1100">
                        <a:latin typeface="Meiryo UI" panose="020B0604030504040204" pitchFamily="50" charset="-128"/>
                        <a:ea typeface="Meiryo UI" panose="020B0604030504040204" pitchFamily="50" charset="-128"/>
                      </a:endParaRPr>
                    </a:p>
                  </a:txBody>
                  <a:tcPr anchor="ctr"/>
                </a:tc>
                <a:tc>
                  <a:txBody>
                    <a:bodyPr/>
                    <a:lstStyle/>
                    <a:p>
                      <a:pPr algn="ctr"/>
                      <a:r>
                        <a:rPr kumimoji="1" lang="en-US" altLang="ja-JP" sz="1100">
                          <a:latin typeface="Meiryo UI" panose="020B0604030504040204" pitchFamily="50" charset="-128"/>
                          <a:ea typeface="Meiryo UI" panose="020B0604030504040204" pitchFamily="50" charset="-128"/>
                        </a:rPr>
                        <a:t>DDP</a:t>
                      </a:r>
                      <a:endParaRPr kumimoji="1" lang="ja-JP" altLang="en-US" sz="1100">
                        <a:latin typeface="Meiryo UI" panose="020B0604030504040204" pitchFamily="50" charset="-128"/>
                        <a:ea typeface="Meiryo UI" panose="020B0604030504040204" pitchFamily="50" charset="-128"/>
                      </a:endParaRPr>
                    </a:p>
                  </a:txBody>
                  <a:tcPr anchor="ctr"/>
                </a:tc>
                <a:extLst>
                  <a:ext uri="{0D108BD9-81ED-4DB2-BD59-A6C34878D82A}">
                    <a16:rowId xmlns:a16="http://schemas.microsoft.com/office/drawing/2014/main" val="469147875"/>
                  </a:ext>
                </a:extLst>
              </a:tr>
              <a:tr h="370840">
                <a:tc vMerge="1">
                  <a:txBody>
                    <a:bodyPr/>
                    <a:lstStyle/>
                    <a:p>
                      <a:endParaRPr kumimoji="1" lang="ja-JP" altLang="en-US" sz="1100">
                        <a:latin typeface="Meiryo UI" panose="020B0604030504040204" pitchFamily="50" charset="-128"/>
                        <a:ea typeface="Meiryo UI" panose="020B0604030504040204" pitchFamily="50" charset="-128"/>
                      </a:endParaRPr>
                    </a:p>
                  </a:txBody>
                  <a:tcPr/>
                </a:tc>
                <a:tc>
                  <a:txBody>
                    <a:bodyPr/>
                    <a:lstStyle/>
                    <a:p>
                      <a:pPr algn="ctr"/>
                      <a:r>
                        <a:rPr kumimoji="1" lang="en-US" altLang="ja-JP" sz="800">
                          <a:latin typeface="Meiryo UI" panose="020B0604030504040204" pitchFamily="50" charset="-128"/>
                          <a:ea typeface="Meiryo UI" panose="020B0604030504040204" pitchFamily="50" charset="-128"/>
                        </a:rPr>
                        <a:t>Ex Works</a:t>
                      </a:r>
                    </a:p>
                    <a:p>
                      <a:pPr algn="ctr"/>
                      <a:r>
                        <a:rPr kumimoji="1" lang="en-US" altLang="ja-JP" sz="800">
                          <a:latin typeface="Meiryo UI" panose="020B0604030504040204" pitchFamily="50" charset="-128"/>
                          <a:ea typeface="Meiryo UI" panose="020B0604030504040204" pitchFamily="50" charset="-128"/>
                        </a:rPr>
                        <a:t>(place)</a:t>
                      </a:r>
                      <a:endParaRPr kumimoji="1" lang="ja-JP" altLang="en-US" sz="800">
                        <a:latin typeface="Meiryo UI" panose="020B0604030504040204" pitchFamily="50" charset="-128"/>
                        <a:ea typeface="Meiryo UI" panose="020B0604030504040204" pitchFamily="50" charset="-128"/>
                      </a:endParaRPr>
                    </a:p>
                  </a:txBody>
                  <a:tcPr anchor="ctr"/>
                </a:tc>
                <a:tc>
                  <a:txBody>
                    <a:bodyPr/>
                    <a:lstStyle/>
                    <a:p>
                      <a:pPr algn="ctr"/>
                      <a:r>
                        <a:rPr kumimoji="1" lang="en-US" altLang="ja-JP" sz="800">
                          <a:latin typeface="Meiryo UI" panose="020B0604030504040204" pitchFamily="50" charset="-128"/>
                          <a:ea typeface="Meiryo UI" panose="020B0604030504040204" pitchFamily="50" charset="-128"/>
                        </a:rPr>
                        <a:t>Free Carrier</a:t>
                      </a:r>
                    </a:p>
                    <a:p>
                      <a:pPr algn="ctr"/>
                      <a:r>
                        <a:rPr kumimoji="1" lang="en-US" altLang="ja-JP" sz="800">
                          <a:latin typeface="Meiryo UI" panose="020B0604030504040204" pitchFamily="50" charset="-128"/>
                          <a:ea typeface="Meiryo UI" panose="020B0604030504040204" pitchFamily="50" charset="-128"/>
                        </a:rPr>
                        <a:t>(place)</a:t>
                      </a:r>
                      <a:endParaRPr kumimoji="1" lang="ja-JP" altLang="en-US" sz="800">
                        <a:latin typeface="Meiryo UI" panose="020B0604030504040204" pitchFamily="50" charset="-128"/>
                        <a:ea typeface="Meiryo UI" panose="020B0604030504040204" pitchFamily="50" charset="-128"/>
                      </a:endParaRPr>
                    </a:p>
                  </a:txBody>
                  <a:tcPr anchor="ctr"/>
                </a:tc>
                <a:tc>
                  <a:txBody>
                    <a:bodyPr/>
                    <a:lstStyle/>
                    <a:p>
                      <a:pPr algn="ctr"/>
                      <a:r>
                        <a:rPr kumimoji="1" lang="en-US" altLang="ja-JP" sz="800">
                          <a:latin typeface="Meiryo UI" panose="020B0604030504040204" pitchFamily="50" charset="-128"/>
                          <a:ea typeface="Meiryo UI" panose="020B0604030504040204" pitchFamily="50" charset="-128"/>
                        </a:rPr>
                        <a:t>Free Alongside Ship</a:t>
                      </a:r>
                      <a:endParaRPr kumimoji="1" lang="ja-JP" altLang="en-US" sz="800">
                        <a:latin typeface="Meiryo UI" panose="020B0604030504040204" pitchFamily="50" charset="-128"/>
                        <a:ea typeface="Meiryo UI" panose="020B0604030504040204" pitchFamily="50" charset="-128"/>
                      </a:endParaRPr>
                    </a:p>
                  </a:txBody>
                  <a:tcPr anchor="ctr"/>
                </a:tc>
                <a:tc>
                  <a:txBody>
                    <a:bodyPr/>
                    <a:lstStyle/>
                    <a:p>
                      <a:pPr algn="ctr"/>
                      <a:r>
                        <a:rPr kumimoji="1" lang="en-US" altLang="ja-JP" sz="800">
                          <a:latin typeface="Meiryo UI" panose="020B0604030504040204" pitchFamily="50" charset="-128"/>
                          <a:ea typeface="Meiryo UI" panose="020B0604030504040204" pitchFamily="50" charset="-128"/>
                        </a:rPr>
                        <a:t>Free On Board</a:t>
                      </a:r>
                      <a:endParaRPr kumimoji="1" lang="ja-JP" altLang="en-US" sz="800">
                        <a:latin typeface="Meiryo UI" panose="020B0604030504040204" pitchFamily="50" charset="-128"/>
                        <a:ea typeface="Meiryo UI" panose="020B0604030504040204" pitchFamily="50" charset="-128"/>
                      </a:endParaRPr>
                    </a:p>
                  </a:txBody>
                  <a:tcPr anchor="ctr"/>
                </a:tc>
                <a:tc>
                  <a:txBody>
                    <a:bodyPr/>
                    <a:lstStyle/>
                    <a:p>
                      <a:pPr algn="ctr"/>
                      <a:r>
                        <a:rPr kumimoji="1" lang="en-US" altLang="ja-JP" sz="800">
                          <a:latin typeface="Meiryo UI" panose="020B0604030504040204" pitchFamily="50" charset="-128"/>
                          <a:ea typeface="Meiryo UI" panose="020B0604030504040204" pitchFamily="50" charset="-128"/>
                        </a:rPr>
                        <a:t>Cost % Freight</a:t>
                      </a:r>
                      <a:endParaRPr kumimoji="1" lang="ja-JP" altLang="en-US" sz="800">
                        <a:latin typeface="Meiryo UI" panose="020B0604030504040204" pitchFamily="50" charset="-128"/>
                        <a:ea typeface="Meiryo UI" panose="020B0604030504040204" pitchFamily="50" charset="-128"/>
                      </a:endParaRPr>
                    </a:p>
                  </a:txBody>
                  <a:tcPr anchor="ctr"/>
                </a:tc>
                <a:tc>
                  <a:txBody>
                    <a:bodyPr/>
                    <a:lstStyle/>
                    <a:p>
                      <a:pPr algn="ctr"/>
                      <a:r>
                        <a:rPr kumimoji="1" lang="en-US" altLang="ja-JP" sz="800">
                          <a:latin typeface="Meiryo UI" panose="020B0604030504040204" pitchFamily="50" charset="-128"/>
                          <a:ea typeface="Meiryo UI" panose="020B0604030504040204" pitchFamily="50" charset="-128"/>
                        </a:rPr>
                        <a:t>Cost, Insurance &amp; Freight</a:t>
                      </a:r>
                      <a:endParaRPr kumimoji="1" lang="ja-JP" altLang="en-US" sz="800">
                        <a:latin typeface="Meiryo UI" panose="020B0604030504040204" pitchFamily="50" charset="-128"/>
                        <a:ea typeface="Meiryo UI" panose="020B0604030504040204" pitchFamily="50" charset="-128"/>
                      </a:endParaRPr>
                    </a:p>
                  </a:txBody>
                  <a:tcPr anchor="ctr"/>
                </a:tc>
                <a:tc>
                  <a:txBody>
                    <a:bodyPr/>
                    <a:lstStyle/>
                    <a:p>
                      <a:pPr algn="ctr"/>
                      <a:r>
                        <a:rPr kumimoji="1" lang="en-US" altLang="ja-JP" sz="800">
                          <a:latin typeface="Meiryo UI" panose="020B0604030504040204" pitchFamily="50" charset="-128"/>
                          <a:ea typeface="Meiryo UI" panose="020B0604030504040204" pitchFamily="50" charset="-128"/>
                        </a:rPr>
                        <a:t>Carriage Paid To</a:t>
                      </a:r>
                      <a:endParaRPr kumimoji="1" lang="ja-JP" altLang="en-US" sz="800">
                        <a:latin typeface="Meiryo UI" panose="020B0604030504040204" pitchFamily="50" charset="-128"/>
                        <a:ea typeface="Meiryo UI" panose="020B0604030504040204" pitchFamily="50" charset="-128"/>
                      </a:endParaRPr>
                    </a:p>
                  </a:txBody>
                  <a:tcPr anchor="ctr"/>
                </a:tc>
                <a:tc>
                  <a:txBody>
                    <a:bodyPr/>
                    <a:lstStyle/>
                    <a:p>
                      <a:pPr algn="ctr"/>
                      <a:r>
                        <a:rPr kumimoji="1" lang="en-US" altLang="ja-JP" sz="800">
                          <a:latin typeface="Meiryo UI" panose="020B0604030504040204" pitchFamily="50" charset="-128"/>
                          <a:ea typeface="Meiryo UI" panose="020B0604030504040204" pitchFamily="50" charset="-128"/>
                        </a:rPr>
                        <a:t>Carriage &amp; Insurance Paid to</a:t>
                      </a:r>
                      <a:endParaRPr kumimoji="1" lang="ja-JP" altLang="en-US" sz="800">
                        <a:latin typeface="Meiryo UI" panose="020B0604030504040204" pitchFamily="50" charset="-128"/>
                        <a:ea typeface="Meiryo UI" panose="020B0604030504040204" pitchFamily="50" charset="-128"/>
                      </a:endParaRPr>
                    </a:p>
                  </a:txBody>
                  <a:tcPr anchor="ctr"/>
                </a:tc>
                <a:tc>
                  <a:txBody>
                    <a:bodyPr/>
                    <a:lstStyle/>
                    <a:p>
                      <a:pPr algn="ctr"/>
                      <a:r>
                        <a:rPr kumimoji="1" lang="en-US" altLang="ja-JP" sz="800">
                          <a:latin typeface="Meiryo UI" panose="020B0604030504040204" pitchFamily="50" charset="-128"/>
                          <a:ea typeface="Meiryo UI" panose="020B0604030504040204" pitchFamily="50" charset="-128"/>
                        </a:rPr>
                        <a:t>Delivered At Place</a:t>
                      </a:r>
                      <a:endParaRPr kumimoji="1" lang="ja-JP" altLang="en-US" sz="800">
                        <a:latin typeface="Meiryo UI" panose="020B0604030504040204" pitchFamily="50" charset="-128"/>
                        <a:ea typeface="Meiryo UI" panose="020B0604030504040204" pitchFamily="50" charset="-128"/>
                      </a:endParaRPr>
                    </a:p>
                  </a:txBody>
                  <a:tcPr anchor="ctr"/>
                </a:tc>
                <a:tc>
                  <a:txBody>
                    <a:bodyPr/>
                    <a:lstStyle/>
                    <a:p>
                      <a:pPr algn="ctr"/>
                      <a:r>
                        <a:rPr kumimoji="1" lang="en-US" altLang="ja-JP" sz="800">
                          <a:latin typeface="Meiryo UI" panose="020B0604030504040204" pitchFamily="50" charset="-128"/>
                          <a:ea typeface="Meiryo UI" panose="020B0604030504040204" pitchFamily="50" charset="-128"/>
                        </a:rPr>
                        <a:t>Delivered At Place Unloaded</a:t>
                      </a:r>
                      <a:endParaRPr kumimoji="1" lang="ja-JP" altLang="en-US" sz="800">
                        <a:latin typeface="Meiryo UI" panose="020B0604030504040204" pitchFamily="50" charset="-128"/>
                        <a:ea typeface="Meiryo UI" panose="020B0604030504040204" pitchFamily="50" charset="-128"/>
                      </a:endParaRPr>
                    </a:p>
                  </a:txBody>
                  <a:tcPr anchor="ctr"/>
                </a:tc>
                <a:tc>
                  <a:txBody>
                    <a:bodyPr/>
                    <a:lstStyle/>
                    <a:p>
                      <a:pPr algn="ctr"/>
                      <a:r>
                        <a:rPr kumimoji="1" lang="en-US" altLang="ja-JP" sz="800">
                          <a:latin typeface="Meiryo UI" panose="020B0604030504040204" pitchFamily="50" charset="-128"/>
                          <a:ea typeface="Meiryo UI" panose="020B0604030504040204" pitchFamily="50" charset="-128"/>
                        </a:rPr>
                        <a:t>Delivered Duty Paid</a:t>
                      </a:r>
                      <a:endParaRPr kumimoji="1" lang="ja-JP" altLang="en-US" sz="800">
                        <a:latin typeface="Meiryo UI" panose="020B0604030504040204" pitchFamily="50" charset="-128"/>
                        <a:ea typeface="Meiryo UI" panose="020B0604030504040204" pitchFamily="50" charset="-128"/>
                      </a:endParaRPr>
                    </a:p>
                  </a:txBody>
                  <a:tcPr anchor="ctr"/>
                </a:tc>
                <a:extLst>
                  <a:ext uri="{0D108BD9-81ED-4DB2-BD59-A6C34878D82A}">
                    <a16:rowId xmlns:a16="http://schemas.microsoft.com/office/drawing/2014/main" val="252570833"/>
                  </a:ext>
                </a:extLst>
              </a:tr>
              <a:tr h="432000">
                <a:tc>
                  <a:txBody>
                    <a:bodyPr/>
                    <a:lstStyle/>
                    <a:p>
                      <a:pPr algn="ctr"/>
                      <a:r>
                        <a:rPr kumimoji="1" lang="en-US" altLang="ja-JP" sz="1200">
                          <a:latin typeface="Meiryo UI" panose="020B0604030504040204" pitchFamily="50" charset="-128"/>
                          <a:ea typeface="Meiryo UI" panose="020B0604030504040204" pitchFamily="50" charset="-128"/>
                        </a:rPr>
                        <a:t>Transfer of Risk</a:t>
                      </a:r>
                      <a:endParaRPr kumimoji="1" lang="ja-JP" altLang="en-US" sz="1200">
                        <a:latin typeface="Meiryo UI" panose="020B0604030504040204" pitchFamily="50" charset="-128"/>
                        <a:ea typeface="Meiryo UI" panose="020B0604030504040204" pitchFamily="50" charset="-128"/>
                      </a:endParaRPr>
                    </a:p>
                  </a:txBody>
                  <a:tcPr anchor="ctr">
                    <a:solidFill>
                      <a:srgbClr val="FFC000"/>
                    </a:solidFill>
                  </a:tcPr>
                </a:tc>
                <a:tc>
                  <a:txBody>
                    <a:bodyPr/>
                    <a:lstStyle/>
                    <a:p>
                      <a:pPr algn="ctr"/>
                      <a:r>
                        <a:rPr kumimoji="1" lang="en-US" altLang="ja-JP" sz="800">
                          <a:latin typeface="Meiryo UI" panose="020B0604030504040204" pitchFamily="50" charset="-128"/>
                          <a:ea typeface="Meiryo UI" panose="020B0604030504040204" pitchFamily="50" charset="-128"/>
                        </a:rPr>
                        <a:t>At Importer’s Disposal</a:t>
                      </a:r>
                      <a:endParaRPr kumimoji="1" lang="ja-JP" altLang="en-US" sz="800">
                        <a:latin typeface="Meiryo UI" panose="020B0604030504040204" pitchFamily="50" charset="-128"/>
                        <a:ea typeface="Meiryo UI" panose="020B0604030504040204" pitchFamily="50" charset="-128"/>
                      </a:endParaRPr>
                    </a:p>
                  </a:txBody>
                  <a:tcPr anchor="ctr">
                    <a:solidFill>
                      <a:srgbClr val="FFC000"/>
                    </a:solidFill>
                  </a:tcPr>
                </a:tc>
                <a:tc>
                  <a:txBody>
                    <a:bodyPr/>
                    <a:lstStyle/>
                    <a:p>
                      <a:pPr algn="ctr"/>
                      <a:r>
                        <a:rPr kumimoji="1" lang="en-US" altLang="ja-JP" sz="800">
                          <a:latin typeface="Meiryo UI" panose="020B0604030504040204" pitchFamily="50" charset="-128"/>
                          <a:ea typeface="Meiryo UI" panose="020B0604030504040204" pitchFamily="50" charset="-128"/>
                        </a:rPr>
                        <a:t>On Importer’s transport</a:t>
                      </a:r>
                      <a:endParaRPr kumimoji="1" lang="ja-JP" altLang="en-US" sz="800">
                        <a:latin typeface="Meiryo UI" panose="020B0604030504040204" pitchFamily="50" charset="-128"/>
                        <a:ea typeface="Meiryo UI" panose="020B0604030504040204" pitchFamily="50" charset="-128"/>
                      </a:endParaRPr>
                    </a:p>
                  </a:txBody>
                  <a:tcPr anchor="ctr">
                    <a:solidFill>
                      <a:srgbClr val="FFC000"/>
                    </a:solidFill>
                  </a:tcPr>
                </a:tc>
                <a:tc>
                  <a:txBody>
                    <a:bodyPr/>
                    <a:lstStyle/>
                    <a:p>
                      <a:pPr algn="ctr"/>
                      <a:r>
                        <a:rPr kumimoji="1" lang="en-US" altLang="ja-JP" sz="800">
                          <a:latin typeface="Meiryo UI" panose="020B0604030504040204" pitchFamily="50" charset="-128"/>
                          <a:ea typeface="Meiryo UI" panose="020B0604030504040204" pitchFamily="50" charset="-128"/>
                        </a:rPr>
                        <a:t>Alongside Ship</a:t>
                      </a:r>
                      <a:endParaRPr kumimoji="1" lang="ja-JP" altLang="en-US" sz="800">
                        <a:latin typeface="Meiryo UI" panose="020B0604030504040204" pitchFamily="50" charset="-128"/>
                        <a:ea typeface="Meiryo UI" panose="020B0604030504040204" pitchFamily="50" charset="-128"/>
                      </a:endParaRPr>
                    </a:p>
                  </a:txBody>
                  <a:tcPr anchor="ctr">
                    <a:solidFill>
                      <a:srgbClr val="FFC000"/>
                    </a:solidFill>
                  </a:tcPr>
                </a:tc>
                <a:tc>
                  <a:txBody>
                    <a:bodyPr/>
                    <a:lstStyle/>
                    <a:p>
                      <a:pPr algn="ctr"/>
                      <a:r>
                        <a:rPr kumimoji="1" lang="en-US" altLang="ja-JP" sz="800">
                          <a:latin typeface="Meiryo UI" panose="020B0604030504040204" pitchFamily="50" charset="-128"/>
                          <a:ea typeface="Meiryo UI" panose="020B0604030504040204" pitchFamily="50" charset="-128"/>
                        </a:rPr>
                        <a:t>On Board Vessel</a:t>
                      </a:r>
                      <a:endParaRPr kumimoji="1" lang="ja-JP" altLang="en-US" sz="800">
                        <a:latin typeface="Meiryo UI" panose="020B0604030504040204" pitchFamily="50" charset="-128"/>
                        <a:ea typeface="Meiryo UI" panose="020B0604030504040204" pitchFamily="50" charset="-128"/>
                      </a:endParaRPr>
                    </a:p>
                  </a:txBody>
                  <a:tcPr anchor="ctr">
                    <a:solidFill>
                      <a:srgbClr val="FFC000"/>
                    </a:solidFill>
                  </a:tcPr>
                </a:tc>
                <a:tc>
                  <a:txBody>
                    <a:bodyPr/>
                    <a:lstStyle/>
                    <a:p>
                      <a:pPr algn="ctr"/>
                      <a:r>
                        <a:rPr kumimoji="1" lang="en-US" altLang="ja-JP" sz="800">
                          <a:latin typeface="Meiryo UI" panose="020B0604030504040204" pitchFamily="50" charset="-128"/>
                          <a:ea typeface="Meiryo UI" panose="020B0604030504040204" pitchFamily="50" charset="-128"/>
                        </a:rPr>
                        <a:t>On Board Vessel</a:t>
                      </a:r>
                      <a:endParaRPr kumimoji="1" lang="ja-JP" altLang="en-US" sz="800">
                        <a:latin typeface="Meiryo UI" panose="020B0604030504040204" pitchFamily="50" charset="-128"/>
                        <a:ea typeface="Meiryo UI" panose="020B0604030504040204" pitchFamily="50" charset="-128"/>
                      </a:endParaRPr>
                    </a:p>
                  </a:txBody>
                  <a:tcPr anchor="ctr">
                    <a:solidFill>
                      <a:srgbClr val="FFC0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800">
                          <a:latin typeface="Meiryo UI" panose="020B0604030504040204" pitchFamily="50" charset="-128"/>
                          <a:ea typeface="Meiryo UI" panose="020B0604030504040204" pitchFamily="50" charset="-128"/>
                        </a:rPr>
                        <a:t>On Board Vessel</a:t>
                      </a:r>
                      <a:endParaRPr kumimoji="1" lang="ja-JP" altLang="en-US" sz="800">
                        <a:latin typeface="Meiryo UI" panose="020B0604030504040204" pitchFamily="50" charset="-128"/>
                        <a:ea typeface="Meiryo UI" panose="020B0604030504040204" pitchFamily="50" charset="-128"/>
                      </a:endParaRPr>
                    </a:p>
                  </a:txBody>
                  <a:tcPr anchor="ctr">
                    <a:solidFill>
                      <a:srgbClr val="FFC000"/>
                    </a:solidFill>
                  </a:tcPr>
                </a:tc>
                <a:tc>
                  <a:txBody>
                    <a:bodyPr/>
                    <a:lstStyle/>
                    <a:p>
                      <a:pPr algn="ctr"/>
                      <a:r>
                        <a:rPr kumimoji="1" lang="en-US" altLang="ja-JP" sz="800">
                          <a:latin typeface="Meiryo UI" panose="020B0604030504040204" pitchFamily="50" charset="-128"/>
                          <a:ea typeface="Meiryo UI" panose="020B0604030504040204" pitchFamily="50" charset="-128"/>
                        </a:rPr>
                        <a:t>At Carrier</a:t>
                      </a:r>
                      <a:endParaRPr kumimoji="1" lang="ja-JP" altLang="en-US" sz="800">
                        <a:latin typeface="Meiryo UI" panose="020B0604030504040204" pitchFamily="50" charset="-128"/>
                        <a:ea typeface="Meiryo UI" panose="020B0604030504040204" pitchFamily="50" charset="-128"/>
                      </a:endParaRPr>
                    </a:p>
                  </a:txBody>
                  <a:tcPr anchor="ctr">
                    <a:solidFill>
                      <a:srgbClr val="FFC000"/>
                    </a:solidFill>
                  </a:tcPr>
                </a:tc>
                <a:tc>
                  <a:txBody>
                    <a:bodyPr/>
                    <a:lstStyle/>
                    <a:p>
                      <a:pPr algn="ctr"/>
                      <a:r>
                        <a:rPr kumimoji="1" lang="en-US" altLang="ja-JP" sz="800">
                          <a:latin typeface="Meiryo UI" panose="020B0604030504040204" pitchFamily="50" charset="-128"/>
                          <a:ea typeface="Meiryo UI" panose="020B0604030504040204" pitchFamily="50" charset="-128"/>
                        </a:rPr>
                        <a:t>At Carrier</a:t>
                      </a:r>
                      <a:endParaRPr kumimoji="1" lang="ja-JP" altLang="en-US" sz="800">
                        <a:latin typeface="Meiryo UI" panose="020B0604030504040204" pitchFamily="50" charset="-128"/>
                        <a:ea typeface="Meiryo UI" panose="020B0604030504040204" pitchFamily="50" charset="-128"/>
                      </a:endParaRPr>
                    </a:p>
                  </a:txBody>
                  <a:tcPr anchor="ctr">
                    <a:solidFill>
                      <a:srgbClr val="FFC000"/>
                    </a:solidFill>
                  </a:tcPr>
                </a:tc>
                <a:tc>
                  <a:txBody>
                    <a:bodyPr/>
                    <a:lstStyle/>
                    <a:p>
                      <a:pPr algn="ctr"/>
                      <a:r>
                        <a:rPr kumimoji="1" lang="en-US" altLang="ja-JP" sz="800" b="1">
                          <a:latin typeface="Meiryo UI" panose="020B0604030504040204" pitchFamily="50" charset="-128"/>
                          <a:ea typeface="Meiryo UI" panose="020B0604030504040204" pitchFamily="50" charset="-128"/>
                        </a:rPr>
                        <a:t>At Named Place</a:t>
                      </a:r>
                      <a:endParaRPr kumimoji="1" lang="ja-JP" altLang="en-US" sz="800" b="1">
                        <a:latin typeface="Meiryo UI" panose="020B0604030504040204" pitchFamily="50" charset="-128"/>
                        <a:ea typeface="Meiryo UI" panose="020B0604030504040204" pitchFamily="50" charset="-128"/>
                      </a:endParaRPr>
                    </a:p>
                  </a:txBody>
                  <a:tcPr anchor="ctr">
                    <a:solidFill>
                      <a:srgbClr val="FFC000"/>
                    </a:solidFill>
                  </a:tcPr>
                </a:tc>
                <a:tc>
                  <a:txBody>
                    <a:bodyPr/>
                    <a:lstStyle/>
                    <a:p>
                      <a:pPr algn="ctr"/>
                      <a:r>
                        <a:rPr kumimoji="1" lang="en-US" altLang="ja-JP" sz="800">
                          <a:latin typeface="Meiryo UI" panose="020B0604030504040204" pitchFamily="50" charset="-128"/>
                          <a:ea typeface="Meiryo UI" panose="020B0604030504040204" pitchFamily="50" charset="-128"/>
                        </a:rPr>
                        <a:t>At Named Please Unloaded</a:t>
                      </a:r>
                      <a:endParaRPr kumimoji="1" lang="ja-JP" altLang="en-US" sz="800">
                        <a:latin typeface="Meiryo UI" panose="020B0604030504040204" pitchFamily="50" charset="-128"/>
                        <a:ea typeface="Meiryo UI" panose="020B0604030504040204" pitchFamily="50" charset="-128"/>
                      </a:endParaRPr>
                    </a:p>
                  </a:txBody>
                  <a:tcPr anchor="ctr">
                    <a:solidFill>
                      <a:srgbClr val="FFC000"/>
                    </a:solidFill>
                  </a:tcPr>
                </a:tc>
                <a:tc>
                  <a:txBody>
                    <a:bodyPr/>
                    <a:lstStyle/>
                    <a:p>
                      <a:pPr algn="ctr"/>
                      <a:r>
                        <a:rPr kumimoji="1" lang="en-US" altLang="ja-JP" sz="800">
                          <a:latin typeface="Meiryo UI" panose="020B0604030504040204" pitchFamily="50" charset="-128"/>
                          <a:ea typeface="Meiryo UI" panose="020B0604030504040204" pitchFamily="50" charset="-128"/>
                        </a:rPr>
                        <a:t>At Named Place</a:t>
                      </a:r>
                      <a:endParaRPr kumimoji="1" lang="ja-JP" altLang="en-US" sz="800">
                        <a:latin typeface="Meiryo UI" panose="020B0604030504040204" pitchFamily="50" charset="-128"/>
                        <a:ea typeface="Meiryo UI" panose="020B0604030504040204" pitchFamily="50" charset="-128"/>
                      </a:endParaRPr>
                    </a:p>
                  </a:txBody>
                  <a:tcPr anchor="ctr">
                    <a:solidFill>
                      <a:srgbClr val="FFC000"/>
                    </a:solidFill>
                  </a:tcPr>
                </a:tc>
                <a:extLst>
                  <a:ext uri="{0D108BD9-81ED-4DB2-BD59-A6C34878D82A}">
                    <a16:rowId xmlns:a16="http://schemas.microsoft.com/office/drawing/2014/main" val="2586200791"/>
                  </a:ext>
                </a:extLst>
              </a:tr>
              <a:tr h="216000">
                <a:tc gridSpan="1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a:latin typeface="Meiryo UI" panose="020B0604030504040204" pitchFamily="50" charset="-128"/>
                          <a:ea typeface="Meiryo UI" panose="020B0604030504040204" pitchFamily="50" charset="-128"/>
                        </a:rPr>
                        <a:t>Responsibilities &amp; Charges</a:t>
                      </a:r>
                      <a:endParaRPr kumimoji="1" lang="ja-JP" altLang="en-US" sz="1100">
                        <a:latin typeface="Meiryo UI" panose="020B0604030504040204" pitchFamily="50" charset="-128"/>
                        <a:ea typeface="Meiryo UI" panose="020B0604030504040204" pitchFamily="50" charset="-128"/>
                      </a:endParaRPr>
                    </a:p>
                  </a:txBody>
                  <a:tcPr anchor="ctr"/>
                </a:tc>
                <a:tc hMerge="1">
                  <a:txBody>
                    <a:bodyPr/>
                    <a:lstStyle/>
                    <a:p>
                      <a:pPr algn="ctr"/>
                      <a:endParaRPr kumimoji="1" lang="ja-JP" altLang="en-US" sz="1100">
                        <a:latin typeface="Meiryo UI" panose="020B0604030504040204" pitchFamily="50" charset="-128"/>
                        <a:ea typeface="Meiryo UI" panose="020B0604030504040204" pitchFamily="50" charset="-128"/>
                      </a:endParaRPr>
                    </a:p>
                  </a:txBody>
                  <a:tcPr anchor="ctr"/>
                </a:tc>
                <a:tc hMerge="1">
                  <a:txBody>
                    <a:bodyPr/>
                    <a:lstStyle/>
                    <a:p>
                      <a:pPr algn="ctr"/>
                      <a:endParaRPr kumimoji="1" lang="ja-JP" altLang="en-US" sz="1100">
                        <a:latin typeface="Meiryo UI" panose="020B0604030504040204" pitchFamily="50" charset="-128"/>
                        <a:ea typeface="Meiryo UI" panose="020B0604030504040204" pitchFamily="50" charset="-128"/>
                      </a:endParaRPr>
                    </a:p>
                  </a:txBody>
                  <a:tcPr anchor="ctr"/>
                </a:tc>
                <a:tc hMerge="1">
                  <a:txBody>
                    <a:bodyPr/>
                    <a:lstStyle/>
                    <a:p>
                      <a:pPr algn="ctr"/>
                      <a:endParaRPr kumimoji="1" lang="ja-JP" altLang="en-US" sz="1100">
                        <a:latin typeface="Meiryo UI" panose="020B0604030504040204" pitchFamily="50" charset="-128"/>
                        <a:ea typeface="Meiryo UI" panose="020B0604030504040204" pitchFamily="50" charset="-128"/>
                      </a:endParaRPr>
                    </a:p>
                  </a:txBody>
                  <a:tcPr anchor="ctr"/>
                </a:tc>
                <a:tc hMerge="1">
                  <a:txBody>
                    <a:bodyPr/>
                    <a:lstStyle/>
                    <a:p>
                      <a:pPr algn="ctr"/>
                      <a:endParaRPr kumimoji="1" lang="ja-JP" altLang="en-US" sz="1100">
                        <a:latin typeface="Meiryo UI" panose="020B0604030504040204" pitchFamily="50" charset="-128"/>
                        <a:ea typeface="Meiryo UI" panose="020B0604030504040204" pitchFamily="50" charset="-128"/>
                      </a:endParaRPr>
                    </a:p>
                  </a:txBody>
                  <a:tcPr anchor="ctr"/>
                </a:tc>
                <a:tc hMerge="1">
                  <a:txBody>
                    <a:bodyPr/>
                    <a:lstStyle/>
                    <a:p>
                      <a:pPr algn="ctr"/>
                      <a:endParaRPr kumimoji="1" lang="ja-JP" altLang="en-US" sz="1100">
                        <a:latin typeface="Meiryo UI" panose="020B0604030504040204" pitchFamily="50" charset="-128"/>
                        <a:ea typeface="Meiryo UI" panose="020B0604030504040204" pitchFamily="50" charset="-128"/>
                      </a:endParaRPr>
                    </a:p>
                  </a:txBody>
                  <a:tcPr anchor="ctr"/>
                </a:tc>
                <a:tc hMerge="1">
                  <a:txBody>
                    <a:bodyPr/>
                    <a:lstStyle/>
                    <a:p>
                      <a:pPr algn="ctr"/>
                      <a:endParaRPr kumimoji="1" lang="ja-JP" altLang="en-US" sz="1100">
                        <a:latin typeface="Meiryo UI" panose="020B0604030504040204" pitchFamily="50" charset="-128"/>
                        <a:ea typeface="Meiryo UI" panose="020B0604030504040204" pitchFamily="50" charset="-128"/>
                      </a:endParaRPr>
                    </a:p>
                  </a:txBody>
                  <a:tcPr anchor="ctr"/>
                </a:tc>
                <a:tc hMerge="1">
                  <a:txBody>
                    <a:bodyPr/>
                    <a:lstStyle/>
                    <a:p>
                      <a:pPr algn="ctr"/>
                      <a:endParaRPr kumimoji="1" lang="ja-JP" altLang="en-US" sz="1100">
                        <a:latin typeface="Meiryo UI" panose="020B0604030504040204" pitchFamily="50" charset="-128"/>
                        <a:ea typeface="Meiryo UI" panose="020B0604030504040204" pitchFamily="50" charset="-128"/>
                      </a:endParaRPr>
                    </a:p>
                  </a:txBody>
                  <a:tcPr anchor="ctr"/>
                </a:tc>
                <a:tc hMerge="1">
                  <a:txBody>
                    <a:bodyPr/>
                    <a:lstStyle/>
                    <a:p>
                      <a:pPr algn="ctr"/>
                      <a:endParaRPr kumimoji="1" lang="ja-JP" altLang="en-US" sz="1100">
                        <a:latin typeface="Meiryo UI" panose="020B0604030504040204" pitchFamily="50" charset="-128"/>
                        <a:ea typeface="Meiryo UI" panose="020B0604030504040204" pitchFamily="50" charset="-128"/>
                      </a:endParaRPr>
                    </a:p>
                  </a:txBody>
                  <a:tcPr anchor="ctr"/>
                </a:tc>
                <a:tc hMerge="1">
                  <a:txBody>
                    <a:bodyPr/>
                    <a:lstStyle/>
                    <a:p>
                      <a:pPr algn="ctr"/>
                      <a:endParaRPr kumimoji="1" lang="ja-JP" altLang="en-US" sz="1100">
                        <a:latin typeface="Meiryo UI" panose="020B0604030504040204" pitchFamily="50" charset="-128"/>
                        <a:ea typeface="Meiryo UI" panose="020B0604030504040204" pitchFamily="50" charset="-128"/>
                      </a:endParaRPr>
                    </a:p>
                  </a:txBody>
                  <a:tcPr anchor="ctr"/>
                </a:tc>
                <a:tc hMerge="1">
                  <a:txBody>
                    <a:bodyPr/>
                    <a:lstStyle/>
                    <a:p>
                      <a:pPr algn="ctr"/>
                      <a:endParaRPr kumimoji="1" lang="ja-JP" altLang="en-US" sz="1100">
                        <a:latin typeface="Meiryo UI" panose="020B0604030504040204" pitchFamily="50" charset="-128"/>
                        <a:ea typeface="Meiryo UI" panose="020B0604030504040204" pitchFamily="50" charset="-128"/>
                      </a:endParaRPr>
                    </a:p>
                  </a:txBody>
                  <a:tcPr anchor="ctr"/>
                </a:tc>
                <a:tc hMerge="1">
                  <a:txBody>
                    <a:bodyPr/>
                    <a:lstStyle/>
                    <a:p>
                      <a:pPr algn="ctr"/>
                      <a:endParaRPr kumimoji="1" lang="ja-JP" altLang="en-US" sz="1100">
                        <a:latin typeface="Meiryo UI" panose="020B0604030504040204" pitchFamily="50" charset="-128"/>
                        <a:ea typeface="Meiryo UI" panose="020B0604030504040204" pitchFamily="50" charset="-128"/>
                      </a:endParaRPr>
                    </a:p>
                  </a:txBody>
                  <a:tcPr anchor="ctr"/>
                </a:tc>
                <a:extLst>
                  <a:ext uri="{0D108BD9-81ED-4DB2-BD59-A6C34878D82A}">
                    <a16:rowId xmlns:a16="http://schemas.microsoft.com/office/drawing/2014/main" val="1175627613"/>
                  </a:ext>
                </a:extLst>
              </a:tr>
              <a:tr h="324000">
                <a:tc>
                  <a:txBody>
                    <a:bodyPr/>
                    <a:lstStyle/>
                    <a:p>
                      <a:pPr algn="ctr"/>
                      <a:r>
                        <a:rPr kumimoji="1" lang="en-US" altLang="ja-JP" sz="800" b="1">
                          <a:latin typeface="Meiryo UI" panose="020B0604030504040204" pitchFamily="50" charset="-128"/>
                          <a:ea typeface="Meiryo UI" panose="020B0604030504040204" pitchFamily="50" charset="-128"/>
                        </a:rPr>
                        <a:t>Export</a:t>
                      </a:r>
                      <a:r>
                        <a:rPr kumimoji="1" lang="ja-JP" altLang="en-US" sz="800" b="1">
                          <a:latin typeface="Meiryo UI" panose="020B0604030504040204" pitchFamily="50" charset="-128"/>
                          <a:ea typeface="Meiryo UI" panose="020B0604030504040204" pitchFamily="50" charset="-128"/>
                        </a:rPr>
                        <a:t> </a:t>
                      </a:r>
                      <a:r>
                        <a:rPr kumimoji="1" lang="en-US" altLang="ja-JP" sz="800" b="1">
                          <a:latin typeface="Meiryo UI" panose="020B0604030504040204" pitchFamily="50" charset="-128"/>
                          <a:ea typeface="Meiryo UI" panose="020B0604030504040204" pitchFamily="50" charset="-128"/>
                        </a:rPr>
                        <a:t>Packaging</a:t>
                      </a:r>
                    </a:p>
                  </a:txBody>
                  <a:tcPr anchor="ctr"/>
                </a:tc>
                <a:tc>
                  <a:txBody>
                    <a:bodyPr/>
                    <a:lstStyle/>
                    <a:p>
                      <a:pPr algn="ctr"/>
                      <a:r>
                        <a:rPr kumimoji="1" lang="en-US" altLang="ja-JP" sz="800">
                          <a:latin typeface="Meiryo UI" panose="020B0604030504040204" pitchFamily="50" charset="-128"/>
                          <a:ea typeface="Meiryo UI" panose="020B0604030504040204" pitchFamily="50" charset="-128"/>
                        </a:rPr>
                        <a:t>Exporter</a:t>
                      </a:r>
                      <a:endParaRPr kumimoji="1" lang="ja-JP" altLang="en-US" sz="800">
                        <a:latin typeface="Meiryo UI" panose="020B0604030504040204" pitchFamily="50" charset="-128"/>
                        <a:ea typeface="Meiryo UI" panose="020B0604030504040204" pitchFamily="50" charset="-128"/>
                      </a:endParaRPr>
                    </a:p>
                  </a:txBody>
                  <a:tcPr anchor="ctr">
                    <a:solidFill>
                      <a:schemeClr val="bg1">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800">
                          <a:latin typeface="Meiryo UI" panose="020B0604030504040204" pitchFamily="50" charset="-128"/>
                          <a:ea typeface="Meiryo UI" panose="020B0604030504040204" pitchFamily="50" charset="-128"/>
                        </a:rPr>
                        <a:t>Exporter</a:t>
                      </a:r>
                      <a:endParaRPr kumimoji="1" lang="ja-JP" altLang="en-US" sz="800">
                        <a:latin typeface="Meiryo UI" panose="020B0604030504040204" pitchFamily="50" charset="-128"/>
                        <a:ea typeface="Meiryo UI" panose="020B0604030504040204" pitchFamily="50" charset="-128"/>
                      </a:endParaRPr>
                    </a:p>
                  </a:txBody>
                  <a:tcPr anchor="ctr">
                    <a:solidFill>
                      <a:schemeClr val="bg1">
                        <a:lumMod val="75000"/>
                      </a:schemeClr>
                    </a:solidFill>
                  </a:tcPr>
                </a:tc>
                <a:tc>
                  <a:txBody>
                    <a:bodyPr/>
                    <a:lstStyle/>
                    <a:p>
                      <a:pPr algn="ctr"/>
                      <a:r>
                        <a:rPr kumimoji="1" lang="en-US" altLang="ja-JP" sz="800">
                          <a:latin typeface="Meiryo UI" panose="020B0604030504040204" pitchFamily="50" charset="-128"/>
                          <a:ea typeface="Meiryo UI" panose="020B0604030504040204" pitchFamily="50" charset="-128"/>
                        </a:rPr>
                        <a:t>Exporter</a:t>
                      </a:r>
                      <a:endParaRPr kumimoji="1" lang="ja-JP" altLang="en-US" sz="800">
                        <a:latin typeface="Meiryo UI" panose="020B0604030504040204" pitchFamily="50" charset="-128"/>
                        <a:ea typeface="Meiryo UI" panose="020B0604030504040204" pitchFamily="50" charset="-128"/>
                      </a:endParaRPr>
                    </a:p>
                  </a:txBody>
                  <a:tcPr anchor="ctr">
                    <a:solidFill>
                      <a:schemeClr val="bg1">
                        <a:lumMod val="75000"/>
                      </a:schemeClr>
                    </a:solidFill>
                  </a:tcPr>
                </a:tc>
                <a:tc>
                  <a:txBody>
                    <a:bodyPr/>
                    <a:lstStyle/>
                    <a:p>
                      <a:pPr algn="ctr"/>
                      <a:r>
                        <a:rPr kumimoji="1" lang="en-US" altLang="ja-JP" sz="800">
                          <a:latin typeface="Meiryo UI" panose="020B0604030504040204" pitchFamily="50" charset="-128"/>
                          <a:ea typeface="Meiryo UI" panose="020B0604030504040204" pitchFamily="50" charset="-128"/>
                        </a:rPr>
                        <a:t>Exporter</a:t>
                      </a:r>
                      <a:endParaRPr kumimoji="1" lang="ja-JP" altLang="en-US" sz="800">
                        <a:latin typeface="Meiryo UI" panose="020B0604030504040204" pitchFamily="50" charset="-128"/>
                        <a:ea typeface="Meiryo UI" panose="020B0604030504040204" pitchFamily="50" charset="-128"/>
                      </a:endParaRPr>
                    </a:p>
                  </a:txBody>
                  <a:tcPr anchor="ctr">
                    <a:solidFill>
                      <a:schemeClr val="bg1">
                        <a:lumMod val="75000"/>
                      </a:schemeClr>
                    </a:solidFill>
                  </a:tcPr>
                </a:tc>
                <a:tc>
                  <a:txBody>
                    <a:bodyPr/>
                    <a:lstStyle/>
                    <a:p>
                      <a:pPr algn="ctr"/>
                      <a:r>
                        <a:rPr kumimoji="1" lang="en-US" altLang="ja-JP" sz="800">
                          <a:latin typeface="Meiryo UI" panose="020B0604030504040204" pitchFamily="50" charset="-128"/>
                          <a:ea typeface="Meiryo UI" panose="020B0604030504040204" pitchFamily="50" charset="-128"/>
                        </a:rPr>
                        <a:t>Exporter</a:t>
                      </a:r>
                      <a:endParaRPr kumimoji="1" lang="ja-JP" altLang="en-US" sz="800">
                        <a:latin typeface="Meiryo UI" panose="020B0604030504040204" pitchFamily="50" charset="-128"/>
                        <a:ea typeface="Meiryo UI" panose="020B0604030504040204" pitchFamily="50" charset="-128"/>
                      </a:endParaRPr>
                    </a:p>
                  </a:txBody>
                  <a:tcPr anchor="ctr">
                    <a:solidFill>
                      <a:schemeClr val="bg1">
                        <a:lumMod val="75000"/>
                      </a:schemeClr>
                    </a:solidFill>
                  </a:tcPr>
                </a:tc>
                <a:tc>
                  <a:txBody>
                    <a:bodyPr/>
                    <a:lstStyle/>
                    <a:p>
                      <a:pPr algn="ctr"/>
                      <a:r>
                        <a:rPr kumimoji="1" lang="en-US" altLang="ja-JP" sz="800">
                          <a:latin typeface="Meiryo UI" panose="020B0604030504040204" pitchFamily="50" charset="-128"/>
                          <a:ea typeface="Meiryo UI" panose="020B0604030504040204" pitchFamily="50" charset="-128"/>
                        </a:rPr>
                        <a:t>Exporter</a:t>
                      </a:r>
                      <a:endParaRPr kumimoji="1" lang="ja-JP" altLang="en-US" sz="800">
                        <a:latin typeface="Meiryo UI" panose="020B0604030504040204" pitchFamily="50" charset="-128"/>
                        <a:ea typeface="Meiryo UI" panose="020B0604030504040204" pitchFamily="50" charset="-128"/>
                      </a:endParaRPr>
                    </a:p>
                  </a:txBody>
                  <a:tcPr anchor="ctr">
                    <a:solidFill>
                      <a:schemeClr val="bg1">
                        <a:lumMod val="75000"/>
                      </a:schemeClr>
                    </a:solidFill>
                  </a:tcPr>
                </a:tc>
                <a:tc>
                  <a:txBody>
                    <a:bodyPr/>
                    <a:lstStyle/>
                    <a:p>
                      <a:pPr algn="ctr"/>
                      <a:r>
                        <a:rPr kumimoji="1" lang="en-US" altLang="ja-JP" sz="800">
                          <a:latin typeface="Meiryo UI" panose="020B0604030504040204" pitchFamily="50" charset="-128"/>
                          <a:ea typeface="Meiryo UI" panose="020B0604030504040204" pitchFamily="50" charset="-128"/>
                        </a:rPr>
                        <a:t>Exporter</a:t>
                      </a:r>
                      <a:endParaRPr kumimoji="1" lang="ja-JP" altLang="en-US" sz="800">
                        <a:latin typeface="Meiryo UI" panose="020B0604030504040204" pitchFamily="50" charset="-128"/>
                        <a:ea typeface="Meiryo UI" panose="020B0604030504040204" pitchFamily="50" charset="-128"/>
                      </a:endParaRPr>
                    </a:p>
                  </a:txBody>
                  <a:tcPr anchor="ctr">
                    <a:solidFill>
                      <a:schemeClr val="bg1">
                        <a:lumMod val="75000"/>
                      </a:schemeClr>
                    </a:solidFill>
                  </a:tcPr>
                </a:tc>
                <a:tc>
                  <a:txBody>
                    <a:bodyPr/>
                    <a:lstStyle/>
                    <a:p>
                      <a:pPr algn="ctr"/>
                      <a:r>
                        <a:rPr kumimoji="1" lang="en-US" altLang="ja-JP" sz="800">
                          <a:latin typeface="Meiryo UI" panose="020B0604030504040204" pitchFamily="50" charset="-128"/>
                          <a:ea typeface="Meiryo UI" panose="020B0604030504040204" pitchFamily="50" charset="-128"/>
                        </a:rPr>
                        <a:t>Exporter</a:t>
                      </a:r>
                      <a:endParaRPr kumimoji="1" lang="ja-JP" altLang="en-US" sz="800">
                        <a:latin typeface="Meiryo UI" panose="020B0604030504040204" pitchFamily="50" charset="-128"/>
                        <a:ea typeface="Meiryo UI" panose="020B0604030504040204" pitchFamily="50" charset="-128"/>
                      </a:endParaRPr>
                    </a:p>
                  </a:txBody>
                  <a:tcPr anchor="ctr">
                    <a:solidFill>
                      <a:schemeClr val="bg1">
                        <a:lumMod val="75000"/>
                      </a:schemeClr>
                    </a:solidFill>
                  </a:tcPr>
                </a:tc>
                <a:tc>
                  <a:txBody>
                    <a:bodyPr/>
                    <a:lstStyle/>
                    <a:p>
                      <a:pPr algn="ctr"/>
                      <a:r>
                        <a:rPr kumimoji="1" lang="en-US" altLang="ja-JP" sz="1000">
                          <a:latin typeface="Meiryo UI" panose="020B0604030504040204" pitchFamily="50" charset="-128"/>
                          <a:ea typeface="Meiryo UI" panose="020B0604030504040204" pitchFamily="50" charset="-128"/>
                        </a:rPr>
                        <a:t>Exporter</a:t>
                      </a:r>
                      <a:endParaRPr kumimoji="1" lang="ja-JP" altLang="en-US" sz="1000">
                        <a:latin typeface="Meiryo UI" panose="020B0604030504040204" pitchFamily="50" charset="-128"/>
                        <a:ea typeface="Meiryo UI" panose="020B0604030504040204" pitchFamily="50" charset="-128"/>
                      </a:endParaRPr>
                    </a:p>
                  </a:txBody>
                  <a:tcPr anchor="ctr">
                    <a:solidFill>
                      <a:schemeClr val="bg1">
                        <a:lumMod val="75000"/>
                      </a:schemeClr>
                    </a:solidFill>
                  </a:tcPr>
                </a:tc>
                <a:tc>
                  <a:txBody>
                    <a:bodyPr/>
                    <a:lstStyle/>
                    <a:p>
                      <a:pPr algn="ctr"/>
                      <a:r>
                        <a:rPr kumimoji="1" lang="en-US" altLang="ja-JP" sz="800">
                          <a:latin typeface="Meiryo UI" panose="020B0604030504040204" pitchFamily="50" charset="-128"/>
                          <a:ea typeface="Meiryo UI" panose="020B0604030504040204" pitchFamily="50" charset="-128"/>
                        </a:rPr>
                        <a:t>Exporter</a:t>
                      </a:r>
                      <a:endParaRPr kumimoji="1" lang="ja-JP" altLang="en-US" sz="800">
                        <a:latin typeface="Meiryo UI" panose="020B0604030504040204" pitchFamily="50" charset="-128"/>
                        <a:ea typeface="Meiryo UI" panose="020B0604030504040204" pitchFamily="50" charset="-128"/>
                      </a:endParaRPr>
                    </a:p>
                  </a:txBody>
                  <a:tcPr anchor="ctr">
                    <a:solidFill>
                      <a:schemeClr val="bg1">
                        <a:lumMod val="75000"/>
                      </a:schemeClr>
                    </a:solidFill>
                  </a:tcPr>
                </a:tc>
                <a:tc>
                  <a:txBody>
                    <a:bodyPr/>
                    <a:lstStyle/>
                    <a:p>
                      <a:pPr algn="ctr"/>
                      <a:r>
                        <a:rPr kumimoji="1" lang="en-US" altLang="ja-JP" sz="800">
                          <a:latin typeface="Meiryo UI" panose="020B0604030504040204" pitchFamily="50" charset="-128"/>
                          <a:ea typeface="Meiryo UI" panose="020B0604030504040204" pitchFamily="50" charset="-128"/>
                        </a:rPr>
                        <a:t>Exporter</a:t>
                      </a:r>
                      <a:endParaRPr kumimoji="1" lang="ja-JP" altLang="en-US" sz="800">
                        <a:latin typeface="Meiryo UI" panose="020B0604030504040204" pitchFamily="50" charset="-128"/>
                        <a:ea typeface="Meiryo UI" panose="020B0604030504040204" pitchFamily="50" charset="-128"/>
                      </a:endParaRPr>
                    </a:p>
                  </a:txBody>
                  <a:tcPr anchor="ctr">
                    <a:solidFill>
                      <a:schemeClr val="bg1">
                        <a:lumMod val="75000"/>
                      </a:schemeClr>
                    </a:solidFill>
                  </a:tcPr>
                </a:tc>
                <a:extLst>
                  <a:ext uri="{0D108BD9-81ED-4DB2-BD59-A6C34878D82A}">
                    <a16:rowId xmlns:a16="http://schemas.microsoft.com/office/drawing/2014/main" val="1810894401"/>
                  </a:ext>
                </a:extLst>
              </a:tr>
              <a:tr h="324000">
                <a:tc>
                  <a:txBody>
                    <a:bodyPr/>
                    <a:lstStyle/>
                    <a:p>
                      <a:pPr algn="ctr"/>
                      <a:r>
                        <a:rPr kumimoji="1" lang="en-US" altLang="ja-JP" sz="800" b="1">
                          <a:latin typeface="Meiryo UI" panose="020B0604030504040204" pitchFamily="50" charset="-128"/>
                          <a:ea typeface="Meiryo UI" panose="020B0604030504040204" pitchFamily="50" charset="-128"/>
                        </a:rPr>
                        <a:t>Loading Charges</a:t>
                      </a:r>
                      <a:endParaRPr kumimoji="1" lang="ja-JP" altLang="en-US" sz="800" b="1">
                        <a:latin typeface="Meiryo UI" panose="020B0604030504040204" pitchFamily="50" charset="-128"/>
                        <a:ea typeface="Meiryo UI" panose="020B0604030504040204" pitchFamily="50" charset="-128"/>
                      </a:endParaRPr>
                    </a:p>
                  </a:txBody>
                  <a:tcPr anchor="ctr"/>
                </a:tc>
                <a:tc>
                  <a:txBody>
                    <a:bodyPr/>
                    <a:lstStyle/>
                    <a:p>
                      <a:pPr algn="ctr"/>
                      <a:r>
                        <a:rPr kumimoji="1" lang="en-US" altLang="ja-JP" sz="800" b="0" baseline="0">
                          <a:solidFill>
                            <a:schemeClr val="bg1"/>
                          </a:solidFill>
                          <a:latin typeface="Meiryo UI" panose="020B0604030504040204" pitchFamily="50" charset="-128"/>
                          <a:ea typeface="Meiryo UI" panose="020B0604030504040204" pitchFamily="50" charset="-128"/>
                        </a:rPr>
                        <a:t>Importer</a:t>
                      </a:r>
                      <a:endParaRPr kumimoji="1" lang="ja-JP" altLang="en-US" sz="800" b="0" baseline="0">
                        <a:solidFill>
                          <a:schemeClr val="bg1"/>
                        </a:solidFill>
                        <a:latin typeface="Meiryo UI" panose="020B0604030504040204" pitchFamily="50" charset="-128"/>
                        <a:ea typeface="Meiryo UI" panose="020B0604030504040204" pitchFamily="50" charset="-128"/>
                      </a:endParaRPr>
                    </a:p>
                  </a:txBody>
                  <a:tcPr anchor="ctr">
                    <a:solidFill>
                      <a:srgbClr val="0070C0"/>
                    </a:solidFill>
                  </a:tcPr>
                </a:tc>
                <a:tc>
                  <a:txBody>
                    <a:bodyPr/>
                    <a:lstStyle/>
                    <a:p>
                      <a:pPr algn="ctr"/>
                      <a:r>
                        <a:rPr kumimoji="1" lang="en-US" altLang="ja-JP" sz="800">
                          <a:latin typeface="Meiryo UI" panose="020B0604030504040204" pitchFamily="50" charset="-128"/>
                          <a:ea typeface="Meiryo UI" panose="020B0604030504040204" pitchFamily="50" charset="-128"/>
                        </a:rPr>
                        <a:t>Exporter</a:t>
                      </a:r>
                      <a:endParaRPr kumimoji="1" lang="ja-JP" altLang="en-US" sz="800">
                        <a:latin typeface="Meiryo UI" panose="020B0604030504040204" pitchFamily="50" charset="-128"/>
                        <a:ea typeface="Meiryo UI" panose="020B0604030504040204" pitchFamily="50" charset="-128"/>
                      </a:endParaRPr>
                    </a:p>
                  </a:txBody>
                  <a:tcPr anchor="ctr">
                    <a:solidFill>
                      <a:schemeClr val="bg1">
                        <a:lumMod val="75000"/>
                      </a:schemeClr>
                    </a:solidFill>
                  </a:tcPr>
                </a:tc>
                <a:tc>
                  <a:txBody>
                    <a:bodyPr/>
                    <a:lstStyle/>
                    <a:p>
                      <a:pPr algn="ctr"/>
                      <a:r>
                        <a:rPr kumimoji="1" lang="en-US" altLang="ja-JP" sz="800">
                          <a:latin typeface="Meiryo UI" panose="020B0604030504040204" pitchFamily="50" charset="-128"/>
                          <a:ea typeface="Meiryo UI" panose="020B0604030504040204" pitchFamily="50" charset="-128"/>
                        </a:rPr>
                        <a:t>Exporter</a:t>
                      </a:r>
                      <a:endParaRPr kumimoji="1" lang="ja-JP" altLang="en-US" sz="800">
                        <a:latin typeface="Meiryo UI" panose="020B0604030504040204" pitchFamily="50" charset="-128"/>
                        <a:ea typeface="Meiryo UI" panose="020B0604030504040204" pitchFamily="50" charset="-128"/>
                      </a:endParaRPr>
                    </a:p>
                  </a:txBody>
                  <a:tcPr anchor="ctr">
                    <a:solidFill>
                      <a:schemeClr val="bg1">
                        <a:lumMod val="75000"/>
                      </a:schemeClr>
                    </a:solidFill>
                  </a:tcPr>
                </a:tc>
                <a:tc>
                  <a:txBody>
                    <a:bodyPr/>
                    <a:lstStyle/>
                    <a:p>
                      <a:pPr algn="ctr"/>
                      <a:r>
                        <a:rPr kumimoji="1" lang="en-US" altLang="ja-JP" sz="800">
                          <a:latin typeface="Meiryo UI" panose="020B0604030504040204" pitchFamily="50" charset="-128"/>
                          <a:ea typeface="Meiryo UI" panose="020B0604030504040204" pitchFamily="50" charset="-128"/>
                        </a:rPr>
                        <a:t>Exporter</a:t>
                      </a:r>
                      <a:endParaRPr kumimoji="1" lang="ja-JP" altLang="en-US" sz="800">
                        <a:latin typeface="Meiryo UI" panose="020B0604030504040204" pitchFamily="50" charset="-128"/>
                        <a:ea typeface="Meiryo UI" panose="020B0604030504040204" pitchFamily="50" charset="-128"/>
                      </a:endParaRPr>
                    </a:p>
                  </a:txBody>
                  <a:tcPr anchor="ctr">
                    <a:solidFill>
                      <a:schemeClr val="bg1">
                        <a:lumMod val="75000"/>
                      </a:schemeClr>
                    </a:solidFill>
                  </a:tcPr>
                </a:tc>
                <a:tc>
                  <a:txBody>
                    <a:bodyPr/>
                    <a:lstStyle/>
                    <a:p>
                      <a:pPr algn="ctr"/>
                      <a:r>
                        <a:rPr kumimoji="1" lang="en-US" altLang="ja-JP" sz="800">
                          <a:latin typeface="Meiryo UI" panose="020B0604030504040204" pitchFamily="50" charset="-128"/>
                          <a:ea typeface="Meiryo UI" panose="020B0604030504040204" pitchFamily="50" charset="-128"/>
                        </a:rPr>
                        <a:t>Exporter</a:t>
                      </a:r>
                      <a:endParaRPr kumimoji="1" lang="ja-JP" altLang="en-US" sz="800">
                        <a:latin typeface="Meiryo UI" panose="020B0604030504040204" pitchFamily="50" charset="-128"/>
                        <a:ea typeface="Meiryo UI" panose="020B0604030504040204" pitchFamily="50" charset="-128"/>
                      </a:endParaRPr>
                    </a:p>
                  </a:txBody>
                  <a:tcPr anchor="ctr">
                    <a:solidFill>
                      <a:schemeClr val="bg1">
                        <a:lumMod val="75000"/>
                      </a:schemeClr>
                    </a:solidFill>
                  </a:tcPr>
                </a:tc>
                <a:tc>
                  <a:txBody>
                    <a:bodyPr/>
                    <a:lstStyle/>
                    <a:p>
                      <a:pPr algn="ctr"/>
                      <a:r>
                        <a:rPr kumimoji="1" lang="en-US" altLang="ja-JP" sz="800">
                          <a:latin typeface="Meiryo UI" panose="020B0604030504040204" pitchFamily="50" charset="-128"/>
                          <a:ea typeface="Meiryo UI" panose="020B0604030504040204" pitchFamily="50" charset="-128"/>
                        </a:rPr>
                        <a:t>Exporter</a:t>
                      </a:r>
                      <a:endParaRPr kumimoji="1" lang="ja-JP" altLang="en-US" sz="800">
                        <a:latin typeface="Meiryo UI" panose="020B0604030504040204" pitchFamily="50" charset="-128"/>
                        <a:ea typeface="Meiryo UI" panose="020B0604030504040204" pitchFamily="50" charset="-128"/>
                      </a:endParaRPr>
                    </a:p>
                  </a:txBody>
                  <a:tcPr anchor="ctr">
                    <a:solidFill>
                      <a:schemeClr val="bg1">
                        <a:lumMod val="75000"/>
                      </a:schemeClr>
                    </a:solidFill>
                  </a:tcPr>
                </a:tc>
                <a:tc>
                  <a:txBody>
                    <a:bodyPr/>
                    <a:lstStyle/>
                    <a:p>
                      <a:pPr algn="ctr"/>
                      <a:r>
                        <a:rPr kumimoji="1" lang="en-US" altLang="ja-JP" sz="800">
                          <a:latin typeface="Meiryo UI" panose="020B0604030504040204" pitchFamily="50" charset="-128"/>
                          <a:ea typeface="Meiryo UI" panose="020B0604030504040204" pitchFamily="50" charset="-128"/>
                        </a:rPr>
                        <a:t>Exporter</a:t>
                      </a:r>
                      <a:endParaRPr kumimoji="1" lang="ja-JP" altLang="en-US" sz="800">
                        <a:latin typeface="Meiryo UI" panose="020B0604030504040204" pitchFamily="50" charset="-128"/>
                        <a:ea typeface="Meiryo UI" panose="020B0604030504040204" pitchFamily="50" charset="-128"/>
                      </a:endParaRPr>
                    </a:p>
                  </a:txBody>
                  <a:tcPr anchor="ctr">
                    <a:solidFill>
                      <a:schemeClr val="bg1">
                        <a:lumMod val="75000"/>
                      </a:schemeClr>
                    </a:solidFill>
                  </a:tcPr>
                </a:tc>
                <a:tc>
                  <a:txBody>
                    <a:bodyPr/>
                    <a:lstStyle/>
                    <a:p>
                      <a:pPr algn="ctr"/>
                      <a:r>
                        <a:rPr kumimoji="1" lang="en-US" altLang="ja-JP" sz="800">
                          <a:latin typeface="Meiryo UI" panose="020B0604030504040204" pitchFamily="50" charset="-128"/>
                          <a:ea typeface="Meiryo UI" panose="020B0604030504040204" pitchFamily="50" charset="-128"/>
                        </a:rPr>
                        <a:t>Exporter</a:t>
                      </a:r>
                      <a:endParaRPr kumimoji="1" lang="ja-JP" altLang="en-US" sz="800">
                        <a:latin typeface="Meiryo UI" panose="020B0604030504040204" pitchFamily="50" charset="-128"/>
                        <a:ea typeface="Meiryo UI" panose="020B0604030504040204" pitchFamily="50" charset="-128"/>
                      </a:endParaRPr>
                    </a:p>
                  </a:txBody>
                  <a:tcPr anchor="ctr">
                    <a:solidFill>
                      <a:schemeClr val="bg1">
                        <a:lumMod val="75000"/>
                      </a:schemeClr>
                    </a:solidFill>
                  </a:tcPr>
                </a:tc>
                <a:tc>
                  <a:txBody>
                    <a:bodyPr/>
                    <a:lstStyle/>
                    <a:p>
                      <a:pPr algn="ctr"/>
                      <a:r>
                        <a:rPr kumimoji="1" lang="en-US" altLang="ja-JP" sz="1000">
                          <a:latin typeface="Meiryo UI" panose="020B0604030504040204" pitchFamily="50" charset="-128"/>
                          <a:ea typeface="Meiryo UI" panose="020B0604030504040204" pitchFamily="50" charset="-128"/>
                        </a:rPr>
                        <a:t>Exporter</a:t>
                      </a:r>
                      <a:endParaRPr kumimoji="1" lang="ja-JP" altLang="en-US" sz="1000">
                        <a:latin typeface="Meiryo UI" panose="020B0604030504040204" pitchFamily="50" charset="-128"/>
                        <a:ea typeface="Meiryo UI" panose="020B0604030504040204" pitchFamily="50" charset="-128"/>
                      </a:endParaRPr>
                    </a:p>
                  </a:txBody>
                  <a:tcPr anchor="ctr">
                    <a:solidFill>
                      <a:schemeClr val="bg1">
                        <a:lumMod val="75000"/>
                      </a:schemeClr>
                    </a:solidFill>
                  </a:tcPr>
                </a:tc>
                <a:tc>
                  <a:txBody>
                    <a:bodyPr/>
                    <a:lstStyle/>
                    <a:p>
                      <a:pPr algn="ctr"/>
                      <a:r>
                        <a:rPr kumimoji="1" lang="en-US" altLang="ja-JP" sz="800">
                          <a:latin typeface="Meiryo UI" panose="020B0604030504040204" pitchFamily="50" charset="-128"/>
                          <a:ea typeface="Meiryo UI" panose="020B0604030504040204" pitchFamily="50" charset="-128"/>
                        </a:rPr>
                        <a:t>Exporter</a:t>
                      </a:r>
                      <a:endParaRPr kumimoji="1" lang="ja-JP" altLang="en-US" sz="800">
                        <a:latin typeface="Meiryo UI" panose="020B0604030504040204" pitchFamily="50" charset="-128"/>
                        <a:ea typeface="Meiryo UI" panose="020B0604030504040204" pitchFamily="50" charset="-128"/>
                      </a:endParaRPr>
                    </a:p>
                  </a:txBody>
                  <a:tcPr anchor="ctr">
                    <a:solidFill>
                      <a:schemeClr val="bg1">
                        <a:lumMod val="75000"/>
                      </a:schemeClr>
                    </a:solidFill>
                  </a:tcPr>
                </a:tc>
                <a:tc>
                  <a:txBody>
                    <a:bodyPr/>
                    <a:lstStyle/>
                    <a:p>
                      <a:pPr algn="ctr"/>
                      <a:r>
                        <a:rPr kumimoji="1" lang="en-US" altLang="ja-JP" sz="800">
                          <a:latin typeface="Meiryo UI" panose="020B0604030504040204" pitchFamily="50" charset="-128"/>
                          <a:ea typeface="Meiryo UI" panose="020B0604030504040204" pitchFamily="50" charset="-128"/>
                        </a:rPr>
                        <a:t>Exporter</a:t>
                      </a:r>
                      <a:endParaRPr kumimoji="1" lang="ja-JP" altLang="en-US" sz="800">
                        <a:latin typeface="Meiryo UI" panose="020B0604030504040204" pitchFamily="50" charset="-128"/>
                        <a:ea typeface="Meiryo UI" panose="020B0604030504040204" pitchFamily="50" charset="-128"/>
                      </a:endParaRPr>
                    </a:p>
                  </a:txBody>
                  <a:tcPr anchor="ctr">
                    <a:solidFill>
                      <a:schemeClr val="bg1">
                        <a:lumMod val="75000"/>
                      </a:schemeClr>
                    </a:solidFill>
                  </a:tcPr>
                </a:tc>
                <a:extLst>
                  <a:ext uri="{0D108BD9-81ED-4DB2-BD59-A6C34878D82A}">
                    <a16:rowId xmlns:a16="http://schemas.microsoft.com/office/drawing/2014/main" val="3656633676"/>
                  </a:ext>
                </a:extLst>
              </a:tr>
              <a:tr h="324000">
                <a:tc>
                  <a:txBody>
                    <a:bodyPr/>
                    <a:lstStyle/>
                    <a:p>
                      <a:pPr algn="ctr"/>
                      <a:r>
                        <a:rPr kumimoji="1" lang="en-US" altLang="ja-JP" sz="800" b="1">
                          <a:latin typeface="Meiryo UI" panose="020B0604030504040204" pitchFamily="50" charset="-128"/>
                          <a:ea typeface="Meiryo UI" panose="020B0604030504040204" pitchFamily="50" charset="-128"/>
                        </a:rPr>
                        <a:t>Delivery to Port/Place</a:t>
                      </a:r>
                      <a:endParaRPr kumimoji="1" lang="ja-JP" altLang="en-US" sz="800" b="1">
                        <a:latin typeface="Meiryo UI" panose="020B0604030504040204" pitchFamily="50" charset="-128"/>
                        <a:ea typeface="Meiryo UI" panose="020B0604030504040204" pitchFamily="50" charset="-128"/>
                      </a:endParaRPr>
                    </a:p>
                  </a:txBody>
                  <a:tcPr anchor="ctr"/>
                </a:tc>
                <a:tc>
                  <a:txBody>
                    <a:bodyPr/>
                    <a:lstStyle/>
                    <a:p>
                      <a:pPr algn="ctr"/>
                      <a:r>
                        <a:rPr kumimoji="1" lang="en-US" altLang="ja-JP" sz="800" b="0" baseline="0">
                          <a:solidFill>
                            <a:schemeClr val="bg1"/>
                          </a:solidFill>
                          <a:latin typeface="Meiryo UI" panose="020B0604030504040204" pitchFamily="50" charset="-128"/>
                          <a:ea typeface="Meiryo UI" panose="020B0604030504040204" pitchFamily="50" charset="-128"/>
                        </a:rPr>
                        <a:t>Importer</a:t>
                      </a:r>
                      <a:endParaRPr kumimoji="1" lang="ja-JP" altLang="en-US" sz="800">
                        <a:latin typeface="Meiryo UI" panose="020B0604030504040204" pitchFamily="50" charset="-128"/>
                        <a:ea typeface="Meiryo UI" panose="020B0604030504040204" pitchFamily="50" charset="-128"/>
                      </a:endParaRPr>
                    </a:p>
                  </a:txBody>
                  <a:tcPr anchor="ctr">
                    <a:solidFill>
                      <a:srgbClr val="0070C0"/>
                    </a:solidFill>
                  </a:tcPr>
                </a:tc>
                <a:tc>
                  <a:txBody>
                    <a:bodyPr/>
                    <a:lstStyle/>
                    <a:p>
                      <a:pPr algn="ctr"/>
                      <a:r>
                        <a:rPr kumimoji="1" lang="en-US" altLang="ja-JP" sz="800">
                          <a:latin typeface="Meiryo UI" panose="020B0604030504040204" pitchFamily="50" charset="-128"/>
                          <a:ea typeface="Meiryo UI" panose="020B0604030504040204" pitchFamily="50" charset="-128"/>
                        </a:rPr>
                        <a:t>Exporter</a:t>
                      </a:r>
                      <a:endParaRPr kumimoji="1" lang="ja-JP" altLang="en-US" sz="800">
                        <a:latin typeface="Meiryo UI" panose="020B0604030504040204" pitchFamily="50" charset="-128"/>
                        <a:ea typeface="Meiryo UI" panose="020B0604030504040204" pitchFamily="50" charset="-128"/>
                      </a:endParaRPr>
                    </a:p>
                  </a:txBody>
                  <a:tcPr anchor="ctr">
                    <a:solidFill>
                      <a:schemeClr val="bg1">
                        <a:lumMod val="75000"/>
                      </a:schemeClr>
                    </a:solidFill>
                  </a:tcPr>
                </a:tc>
                <a:tc>
                  <a:txBody>
                    <a:bodyPr/>
                    <a:lstStyle/>
                    <a:p>
                      <a:pPr algn="ctr"/>
                      <a:r>
                        <a:rPr kumimoji="1" lang="en-US" altLang="ja-JP" sz="800">
                          <a:latin typeface="Meiryo UI" panose="020B0604030504040204" pitchFamily="50" charset="-128"/>
                          <a:ea typeface="Meiryo UI" panose="020B0604030504040204" pitchFamily="50" charset="-128"/>
                        </a:rPr>
                        <a:t>Exporter</a:t>
                      </a:r>
                      <a:endParaRPr kumimoji="1" lang="ja-JP" altLang="en-US" sz="800">
                        <a:latin typeface="Meiryo UI" panose="020B0604030504040204" pitchFamily="50" charset="-128"/>
                        <a:ea typeface="Meiryo UI" panose="020B0604030504040204" pitchFamily="50" charset="-128"/>
                      </a:endParaRPr>
                    </a:p>
                  </a:txBody>
                  <a:tcPr anchor="ctr">
                    <a:solidFill>
                      <a:schemeClr val="bg1">
                        <a:lumMod val="75000"/>
                      </a:schemeClr>
                    </a:solidFill>
                  </a:tcPr>
                </a:tc>
                <a:tc>
                  <a:txBody>
                    <a:bodyPr/>
                    <a:lstStyle/>
                    <a:p>
                      <a:pPr algn="ctr"/>
                      <a:r>
                        <a:rPr kumimoji="1" lang="en-US" altLang="ja-JP" sz="800">
                          <a:latin typeface="Meiryo UI" panose="020B0604030504040204" pitchFamily="50" charset="-128"/>
                          <a:ea typeface="Meiryo UI" panose="020B0604030504040204" pitchFamily="50" charset="-128"/>
                        </a:rPr>
                        <a:t>Exporter</a:t>
                      </a:r>
                      <a:endParaRPr kumimoji="1" lang="ja-JP" altLang="en-US" sz="800">
                        <a:latin typeface="Meiryo UI" panose="020B0604030504040204" pitchFamily="50" charset="-128"/>
                        <a:ea typeface="Meiryo UI" panose="020B0604030504040204" pitchFamily="50" charset="-128"/>
                      </a:endParaRPr>
                    </a:p>
                  </a:txBody>
                  <a:tcPr anchor="ctr">
                    <a:solidFill>
                      <a:schemeClr val="bg1">
                        <a:lumMod val="75000"/>
                      </a:schemeClr>
                    </a:solidFill>
                  </a:tcPr>
                </a:tc>
                <a:tc>
                  <a:txBody>
                    <a:bodyPr/>
                    <a:lstStyle/>
                    <a:p>
                      <a:pPr algn="ctr"/>
                      <a:r>
                        <a:rPr kumimoji="1" lang="en-US" altLang="ja-JP" sz="800">
                          <a:latin typeface="Meiryo UI" panose="020B0604030504040204" pitchFamily="50" charset="-128"/>
                          <a:ea typeface="Meiryo UI" panose="020B0604030504040204" pitchFamily="50" charset="-128"/>
                        </a:rPr>
                        <a:t>Exporter</a:t>
                      </a:r>
                      <a:endParaRPr kumimoji="1" lang="ja-JP" altLang="en-US" sz="800">
                        <a:latin typeface="Meiryo UI" panose="020B0604030504040204" pitchFamily="50" charset="-128"/>
                        <a:ea typeface="Meiryo UI" panose="020B0604030504040204" pitchFamily="50" charset="-128"/>
                      </a:endParaRPr>
                    </a:p>
                  </a:txBody>
                  <a:tcPr anchor="ctr">
                    <a:solidFill>
                      <a:schemeClr val="bg1">
                        <a:lumMod val="75000"/>
                      </a:schemeClr>
                    </a:solidFill>
                  </a:tcPr>
                </a:tc>
                <a:tc>
                  <a:txBody>
                    <a:bodyPr/>
                    <a:lstStyle/>
                    <a:p>
                      <a:pPr algn="ctr"/>
                      <a:r>
                        <a:rPr kumimoji="1" lang="en-US" altLang="ja-JP" sz="800">
                          <a:latin typeface="Meiryo UI" panose="020B0604030504040204" pitchFamily="50" charset="-128"/>
                          <a:ea typeface="Meiryo UI" panose="020B0604030504040204" pitchFamily="50" charset="-128"/>
                        </a:rPr>
                        <a:t>Exporter</a:t>
                      </a:r>
                      <a:endParaRPr kumimoji="1" lang="ja-JP" altLang="en-US" sz="800">
                        <a:latin typeface="Meiryo UI" panose="020B0604030504040204" pitchFamily="50" charset="-128"/>
                        <a:ea typeface="Meiryo UI" panose="020B0604030504040204" pitchFamily="50" charset="-128"/>
                      </a:endParaRPr>
                    </a:p>
                  </a:txBody>
                  <a:tcPr anchor="ctr">
                    <a:solidFill>
                      <a:schemeClr val="bg1">
                        <a:lumMod val="75000"/>
                      </a:schemeClr>
                    </a:solidFill>
                  </a:tcPr>
                </a:tc>
                <a:tc>
                  <a:txBody>
                    <a:bodyPr/>
                    <a:lstStyle/>
                    <a:p>
                      <a:pPr algn="ctr"/>
                      <a:r>
                        <a:rPr kumimoji="1" lang="en-US" altLang="ja-JP" sz="800">
                          <a:latin typeface="Meiryo UI" panose="020B0604030504040204" pitchFamily="50" charset="-128"/>
                          <a:ea typeface="Meiryo UI" panose="020B0604030504040204" pitchFamily="50" charset="-128"/>
                        </a:rPr>
                        <a:t>Exporter</a:t>
                      </a:r>
                      <a:endParaRPr kumimoji="1" lang="ja-JP" altLang="en-US" sz="800">
                        <a:latin typeface="Meiryo UI" panose="020B0604030504040204" pitchFamily="50" charset="-128"/>
                        <a:ea typeface="Meiryo UI" panose="020B0604030504040204" pitchFamily="50" charset="-128"/>
                      </a:endParaRPr>
                    </a:p>
                  </a:txBody>
                  <a:tcPr anchor="ctr">
                    <a:solidFill>
                      <a:schemeClr val="bg1">
                        <a:lumMod val="75000"/>
                      </a:schemeClr>
                    </a:solidFill>
                  </a:tcPr>
                </a:tc>
                <a:tc>
                  <a:txBody>
                    <a:bodyPr/>
                    <a:lstStyle/>
                    <a:p>
                      <a:pPr algn="ctr"/>
                      <a:r>
                        <a:rPr kumimoji="1" lang="en-US" altLang="ja-JP" sz="800">
                          <a:latin typeface="Meiryo UI" panose="020B0604030504040204" pitchFamily="50" charset="-128"/>
                          <a:ea typeface="Meiryo UI" panose="020B0604030504040204" pitchFamily="50" charset="-128"/>
                        </a:rPr>
                        <a:t>Exporter</a:t>
                      </a:r>
                      <a:endParaRPr kumimoji="1" lang="ja-JP" altLang="en-US" sz="800">
                        <a:latin typeface="Meiryo UI" panose="020B0604030504040204" pitchFamily="50" charset="-128"/>
                        <a:ea typeface="Meiryo UI" panose="020B0604030504040204" pitchFamily="50" charset="-128"/>
                      </a:endParaRPr>
                    </a:p>
                  </a:txBody>
                  <a:tcPr anchor="ctr">
                    <a:solidFill>
                      <a:schemeClr val="bg1">
                        <a:lumMod val="75000"/>
                      </a:schemeClr>
                    </a:solidFill>
                  </a:tcPr>
                </a:tc>
                <a:tc>
                  <a:txBody>
                    <a:bodyPr/>
                    <a:lstStyle/>
                    <a:p>
                      <a:pPr algn="ctr"/>
                      <a:r>
                        <a:rPr kumimoji="1" lang="en-US" altLang="ja-JP" sz="1000">
                          <a:latin typeface="Meiryo UI" panose="020B0604030504040204" pitchFamily="50" charset="-128"/>
                          <a:ea typeface="Meiryo UI" panose="020B0604030504040204" pitchFamily="50" charset="-128"/>
                        </a:rPr>
                        <a:t>Exporter</a:t>
                      </a:r>
                      <a:endParaRPr kumimoji="1" lang="ja-JP" altLang="en-US" sz="1000">
                        <a:latin typeface="Meiryo UI" panose="020B0604030504040204" pitchFamily="50" charset="-128"/>
                        <a:ea typeface="Meiryo UI" panose="020B0604030504040204" pitchFamily="50" charset="-128"/>
                      </a:endParaRPr>
                    </a:p>
                  </a:txBody>
                  <a:tcPr anchor="ctr">
                    <a:solidFill>
                      <a:schemeClr val="bg1">
                        <a:lumMod val="75000"/>
                      </a:schemeClr>
                    </a:solidFill>
                  </a:tcPr>
                </a:tc>
                <a:tc>
                  <a:txBody>
                    <a:bodyPr/>
                    <a:lstStyle/>
                    <a:p>
                      <a:pPr algn="ctr"/>
                      <a:r>
                        <a:rPr kumimoji="1" lang="en-US" altLang="ja-JP" sz="800">
                          <a:latin typeface="Meiryo UI" panose="020B0604030504040204" pitchFamily="50" charset="-128"/>
                          <a:ea typeface="Meiryo UI" panose="020B0604030504040204" pitchFamily="50" charset="-128"/>
                        </a:rPr>
                        <a:t>Exporter</a:t>
                      </a:r>
                      <a:endParaRPr kumimoji="1" lang="ja-JP" altLang="en-US" sz="800">
                        <a:latin typeface="Meiryo UI" panose="020B0604030504040204" pitchFamily="50" charset="-128"/>
                        <a:ea typeface="Meiryo UI" panose="020B0604030504040204" pitchFamily="50" charset="-128"/>
                      </a:endParaRPr>
                    </a:p>
                  </a:txBody>
                  <a:tcPr anchor="ctr">
                    <a:solidFill>
                      <a:schemeClr val="bg1">
                        <a:lumMod val="75000"/>
                      </a:schemeClr>
                    </a:solidFill>
                  </a:tcPr>
                </a:tc>
                <a:tc>
                  <a:txBody>
                    <a:bodyPr/>
                    <a:lstStyle/>
                    <a:p>
                      <a:pPr algn="ctr"/>
                      <a:r>
                        <a:rPr kumimoji="1" lang="en-US" altLang="ja-JP" sz="800">
                          <a:latin typeface="Meiryo UI" panose="020B0604030504040204" pitchFamily="50" charset="-128"/>
                          <a:ea typeface="Meiryo UI" panose="020B0604030504040204" pitchFamily="50" charset="-128"/>
                        </a:rPr>
                        <a:t>Exporter</a:t>
                      </a:r>
                      <a:endParaRPr kumimoji="1" lang="ja-JP" altLang="en-US" sz="800">
                        <a:latin typeface="Meiryo UI" panose="020B0604030504040204" pitchFamily="50" charset="-128"/>
                        <a:ea typeface="Meiryo UI" panose="020B0604030504040204" pitchFamily="50" charset="-128"/>
                      </a:endParaRPr>
                    </a:p>
                  </a:txBody>
                  <a:tcPr anchor="ctr">
                    <a:solidFill>
                      <a:schemeClr val="bg1">
                        <a:lumMod val="75000"/>
                      </a:schemeClr>
                    </a:solidFill>
                  </a:tcPr>
                </a:tc>
                <a:extLst>
                  <a:ext uri="{0D108BD9-81ED-4DB2-BD59-A6C34878D82A}">
                    <a16:rowId xmlns:a16="http://schemas.microsoft.com/office/drawing/2014/main" val="3193181771"/>
                  </a:ext>
                </a:extLst>
              </a:tr>
              <a:tr h="324000">
                <a:tc>
                  <a:txBody>
                    <a:bodyPr/>
                    <a:lstStyle/>
                    <a:p>
                      <a:pPr algn="ctr"/>
                      <a:r>
                        <a:rPr kumimoji="1" lang="en-US" altLang="ja-JP" sz="800" b="1">
                          <a:latin typeface="Meiryo UI" panose="020B0604030504040204" pitchFamily="50" charset="-128"/>
                          <a:ea typeface="Meiryo UI" panose="020B0604030504040204" pitchFamily="50" charset="-128"/>
                        </a:rPr>
                        <a:t>Export Duty, Taxes &amp; Customs Clearance</a:t>
                      </a:r>
                      <a:endParaRPr kumimoji="1" lang="ja-JP" altLang="en-US" sz="800" b="1">
                        <a:latin typeface="Meiryo UI" panose="020B0604030504040204" pitchFamily="50" charset="-128"/>
                        <a:ea typeface="Meiryo UI" panose="020B0604030504040204" pitchFamily="50" charset="-128"/>
                      </a:endParaRPr>
                    </a:p>
                  </a:txBody>
                  <a:tcPr anchor="ctr"/>
                </a:tc>
                <a:tc>
                  <a:txBody>
                    <a:bodyPr/>
                    <a:lstStyle/>
                    <a:p>
                      <a:pPr algn="ctr"/>
                      <a:r>
                        <a:rPr kumimoji="1" lang="en-US" altLang="ja-JP" sz="800" b="0" baseline="0">
                          <a:solidFill>
                            <a:schemeClr val="bg1"/>
                          </a:solidFill>
                          <a:latin typeface="Meiryo UI" panose="020B0604030504040204" pitchFamily="50" charset="-128"/>
                          <a:ea typeface="Meiryo UI" panose="020B0604030504040204" pitchFamily="50" charset="-128"/>
                        </a:rPr>
                        <a:t>Importer</a:t>
                      </a:r>
                      <a:endParaRPr kumimoji="1" lang="ja-JP" altLang="en-US" sz="800">
                        <a:latin typeface="Meiryo UI" panose="020B0604030504040204" pitchFamily="50" charset="-128"/>
                        <a:ea typeface="Meiryo UI" panose="020B0604030504040204" pitchFamily="50" charset="-128"/>
                      </a:endParaRPr>
                    </a:p>
                  </a:txBody>
                  <a:tcPr anchor="ctr">
                    <a:solidFill>
                      <a:srgbClr val="0070C0"/>
                    </a:solidFill>
                  </a:tcPr>
                </a:tc>
                <a:tc>
                  <a:txBody>
                    <a:bodyPr/>
                    <a:lstStyle/>
                    <a:p>
                      <a:pPr algn="ctr"/>
                      <a:r>
                        <a:rPr kumimoji="1" lang="en-US" altLang="ja-JP" sz="800">
                          <a:latin typeface="Meiryo UI" panose="020B0604030504040204" pitchFamily="50" charset="-128"/>
                          <a:ea typeface="Meiryo UI" panose="020B0604030504040204" pitchFamily="50" charset="-128"/>
                        </a:rPr>
                        <a:t>Exporter</a:t>
                      </a:r>
                      <a:endParaRPr kumimoji="1" lang="ja-JP" altLang="en-US" sz="800">
                        <a:latin typeface="Meiryo UI" panose="020B0604030504040204" pitchFamily="50" charset="-128"/>
                        <a:ea typeface="Meiryo UI" panose="020B0604030504040204" pitchFamily="50" charset="-128"/>
                      </a:endParaRPr>
                    </a:p>
                  </a:txBody>
                  <a:tcPr anchor="ctr">
                    <a:solidFill>
                      <a:schemeClr val="bg1">
                        <a:lumMod val="75000"/>
                      </a:schemeClr>
                    </a:solidFill>
                  </a:tcPr>
                </a:tc>
                <a:tc>
                  <a:txBody>
                    <a:bodyPr/>
                    <a:lstStyle/>
                    <a:p>
                      <a:pPr algn="ctr"/>
                      <a:r>
                        <a:rPr kumimoji="1" lang="en-US" altLang="ja-JP" sz="800">
                          <a:latin typeface="Meiryo UI" panose="020B0604030504040204" pitchFamily="50" charset="-128"/>
                          <a:ea typeface="Meiryo UI" panose="020B0604030504040204" pitchFamily="50" charset="-128"/>
                        </a:rPr>
                        <a:t>Exporter</a:t>
                      </a:r>
                      <a:endParaRPr kumimoji="1" lang="ja-JP" altLang="en-US" sz="800">
                        <a:latin typeface="Meiryo UI" panose="020B0604030504040204" pitchFamily="50" charset="-128"/>
                        <a:ea typeface="Meiryo UI" panose="020B0604030504040204" pitchFamily="50" charset="-128"/>
                      </a:endParaRPr>
                    </a:p>
                  </a:txBody>
                  <a:tcPr anchor="ctr">
                    <a:solidFill>
                      <a:schemeClr val="bg1">
                        <a:lumMod val="75000"/>
                      </a:schemeClr>
                    </a:solidFill>
                  </a:tcPr>
                </a:tc>
                <a:tc>
                  <a:txBody>
                    <a:bodyPr/>
                    <a:lstStyle/>
                    <a:p>
                      <a:pPr algn="ctr"/>
                      <a:r>
                        <a:rPr kumimoji="1" lang="en-US" altLang="ja-JP" sz="800">
                          <a:latin typeface="Meiryo UI" panose="020B0604030504040204" pitchFamily="50" charset="-128"/>
                          <a:ea typeface="Meiryo UI" panose="020B0604030504040204" pitchFamily="50" charset="-128"/>
                        </a:rPr>
                        <a:t>Exporter</a:t>
                      </a:r>
                      <a:endParaRPr kumimoji="1" lang="ja-JP" altLang="en-US" sz="800">
                        <a:latin typeface="Meiryo UI" panose="020B0604030504040204" pitchFamily="50" charset="-128"/>
                        <a:ea typeface="Meiryo UI" panose="020B0604030504040204" pitchFamily="50" charset="-128"/>
                      </a:endParaRPr>
                    </a:p>
                  </a:txBody>
                  <a:tcPr anchor="ctr">
                    <a:solidFill>
                      <a:schemeClr val="bg1">
                        <a:lumMod val="75000"/>
                      </a:schemeClr>
                    </a:solidFill>
                  </a:tcPr>
                </a:tc>
                <a:tc>
                  <a:txBody>
                    <a:bodyPr/>
                    <a:lstStyle/>
                    <a:p>
                      <a:pPr algn="ctr"/>
                      <a:r>
                        <a:rPr kumimoji="1" lang="en-US" altLang="ja-JP" sz="800">
                          <a:latin typeface="Meiryo UI" panose="020B0604030504040204" pitchFamily="50" charset="-128"/>
                          <a:ea typeface="Meiryo UI" panose="020B0604030504040204" pitchFamily="50" charset="-128"/>
                        </a:rPr>
                        <a:t>Exporter</a:t>
                      </a:r>
                      <a:endParaRPr kumimoji="1" lang="ja-JP" altLang="en-US" sz="800">
                        <a:latin typeface="Meiryo UI" panose="020B0604030504040204" pitchFamily="50" charset="-128"/>
                        <a:ea typeface="Meiryo UI" panose="020B0604030504040204" pitchFamily="50" charset="-128"/>
                      </a:endParaRPr>
                    </a:p>
                  </a:txBody>
                  <a:tcPr anchor="ctr">
                    <a:solidFill>
                      <a:schemeClr val="bg1">
                        <a:lumMod val="75000"/>
                      </a:schemeClr>
                    </a:solidFill>
                  </a:tcPr>
                </a:tc>
                <a:tc>
                  <a:txBody>
                    <a:bodyPr/>
                    <a:lstStyle/>
                    <a:p>
                      <a:pPr algn="ctr"/>
                      <a:r>
                        <a:rPr kumimoji="1" lang="en-US" altLang="ja-JP" sz="800">
                          <a:latin typeface="Meiryo UI" panose="020B0604030504040204" pitchFamily="50" charset="-128"/>
                          <a:ea typeface="Meiryo UI" panose="020B0604030504040204" pitchFamily="50" charset="-128"/>
                        </a:rPr>
                        <a:t>Exporter</a:t>
                      </a:r>
                      <a:endParaRPr kumimoji="1" lang="ja-JP" altLang="en-US" sz="800">
                        <a:latin typeface="Meiryo UI" panose="020B0604030504040204" pitchFamily="50" charset="-128"/>
                        <a:ea typeface="Meiryo UI" panose="020B0604030504040204" pitchFamily="50" charset="-128"/>
                      </a:endParaRPr>
                    </a:p>
                  </a:txBody>
                  <a:tcPr anchor="ctr">
                    <a:solidFill>
                      <a:schemeClr val="bg1">
                        <a:lumMod val="75000"/>
                      </a:schemeClr>
                    </a:solidFill>
                  </a:tcPr>
                </a:tc>
                <a:tc>
                  <a:txBody>
                    <a:bodyPr/>
                    <a:lstStyle/>
                    <a:p>
                      <a:pPr algn="ctr"/>
                      <a:r>
                        <a:rPr kumimoji="1" lang="en-US" altLang="ja-JP" sz="800">
                          <a:latin typeface="Meiryo UI" panose="020B0604030504040204" pitchFamily="50" charset="-128"/>
                          <a:ea typeface="Meiryo UI" panose="020B0604030504040204" pitchFamily="50" charset="-128"/>
                        </a:rPr>
                        <a:t>Exporter</a:t>
                      </a:r>
                      <a:endParaRPr kumimoji="1" lang="ja-JP" altLang="en-US" sz="800">
                        <a:latin typeface="Meiryo UI" panose="020B0604030504040204" pitchFamily="50" charset="-128"/>
                        <a:ea typeface="Meiryo UI" panose="020B0604030504040204" pitchFamily="50" charset="-128"/>
                      </a:endParaRPr>
                    </a:p>
                  </a:txBody>
                  <a:tcPr anchor="ctr">
                    <a:solidFill>
                      <a:schemeClr val="bg1">
                        <a:lumMod val="75000"/>
                      </a:schemeClr>
                    </a:solidFill>
                  </a:tcPr>
                </a:tc>
                <a:tc>
                  <a:txBody>
                    <a:bodyPr/>
                    <a:lstStyle/>
                    <a:p>
                      <a:pPr algn="ctr"/>
                      <a:r>
                        <a:rPr kumimoji="1" lang="en-US" altLang="ja-JP" sz="800">
                          <a:latin typeface="Meiryo UI" panose="020B0604030504040204" pitchFamily="50" charset="-128"/>
                          <a:ea typeface="Meiryo UI" panose="020B0604030504040204" pitchFamily="50" charset="-128"/>
                        </a:rPr>
                        <a:t>Exporter</a:t>
                      </a:r>
                      <a:endParaRPr kumimoji="1" lang="ja-JP" altLang="en-US" sz="800">
                        <a:latin typeface="Meiryo UI" panose="020B0604030504040204" pitchFamily="50" charset="-128"/>
                        <a:ea typeface="Meiryo UI" panose="020B0604030504040204" pitchFamily="50" charset="-128"/>
                      </a:endParaRPr>
                    </a:p>
                  </a:txBody>
                  <a:tcPr anchor="ctr">
                    <a:solidFill>
                      <a:schemeClr val="bg1">
                        <a:lumMod val="75000"/>
                      </a:schemeClr>
                    </a:solidFill>
                  </a:tcPr>
                </a:tc>
                <a:tc>
                  <a:txBody>
                    <a:bodyPr/>
                    <a:lstStyle/>
                    <a:p>
                      <a:pPr algn="ctr"/>
                      <a:r>
                        <a:rPr kumimoji="1" lang="en-US" altLang="ja-JP" sz="1000">
                          <a:latin typeface="Meiryo UI" panose="020B0604030504040204" pitchFamily="50" charset="-128"/>
                          <a:ea typeface="Meiryo UI" panose="020B0604030504040204" pitchFamily="50" charset="-128"/>
                        </a:rPr>
                        <a:t>Exporter</a:t>
                      </a:r>
                      <a:endParaRPr kumimoji="1" lang="ja-JP" altLang="en-US" sz="1000">
                        <a:latin typeface="Meiryo UI" panose="020B0604030504040204" pitchFamily="50" charset="-128"/>
                        <a:ea typeface="Meiryo UI" panose="020B0604030504040204" pitchFamily="50" charset="-128"/>
                      </a:endParaRPr>
                    </a:p>
                  </a:txBody>
                  <a:tcPr anchor="ctr">
                    <a:solidFill>
                      <a:schemeClr val="bg1">
                        <a:lumMod val="75000"/>
                      </a:schemeClr>
                    </a:solidFill>
                  </a:tcPr>
                </a:tc>
                <a:tc>
                  <a:txBody>
                    <a:bodyPr/>
                    <a:lstStyle/>
                    <a:p>
                      <a:pPr algn="ctr"/>
                      <a:r>
                        <a:rPr kumimoji="1" lang="en-US" altLang="ja-JP" sz="800">
                          <a:latin typeface="Meiryo UI" panose="020B0604030504040204" pitchFamily="50" charset="-128"/>
                          <a:ea typeface="Meiryo UI" panose="020B0604030504040204" pitchFamily="50" charset="-128"/>
                        </a:rPr>
                        <a:t>Exporter</a:t>
                      </a:r>
                      <a:endParaRPr kumimoji="1" lang="ja-JP" altLang="en-US" sz="800">
                        <a:latin typeface="Meiryo UI" panose="020B0604030504040204" pitchFamily="50" charset="-128"/>
                        <a:ea typeface="Meiryo UI" panose="020B0604030504040204" pitchFamily="50" charset="-128"/>
                      </a:endParaRPr>
                    </a:p>
                  </a:txBody>
                  <a:tcPr anchor="ctr">
                    <a:solidFill>
                      <a:schemeClr val="bg1">
                        <a:lumMod val="75000"/>
                      </a:schemeClr>
                    </a:solidFill>
                  </a:tcPr>
                </a:tc>
                <a:tc>
                  <a:txBody>
                    <a:bodyPr/>
                    <a:lstStyle/>
                    <a:p>
                      <a:pPr algn="ctr"/>
                      <a:r>
                        <a:rPr kumimoji="1" lang="en-US" altLang="ja-JP" sz="800">
                          <a:latin typeface="Meiryo UI" panose="020B0604030504040204" pitchFamily="50" charset="-128"/>
                          <a:ea typeface="Meiryo UI" panose="020B0604030504040204" pitchFamily="50" charset="-128"/>
                        </a:rPr>
                        <a:t>Exporter</a:t>
                      </a:r>
                      <a:endParaRPr kumimoji="1" lang="ja-JP" altLang="en-US" sz="800">
                        <a:latin typeface="Meiryo UI" panose="020B0604030504040204" pitchFamily="50" charset="-128"/>
                        <a:ea typeface="Meiryo UI" panose="020B0604030504040204" pitchFamily="50" charset="-128"/>
                      </a:endParaRPr>
                    </a:p>
                  </a:txBody>
                  <a:tcPr anchor="ctr">
                    <a:solidFill>
                      <a:schemeClr val="bg1">
                        <a:lumMod val="75000"/>
                      </a:schemeClr>
                    </a:solidFill>
                  </a:tcPr>
                </a:tc>
                <a:extLst>
                  <a:ext uri="{0D108BD9-81ED-4DB2-BD59-A6C34878D82A}">
                    <a16:rowId xmlns:a16="http://schemas.microsoft.com/office/drawing/2014/main" val="3050764917"/>
                  </a:ext>
                </a:extLst>
              </a:tr>
              <a:tr h="324000">
                <a:tc>
                  <a:txBody>
                    <a:bodyPr/>
                    <a:lstStyle/>
                    <a:p>
                      <a:pPr algn="ctr"/>
                      <a:r>
                        <a:rPr kumimoji="1" lang="en-US" altLang="ja-JP" sz="800" b="1">
                          <a:latin typeface="Meiryo UI" panose="020B0604030504040204" pitchFamily="50" charset="-128"/>
                          <a:ea typeface="Meiryo UI" panose="020B0604030504040204" pitchFamily="50" charset="-128"/>
                        </a:rPr>
                        <a:t>Origin Terminal Handling Charges</a:t>
                      </a:r>
                      <a:endParaRPr kumimoji="1" lang="ja-JP" altLang="en-US" sz="800" b="1">
                        <a:latin typeface="Meiryo UI" panose="020B0604030504040204" pitchFamily="50" charset="-128"/>
                        <a:ea typeface="Meiryo UI" panose="020B0604030504040204" pitchFamily="50" charset="-128"/>
                      </a:endParaRPr>
                    </a:p>
                  </a:txBody>
                  <a:tcPr anchor="ctr"/>
                </a:tc>
                <a:tc>
                  <a:txBody>
                    <a:bodyPr/>
                    <a:lstStyle/>
                    <a:p>
                      <a:pPr algn="ctr"/>
                      <a:r>
                        <a:rPr kumimoji="1" lang="en-US" altLang="ja-JP" sz="800" b="0" baseline="0">
                          <a:solidFill>
                            <a:schemeClr val="bg1"/>
                          </a:solidFill>
                          <a:latin typeface="Meiryo UI" panose="020B0604030504040204" pitchFamily="50" charset="-128"/>
                          <a:ea typeface="Meiryo UI" panose="020B0604030504040204" pitchFamily="50" charset="-128"/>
                        </a:rPr>
                        <a:t>Importer</a:t>
                      </a:r>
                      <a:endParaRPr kumimoji="1" lang="ja-JP" altLang="en-US" sz="800">
                        <a:latin typeface="Meiryo UI" panose="020B0604030504040204" pitchFamily="50" charset="-128"/>
                        <a:ea typeface="Meiryo UI" panose="020B0604030504040204" pitchFamily="50" charset="-128"/>
                      </a:endParaRPr>
                    </a:p>
                  </a:txBody>
                  <a:tcPr anchor="ctr">
                    <a:solidFill>
                      <a:srgbClr val="0070C0"/>
                    </a:solidFill>
                  </a:tcPr>
                </a:tc>
                <a:tc>
                  <a:txBody>
                    <a:bodyPr/>
                    <a:lstStyle/>
                    <a:p>
                      <a:pPr algn="ctr"/>
                      <a:r>
                        <a:rPr kumimoji="1" lang="en-US" altLang="ja-JP" sz="800" b="0" baseline="0">
                          <a:solidFill>
                            <a:schemeClr val="bg1"/>
                          </a:solidFill>
                          <a:latin typeface="Meiryo UI" panose="020B0604030504040204" pitchFamily="50" charset="-128"/>
                          <a:ea typeface="Meiryo UI" panose="020B0604030504040204" pitchFamily="50" charset="-128"/>
                        </a:rPr>
                        <a:t>Importer</a:t>
                      </a:r>
                      <a:endParaRPr kumimoji="1" lang="ja-JP" altLang="en-US" sz="800">
                        <a:latin typeface="Meiryo UI" panose="020B0604030504040204" pitchFamily="50" charset="-128"/>
                        <a:ea typeface="Meiryo UI" panose="020B0604030504040204" pitchFamily="50" charset="-128"/>
                      </a:endParaRPr>
                    </a:p>
                  </a:txBody>
                  <a:tcPr anchor="ctr">
                    <a:solidFill>
                      <a:srgbClr val="0070C0"/>
                    </a:solidFill>
                  </a:tcPr>
                </a:tc>
                <a:tc>
                  <a:txBody>
                    <a:bodyPr/>
                    <a:lstStyle/>
                    <a:p>
                      <a:pPr algn="ctr"/>
                      <a:r>
                        <a:rPr kumimoji="1" lang="en-US" altLang="ja-JP" sz="800">
                          <a:latin typeface="Meiryo UI" panose="020B0604030504040204" pitchFamily="50" charset="-128"/>
                          <a:ea typeface="Meiryo UI" panose="020B0604030504040204" pitchFamily="50" charset="-128"/>
                        </a:rPr>
                        <a:t>Exporter</a:t>
                      </a:r>
                      <a:endParaRPr kumimoji="1" lang="ja-JP" altLang="en-US" sz="800">
                        <a:latin typeface="Meiryo UI" panose="020B0604030504040204" pitchFamily="50" charset="-128"/>
                        <a:ea typeface="Meiryo UI" panose="020B0604030504040204" pitchFamily="50" charset="-128"/>
                      </a:endParaRPr>
                    </a:p>
                  </a:txBody>
                  <a:tcPr anchor="ctr">
                    <a:solidFill>
                      <a:schemeClr val="bg1">
                        <a:lumMod val="75000"/>
                      </a:schemeClr>
                    </a:solidFill>
                  </a:tcPr>
                </a:tc>
                <a:tc>
                  <a:txBody>
                    <a:bodyPr/>
                    <a:lstStyle/>
                    <a:p>
                      <a:pPr algn="ctr"/>
                      <a:r>
                        <a:rPr kumimoji="1" lang="en-US" altLang="ja-JP" sz="800">
                          <a:latin typeface="Meiryo UI" panose="020B0604030504040204" pitchFamily="50" charset="-128"/>
                          <a:ea typeface="Meiryo UI" panose="020B0604030504040204" pitchFamily="50" charset="-128"/>
                        </a:rPr>
                        <a:t>Exporter</a:t>
                      </a:r>
                      <a:endParaRPr kumimoji="1" lang="ja-JP" altLang="en-US" sz="800">
                        <a:latin typeface="Meiryo UI" panose="020B0604030504040204" pitchFamily="50" charset="-128"/>
                        <a:ea typeface="Meiryo UI" panose="020B0604030504040204" pitchFamily="50" charset="-128"/>
                      </a:endParaRPr>
                    </a:p>
                  </a:txBody>
                  <a:tcPr anchor="ctr">
                    <a:solidFill>
                      <a:schemeClr val="bg1">
                        <a:lumMod val="75000"/>
                      </a:schemeClr>
                    </a:solidFill>
                  </a:tcPr>
                </a:tc>
                <a:tc>
                  <a:txBody>
                    <a:bodyPr/>
                    <a:lstStyle/>
                    <a:p>
                      <a:pPr algn="ctr"/>
                      <a:r>
                        <a:rPr kumimoji="1" lang="en-US" altLang="ja-JP" sz="800">
                          <a:latin typeface="Meiryo UI" panose="020B0604030504040204" pitchFamily="50" charset="-128"/>
                          <a:ea typeface="Meiryo UI" panose="020B0604030504040204" pitchFamily="50" charset="-128"/>
                        </a:rPr>
                        <a:t>Exporter</a:t>
                      </a:r>
                      <a:endParaRPr kumimoji="1" lang="ja-JP" altLang="en-US" sz="800">
                        <a:latin typeface="Meiryo UI" panose="020B0604030504040204" pitchFamily="50" charset="-128"/>
                        <a:ea typeface="Meiryo UI" panose="020B0604030504040204" pitchFamily="50" charset="-128"/>
                      </a:endParaRPr>
                    </a:p>
                  </a:txBody>
                  <a:tcPr anchor="ctr">
                    <a:solidFill>
                      <a:schemeClr val="bg1">
                        <a:lumMod val="75000"/>
                      </a:schemeClr>
                    </a:solidFill>
                  </a:tcPr>
                </a:tc>
                <a:tc>
                  <a:txBody>
                    <a:bodyPr/>
                    <a:lstStyle/>
                    <a:p>
                      <a:pPr algn="ctr"/>
                      <a:r>
                        <a:rPr kumimoji="1" lang="en-US" altLang="ja-JP" sz="800">
                          <a:latin typeface="Meiryo UI" panose="020B0604030504040204" pitchFamily="50" charset="-128"/>
                          <a:ea typeface="Meiryo UI" panose="020B0604030504040204" pitchFamily="50" charset="-128"/>
                        </a:rPr>
                        <a:t>Exporter</a:t>
                      </a:r>
                      <a:endParaRPr kumimoji="1" lang="ja-JP" altLang="en-US" sz="800">
                        <a:latin typeface="Meiryo UI" panose="020B0604030504040204" pitchFamily="50" charset="-128"/>
                        <a:ea typeface="Meiryo UI" panose="020B0604030504040204" pitchFamily="50" charset="-128"/>
                      </a:endParaRPr>
                    </a:p>
                  </a:txBody>
                  <a:tcPr anchor="ctr">
                    <a:solidFill>
                      <a:schemeClr val="bg1">
                        <a:lumMod val="75000"/>
                      </a:schemeClr>
                    </a:solidFill>
                  </a:tcPr>
                </a:tc>
                <a:tc>
                  <a:txBody>
                    <a:bodyPr/>
                    <a:lstStyle/>
                    <a:p>
                      <a:pPr algn="ctr"/>
                      <a:r>
                        <a:rPr kumimoji="1" lang="en-US" altLang="ja-JP" sz="800">
                          <a:latin typeface="Meiryo UI" panose="020B0604030504040204" pitchFamily="50" charset="-128"/>
                          <a:ea typeface="Meiryo UI" panose="020B0604030504040204" pitchFamily="50" charset="-128"/>
                        </a:rPr>
                        <a:t>Exporter</a:t>
                      </a:r>
                      <a:endParaRPr kumimoji="1" lang="ja-JP" altLang="en-US" sz="800">
                        <a:latin typeface="Meiryo UI" panose="020B0604030504040204" pitchFamily="50" charset="-128"/>
                        <a:ea typeface="Meiryo UI" panose="020B0604030504040204" pitchFamily="50" charset="-128"/>
                      </a:endParaRPr>
                    </a:p>
                  </a:txBody>
                  <a:tcPr anchor="ctr">
                    <a:solidFill>
                      <a:schemeClr val="bg1">
                        <a:lumMod val="75000"/>
                      </a:schemeClr>
                    </a:solidFill>
                  </a:tcPr>
                </a:tc>
                <a:tc>
                  <a:txBody>
                    <a:bodyPr/>
                    <a:lstStyle/>
                    <a:p>
                      <a:pPr algn="ctr"/>
                      <a:r>
                        <a:rPr kumimoji="1" lang="en-US" altLang="ja-JP" sz="800">
                          <a:latin typeface="Meiryo UI" panose="020B0604030504040204" pitchFamily="50" charset="-128"/>
                          <a:ea typeface="Meiryo UI" panose="020B0604030504040204" pitchFamily="50" charset="-128"/>
                        </a:rPr>
                        <a:t>Exporter</a:t>
                      </a:r>
                      <a:endParaRPr kumimoji="1" lang="ja-JP" altLang="en-US" sz="800">
                        <a:latin typeface="Meiryo UI" panose="020B0604030504040204" pitchFamily="50" charset="-128"/>
                        <a:ea typeface="Meiryo UI" panose="020B0604030504040204" pitchFamily="50" charset="-128"/>
                      </a:endParaRPr>
                    </a:p>
                  </a:txBody>
                  <a:tcPr anchor="ctr">
                    <a:solidFill>
                      <a:schemeClr val="bg1">
                        <a:lumMod val="75000"/>
                      </a:schemeClr>
                    </a:solidFill>
                  </a:tcPr>
                </a:tc>
                <a:tc>
                  <a:txBody>
                    <a:bodyPr/>
                    <a:lstStyle/>
                    <a:p>
                      <a:pPr algn="ctr"/>
                      <a:r>
                        <a:rPr kumimoji="1" lang="en-US" altLang="ja-JP" sz="1000">
                          <a:latin typeface="Meiryo UI" panose="020B0604030504040204" pitchFamily="50" charset="-128"/>
                          <a:ea typeface="Meiryo UI" panose="020B0604030504040204" pitchFamily="50" charset="-128"/>
                        </a:rPr>
                        <a:t>Exporter</a:t>
                      </a:r>
                      <a:endParaRPr kumimoji="1" lang="ja-JP" altLang="en-US" sz="1000">
                        <a:latin typeface="Meiryo UI" panose="020B0604030504040204" pitchFamily="50" charset="-128"/>
                        <a:ea typeface="Meiryo UI" panose="020B0604030504040204" pitchFamily="50" charset="-128"/>
                      </a:endParaRPr>
                    </a:p>
                  </a:txBody>
                  <a:tcPr anchor="ctr">
                    <a:solidFill>
                      <a:schemeClr val="bg1">
                        <a:lumMod val="75000"/>
                      </a:schemeClr>
                    </a:solidFill>
                  </a:tcPr>
                </a:tc>
                <a:tc>
                  <a:txBody>
                    <a:bodyPr/>
                    <a:lstStyle/>
                    <a:p>
                      <a:pPr algn="ctr"/>
                      <a:r>
                        <a:rPr kumimoji="1" lang="en-US" altLang="ja-JP" sz="800">
                          <a:latin typeface="Meiryo UI" panose="020B0604030504040204" pitchFamily="50" charset="-128"/>
                          <a:ea typeface="Meiryo UI" panose="020B0604030504040204" pitchFamily="50" charset="-128"/>
                        </a:rPr>
                        <a:t>Exporter</a:t>
                      </a:r>
                      <a:endParaRPr kumimoji="1" lang="ja-JP" altLang="en-US" sz="800">
                        <a:latin typeface="Meiryo UI" panose="020B0604030504040204" pitchFamily="50" charset="-128"/>
                        <a:ea typeface="Meiryo UI" panose="020B0604030504040204" pitchFamily="50" charset="-128"/>
                      </a:endParaRPr>
                    </a:p>
                  </a:txBody>
                  <a:tcPr anchor="ctr">
                    <a:solidFill>
                      <a:schemeClr val="bg1">
                        <a:lumMod val="75000"/>
                      </a:schemeClr>
                    </a:solidFill>
                  </a:tcPr>
                </a:tc>
                <a:tc>
                  <a:txBody>
                    <a:bodyPr/>
                    <a:lstStyle/>
                    <a:p>
                      <a:pPr algn="ctr"/>
                      <a:r>
                        <a:rPr kumimoji="1" lang="en-US" altLang="ja-JP" sz="800">
                          <a:latin typeface="Meiryo UI" panose="020B0604030504040204" pitchFamily="50" charset="-128"/>
                          <a:ea typeface="Meiryo UI" panose="020B0604030504040204" pitchFamily="50" charset="-128"/>
                        </a:rPr>
                        <a:t>Exporter</a:t>
                      </a:r>
                      <a:endParaRPr kumimoji="1" lang="ja-JP" altLang="en-US" sz="800">
                        <a:latin typeface="Meiryo UI" panose="020B0604030504040204" pitchFamily="50" charset="-128"/>
                        <a:ea typeface="Meiryo UI" panose="020B0604030504040204" pitchFamily="50" charset="-128"/>
                      </a:endParaRPr>
                    </a:p>
                  </a:txBody>
                  <a:tcPr anchor="ctr">
                    <a:solidFill>
                      <a:schemeClr val="bg1">
                        <a:lumMod val="75000"/>
                      </a:schemeClr>
                    </a:solidFill>
                  </a:tcPr>
                </a:tc>
                <a:extLst>
                  <a:ext uri="{0D108BD9-81ED-4DB2-BD59-A6C34878D82A}">
                    <a16:rowId xmlns:a16="http://schemas.microsoft.com/office/drawing/2014/main" val="3831746732"/>
                  </a:ext>
                </a:extLst>
              </a:tr>
              <a:tr h="324000">
                <a:tc>
                  <a:txBody>
                    <a:bodyPr/>
                    <a:lstStyle/>
                    <a:p>
                      <a:pPr algn="ctr"/>
                      <a:r>
                        <a:rPr kumimoji="1" lang="en-US" altLang="ja-JP" sz="800" b="1">
                          <a:latin typeface="Meiryo UI" panose="020B0604030504040204" pitchFamily="50" charset="-128"/>
                          <a:ea typeface="Meiryo UI" panose="020B0604030504040204" pitchFamily="50" charset="-128"/>
                        </a:rPr>
                        <a:t>Loading on Carriage</a:t>
                      </a:r>
                      <a:endParaRPr kumimoji="1" lang="ja-JP" altLang="en-US" sz="800" b="1">
                        <a:latin typeface="Meiryo UI" panose="020B0604030504040204" pitchFamily="50" charset="-128"/>
                        <a:ea typeface="Meiryo UI" panose="020B0604030504040204" pitchFamily="50" charset="-128"/>
                      </a:endParaRPr>
                    </a:p>
                  </a:txBody>
                  <a:tcPr anchor="ctr"/>
                </a:tc>
                <a:tc>
                  <a:txBody>
                    <a:bodyPr/>
                    <a:lstStyle/>
                    <a:p>
                      <a:pPr algn="ctr"/>
                      <a:r>
                        <a:rPr kumimoji="1" lang="en-US" altLang="ja-JP" sz="800" b="0" baseline="0">
                          <a:solidFill>
                            <a:schemeClr val="bg1"/>
                          </a:solidFill>
                          <a:latin typeface="Meiryo UI" panose="020B0604030504040204" pitchFamily="50" charset="-128"/>
                          <a:ea typeface="Meiryo UI" panose="020B0604030504040204" pitchFamily="50" charset="-128"/>
                        </a:rPr>
                        <a:t>Importer</a:t>
                      </a:r>
                      <a:endParaRPr kumimoji="1" lang="ja-JP" altLang="en-US" sz="800">
                        <a:latin typeface="Meiryo UI" panose="020B0604030504040204" pitchFamily="50" charset="-128"/>
                        <a:ea typeface="Meiryo UI" panose="020B0604030504040204" pitchFamily="50" charset="-128"/>
                      </a:endParaRPr>
                    </a:p>
                  </a:txBody>
                  <a:tcPr anchor="ctr">
                    <a:solidFill>
                      <a:srgbClr val="0070C0"/>
                    </a:solidFill>
                  </a:tcPr>
                </a:tc>
                <a:tc>
                  <a:txBody>
                    <a:bodyPr/>
                    <a:lstStyle/>
                    <a:p>
                      <a:pPr algn="ctr"/>
                      <a:r>
                        <a:rPr kumimoji="1" lang="en-US" altLang="ja-JP" sz="800" b="0" baseline="0">
                          <a:solidFill>
                            <a:schemeClr val="bg1"/>
                          </a:solidFill>
                          <a:latin typeface="Meiryo UI" panose="020B0604030504040204" pitchFamily="50" charset="-128"/>
                          <a:ea typeface="Meiryo UI" panose="020B0604030504040204" pitchFamily="50" charset="-128"/>
                        </a:rPr>
                        <a:t>Importer</a:t>
                      </a:r>
                      <a:endParaRPr kumimoji="1" lang="ja-JP" altLang="en-US" sz="800">
                        <a:latin typeface="Meiryo UI" panose="020B0604030504040204" pitchFamily="50" charset="-128"/>
                        <a:ea typeface="Meiryo UI" panose="020B0604030504040204" pitchFamily="50" charset="-128"/>
                      </a:endParaRPr>
                    </a:p>
                  </a:txBody>
                  <a:tcPr anchor="ctr">
                    <a:solidFill>
                      <a:srgbClr val="0070C0"/>
                    </a:solidFill>
                  </a:tcPr>
                </a:tc>
                <a:tc>
                  <a:txBody>
                    <a:bodyPr/>
                    <a:lstStyle/>
                    <a:p>
                      <a:pPr algn="ctr"/>
                      <a:r>
                        <a:rPr kumimoji="1" lang="en-US" altLang="ja-JP" sz="800" b="0" baseline="0">
                          <a:solidFill>
                            <a:schemeClr val="bg1"/>
                          </a:solidFill>
                          <a:latin typeface="Meiryo UI" panose="020B0604030504040204" pitchFamily="50" charset="-128"/>
                          <a:ea typeface="Meiryo UI" panose="020B0604030504040204" pitchFamily="50" charset="-128"/>
                        </a:rPr>
                        <a:t>Importer</a:t>
                      </a:r>
                      <a:endParaRPr kumimoji="1" lang="ja-JP" altLang="en-US" sz="800">
                        <a:latin typeface="Meiryo UI" panose="020B0604030504040204" pitchFamily="50" charset="-128"/>
                        <a:ea typeface="Meiryo UI" panose="020B0604030504040204" pitchFamily="50" charset="-128"/>
                      </a:endParaRPr>
                    </a:p>
                  </a:txBody>
                  <a:tcPr anchor="ctr">
                    <a:solidFill>
                      <a:srgbClr val="0070C0"/>
                    </a:solidFill>
                  </a:tcPr>
                </a:tc>
                <a:tc>
                  <a:txBody>
                    <a:bodyPr/>
                    <a:lstStyle/>
                    <a:p>
                      <a:pPr algn="ctr"/>
                      <a:r>
                        <a:rPr kumimoji="1" lang="en-US" altLang="ja-JP" sz="800">
                          <a:latin typeface="Meiryo UI" panose="020B0604030504040204" pitchFamily="50" charset="-128"/>
                          <a:ea typeface="Meiryo UI" panose="020B0604030504040204" pitchFamily="50" charset="-128"/>
                        </a:rPr>
                        <a:t>Exporter</a:t>
                      </a:r>
                      <a:endParaRPr kumimoji="1" lang="ja-JP" altLang="en-US" sz="800">
                        <a:latin typeface="Meiryo UI" panose="020B0604030504040204" pitchFamily="50" charset="-128"/>
                        <a:ea typeface="Meiryo UI" panose="020B0604030504040204" pitchFamily="50" charset="-128"/>
                      </a:endParaRPr>
                    </a:p>
                  </a:txBody>
                  <a:tcPr anchor="ctr">
                    <a:solidFill>
                      <a:schemeClr val="bg1">
                        <a:lumMod val="75000"/>
                      </a:schemeClr>
                    </a:solidFill>
                  </a:tcPr>
                </a:tc>
                <a:tc>
                  <a:txBody>
                    <a:bodyPr/>
                    <a:lstStyle/>
                    <a:p>
                      <a:pPr algn="ctr"/>
                      <a:r>
                        <a:rPr kumimoji="1" lang="en-US" altLang="ja-JP" sz="800">
                          <a:latin typeface="Meiryo UI" panose="020B0604030504040204" pitchFamily="50" charset="-128"/>
                          <a:ea typeface="Meiryo UI" panose="020B0604030504040204" pitchFamily="50" charset="-128"/>
                        </a:rPr>
                        <a:t>Exporter</a:t>
                      </a:r>
                      <a:endParaRPr kumimoji="1" lang="ja-JP" altLang="en-US" sz="800">
                        <a:latin typeface="Meiryo UI" panose="020B0604030504040204" pitchFamily="50" charset="-128"/>
                        <a:ea typeface="Meiryo UI" panose="020B0604030504040204" pitchFamily="50" charset="-128"/>
                      </a:endParaRPr>
                    </a:p>
                  </a:txBody>
                  <a:tcPr anchor="ctr">
                    <a:solidFill>
                      <a:schemeClr val="bg1">
                        <a:lumMod val="75000"/>
                      </a:schemeClr>
                    </a:solidFill>
                  </a:tcPr>
                </a:tc>
                <a:tc>
                  <a:txBody>
                    <a:bodyPr/>
                    <a:lstStyle/>
                    <a:p>
                      <a:pPr algn="ctr"/>
                      <a:r>
                        <a:rPr kumimoji="1" lang="en-US" altLang="ja-JP" sz="800">
                          <a:latin typeface="Meiryo UI" panose="020B0604030504040204" pitchFamily="50" charset="-128"/>
                          <a:ea typeface="Meiryo UI" panose="020B0604030504040204" pitchFamily="50" charset="-128"/>
                        </a:rPr>
                        <a:t>Exporter</a:t>
                      </a:r>
                      <a:endParaRPr kumimoji="1" lang="ja-JP" altLang="en-US" sz="800">
                        <a:latin typeface="Meiryo UI" panose="020B0604030504040204" pitchFamily="50" charset="-128"/>
                        <a:ea typeface="Meiryo UI" panose="020B0604030504040204" pitchFamily="50" charset="-128"/>
                      </a:endParaRPr>
                    </a:p>
                  </a:txBody>
                  <a:tcPr anchor="ctr">
                    <a:solidFill>
                      <a:schemeClr val="bg1">
                        <a:lumMod val="75000"/>
                      </a:schemeClr>
                    </a:solidFill>
                  </a:tcPr>
                </a:tc>
                <a:tc>
                  <a:txBody>
                    <a:bodyPr/>
                    <a:lstStyle/>
                    <a:p>
                      <a:pPr algn="ctr"/>
                      <a:r>
                        <a:rPr kumimoji="1" lang="en-US" altLang="ja-JP" sz="800">
                          <a:latin typeface="Meiryo UI" panose="020B0604030504040204" pitchFamily="50" charset="-128"/>
                          <a:ea typeface="Meiryo UI" panose="020B0604030504040204" pitchFamily="50" charset="-128"/>
                        </a:rPr>
                        <a:t>Exporter</a:t>
                      </a:r>
                      <a:endParaRPr kumimoji="1" lang="ja-JP" altLang="en-US" sz="800">
                        <a:latin typeface="Meiryo UI" panose="020B0604030504040204" pitchFamily="50" charset="-128"/>
                        <a:ea typeface="Meiryo UI" panose="020B0604030504040204" pitchFamily="50" charset="-128"/>
                      </a:endParaRPr>
                    </a:p>
                  </a:txBody>
                  <a:tcPr anchor="ctr">
                    <a:solidFill>
                      <a:schemeClr val="bg1">
                        <a:lumMod val="75000"/>
                      </a:schemeClr>
                    </a:solidFill>
                  </a:tcPr>
                </a:tc>
                <a:tc>
                  <a:txBody>
                    <a:bodyPr/>
                    <a:lstStyle/>
                    <a:p>
                      <a:pPr algn="ctr"/>
                      <a:r>
                        <a:rPr kumimoji="1" lang="en-US" altLang="ja-JP" sz="800">
                          <a:latin typeface="Meiryo UI" panose="020B0604030504040204" pitchFamily="50" charset="-128"/>
                          <a:ea typeface="Meiryo UI" panose="020B0604030504040204" pitchFamily="50" charset="-128"/>
                        </a:rPr>
                        <a:t>Exporter</a:t>
                      </a:r>
                      <a:endParaRPr kumimoji="1" lang="ja-JP" altLang="en-US" sz="800">
                        <a:latin typeface="Meiryo UI" panose="020B0604030504040204" pitchFamily="50" charset="-128"/>
                        <a:ea typeface="Meiryo UI" panose="020B0604030504040204" pitchFamily="50" charset="-128"/>
                      </a:endParaRPr>
                    </a:p>
                  </a:txBody>
                  <a:tcPr anchor="ctr">
                    <a:solidFill>
                      <a:schemeClr val="bg1">
                        <a:lumMod val="75000"/>
                      </a:schemeClr>
                    </a:solidFill>
                  </a:tcPr>
                </a:tc>
                <a:tc>
                  <a:txBody>
                    <a:bodyPr/>
                    <a:lstStyle/>
                    <a:p>
                      <a:pPr algn="ctr"/>
                      <a:r>
                        <a:rPr kumimoji="1" lang="en-US" altLang="ja-JP" sz="1000">
                          <a:latin typeface="Meiryo UI" panose="020B0604030504040204" pitchFamily="50" charset="-128"/>
                          <a:ea typeface="Meiryo UI" panose="020B0604030504040204" pitchFamily="50" charset="-128"/>
                        </a:rPr>
                        <a:t>Exporter</a:t>
                      </a:r>
                      <a:endParaRPr kumimoji="1" lang="ja-JP" altLang="en-US" sz="1000">
                        <a:latin typeface="Meiryo UI" panose="020B0604030504040204" pitchFamily="50" charset="-128"/>
                        <a:ea typeface="Meiryo UI" panose="020B0604030504040204" pitchFamily="50" charset="-128"/>
                      </a:endParaRPr>
                    </a:p>
                  </a:txBody>
                  <a:tcPr anchor="ctr">
                    <a:solidFill>
                      <a:schemeClr val="bg1">
                        <a:lumMod val="75000"/>
                      </a:schemeClr>
                    </a:solidFill>
                  </a:tcPr>
                </a:tc>
                <a:tc>
                  <a:txBody>
                    <a:bodyPr/>
                    <a:lstStyle/>
                    <a:p>
                      <a:pPr algn="ctr"/>
                      <a:r>
                        <a:rPr kumimoji="1" lang="en-US" altLang="ja-JP" sz="800">
                          <a:latin typeface="Meiryo UI" panose="020B0604030504040204" pitchFamily="50" charset="-128"/>
                          <a:ea typeface="Meiryo UI" panose="020B0604030504040204" pitchFamily="50" charset="-128"/>
                        </a:rPr>
                        <a:t>Exporter</a:t>
                      </a:r>
                      <a:endParaRPr kumimoji="1" lang="ja-JP" altLang="en-US" sz="800">
                        <a:latin typeface="Meiryo UI" panose="020B0604030504040204" pitchFamily="50" charset="-128"/>
                        <a:ea typeface="Meiryo UI" panose="020B0604030504040204" pitchFamily="50" charset="-128"/>
                      </a:endParaRPr>
                    </a:p>
                  </a:txBody>
                  <a:tcPr anchor="ctr">
                    <a:solidFill>
                      <a:schemeClr val="bg1">
                        <a:lumMod val="75000"/>
                      </a:schemeClr>
                    </a:solidFill>
                  </a:tcPr>
                </a:tc>
                <a:tc>
                  <a:txBody>
                    <a:bodyPr/>
                    <a:lstStyle/>
                    <a:p>
                      <a:pPr algn="ctr"/>
                      <a:r>
                        <a:rPr kumimoji="1" lang="en-US" altLang="ja-JP" sz="800">
                          <a:latin typeface="Meiryo UI" panose="020B0604030504040204" pitchFamily="50" charset="-128"/>
                          <a:ea typeface="Meiryo UI" panose="020B0604030504040204" pitchFamily="50" charset="-128"/>
                        </a:rPr>
                        <a:t>Exporter</a:t>
                      </a:r>
                      <a:endParaRPr kumimoji="1" lang="ja-JP" altLang="en-US" sz="800">
                        <a:latin typeface="Meiryo UI" panose="020B0604030504040204" pitchFamily="50" charset="-128"/>
                        <a:ea typeface="Meiryo UI" panose="020B0604030504040204" pitchFamily="50" charset="-128"/>
                      </a:endParaRPr>
                    </a:p>
                  </a:txBody>
                  <a:tcPr anchor="ctr">
                    <a:solidFill>
                      <a:schemeClr val="bg1">
                        <a:lumMod val="75000"/>
                      </a:schemeClr>
                    </a:solidFill>
                  </a:tcPr>
                </a:tc>
                <a:extLst>
                  <a:ext uri="{0D108BD9-81ED-4DB2-BD59-A6C34878D82A}">
                    <a16:rowId xmlns:a16="http://schemas.microsoft.com/office/drawing/2014/main" val="3558222326"/>
                  </a:ext>
                </a:extLst>
              </a:tr>
              <a:tr h="324000">
                <a:tc>
                  <a:txBody>
                    <a:bodyPr/>
                    <a:lstStyle/>
                    <a:p>
                      <a:pPr algn="ctr"/>
                      <a:r>
                        <a:rPr kumimoji="1" lang="en-US" altLang="ja-JP" sz="800" b="1">
                          <a:latin typeface="Meiryo UI" panose="020B0604030504040204" pitchFamily="50" charset="-128"/>
                          <a:ea typeface="Meiryo UI" panose="020B0604030504040204" pitchFamily="50" charset="-128"/>
                        </a:rPr>
                        <a:t>Freight Charges</a:t>
                      </a:r>
                      <a:endParaRPr kumimoji="1" lang="ja-JP" altLang="en-US" sz="800" b="1">
                        <a:latin typeface="Meiryo UI" panose="020B0604030504040204" pitchFamily="50" charset="-128"/>
                        <a:ea typeface="Meiryo UI" panose="020B0604030504040204" pitchFamily="50" charset="-128"/>
                      </a:endParaRPr>
                    </a:p>
                  </a:txBody>
                  <a:tcPr anchor="ctr"/>
                </a:tc>
                <a:tc>
                  <a:txBody>
                    <a:bodyPr/>
                    <a:lstStyle/>
                    <a:p>
                      <a:pPr algn="ctr"/>
                      <a:r>
                        <a:rPr kumimoji="1" lang="en-US" altLang="ja-JP" sz="800" b="0" baseline="0">
                          <a:solidFill>
                            <a:schemeClr val="bg1"/>
                          </a:solidFill>
                          <a:latin typeface="Meiryo UI" panose="020B0604030504040204" pitchFamily="50" charset="-128"/>
                          <a:ea typeface="Meiryo UI" panose="020B0604030504040204" pitchFamily="50" charset="-128"/>
                        </a:rPr>
                        <a:t>Importer</a:t>
                      </a:r>
                      <a:endParaRPr kumimoji="1" lang="ja-JP" altLang="en-US" sz="800">
                        <a:latin typeface="Meiryo UI" panose="020B0604030504040204" pitchFamily="50" charset="-128"/>
                        <a:ea typeface="Meiryo UI" panose="020B0604030504040204" pitchFamily="50" charset="-128"/>
                      </a:endParaRPr>
                    </a:p>
                  </a:txBody>
                  <a:tcPr anchor="ctr">
                    <a:solidFill>
                      <a:srgbClr val="0070C0"/>
                    </a:solidFill>
                  </a:tcPr>
                </a:tc>
                <a:tc>
                  <a:txBody>
                    <a:bodyPr/>
                    <a:lstStyle/>
                    <a:p>
                      <a:pPr algn="ctr"/>
                      <a:r>
                        <a:rPr kumimoji="1" lang="en-US" altLang="ja-JP" sz="800" b="0" baseline="0">
                          <a:solidFill>
                            <a:schemeClr val="bg1"/>
                          </a:solidFill>
                          <a:latin typeface="Meiryo UI" panose="020B0604030504040204" pitchFamily="50" charset="-128"/>
                          <a:ea typeface="Meiryo UI" panose="020B0604030504040204" pitchFamily="50" charset="-128"/>
                        </a:rPr>
                        <a:t>Importer</a:t>
                      </a:r>
                      <a:endParaRPr kumimoji="1" lang="ja-JP" altLang="en-US" sz="800">
                        <a:latin typeface="Meiryo UI" panose="020B0604030504040204" pitchFamily="50" charset="-128"/>
                        <a:ea typeface="Meiryo UI" panose="020B0604030504040204" pitchFamily="50" charset="-128"/>
                      </a:endParaRPr>
                    </a:p>
                  </a:txBody>
                  <a:tcPr anchor="ctr">
                    <a:solidFill>
                      <a:srgbClr val="0070C0"/>
                    </a:solidFill>
                  </a:tcPr>
                </a:tc>
                <a:tc>
                  <a:txBody>
                    <a:bodyPr/>
                    <a:lstStyle/>
                    <a:p>
                      <a:pPr algn="ctr"/>
                      <a:r>
                        <a:rPr kumimoji="1" lang="en-US" altLang="ja-JP" sz="800" b="0" baseline="0">
                          <a:solidFill>
                            <a:schemeClr val="bg1"/>
                          </a:solidFill>
                          <a:latin typeface="Meiryo UI" panose="020B0604030504040204" pitchFamily="50" charset="-128"/>
                          <a:ea typeface="Meiryo UI" panose="020B0604030504040204" pitchFamily="50" charset="-128"/>
                        </a:rPr>
                        <a:t>Importer</a:t>
                      </a:r>
                      <a:endParaRPr kumimoji="1" lang="ja-JP" altLang="en-US" sz="800">
                        <a:latin typeface="Meiryo UI" panose="020B0604030504040204" pitchFamily="50" charset="-128"/>
                        <a:ea typeface="Meiryo UI" panose="020B0604030504040204" pitchFamily="50" charset="-128"/>
                      </a:endParaRPr>
                    </a:p>
                  </a:txBody>
                  <a:tcPr anchor="ctr">
                    <a:solidFill>
                      <a:srgbClr val="0070C0"/>
                    </a:solidFill>
                  </a:tcPr>
                </a:tc>
                <a:tc>
                  <a:txBody>
                    <a:bodyPr/>
                    <a:lstStyle/>
                    <a:p>
                      <a:pPr algn="ctr"/>
                      <a:r>
                        <a:rPr kumimoji="1" lang="en-US" altLang="ja-JP" sz="800" b="0" baseline="0">
                          <a:solidFill>
                            <a:schemeClr val="bg1"/>
                          </a:solidFill>
                          <a:latin typeface="Meiryo UI" panose="020B0604030504040204" pitchFamily="50" charset="-128"/>
                          <a:ea typeface="Meiryo UI" panose="020B0604030504040204" pitchFamily="50" charset="-128"/>
                        </a:rPr>
                        <a:t>Importer</a:t>
                      </a:r>
                      <a:endParaRPr kumimoji="1" lang="ja-JP" altLang="en-US" sz="800">
                        <a:latin typeface="Meiryo UI" panose="020B0604030504040204" pitchFamily="50" charset="-128"/>
                        <a:ea typeface="Meiryo UI" panose="020B0604030504040204" pitchFamily="50" charset="-128"/>
                      </a:endParaRPr>
                    </a:p>
                  </a:txBody>
                  <a:tcPr anchor="ctr">
                    <a:solidFill>
                      <a:srgbClr val="0070C0"/>
                    </a:solidFill>
                  </a:tcPr>
                </a:tc>
                <a:tc>
                  <a:txBody>
                    <a:bodyPr/>
                    <a:lstStyle/>
                    <a:p>
                      <a:pPr algn="ctr"/>
                      <a:r>
                        <a:rPr kumimoji="1" lang="en-US" altLang="ja-JP" sz="800">
                          <a:latin typeface="Meiryo UI" panose="020B0604030504040204" pitchFamily="50" charset="-128"/>
                          <a:ea typeface="Meiryo UI" panose="020B0604030504040204" pitchFamily="50" charset="-128"/>
                        </a:rPr>
                        <a:t>Exporter</a:t>
                      </a:r>
                      <a:endParaRPr kumimoji="1" lang="ja-JP" altLang="en-US" sz="800">
                        <a:latin typeface="Meiryo UI" panose="020B0604030504040204" pitchFamily="50" charset="-128"/>
                        <a:ea typeface="Meiryo UI" panose="020B0604030504040204" pitchFamily="50" charset="-128"/>
                      </a:endParaRPr>
                    </a:p>
                  </a:txBody>
                  <a:tcPr anchor="ctr">
                    <a:solidFill>
                      <a:schemeClr val="bg1">
                        <a:lumMod val="75000"/>
                      </a:schemeClr>
                    </a:solidFill>
                  </a:tcPr>
                </a:tc>
                <a:tc>
                  <a:txBody>
                    <a:bodyPr/>
                    <a:lstStyle/>
                    <a:p>
                      <a:pPr algn="ctr"/>
                      <a:r>
                        <a:rPr kumimoji="1" lang="en-US" altLang="ja-JP" sz="800">
                          <a:latin typeface="Meiryo UI" panose="020B0604030504040204" pitchFamily="50" charset="-128"/>
                          <a:ea typeface="Meiryo UI" panose="020B0604030504040204" pitchFamily="50" charset="-128"/>
                        </a:rPr>
                        <a:t>Exporter</a:t>
                      </a:r>
                      <a:endParaRPr kumimoji="1" lang="ja-JP" altLang="en-US" sz="800">
                        <a:latin typeface="Meiryo UI" panose="020B0604030504040204" pitchFamily="50" charset="-128"/>
                        <a:ea typeface="Meiryo UI" panose="020B0604030504040204" pitchFamily="50" charset="-128"/>
                      </a:endParaRPr>
                    </a:p>
                  </a:txBody>
                  <a:tcPr anchor="ctr">
                    <a:solidFill>
                      <a:schemeClr val="bg1">
                        <a:lumMod val="75000"/>
                      </a:schemeClr>
                    </a:solidFill>
                  </a:tcPr>
                </a:tc>
                <a:tc>
                  <a:txBody>
                    <a:bodyPr/>
                    <a:lstStyle/>
                    <a:p>
                      <a:pPr algn="ctr"/>
                      <a:r>
                        <a:rPr kumimoji="1" lang="en-US" altLang="ja-JP" sz="800">
                          <a:latin typeface="Meiryo UI" panose="020B0604030504040204" pitchFamily="50" charset="-128"/>
                          <a:ea typeface="Meiryo UI" panose="020B0604030504040204" pitchFamily="50" charset="-128"/>
                        </a:rPr>
                        <a:t>Exporter</a:t>
                      </a:r>
                      <a:endParaRPr kumimoji="1" lang="ja-JP" altLang="en-US" sz="800">
                        <a:latin typeface="Meiryo UI" panose="020B0604030504040204" pitchFamily="50" charset="-128"/>
                        <a:ea typeface="Meiryo UI" panose="020B0604030504040204" pitchFamily="50" charset="-128"/>
                      </a:endParaRPr>
                    </a:p>
                  </a:txBody>
                  <a:tcPr anchor="ctr">
                    <a:solidFill>
                      <a:schemeClr val="bg1">
                        <a:lumMod val="75000"/>
                      </a:schemeClr>
                    </a:solidFill>
                  </a:tcPr>
                </a:tc>
                <a:tc>
                  <a:txBody>
                    <a:bodyPr/>
                    <a:lstStyle/>
                    <a:p>
                      <a:pPr algn="ctr"/>
                      <a:r>
                        <a:rPr kumimoji="1" lang="en-US" altLang="ja-JP" sz="800">
                          <a:latin typeface="Meiryo UI" panose="020B0604030504040204" pitchFamily="50" charset="-128"/>
                          <a:ea typeface="Meiryo UI" panose="020B0604030504040204" pitchFamily="50" charset="-128"/>
                        </a:rPr>
                        <a:t>Exporter</a:t>
                      </a:r>
                      <a:endParaRPr kumimoji="1" lang="ja-JP" altLang="en-US" sz="800">
                        <a:latin typeface="Meiryo UI" panose="020B0604030504040204" pitchFamily="50" charset="-128"/>
                        <a:ea typeface="Meiryo UI" panose="020B0604030504040204" pitchFamily="50" charset="-128"/>
                      </a:endParaRPr>
                    </a:p>
                  </a:txBody>
                  <a:tcPr anchor="ctr">
                    <a:solidFill>
                      <a:schemeClr val="bg1">
                        <a:lumMod val="75000"/>
                      </a:schemeClr>
                    </a:solidFill>
                  </a:tcPr>
                </a:tc>
                <a:tc>
                  <a:txBody>
                    <a:bodyPr/>
                    <a:lstStyle/>
                    <a:p>
                      <a:pPr algn="ctr"/>
                      <a:r>
                        <a:rPr kumimoji="1" lang="en-US" altLang="ja-JP" sz="1000">
                          <a:latin typeface="Meiryo UI" panose="020B0604030504040204" pitchFamily="50" charset="-128"/>
                          <a:ea typeface="Meiryo UI" panose="020B0604030504040204" pitchFamily="50" charset="-128"/>
                        </a:rPr>
                        <a:t>Exporter</a:t>
                      </a:r>
                      <a:endParaRPr kumimoji="1" lang="ja-JP" altLang="en-US" sz="1000">
                        <a:latin typeface="Meiryo UI" panose="020B0604030504040204" pitchFamily="50" charset="-128"/>
                        <a:ea typeface="Meiryo UI" panose="020B0604030504040204" pitchFamily="50" charset="-128"/>
                      </a:endParaRPr>
                    </a:p>
                  </a:txBody>
                  <a:tcPr anchor="ctr">
                    <a:solidFill>
                      <a:schemeClr val="bg1">
                        <a:lumMod val="75000"/>
                      </a:schemeClr>
                    </a:solidFill>
                  </a:tcPr>
                </a:tc>
                <a:tc>
                  <a:txBody>
                    <a:bodyPr/>
                    <a:lstStyle/>
                    <a:p>
                      <a:pPr algn="ctr"/>
                      <a:r>
                        <a:rPr kumimoji="1" lang="en-US" altLang="ja-JP" sz="800">
                          <a:latin typeface="Meiryo UI" panose="020B0604030504040204" pitchFamily="50" charset="-128"/>
                          <a:ea typeface="Meiryo UI" panose="020B0604030504040204" pitchFamily="50" charset="-128"/>
                        </a:rPr>
                        <a:t>Exporter</a:t>
                      </a:r>
                      <a:endParaRPr kumimoji="1" lang="ja-JP" altLang="en-US" sz="800">
                        <a:latin typeface="Meiryo UI" panose="020B0604030504040204" pitchFamily="50" charset="-128"/>
                        <a:ea typeface="Meiryo UI" panose="020B0604030504040204" pitchFamily="50" charset="-128"/>
                      </a:endParaRPr>
                    </a:p>
                  </a:txBody>
                  <a:tcPr anchor="ctr">
                    <a:solidFill>
                      <a:schemeClr val="bg1">
                        <a:lumMod val="75000"/>
                      </a:schemeClr>
                    </a:solidFill>
                  </a:tcPr>
                </a:tc>
                <a:tc>
                  <a:txBody>
                    <a:bodyPr/>
                    <a:lstStyle/>
                    <a:p>
                      <a:pPr algn="ctr"/>
                      <a:r>
                        <a:rPr kumimoji="1" lang="en-US" altLang="ja-JP" sz="800">
                          <a:latin typeface="Meiryo UI" panose="020B0604030504040204" pitchFamily="50" charset="-128"/>
                          <a:ea typeface="Meiryo UI" panose="020B0604030504040204" pitchFamily="50" charset="-128"/>
                        </a:rPr>
                        <a:t>Exporter</a:t>
                      </a:r>
                      <a:endParaRPr kumimoji="1" lang="ja-JP" altLang="en-US" sz="800">
                        <a:latin typeface="Meiryo UI" panose="020B0604030504040204" pitchFamily="50" charset="-128"/>
                        <a:ea typeface="Meiryo UI" panose="020B0604030504040204" pitchFamily="50" charset="-128"/>
                      </a:endParaRPr>
                    </a:p>
                  </a:txBody>
                  <a:tcPr anchor="ctr">
                    <a:solidFill>
                      <a:schemeClr val="bg1">
                        <a:lumMod val="75000"/>
                      </a:schemeClr>
                    </a:solidFill>
                  </a:tcPr>
                </a:tc>
                <a:extLst>
                  <a:ext uri="{0D108BD9-81ED-4DB2-BD59-A6C34878D82A}">
                    <a16:rowId xmlns:a16="http://schemas.microsoft.com/office/drawing/2014/main" val="4167738410"/>
                  </a:ext>
                </a:extLst>
              </a:tr>
              <a:tr h="324000">
                <a:tc>
                  <a:txBody>
                    <a:bodyPr/>
                    <a:lstStyle/>
                    <a:p>
                      <a:pPr algn="ctr"/>
                      <a:r>
                        <a:rPr kumimoji="1" lang="en-US" altLang="ja-JP" sz="800" b="1">
                          <a:latin typeface="Meiryo UI" panose="020B0604030504040204" pitchFamily="50" charset="-128"/>
                          <a:ea typeface="Meiryo UI" panose="020B0604030504040204" pitchFamily="50" charset="-128"/>
                        </a:rPr>
                        <a:t>Insurance</a:t>
                      </a:r>
                      <a:endParaRPr kumimoji="1" lang="ja-JP" altLang="en-US" sz="800" b="1">
                        <a:latin typeface="Meiryo UI" panose="020B0604030504040204" pitchFamily="50" charset="-128"/>
                        <a:ea typeface="Meiryo UI" panose="020B0604030504040204" pitchFamily="50" charset="-128"/>
                      </a:endParaRPr>
                    </a:p>
                  </a:txBody>
                  <a:tcPr anchor="ctr"/>
                </a:tc>
                <a:tc>
                  <a:txBody>
                    <a:bodyPr/>
                    <a:lstStyle/>
                    <a:p>
                      <a:pPr algn="ctr"/>
                      <a:r>
                        <a:rPr kumimoji="1" lang="en-US" altLang="ja-JP" sz="800" b="0" i="1" baseline="0">
                          <a:solidFill>
                            <a:schemeClr val="tx1"/>
                          </a:solidFill>
                          <a:latin typeface="Meiryo UI" panose="020B0604030504040204" pitchFamily="50" charset="-128"/>
                          <a:ea typeface="Meiryo UI" panose="020B0604030504040204" pitchFamily="50" charset="-128"/>
                        </a:rPr>
                        <a:t>Negotiable</a:t>
                      </a:r>
                      <a:endParaRPr kumimoji="1" lang="ja-JP" altLang="en-US" sz="800" i="1" baseline="0">
                        <a:solidFill>
                          <a:schemeClr val="tx1"/>
                        </a:solidFill>
                        <a:latin typeface="Meiryo UI" panose="020B0604030504040204" pitchFamily="50" charset="-128"/>
                        <a:ea typeface="Meiryo UI" panose="020B0604030504040204" pitchFamily="50" charset="-128"/>
                      </a:endParaRPr>
                    </a:p>
                  </a:txBody>
                  <a:tcPr anchor="ctr">
                    <a:solidFill>
                      <a:srgbClr val="CCECFF"/>
                    </a:solidFill>
                  </a:tcPr>
                </a:tc>
                <a:tc>
                  <a:txBody>
                    <a:bodyPr/>
                    <a:lstStyle/>
                    <a:p>
                      <a:pPr algn="ctr"/>
                      <a:r>
                        <a:rPr kumimoji="1" lang="en-US" altLang="ja-JP" sz="800" b="0" i="1" baseline="0">
                          <a:solidFill>
                            <a:schemeClr val="tx1"/>
                          </a:solidFill>
                          <a:latin typeface="Meiryo UI" panose="020B0604030504040204" pitchFamily="50" charset="-128"/>
                          <a:ea typeface="Meiryo UI" panose="020B0604030504040204" pitchFamily="50" charset="-128"/>
                        </a:rPr>
                        <a:t>Negotiable</a:t>
                      </a:r>
                      <a:endParaRPr kumimoji="1" lang="ja-JP" altLang="en-US" sz="800" baseline="0">
                        <a:solidFill>
                          <a:schemeClr val="tx1"/>
                        </a:solidFill>
                        <a:latin typeface="Meiryo UI" panose="020B0604030504040204" pitchFamily="50" charset="-128"/>
                        <a:ea typeface="Meiryo UI" panose="020B0604030504040204" pitchFamily="50" charset="-128"/>
                      </a:endParaRPr>
                    </a:p>
                  </a:txBody>
                  <a:tcPr anchor="ctr">
                    <a:solidFill>
                      <a:srgbClr val="CCECFF"/>
                    </a:solidFill>
                  </a:tcPr>
                </a:tc>
                <a:tc>
                  <a:txBody>
                    <a:bodyPr/>
                    <a:lstStyle/>
                    <a:p>
                      <a:pPr algn="ctr"/>
                      <a:r>
                        <a:rPr kumimoji="1" lang="en-US" altLang="ja-JP" sz="800" b="0" i="1" baseline="0">
                          <a:solidFill>
                            <a:schemeClr val="tx1"/>
                          </a:solidFill>
                          <a:latin typeface="Meiryo UI" panose="020B0604030504040204" pitchFamily="50" charset="-128"/>
                          <a:ea typeface="Meiryo UI" panose="020B0604030504040204" pitchFamily="50" charset="-128"/>
                        </a:rPr>
                        <a:t>Negotiable</a:t>
                      </a:r>
                      <a:endParaRPr kumimoji="1" lang="ja-JP" altLang="en-US" sz="800" baseline="0">
                        <a:solidFill>
                          <a:schemeClr val="tx1"/>
                        </a:solidFill>
                        <a:latin typeface="Meiryo UI" panose="020B0604030504040204" pitchFamily="50" charset="-128"/>
                        <a:ea typeface="Meiryo UI" panose="020B0604030504040204" pitchFamily="50" charset="-128"/>
                      </a:endParaRPr>
                    </a:p>
                  </a:txBody>
                  <a:tcPr anchor="ctr">
                    <a:solidFill>
                      <a:srgbClr val="CCECFF"/>
                    </a:solidFill>
                  </a:tcPr>
                </a:tc>
                <a:tc>
                  <a:txBody>
                    <a:bodyPr/>
                    <a:lstStyle/>
                    <a:p>
                      <a:pPr algn="ctr"/>
                      <a:r>
                        <a:rPr kumimoji="1" lang="en-US" altLang="ja-JP" sz="800" b="0" i="1" baseline="0">
                          <a:solidFill>
                            <a:schemeClr val="tx1"/>
                          </a:solidFill>
                          <a:latin typeface="Meiryo UI" panose="020B0604030504040204" pitchFamily="50" charset="-128"/>
                          <a:ea typeface="Meiryo UI" panose="020B0604030504040204" pitchFamily="50" charset="-128"/>
                        </a:rPr>
                        <a:t>Negotiable</a:t>
                      </a:r>
                      <a:endParaRPr kumimoji="1" lang="ja-JP" altLang="en-US" sz="800" baseline="0">
                        <a:solidFill>
                          <a:schemeClr val="tx1"/>
                        </a:solidFill>
                        <a:latin typeface="Meiryo UI" panose="020B0604030504040204" pitchFamily="50" charset="-128"/>
                        <a:ea typeface="Meiryo UI" panose="020B0604030504040204" pitchFamily="50" charset="-128"/>
                      </a:endParaRPr>
                    </a:p>
                  </a:txBody>
                  <a:tcPr anchor="ctr">
                    <a:solidFill>
                      <a:srgbClr val="CCECFF"/>
                    </a:solidFill>
                  </a:tcPr>
                </a:tc>
                <a:tc>
                  <a:txBody>
                    <a:bodyPr/>
                    <a:lstStyle/>
                    <a:p>
                      <a:pPr algn="ctr"/>
                      <a:r>
                        <a:rPr kumimoji="1" lang="en-US" altLang="ja-JP" sz="800" b="0" i="1" baseline="0">
                          <a:solidFill>
                            <a:schemeClr val="tx1"/>
                          </a:solidFill>
                          <a:latin typeface="Meiryo UI" panose="020B0604030504040204" pitchFamily="50" charset="-128"/>
                          <a:ea typeface="Meiryo UI" panose="020B0604030504040204" pitchFamily="50" charset="-128"/>
                        </a:rPr>
                        <a:t>Negotiable</a:t>
                      </a:r>
                      <a:endParaRPr kumimoji="1" lang="ja-JP" altLang="en-US" sz="800" baseline="0">
                        <a:solidFill>
                          <a:schemeClr val="tx1"/>
                        </a:solidFill>
                        <a:latin typeface="Meiryo UI" panose="020B0604030504040204" pitchFamily="50" charset="-128"/>
                        <a:ea typeface="Meiryo UI" panose="020B0604030504040204" pitchFamily="50" charset="-128"/>
                      </a:endParaRPr>
                    </a:p>
                  </a:txBody>
                  <a:tcPr anchor="ctr">
                    <a:solidFill>
                      <a:srgbClr val="CCECFF"/>
                    </a:solidFill>
                  </a:tcPr>
                </a:tc>
                <a:tc>
                  <a:txBody>
                    <a:bodyPr/>
                    <a:lstStyle/>
                    <a:p>
                      <a:pPr algn="ctr"/>
                      <a:r>
                        <a:rPr kumimoji="1" lang="en-US" altLang="ja-JP" sz="800">
                          <a:latin typeface="Meiryo UI" panose="020B0604030504040204" pitchFamily="50" charset="-128"/>
                          <a:ea typeface="Meiryo UI" panose="020B0604030504040204" pitchFamily="50" charset="-128"/>
                        </a:rPr>
                        <a:t>Exporter</a:t>
                      </a:r>
                      <a:endParaRPr kumimoji="1" lang="ja-JP" altLang="en-US" sz="800">
                        <a:latin typeface="Meiryo UI" panose="020B0604030504040204" pitchFamily="50" charset="-128"/>
                        <a:ea typeface="Meiryo UI" panose="020B0604030504040204" pitchFamily="50" charset="-128"/>
                      </a:endParaRPr>
                    </a:p>
                  </a:txBody>
                  <a:tcPr anchor="ctr">
                    <a:solidFill>
                      <a:schemeClr val="bg1">
                        <a:lumMod val="75000"/>
                      </a:schemeClr>
                    </a:solidFill>
                  </a:tcPr>
                </a:tc>
                <a:tc>
                  <a:txBody>
                    <a:bodyPr/>
                    <a:lstStyle/>
                    <a:p>
                      <a:pPr algn="ctr"/>
                      <a:r>
                        <a:rPr kumimoji="1" lang="en-US" altLang="ja-JP" sz="800" b="0" i="1" baseline="0">
                          <a:solidFill>
                            <a:schemeClr val="tx1"/>
                          </a:solidFill>
                          <a:latin typeface="Meiryo UI" panose="020B0604030504040204" pitchFamily="50" charset="-128"/>
                          <a:ea typeface="Meiryo UI" panose="020B0604030504040204" pitchFamily="50" charset="-128"/>
                        </a:rPr>
                        <a:t>Negotiable</a:t>
                      </a:r>
                      <a:endParaRPr kumimoji="1" lang="ja-JP" altLang="en-US" sz="800">
                        <a:latin typeface="Meiryo UI" panose="020B0604030504040204" pitchFamily="50" charset="-128"/>
                        <a:ea typeface="Meiryo UI" panose="020B0604030504040204" pitchFamily="50" charset="-128"/>
                      </a:endParaRPr>
                    </a:p>
                  </a:txBody>
                  <a:tcPr anchor="ctr">
                    <a:solidFill>
                      <a:srgbClr val="CCECFF"/>
                    </a:solidFill>
                  </a:tcPr>
                </a:tc>
                <a:tc>
                  <a:txBody>
                    <a:bodyPr/>
                    <a:lstStyle/>
                    <a:p>
                      <a:pPr algn="ctr"/>
                      <a:r>
                        <a:rPr kumimoji="1" lang="en-US" altLang="ja-JP" sz="800">
                          <a:latin typeface="Meiryo UI" panose="020B0604030504040204" pitchFamily="50" charset="-128"/>
                          <a:ea typeface="Meiryo UI" panose="020B0604030504040204" pitchFamily="50" charset="-128"/>
                        </a:rPr>
                        <a:t>Exporter</a:t>
                      </a:r>
                      <a:endParaRPr kumimoji="1" lang="ja-JP" altLang="en-US" sz="800">
                        <a:latin typeface="Meiryo UI" panose="020B0604030504040204" pitchFamily="50" charset="-128"/>
                        <a:ea typeface="Meiryo UI" panose="020B0604030504040204" pitchFamily="50" charset="-128"/>
                      </a:endParaRPr>
                    </a:p>
                  </a:txBody>
                  <a:tcPr anchor="ctr">
                    <a:solidFill>
                      <a:schemeClr val="bg1">
                        <a:lumMod val="75000"/>
                      </a:schemeClr>
                    </a:solidFill>
                  </a:tcPr>
                </a:tc>
                <a:tc>
                  <a:txBody>
                    <a:bodyPr/>
                    <a:lstStyle/>
                    <a:p>
                      <a:pPr algn="ctr"/>
                      <a:r>
                        <a:rPr kumimoji="1" lang="en-US" altLang="ja-JP" sz="800" b="0" i="1" baseline="0">
                          <a:solidFill>
                            <a:schemeClr val="tx1"/>
                          </a:solidFill>
                          <a:latin typeface="Meiryo UI" panose="020B0604030504040204" pitchFamily="50" charset="-128"/>
                          <a:ea typeface="Meiryo UI" panose="020B0604030504040204" pitchFamily="50" charset="-128"/>
                        </a:rPr>
                        <a:t>Negotiable</a:t>
                      </a:r>
                      <a:endParaRPr kumimoji="1" lang="ja-JP" altLang="en-US" sz="800">
                        <a:latin typeface="Meiryo UI" panose="020B0604030504040204" pitchFamily="50" charset="-128"/>
                        <a:ea typeface="Meiryo UI" panose="020B0604030504040204" pitchFamily="50" charset="-128"/>
                      </a:endParaRPr>
                    </a:p>
                  </a:txBody>
                  <a:tcPr anchor="ctr">
                    <a:solidFill>
                      <a:srgbClr val="CCECFF"/>
                    </a:solidFill>
                  </a:tcPr>
                </a:tc>
                <a:tc>
                  <a:txBody>
                    <a:bodyPr/>
                    <a:lstStyle/>
                    <a:p>
                      <a:pPr algn="ctr"/>
                      <a:r>
                        <a:rPr kumimoji="1" lang="en-US" altLang="ja-JP" sz="800" b="0" i="1" baseline="0">
                          <a:solidFill>
                            <a:schemeClr val="tx1"/>
                          </a:solidFill>
                          <a:latin typeface="Meiryo UI" panose="020B0604030504040204" pitchFamily="50" charset="-128"/>
                          <a:ea typeface="Meiryo UI" panose="020B0604030504040204" pitchFamily="50" charset="-128"/>
                        </a:rPr>
                        <a:t>Negotiable</a:t>
                      </a:r>
                      <a:endParaRPr kumimoji="1" lang="ja-JP" altLang="en-US" sz="800">
                        <a:latin typeface="Meiryo UI" panose="020B0604030504040204" pitchFamily="50" charset="-128"/>
                        <a:ea typeface="Meiryo UI" panose="020B0604030504040204" pitchFamily="50" charset="-128"/>
                      </a:endParaRPr>
                    </a:p>
                  </a:txBody>
                  <a:tcPr anchor="ctr">
                    <a:solidFill>
                      <a:srgbClr val="CCECFF"/>
                    </a:solidFill>
                  </a:tcPr>
                </a:tc>
                <a:tc>
                  <a:txBody>
                    <a:bodyPr/>
                    <a:lstStyle/>
                    <a:p>
                      <a:pPr algn="ctr"/>
                      <a:r>
                        <a:rPr kumimoji="1" lang="en-US" altLang="ja-JP" sz="800" b="0" i="1" baseline="0">
                          <a:solidFill>
                            <a:schemeClr val="tx1"/>
                          </a:solidFill>
                          <a:latin typeface="Meiryo UI" panose="020B0604030504040204" pitchFamily="50" charset="-128"/>
                          <a:ea typeface="Meiryo UI" panose="020B0604030504040204" pitchFamily="50" charset="-128"/>
                        </a:rPr>
                        <a:t>Negotiable</a:t>
                      </a:r>
                      <a:endParaRPr kumimoji="1" lang="ja-JP" altLang="en-US" sz="800">
                        <a:latin typeface="Meiryo UI" panose="020B0604030504040204" pitchFamily="50" charset="-128"/>
                        <a:ea typeface="Meiryo UI" panose="020B0604030504040204" pitchFamily="50" charset="-128"/>
                      </a:endParaRPr>
                    </a:p>
                  </a:txBody>
                  <a:tcPr anchor="ctr">
                    <a:solidFill>
                      <a:srgbClr val="CCECFF"/>
                    </a:solidFill>
                  </a:tcPr>
                </a:tc>
                <a:extLst>
                  <a:ext uri="{0D108BD9-81ED-4DB2-BD59-A6C34878D82A}">
                    <a16:rowId xmlns:a16="http://schemas.microsoft.com/office/drawing/2014/main" val="1066311665"/>
                  </a:ext>
                </a:extLst>
              </a:tr>
              <a:tr h="324000">
                <a:tc>
                  <a:txBody>
                    <a:bodyPr/>
                    <a:lstStyle/>
                    <a:p>
                      <a:pPr algn="ctr"/>
                      <a:r>
                        <a:rPr kumimoji="1" lang="en-US" altLang="ja-JP" sz="800" b="1">
                          <a:latin typeface="Meiryo UI" panose="020B0604030504040204" pitchFamily="50" charset="-128"/>
                          <a:ea typeface="Meiryo UI" panose="020B0604030504040204" pitchFamily="50" charset="-128"/>
                        </a:rPr>
                        <a:t>Destination Terminal Handling Charges</a:t>
                      </a:r>
                      <a:endParaRPr kumimoji="1" lang="ja-JP" altLang="en-US" sz="800" b="1">
                        <a:latin typeface="Meiryo UI" panose="020B0604030504040204" pitchFamily="50" charset="-128"/>
                        <a:ea typeface="Meiryo UI" panose="020B0604030504040204" pitchFamily="50" charset="-128"/>
                      </a:endParaRPr>
                    </a:p>
                  </a:txBody>
                  <a:tcPr anchor="ctr"/>
                </a:tc>
                <a:tc>
                  <a:txBody>
                    <a:bodyPr/>
                    <a:lstStyle/>
                    <a:p>
                      <a:pPr algn="ctr"/>
                      <a:r>
                        <a:rPr kumimoji="1" lang="en-US" altLang="ja-JP" sz="800" b="0" baseline="0">
                          <a:solidFill>
                            <a:schemeClr val="bg1"/>
                          </a:solidFill>
                          <a:latin typeface="Meiryo UI" panose="020B0604030504040204" pitchFamily="50" charset="-128"/>
                          <a:ea typeface="Meiryo UI" panose="020B0604030504040204" pitchFamily="50" charset="-128"/>
                        </a:rPr>
                        <a:t>Importer</a:t>
                      </a:r>
                      <a:endParaRPr kumimoji="1" lang="ja-JP" altLang="en-US" sz="800">
                        <a:latin typeface="Meiryo UI" panose="020B0604030504040204" pitchFamily="50" charset="-128"/>
                        <a:ea typeface="Meiryo UI" panose="020B0604030504040204" pitchFamily="50" charset="-128"/>
                      </a:endParaRPr>
                    </a:p>
                  </a:txBody>
                  <a:tcPr anchor="ctr">
                    <a:solidFill>
                      <a:srgbClr val="0070C0"/>
                    </a:solidFill>
                  </a:tcPr>
                </a:tc>
                <a:tc>
                  <a:txBody>
                    <a:bodyPr/>
                    <a:lstStyle/>
                    <a:p>
                      <a:pPr algn="ctr"/>
                      <a:r>
                        <a:rPr kumimoji="1" lang="en-US" altLang="ja-JP" sz="800" b="0" baseline="0">
                          <a:solidFill>
                            <a:schemeClr val="bg1"/>
                          </a:solidFill>
                          <a:latin typeface="Meiryo UI" panose="020B0604030504040204" pitchFamily="50" charset="-128"/>
                          <a:ea typeface="Meiryo UI" panose="020B0604030504040204" pitchFamily="50" charset="-128"/>
                        </a:rPr>
                        <a:t>Importer</a:t>
                      </a:r>
                      <a:endParaRPr kumimoji="1" lang="ja-JP" altLang="en-US" sz="800">
                        <a:latin typeface="Meiryo UI" panose="020B0604030504040204" pitchFamily="50" charset="-128"/>
                        <a:ea typeface="Meiryo UI" panose="020B0604030504040204" pitchFamily="50" charset="-128"/>
                      </a:endParaRPr>
                    </a:p>
                  </a:txBody>
                  <a:tcPr anchor="ctr">
                    <a:solidFill>
                      <a:srgbClr val="0070C0"/>
                    </a:solidFill>
                  </a:tcPr>
                </a:tc>
                <a:tc>
                  <a:txBody>
                    <a:bodyPr/>
                    <a:lstStyle/>
                    <a:p>
                      <a:pPr algn="ctr"/>
                      <a:r>
                        <a:rPr kumimoji="1" lang="en-US" altLang="ja-JP" sz="800" b="0" baseline="0">
                          <a:solidFill>
                            <a:schemeClr val="bg1"/>
                          </a:solidFill>
                          <a:latin typeface="Meiryo UI" panose="020B0604030504040204" pitchFamily="50" charset="-128"/>
                          <a:ea typeface="Meiryo UI" panose="020B0604030504040204" pitchFamily="50" charset="-128"/>
                        </a:rPr>
                        <a:t>Importer</a:t>
                      </a:r>
                      <a:endParaRPr kumimoji="1" lang="ja-JP" altLang="en-US" sz="800">
                        <a:latin typeface="Meiryo UI" panose="020B0604030504040204" pitchFamily="50" charset="-128"/>
                        <a:ea typeface="Meiryo UI" panose="020B0604030504040204" pitchFamily="50" charset="-128"/>
                      </a:endParaRPr>
                    </a:p>
                  </a:txBody>
                  <a:tcPr anchor="ctr">
                    <a:solidFill>
                      <a:srgbClr val="0070C0"/>
                    </a:solidFill>
                  </a:tcPr>
                </a:tc>
                <a:tc>
                  <a:txBody>
                    <a:bodyPr/>
                    <a:lstStyle/>
                    <a:p>
                      <a:pPr algn="ctr"/>
                      <a:r>
                        <a:rPr kumimoji="1" lang="en-US" altLang="ja-JP" sz="800" b="0" baseline="0">
                          <a:solidFill>
                            <a:schemeClr val="bg1"/>
                          </a:solidFill>
                          <a:latin typeface="Meiryo UI" panose="020B0604030504040204" pitchFamily="50" charset="-128"/>
                          <a:ea typeface="Meiryo UI" panose="020B0604030504040204" pitchFamily="50" charset="-128"/>
                        </a:rPr>
                        <a:t>Importer</a:t>
                      </a:r>
                      <a:endParaRPr kumimoji="1" lang="ja-JP" altLang="en-US" sz="800">
                        <a:latin typeface="Meiryo UI" panose="020B0604030504040204" pitchFamily="50" charset="-128"/>
                        <a:ea typeface="Meiryo UI" panose="020B0604030504040204" pitchFamily="50" charset="-128"/>
                      </a:endParaRPr>
                    </a:p>
                  </a:txBody>
                  <a:tcPr anchor="ctr">
                    <a:solidFill>
                      <a:srgbClr val="0070C0"/>
                    </a:solidFill>
                  </a:tcPr>
                </a:tc>
                <a:tc>
                  <a:txBody>
                    <a:bodyPr/>
                    <a:lstStyle/>
                    <a:p>
                      <a:pPr algn="ctr"/>
                      <a:r>
                        <a:rPr kumimoji="1" lang="en-US" altLang="ja-JP" sz="800" b="0" baseline="0">
                          <a:solidFill>
                            <a:schemeClr val="bg1"/>
                          </a:solidFill>
                          <a:latin typeface="Meiryo UI" panose="020B0604030504040204" pitchFamily="50" charset="-128"/>
                          <a:ea typeface="Meiryo UI" panose="020B0604030504040204" pitchFamily="50" charset="-128"/>
                        </a:rPr>
                        <a:t>Importer</a:t>
                      </a:r>
                      <a:endParaRPr kumimoji="1" lang="ja-JP" altLang="en-US" sz="800">
                        <a:latin typeface="Meiryo UI" panose="020B0604030504040204" pitchFamily="50" charset="-128"/>
                        <a:ea typeface="Meiryo UI" panose="020B0604030504040204" pitchFamily="50" charset="-128"/>
                      </a:endParaRPr>
                    </a:p>
                  </a:txBody>
                  <a:tcPr anchor="ctr">
                    <a:solidFill>
                      <a:srgbClr val="0070C0"/>
                    </a:solidFill>
                  </a:tcPr>
                </a:tc>
                <a:tc>
                  <a:txBody>
                    <a:bodyPr/>
                    <a:lstStyle/>
                    <a:p>
                      <a:pPr algn="ctr"/>
                      <a:r>
                        <a:rPr kumimoji="1" lang="en-US" altLang="ja-JP" sz="800" b="0" baseline="0">
                          <a:solidFill>
                            <a:schemeClr val="bg1"/>
                          </a:solidFill>
                          <a:latin typeface="Meiryo UI" panose="020B0604030504040204" pitchFamily="50" charset="-128"/>
                          <a:ea typeface="Meiryo UI" panose="020B0604030504040204" pitchFamily="50" charset="-128"/>
                        </a:rPr>
                        <a:t>Importer</a:t>
                      </a:r>
                      <a:endParaRPr kumimoji="1" lang="ja-JP" altLang="en-US" sz="800">
                        <a:latin typeface="Meiryo UI" panose="020B0604030504040204" pitchFamily="50" charset="-128"/>
                        <a:ea typeface="Meiryo UI" panose="020B0604030504040204" pitchFamily="50" charset="-128"/>
                      </a:endParaRPr>
                    </a:p>
                  </a:txBody>
                  <a:tcPr anchor="ctr">
                    <a:solidFill>
                      <a:srgbClr val="0070C0"/>
                    </a:solidFill>
                  </a:tcPr>
                </a:tc>
                <a:tc>
                  <a:txBody>
                    <a:bodyPr/>
                    <a:lstStyle/>
                    <a:p>
                      <a:pPr algn="ctr"/>
                      <a:r>
                        <a:rPr kumimoji="1" lang="en-US" altLang="ja-JP" sz="800">
                          <a:latin typeface="Meiryo UI" panose="020B0604030504040204" pitchFamily="50" charset="-128"/>
                          <a:ea typeface="Meiryo UI" panose="020B0604030504040204" pitchFamily="50" charset="-128"/>
                        </a:rPr>
                        <a:t>Exporter</a:t>
                      </a:r>
                      <a:endParaRPr kumimoji="1" lang="ja-JP" altLang="en-US" sz="800">
                        <a:latin typeface="Meiryo UI" panose="020B0604030504040204" pitchFamily="50" charset="-128"/>
                        <a:ea typeface="Meiryo UI" panose="020B0604030504040204" pitchFamily="50" charset="-128"/>
                      </a:endParaRPr>
                    </a:p>
                  </a:txBody>
                  <a:tcPr anchor="ctr">
                    <a:solidFill>
                      <a:schemeClr val="bg1">
                        <a:lumMod val="75000"/>
                      </a:schemeClr>
                    </a:solidFill>
                  </a:tcPr>
                </a:tc>
                <a:tc>
                  <a:txBody>
                    <a:bodyPr/>
                    <a:lstStyle/>
                    <a:p>
                      <a:pPr algn="ctr"/>
                      <a:r>
                        <a:rPr kumimoji="1" lang="en-US" altLang="ja-JP" sz="800">
                          <a:latin typeface="Meiryo UI" panose="020B0604030504040204" pitchFamily="50" charset="-128"/>
                          <a:ea typeface="Meiryo UI" panose="020B0604030504040204" pitchFamily="50" charset="-128"/>
                        </a:rPr>
                        <a:t>Exporter</a:t>
                      </a:r>
                      <a:endParaRPr kumimoji="1" lang="ja-JP" altLang="en-US" sz="800">
                        <a:latin typeface="Meiryo UI" panose="020B0604030504040204" pitchFamily="50" charset="-128"/>
                        <a:ea typeface="Meiryo UI" panose="020B0604030504040204" pitchFamily="50" charset="-128"/>
                      </a:endParaRPr>
                    </a:p>
                  </a:txBody>
                  <a:tcPr anchor="ctr">
                    <a:solidFill>
                      <a:schemeClr val="bg1">
                        <a:lumMod val="75000"/>
                      </a:schemeClr>
                    </a:solidFill>
                  </a:tcPr>
                </a:tc>
                <a:tc>
                  <a:txBody>
                    <a:bodyPr/>
                    <a:lstStyle/>
                    <a:p>
                      <a:pPr algn="ctr"/>
                      <a:r>
                        <a:rPr kumimoji="1" lang="en-US" altLang="ja-JP" sz="1000">
                          <a:latin typeface="Meiryo UI" panose="020B0604030504040204" pitchFamily="50" charset="-128"/>
                          <a:ea typeface="Meiryo UI" panose="020B0604030504040204" pitchFamily="50" charset="-128"/>
                        </a:rPr>
                        <a:t>Exporter</a:t>
                      </a:r>
                      <a:endParaRPr kumimoji="1" lang="ja-JP" altLang="en-US" sz="1000">
                        <a:latin typeface="Meiryo UI" panose="020B0604030504040204" pitchFamily="50" charset="-128"/>
                        <a:ea typeface="Meiryo UI" panose="020B0604030504040204" pitchFamily="50" charset="-128"/>
                      </a:endParaRPr>
                    </a:p>
                  </a:txBody>
                  <a:tcPr anchor="ctr">
                    <a:solidFill>
                      <a:schemeClr val="bg1">
                        <a:lumMod val="75000"/>
                      </a:schemeClr>
                    </a:solidFill>
                  </a:tcPr>
                </a:tc>
                <a:tc>
                  <a:txBody>
                    <a:bodyPr/>
                    <a:lstStyle/>
                    <a:p>
                      <a:pPr algn="ctr"/>
                      <a:r>
                        <a:rPr kumimoji="1" lang="en-US" altLang="ja-JP" sz="800">
                          <a:latin typeface="Meiryo UI" panose="020B0604030504040204" pitchFamily="50" charset="-128"/>
                          <a:ea typeface="Meiryo UI" panose="020B0604030504040204" pitchFamily="50" charset="-128"/>
                        </a:rPr>
                        <a:t>Exporter</a:t>
                      </a:r>
                      <a:endParaRPr kumimoji="1" lang="ja-JP" altLang="en-US" sz="800">
                        <a:latin typeface="Meiryo UI" panose="020B0604030504040204" pitchFamily="50" charset="-128"/>
                        <a:ea typeface="Meiryo UI" panose="020B0604030504040204" pitchFamily="50" charset="-128"/>
                      </a:endParaRPr>
                    </a:p>
                  </a:txBody>
                  <a:tcPr anchor="ctr">
                    <a:solidFill>
                      <a:schemeClr val="bg1">
                        <a:lumMod val="75000"/>
                      </a:schemeClr>
                    </a:solidFill>
                  </a:tcPr>
                </a:tc>
                <a:tc>
                  <a:txBody>
                    <a:bodyPr/>
                    <a:lstStyle/>
                    <a:p>
                      <a:pPr algn="ctr"/>
                      <a:r>
                        <a:rPr kumimoji="1" lang="en-US" altLang="ja-JP" sz="800">
                          <a:latin typeface="Meiryo UI" panose="020B0604030504040204" pitchFamily="50" charset="-128"/>
                          <a:ea typeface="Meiryo UI" panose="020B0604030504040204" pitchFamily="50" charset="-128"/>
                        </a:rPr>
                        <a:t>Exporter</a:t>
                      </a:r>
                      <a:endParaRPr kumimoji="1" lang="ja-JP" altLang="en-US" sz="800">
                        <a:latin typeface="Meiryo UI" panose="020B0604030504040204" pitchFamily="50" charset="-128"/>
                        <a:ea typeface="Meiryo UI" panose="020B0604030504040204" pitchFamily="50" charset="-128"/>
                      </a:endParaRPr>
                    </a:p>
                  </a:txBody>
                  <a:tcPr anchor="ctr">
                    <a:solidFill>
                      <a:schemeClr val="bg1">
                        <a:lumMod val="75000"/>
                      </a:schemeClr>
                    </a:solidFill>
                  </a:tcPr>
                </a:tc>
                <a:extLst>
                  <a:ext uri="{0D108BD9-81ED-4DB2-BD59-A6C34878D82A}">
                    <a16:rowId xmlns:a16="http://schemas.microsoft.com/office/drawing/2014/main" val="2108217251"/>
                  </a:ext>
                </a:extLst>
              </a:tr>
              <a:tr h="324000">
                <a:tc>
                  <a:txBody>
                    <a:bodyPr/>
                    <a:lstStyle/>
                    <a:p>
                      <a:pPr algn="ctr"/>
                      <a:r>
                        <a:rPr kumimoji="1" lang="en-US" altLang="ja-JP" sz="800" b="1">
                          <a:latin typeface="Meiryo UI" panose="020B0604030504040204" pitchFamily="50" charset="-128"/>
                          <a:ea typeface="Meiryo UI" panose="020B0604030504040204" pitchFamily="50" charset="-128"/>
                        </a:rPr>
                        <a:t>Delivery to Destination</a:t>
                      </a:r>
                      <a:endParaRPr kumimoji="1" lang="ja-JP" altLang="en-US" sz="800" b="1">
                        <a:latin typeface="Meiryo UI" panose="020B0604030504040204" pitchFamily="50" charset="-128"/>
                        <a:ea typeface="Meiryo UI" panose="020B0604030504040204" pitchFamily="50" charset="-128"/>
                      </a:endParaRPr>
                    </a:p>
                  </a:txBody>
                  <a:tcPr anchor="ctr"/>
                </a:tc>
                <a:tc>
                  <a:txBody>
                    <a:bodyPr/>
                    <a:lstStyle/>
                    <a:p>
                      <a:pPr algn="ctr"/>
                      <a:r>
                        <a:rPr kumimoji="1" lang="en-US" altLang="ja-JP" sz="800" b="0" baseline="0">
                          <a:solidFill>
                            <a:schemeClr val="bg1"/>
                          </a:solidFill>
                          <a:latin typeface="Meiryo UI" panose="020B0604030504040204" pitchFamily="50" charset="-128"/>
                          <a:ea typeface="Meiryo UI" panose="020B0604030504040204" pitchFamily="50" charset="-128"/>
                        </a:rPr>
                        <a:t>Importer</a:t>
                      </a:r>
                      <a:endParaRPr kumimoji="1" lang="ja-JP" altLang="en-US" sz="800">
                        <a:latin typeface="Meiryo UI" panose="020B0604030504040204" pitchFamily="50" charset="-128"/>
                        <a:ea typeface="Meiryo UI" panose="020B0604030504040204" pitchFamily="50" charset="-128"/>
                      </a:endParaRPr>
                    </a:p>
                  </a:txBody>
                  <a:tcPr anchor="ctr">
                    <a:solidFill>
                      <a:srgbClr val="0070C0"/>
                    </a:solidFill>
                  </a:tcPr>
                </a:tc>
                <a:tc>
                  <a:txBody>
                    <a:bodyPr/>
                    <a:lstStyle/>
                    <a:p>
                      <a:pPr algn="ctr"/>
                      <a:r>
                        <a:rPr kumimoji="1" lang="en-US" altLang="ja-JP" sz="800" b="0" baseline="0">
                          <a:solidFill>
                            <a:schemeClr val="bg1"/>
                          </a:solidFill>
                          <a:latin typeface="Meiryo UI" panose="020B0604030504040204" pitchFamily="50" charset="-128"/>
                          <a:ea typeface="Meiryo UI" panose="020B0604030504040204" pitchFamily="50" charset="-128"/>
                        </a:rPr>
                        <a:t>Importer</a:t>
                      </a:r>
                      <a:endParaRPr kumimoji="1" lang="ja-JP" altLang="en-US" sz="800">
                        <a:latin typeface="Meiryo UI" panose="020B0604030504040204" pitchFamily="50" charset="-128"/>
                        <a:ea typeface="Meiryo UI" panose="020B0604030504040204" pitchFamily="50" charset="-128"/>
                      </a:endParaRPr>
                    </a:p>
                  </a:txBody>
                  <a:tcPr anchor="ctr">
                    <a:solidFill>
                      <a:srgbClr val="0070C0"/>
                    </a:solidFill>
                  </a:tcPr>
                </a:tc>
                <a:tc>
                  <a:txBody>
                    <a:bodyPr/>
                    <a:lstStyle/>
                    <a:p>
                      <a:pPr algn="ctr"/>
                      <a:r>
                        <a:rPr kumimoji="1" lang="en-US" altLang="ja-JP" sz="800" b="0" baseline="0">
                          <a:solidFill>
                            <a:schemeClr val="bg1"/>
                          </a:solidFill>
                          <a:latin typeface="Meiryo UI" panose="020B0604030504040204" pitchFamily="50" charset="-128"/>
                          <a:ea typeface="Meiryo UI" panose="020B0604030504040204" pitchFamily="50" charset="-128"/>
                        </a:rPr>
                        <a:t>Importer</a:t>
                      </a:r>
                      <a:endParaRPr kumimoji="1" lang="ja-JP" altLang="en-US" sz="800">
                        <a:latin typeface="Meiryo UI" panose="020B0604030504040204" pitchFamily="50" charset="-128"/>
                        <a:ea typeface="Meiryo UI" panose="020B0604030504040204" pitchFamily="50" charset="-128"/>
                      </a:endParaRPr>
                    </a:p>
                  </a:txBody>
                  <a:tcPr anchor="ctr">
                    <a:solidFill>
                      <a:srgbClr val="0070C0"/>
                    </a:solidFill>
                  </a:tcPr>
                </a:tc>
                <a:tc>
                  <a:txBody>
                    <a:bodyPr/>
                    <a:lstStyle/>
                    <a:p>
                      <a:pPr algn="ctr"/>
                      <a:r>
                        <a:rPr kumimoji="1" lang="en-US" altLang="ja-JP" sz="800" b="0" baseline="0">
                          <a:solidFill>
                            <a:schemeClr val="bg1"/>
                          </a:solidFill>
                          <a:latin typeface="Meiryo UI" panose="020B0604030504040204" pitchFamily="50" charset="-128"/>
                          <a:ea typeface="Meiryo UI" panose="020B0604030504040204" pitchFamily="50" charset="-128"/>
                        </a:rPr>
                        <a:t>Importer</a:t>
                      </a:r>
                      <a:endParaRPr kumimoji="1" lang="ja-JP" altLang="en-US" sz="800">
                        <a:latin typeface="Meiryo UI" panose="020B0604030504040204" pitchFamily="50" charset="-128"/>
                        <a:ea typeface="Meiryo UI" panose="020B0604030504040204" pitchFamily="50" charset="-128"/>
                      </a:endParaRPr>
                    </a:p>
                  </a:txBody>
                  <a:tcPr anchor="ctr">
                    <a:solidFill>
                      <a:srgbClr val="0070C0"/>
                    </a:solidFill>
                  </a:tcPr>
                </a:tc>
                <a:tc>
                  <a:txBody>
                    <a:bodyPr/>
                    <a:lstStyle/>
                    <a:p>
                      <a:pPr algn="ctr"/>
                      <a:r>
                        <a:rPr kumimoji="1" lang="en-US" altLang="ja-JP" sz="800" b="0" baseline="0">
                          <a:solidFill>
                            <a:schemeClr val="bg1"/>
                          </a:solidFill>
                          <a:latin typeface="Meiryo UI" panose="020B0604030504040204" pitchFamily="50" charset="-128"/>
                          <a:ea typeface="Meiryo UI" panose="020B0604030504040204" pitchFamily="50" charset="-128"/>
                        </a:rPr>
                        <a:t>Importer</a:t>
                      </a:r>
                      <a:endParaRPr kumimoji="1" lang="ja-JP" altLang="en-US" sz="800">
                        <a:latin typeface="Meiryo UI" panose="020B0604030504040204" pitchFamily="50" charset="-128"/>
                        <a:ea typeface="Meiryo UI" panose="020B0604030504040204" pitchFamily="50" charset="-128"/>
                      </a:endParaRPr>
                    </a:p>
                  </a:txBody>
                  <a:tcPr anchor="ctr">
                    <a:solidFill>
                      <a:srgbClr val="0070C0"/>
                    </a:solidFill>
                  </a:tcPr>
                </a:tc>
                <a:tc>
                  <a:txBody>
                    <a:bodyPr/>
                    <a:lstStyle/>
                    <a:p>
                      <a:pPr algn="ctr"/>
                      <a:r>
                        <a:rPr kumimoji="1" lang="en-US" altLang="ja-JP" sz="800" b="0" baseline="0">
                          <a:solidFill>
                            <a:schemeClr val="bg1"/>
                          </a:solidFill>
                          <a:latin typeface="Meiryo UI" panose="020B0604030504040204" pitchFamily="50" charset="-128"/>
                          <a:ea typeface="Meiryo UI" panose="020B0604030504040204" pitchFamily="50" charset="-128"/>
                        </a:rPr>
                        <a:t>Importer</a:t>
                      </a:r>
                      <a:endParaRPr kumimoji="1" lang="ja-JP" altLang="en-US" sz="800">
                        <a:latin typeface="Meiryo UI" panose="020B0604030504040204" pitchFamily="50" charset="-128"/>
                        <a:ea typeface="Meiryo UI" panose="020B0604030504040204" pitchFamily="50" charset="-128"/>
                      </a:endParaRPr>
                    </a:p>
                  </a:txBody>
                  <a:tcPr anchor="ctr">
                    <a:solidFill>
                      <a:srgbClr val="0070C0"/>
                    </a:solidFill>
                  </a:tcPr>
                </a:tc>
                <a:tc>
                  <a:txBody>
                    <a:bodyPr/>
                    <a:lstStyle/>
                    <a:p>
                      <a:pPr algn="ctr"/>
                      <a:r>
                        <a:rPr kumimoji="1" lang="en-US" altLang="ja-JP" sz="800" b="0" baseline="0">
                          <a:solidFill>
                            <a:schemeClr val="bg1"/>
                          </a:solidFill>
                          <a:latin typeface="Meiryo UI" panose="020B0604030504040204" pitchFamily="50" charset="-128"/>
                          <a:ea typeface="Meiryo UI" panose="020B0604030504040204" pitchFamily="50" charset="-128"/>
                        </a:rPr>
                        <a:t>Importer</a:t>
                      </a:r>
                      <a:endParaRPr kumimoji="1" lang="ja-JP" altLang="en-US" sz="800">
                        <a:latin typeface="Meiryo UI" panose="020B0604030504040204" pitchFamily="50" charset="-128"/>
                        <a:ea typeface="Meiryo UI" panose="020B0604030504040204" pitchFamily="50" charset="-128"/>
                      </a:endParaRPr>
                    </a:p>
                  </a:txBody>
                  <a:tcPr anchor="ctr">
                    <a:solidFill>
                      <a:srgbClr val="0070C0"/>
                    </a:solidFill>
                  </a:tcPr>
                </a:tc>
                <a:tc>
                  <a:txBody>
                    <a:bodyPr/>
                    <a:lstStyle/>
                    <a:p>
                      <a:pPr algn="ctr"/>
                      <a:r>
                        <a:rPr kumimoji="1" lang="en-US" altLang="ja-JP" sz="800" b="0" baseline="0">
                          <a:solidFill>
                            <a:schemeClr val="bg1"/>
                          </a:solidFill>
                          <a:latin typeface="Meiryo UI" panose="020B0604030504040204" pitchFamily="50" charset="-128"/>
                          <a:ea typeface="Meiryo UI" panose="020B0604030504040204" pitchFamily="50" charset="-128"/>
                        </a:rPr>
                        <a:t>Importer</a:t>
                      </a:r>
                      <a:endParaRPr kumimoji="1" lang="ja-JP" altLang="en-US" sz="800">
                        <a:latin typeface="Meiryo UI" panose="020B0604030504040204" pitchFamily="50" charset="-128"/>
                        <a:ea typeface="Meiryo UI" panose="020B0604030504040204" pitchFamily="50" charset="-128"/>
                      </a:endParaRPr>
                    </a:p>
                  </a:txBody>
                  <a:tcPr anchor="ctr">
                    <a:solidFill>
                      <a:srgbClr val="0070C0"/>
                    </a:solidFill>
                  </a:tcPr>
                </a:tc>
                <a:tc>
                  <a:txBody>
                    <a:bodyPr/>
                    <a:lstStyle/>
                    <a:p>
                      <a:pPr algn="ctr"/>
                      <a:r>
                        <a:rPr kumimoji="1" lang="en-US" altLang="ja-JP" sz="1000">
                          <a:latin typeface="Meiryo UI" panose="020B0604030504040204" pitchFamily="50" charset="-128"/>
                          <a:ea typeface="Meiryo UI" panose="020B0604030504040204" pitchFamily="50" charset="-128"/>
                        </a:rPr>
                        <a:t>Exporter</a:t>
                      </a:r>
                      <a:endParaRPr kumimoji="1" lang="ja-JP" altLang="en-US" sz="1000">
                        <a:latin typeface="Meiryo UI" panose="020B0604030504040204" pitchFamily="50" charset="-128"/>
                        <a:ea typeface="Meiryo UI" panose="020B0604030504040204" pitchFamily="50" charset="-128"/>
                      </a:endParaRPr>
                    </a:p>
                  </a:txBody>
                  <a:tcPr anchor="ctr">
                    <a:solidFill>
                      <a:schemeClr val="bg1">
                        <a:lumMod val="75000"/>
                      </a:schemeClr>
                    </a:solidFill>
                  </a:tcPr>
                </a:tc>
                <a:tc>
                  <a:txBody>
                    <a:bodyPr/>
                    <a:lstStyle/>
                    <a:p>
                      <a:pPr algn="ctr"/>
                      <a:r>
                        <a:rPr kumimoji="1" lang="en-US" altLang="ja-JP" sz="800">
                          <a:latin typeface="Meiryo UI" panose="020B0604030504040204" pitchFamily="50" charset="-128"/>
                          <a:ea typeface="Meiryo UI" panose="020B0604030504040204" pitchFamily="50" charset="-128"/>
                        </a:rPr>
                        <a:t>Exporter</a:t>
                      </a:r>
                      <a:endParaRPr kumimoji="1" lang="ja-JP" altLang="en-US" sz="800">
                        <a:latin typeface="Meiryo UI" panose="020B0604030504040204" pitchFamily="50" charset="-128"/>
                        <a:ea typeface="Meiryo UI" panose="020B0604030504040204" pitchFamily="50" charset="-128"/>
                      </a:endParaRPr>
                    </a:p>
                  </a:txBody>
                  <a:tcPr anchor="ctr">
                    <a:solidFill>
                      <a:schemeClr val="bg1">
                        <a:lumMod val="75000"/>
                      </a:schemeClr>
                    </a:solidFill>
                  </a:tcPr>
                </a:tc>
                <a:tc>
                  <a:txBody>
                    <a:bodyPr/>
                    <a:lstStyle/>
                    <a:p>
                      <a:pPr algn="ctr"/>
                      <a:r>
                        <a:rPr kumimoji="1" lang="en-US" altLang="ja-JP" sz="800">
                          <a:latin typeface="Meiryo UI" panose="020B0604030504040204" pitchFamily="50" charset="-128"/>
                          <a:ea typeface="Meiryo UI" panose="020B0604030504040204" pitchFamily="50" charset="-128"/>
                        </a:rPr>
                        <a:t>Exporter</a:t>
                      </a:r>
                      <a:endParaRPr kumimoji="1" lang="ja-JP" altLang="en-US" sz="800">
                        <a:latin typeface="Meiryo UI" panose="020B0604030504040204" pitchFamily="50" charset="-128"/>
                        <a:ea typeface="Meiryo UI" panose="020B0604030504040204" pitchFamily="50" charset="-128"/>
                      </a:endParaRPr>
                    </a:p>
                  </a:txBody>
                  <a:tcPr anchor="ctr">
                    <a:solidFill>
                      <a:schemeClr val="bg1">
                        <a:lumMod val="75000"/>
                      </a:schemeClr>
                    </a:solidFill>
                  </a:tcPr>
                </a:tc>
                <a:extLst>
                  <a:ext uri="{0D108BD9-81ED-4DB2-BD59-A6C34878D82A}">
                    <a16:rowId xmlns:a16="http://schemas.microsoft.com/office/drawing/2014/main" val="488857796"/>
                  </a:ext>
                </a:extLst>
              </a:tr>
              <a:tr h="324000">
                <a:tc>
                  <a:txBody>
                    <a:bodyPr/>
                    <a:lstStyle/>
                    <a:p>
                      <a:pPr algn="ctr"/>
                      <a:r>
                        <a:rPr kumimoji="1" lang="en-US" altLang="ja-JP" sz="800" b="1">
                          <a:latin typeface="Meiryo UI" panose="020B0604030504040204" pitchFamily="50" charset="-128"/>
                          <a:ea typeface="Meiryo UI" panose="020B0604030504040204" pitchFamily="50" charset="-128"/>
                        </a:rPr>
                        <a:t>Unloading at Destination</a:t>
                      </a:r>
                      <a:endParaRPr kumimoji="1" lang="ja-JP" altLang="en-US" sz="800" b="1">
                        <a:latin typeface="Meiryo UI" panose="020B0604030504040204" pitchFamily="50" charset="-128"/>
                        <a:ea typeface="Meiryo UI" panose="020B0604030504040204" pitchFamily="50" charset="-128"/>
                      </a:endParaRPr>
                    </a:p>
                  </a:txBody>
                  <a:tcPr anchor="ctr"/>
                </a:tc>
                <a:tc>
                  <a:txBody>
                    <a:bodyPr/>
                    <a:lstStyle/>
                    <a:p>
                      <a:pPr algn="ctr"/>
                      <a:r>
                        <a:rPr kumimoji="1" lang="en-US" altLang="ja-JP" sz="800" b="0" baseline="0">
                          <a:solidFill>
                            <a:schemeClr val="bg1"/>
                          </a:solidFill>
                          <a:latin typeface="Meiryo UI" panose="020B0604030504040204" pitchFamily="50" charset="-128"/>
                          <a:ea typeface="Meiryo UI" panose="020B0604030504040204" pitchFamily="50" charset="-128"/>
                        </a:rPr>
                        <a:t>Importer</a:t>
                      </a:r>
                      <a:endParaRPr kumimoji="1" lang="ja-JP" altLang="en-US" sz="800">
                        <a:latin typeface="Meiryo UI" panose="020B0604030504040204" pitchFamily="50" charset="-128"/>
                        <a:ea typeface="Meiryo UI" panose="020B0604030504040204" pitchFamily="50" charset="-128"/>
                      </a:endParaRPr>
                    </a:p>
                  </a:txBody>
                  <a:tcPr anchor="ctr">
                    <a:solidFill>
                      <a:srgbClr val="0070C0"/>
                    </a:solidFill>
                  </a:tcPr>
                </a:tc>
                <a:tc>
                  <a:txBody>
                    <a:bodyPr/>
                    <a:lstStyle/>
                    <a:p>
                      <a:pPr algn="ctr"/>
                      <a:r>
                        <a:rPr kumimoji="1" lang="en-US" altLang="ja-JP" sz="800" b="0" baseline="0">
                          <a:solidFill>
                            <a:schemeClr val="bg1"/>
                          </a:solidFill>
                          <a:latin typeface="Meiryo UI" panose="020B0604030504040204" pitchFamily="50" charset="-128"/>
                          <a:ea typeface="Meiryo UI" panose="020B0604030504040204" pitchFamily="50" charset="-128"/>
                        </a:rPr>
                        <a:t>Importer</a:t>
                      </a:r>
                      <a:endParaRPr kumimoji="1" lang="ja-JP" altLang="en-US" sz="800">
                        <a:latin typeface="Meiryo UI" panose="020B0604030504040204" pitchFamily="50" charset="-128"/>
                        <a:ea typeface="Meiryo UI" panose="020B0604030504040204" pitchFamily="50" charset="-128"/>
                      </a:endParaRPr>
                    </a:p>
                  </a:txBody>
                  <a:tcPr anchor="ctr">
                    <a:solidFill>
                      <a:srgbClr val="0070C0"/>
                    </a:solidFill>
                  </a:tcPr>
                </a:tc>
                <a:tc>
                  <a:txBody>
                    <a:bodyPr/>
                    <a:lstStyle/>
                    <a:p>
                      <a:pPr algn="ctr"/>
                      <a:r>
                        <a:rPr kumimoji="1" lang="en-US" altLang="ja-JP" sz="800" b="0" baseline="0">
                          <a:solidFill>
                            <a:schemeClr val="bg1"/>
                          </a:solidFill>
                          <a:latin typeface="Meiryo UI" panose="020B0604030504040204" pitchFamily="50" charset="-128"/>
                          <a:ea typeface="Meiryo UI" panose="020B0604030504040204" pitchFamily="50" charset="-128"/>
                        </a:rPr>
                        <a:t>Importer</a:t>
                      </a:r>
                      <a:endParaRPr kumimoji="1" lang="ja-JP" altLang="en-US" sz="800">
                        <a:latin typeface="Meiryo UI" panose="020B0604030504040204" pitchFamily="50" charset="-128"/>
                        <a:ea typeface="Meiryo UI" panose="020B0604030504040204" pitchFamily="50" charset="-128"/>
                      </a:endParaRPr>
                    </a:p>
                  </a:txBody>
                  <a:tcPr anchor="ctr">
                    <a:solidFill>
                      <a:srgbClr val="0070C0"/>
                    </a:solidFill>
                  </a:tcPr>
                </a:tc>
                <a:tc>
                  <a:txBody>
                    <a:bodyPr/>
                    <a:lstStyle/>
                    <a:p>
                      <a:pPr algn="ctr"/>
                      <a:r>
                        <a:rPr kumimoji="1" lang="en-US" altLang="ja-JP" sz="800" b="0" baseline="0">
                          <a:solidFill>
                            <a:schemeClr val="bg1"/>
                          </a:solidFill>
                          <a:latin typeface="Meiryo UI" panose="020B0604030504040204" pitchFamily="50" charset="-128"/>
                          <a:ea typeface="Meiryo UI" panose="020B0604030504040204" pitchFamily="50" charset="-128"/>
                        </a:rPr>
                        <a:t>Importer</a:t>
                      </a:r>
                      <a:endParaRPr kumimoji="1" lang="ja-JP" altLang="en-US" sz="800">
                        <a:latin typeface="Meiryo UI" panose="020B0604030504040204" pitchFamily="50" charset="-128"/>
                        <a:ea typeface="Meiryo UI" panose="020B0604030504040204" pitchFamily="50" charset="-128"/>
                      </a:endParaRPr>
                    </a:p>
                  </a:txBody>
                  <a:tcPr anchor="ctr">
                    <a:solidFill>
                      <a:srgbClr val="0070C0"/>
                    </a:solidFill>
                  </a:tcPr>
                </a:tc>
                <a:tc>
                  <a:txBody>
                    <a:bodyPr/>
                    <a:lstStyle/>
                    <a:p>
                      <a:pPr algn="ctr"/>
                      <a:r>
                        <a:rPr kumimoji="1" lang="en-US" altLang="ja-JP" sz="800" b="0" baseline="0">
                          <a:solidFill>
                            <a:schemeClr val="bg1"/>
                          </a:solidFill>
                          <a:latin typeface="Meiryo UI" panose="020B0604030504040204" pitchFamily="50" charset="-128"/>
                          <a:ea typeface="Meiryo UI" panose="020B0604030504040204" pitchFamily="50" charset="-128"/>
                        </a:rPr>
                        <a:t>Importer</a:t>
                      </a:r>
                      <a:endParaRPr kumimoji="1" lang="ja-JP" altLang="en-US" sz="800">
                        <a:latin typeface="Meiryo UI" panose="020B0604030504040204" pitchFamily="50" charset="-128"/>
                        <a:ea typeface="Meiryo UI" panose="020B0604030504040204" pitchFamily="50" charset="-128"/>
                      </a:endParaRPr>
                    </a:p>
                  </a:txBody>
                  <a:tcPr anchor="ctr">
                    <a:solidFill>
                      <a:srgbClr val="0070C0"/>
                    </a:solidFill>
                  </a:tcPr>
                </a:tc>
                <a:tc>
                  <a:txBody>
                    <a:bodyPr/>
                    <a:lstStyle/>
                    <a:p>
                      <a:pPr algn="ctr"/>
                      <a:r>
                        <a:rPr kumimoji="1" lang="en-US" altLang="ja-JP" sz="800" b="0" baseline="0">
                          <a:solidFill>
                            <a:schemeClr val="bg1"/>
                          </a:solidFill>
                          <a:latin typeface="Meiryo UI" panose="020B0604030504040204" pitchFamily="50" charset="-128"/>
                          <a:ea typeface="Meiryo UI" panose="020B0604030504040204" pitchFamily="50" charset="-128"/>
                        </a:rPr>
                        <a:t>Importer</a:t>
                      </a:r>
                      <a:endParaRPr kumimoji="1" lang="ja-JP" altLang="en-US" sz="800">
                        <a:latin typeface="Meiryo UI" panose="020B0604030504040204" pitchFamily="50" charset="-128"/>
                        <a:ea typeface="Meiryo UI" panose="020B0604030504040204" pitchFamily="50" charset="-128"/>
                      </a:endParaRPr>
                    </a:p>
                  </a:txBody>
                  <a:tcPr anchor="ctr">
                    <a:solidFill>
                      <a:srgbClr val="0070C0"/>
                    </a:solidFill>
                  </a:tcPr>
                </a:tc>
                <a:tc>
                  <a:txBody>
                    <a:bodyPr/>
                    <a:lstStyle/>
                    <a:p>
                      <a:pPr algn="ctr"/>
                      <a:r>
                        <a:rPr kumimoji="1" lang="en-US" altLang="ja-JP" sz="800" b="0" baseline="0">
                          <a:solidFill>
                            <a:schemeClr val="bg1"/>
                          </a:solidFill>
                          <a:latin typeface="Meiryo UI" panose="020B0604030504040204" pitchFamily="50" charset="-128"/>
                          <a:ea typeface="Meiryo UI" panose="020B0604030504040204" pitchFamily="50" charset="-128"/>
                        </a:rPr>
                        <a:t>Importer</a:t>
                      </a:r>
                      <a:endParaRPr kumimoji="1" lang="ja-JP" altLang="en-US" sz="800">
                        <a:latin typeface="Meiryo UI" panose="020B0604030504040204" pitchFamily="50" charset="-128"/>
                        <a:ea typeface="Meiryo UI" panose="020B0604030504040204" pitchFamily="50" charset="-128"/>
                      </a:endParaRPr>
                    </a:p>
                  </a:txBody>
                  <a:tcPr anchor="ctr">
                    <a:solidFill>
                      <a:srgbClr val="0070C0"/>
                    </a:solidFill>
                  </a:tcPr>
                </a:tc>
                <a:tc>
                  <a:txBody>
                    <a:bodyPr/>
                    <a:lstStyle/>
                    <a:p>
                      <a:pPr algn="ctr"/>
                      <a:r>
                        <a:rPr kumimoji="1" lang="en-US" altLang="ja-JP" sz="800" b="0" baseline="0">
                          <a:solidFill>
                            <a:schemeClr val="bg1"/>
                          </a:solidFill>
                          <a:latin typeface="Meiryo UI" panose="020B0604030504040204" pitchFamily="50" charset="-128"/>
                          <a:ea typeface="Meiryo UI" panose="020B0604030504040204" pitchFamily="50" charset="-128"/>
                        </a:rPr>
                        <a:t>Importer</a:t>
                      </a:r>
                      <a:endParaRPr kumimoji="1" lang="ja-JP" altLang="en-US" sz="800">
                        <a:latin typeface="Meiryo UI" panose="020B0604030504040204" pitchFamily="50" charset="-128"/>
                        <a:ea typeface="Meiryo UI" panose="020B0604030504040204" pitchFamily="50" charset="-128"/>
                      </a:endParaRPr>
                    </a:p>
                  </a:txBody>
                  <a:tcPr anchor="ctr">
                    <a:solidFill>
                      <a:srgbClr val="0070C0"/>
                    </a:solidFill>
                  </a:tcPr>
                </a:tc>
                <a:tc>
                  <a:txBody>
                    <a:bodyPr/>
                    <a:lstStyle/>
                    <a:p>
                      <a:pPr algn="ctr"/>
                      <a:r>
                        <a:rPr kumimoji="1" lang="en-US" altLang="ja-JP" sz="900" b="0" baseline="0">
                          <a:solidFill>
                            <a:schemeClr val="bg1"/>
                          </a:solidFill>
                          <a:latin typeface="Meiryo UI" panose="020B0604030504040204" pitchFamily="50" charset="-128"/>
                          <a:ea typeface="Meiryo UI" panose="020B0604030504040204" pitchFamily="50" charset="-128"/>
                        </a:rPr>
                        <a:t>Importer</a:t>
                      </a:r>
                      <a:endParaRPr kumimoji="1" lang="ja-JP" altLang="en-US" sz="900">
                        <a:latin typeface="Meiryo UI" panose="020B0604030504040204" pitchFamily="50" charset="-128"/>
                        <a:ea typeface="Meiryo UI" panose="020B0604030504040204" pitchFamily="50" charset="-128"/>
                      </a:endParaRPr>
                    </a:p>
                  </a:txBody>
                  <a:tcPr anchor="ctr">
                    <a:solidFill>
                      <a:srgbClr val="0070C0"/>
                    </a:solidFill>
                  </a:tcPr>
                </a:tc>
                <a:tc>
                  <a:txBody>
                    <a:bodyPr/>
                    <a:lstStyle/>
                    <a:p>
                      <a:pPr algn="ctr"/>
                      <a:r>
                        <a:rPr kumimoji="1" lang="en-US" altLang="ja-JP" sz="800">
                          <a:latin typeface="Meiryo UI" panose="020B0604030504040204" pitchFamily="50" charset="-128"/>
                          <a:ea typeface="Meiryo UI" panose="020B0604030504040204" pitchFamily="50" charset="-128"/>
                        </a:rPr>
                        <a:t>Exporter</a:t>
                      </a:r>
                      <a:endParaRPr kumimoji="1" lang="ja-JP" altLang="en-US" sz="800">
                        <a:latin typeface="Meiryo UI" panose="020B0604030504040204" pitchFamily="50" charset="-128"/>
                        <a:ea typeface="Meiryo UI" panose="020B0604030504040204" pitchFamily="50" charset="-128"/>
                      </a:endParaRPr>
                    </a:p>
                  </a:txBody>
                  <a:tcPr anchor="ctr">
                    <a:solidFill>
                      <a:schemeClr val="bg1">
                        <a:lumMod val="75000"/>
                      </a:schemeClr>
                    </a:solidFill>
                  </a:tcPr>
                </a:tc>
                <a:tc>
                  <a:txBody>
                    <a:bodyPr/>
                    <a:lstStyle/>
                    <a:p>
                      <a:pPr algn="ctr"/>
                      <a:r>
                        <a:rPr kumimoji="1" lang="en-US" altLang="ja-JP" sz="800" b="0" baseline="0">
                          <a:solidFill>
                            <a:schemeClr val="bg1"/>
                          </a:solidFill>
                          <a:latin typeface="Meiryo UI" panose="020B0604030504040204" pitchFamily="50" charset="-128"/>
                          <a:ea typeface="Meiryo UI" panose="020B0604030504040204" pitchFamily="50" charset="-128"/>
                        </a:rPr>
                        <a:t>Importer</a:t>
                      </a:r>
                      <a:endParaRPr kumimoji="1" lang="ja-JP" altLang="en-US" sz="800">
                        <a:latin typeface="Meiryo UI" panose="020B0604030504040204" pitchFamily="50" charset="-128"/>
                        <a:ea typeface="Meiryo UI" panose="020B0604030504040204" pitchFamily="50" charset="-128"/>
                      </a:endParaRPr>
                    </a:p>
                  </a:txBody>
                  <a:tcPr anchor="ctr">
                    <a:solidFill>
                      <a:srgbClr val="0070C0"/>
                    </a:solidFill>
                  </a:tcPr>
                </a:tc>
                <a:extLst>
                  <a:ext uri="{0D108BD9-81ED-4DB2-BD59-A6C34878D82A}">
                    <a16:rowId xmlns:a16="http://schemas.microsoft.com/office/drawing/2014/main" val="3927177503"/>
                  </a:ext>
                </a:extLst>
              </a:tr>
              <a:tr h="324000">
                <a:tc>
                  <a:txBody>
                    <a:bodyPr/>
                    <a:lstStyle/>
                    <a:p>
                      <a:pPr algn="ctr"/>
                      <a:r>
                        <a:rPr kumimoji="1" lang="en-US" altLang="ja-JP" sz="800" b="1">
                          <a:latin typeface="Meiryo UI" panose="020B0604030504040204" pitchFamily="50" charset="-128"/>
                          <a:ea typeface="Meiryo UI" panose="020B0604030504040204" pitchFamily="50" charset="-128"/>
                        </a:rPr>
                        <a:t>Import Duty, Taxes &amp; Customs Clearance</a:t>
                      </a:r>
                      <a:endParaRPr kumimoji="1" lang="ja-JP" altLang="en-US" sz="800" b="1">
                        <a:latin typeface="Meiryo UI" panose="020B0604030504040204" pitchFamily="50" charset="-128"/>
                        <a:ea typeface="Meiryo UI" panose="020B0604030504040204" pitchFamily="50" charset="-128"/>
                      </a:endParaRPr>
                    </a:p>
                  </a:txBody>
                  <a:tcPr anchor="ctr"/>
                </a:tc>
                <a:tc>
                  <a:txBody>
                    <a:bodyPr/>
                    <a:lstStyle/>
                    <a:p>
                      <a:pPr algn="ctr"/>
                      <a:r>
                        <a:rPr kumimoji="1" lang="en-US" altLang="ja-JP" sz="800" b="0" baseline="0">
                          <a:solidFill>
                            <a:schemeClr val="bg1"/>
                          </a:solidFill>
                          <a:latin typeface="Meiryo UI" panose="020B0604030504040204" pitchFamily="50" charset="-128"/>
                          <a:ea typeface="Meiryo UI" panose="020B0604030504040204" pitchFamily="50" charset="-128"/>
                        </a:rPr>
                        <a:t>Importer</a:t>
                      </a:r>
                      <a:endParaRPr kumimoji="1" lang="ja-JP" altLang="en-US" sz="800">
                        <a:latin typeface="Meiryo UI" panose="020B0604030504040204" pitchFamily="50" charset="-128"/>
                        <a:ea typeface="Meiryo UI" panose="020B0604030504040204" pitchFamily="50" charset="-128"/>
                      </a:endParaRPr>
                    </a:p>
                  </a:txBody>
                  <a:tcPr anchor="ctr">
                    <a:solidFill>
                      <a:srgbClr val="0070C0"/>
                    </a:solidFill>
                  </a:tcPr>
                </a:tc>
                <a:tc>
                  <a:txBody>
                    <a:bodyPr/>
                    <a:lstStyle/>
                    <a:p>
                      <a:pPr algn="ctr"/>
                      <a:r>
                        <a:rPr kumimoji="1" lang="en-US" altLang="ja-JP" sz="800" b="0" baseline="0">
                          <a:solidFill>
                            <a:schemeClr val="bg1"/>
                          </a:solidFill>
                          <a:latin typeface="Meiryo UI" panose="020B0604030504040204" pitchFamily="50" charset="-128"/>
                          <a:ea typeface="Meiryo UI" panose="020B0604030504040204" pitchFamily="50" charset="-128"/>
                        </a:rPr>
                        <a:t>Importer</a:t>
                      </a:r>
                      <a:endParaRPr kumimoji="1" lang="ja-JP" altLang="en-US" sz="800">
                        <a:latin typeface="Meiryo UI" panose="020B0604030504040204" pitchFamily="50" charset="-128"/>
                        <a:ea typeface="Meiryo UI" panose="020B0604030504040204" pitchFamily="50" charset="-128"/>
                      </a:endParaRPr>
                    </a:p>
                  </a:txBody>
                  <a:tcPr anchor="ctr">
                    <a:solidFill>
                      <a:srgbClr val="0070C0"/>
                    </a:solidFill>
                  </a:tcPr>
                </a:tc>
                <a:tc>
                  <a:txBody>
                    <a:bodyPr/>
                    <a:lstStyle/>
                    <a:p>
                      <a:pPr algn="ctr"/>
                      <a:r>
                        <a:rPr kumimoji="1" lang="en-US" altLang="ja-JP" sz="800" b="0" baseline="0">
                          <a:solidFill>
                            <a:schemeClr val="bg1"/>
                          </a:solidFill>
                          <a:latin typeface="Meiryo UI" panose="020B0604030504040204" pitchFamily="50" charset="-128"/>
                          <a:ea typeface="Meiryo UI" panose="020B0604030504040204" pitchFamily="50" charset="-128"/>
                        </a:rPr>
                        <a:t>Importer</a:t>
                      </a:r>
                      <a:endParaRPr kumimoji="1" lang="ja-JP" altLang="en-US" sz="800">
                        <a:latin typeface="Meiryo UI" panose="020B0604030504040204" pitchFamily="50" charset="-128"/>
                        <a:ea typeface="Meiryo UI" panose="020B0604030504040204" pitchFamily="50" charset="-128"/>
                      </a:endParaRPr>
                    </a:p>
                  </a:txBody>
                  <a:tcPr anchor="ctr">
                    <a:solidFill>
                      <a:srgbClr val="0070C0"/>
                    </a:solidFill>
                  </a:tcPr>
                </a:tc>
                <a:tc>
                  <a:txBody>
                    <a:bodyPr/>
                    <a:lstStyle/>
                    <a:p>
                      <a:pPr algn="ctr"/>
                      <a:r>
                        <a:rPr kumimoji="1" lang="en-US" altLang="ja-JP" sz="800" b="0" baseline="0">
                          <a:solidFill>
                            <a:schemeClr val="bg1"/>
                          </a:solidFill>
                          <a:latin typeface="Meiryo UI" panose="020B0604030504040204" pitchFamily="50" charset="-128"/>
                          <a:ea typeface="Meiryo UI" panose="020B0604030504040204" pitchFamily="50" charset="-128"/>
                        </a:rPr>
                        <a:t>Importer</a:t>
                      </a:r>
                      <a:endParaRPr kumimoji="1" lang="ja-JP" altLang="en-US" sz="800">
                        <a:latin typeface="Meiryo UI" panose="020B0604030504040204" pitchFamily="50" charset="-128"/>
                        <a:ea typeface="Meiryo UI" panose="020B0604030504040204" pitchFamily="50" charset="-128"/>
                      </a:endParaRPr>
                    </a:p>
                  </a:txBody>
                  <a:tcPr anchor="ctr">
                    <a:solidFill>
                      <a:srgbClr val="0070C0"/>
                    </a:solidFill>
                  </a:tcPr>
                </a:tc>
                <a:tc>
                  <a:txBody>
                    <a:bodyPr/>
                    <a:lstStyle/>
                    <a:p>
                      <a:pPr algn="ctr"/>
                      <a:r>
                        <a:rPr kumimoji="1" lang="en-US" altLang="ja-JP" sz="800" b="0" baseline="0">
                          <a:solidFill>
                            <a:schemeClr val="bg1"/>
                          </a:solidFill>
                          <a:latin typeface="Meiryo UI" panose="020B0604030504040204" pitchFamily="50" charset="-128"/>
                          <a:ea typeface="Meiryo UI" panose="020B0604030504040204" pitchFamily="50" charset="-128"/>
                        </a:rPr>
                        <a:t>Importer</a:t>
                      </a:r>
                      <a:endParaRPr kumimoji="1" lang="ja-JP" altLang="en-US" sz="800">
                        <a:latin typeface="Meiryo UI" panose="020B0604030504040204" pitchFamily="50" charset="-128"/>
                        <a:ea typeface="Meiryo UI" panose="020B0604030504040204" pitchFamily="50" charset="-128"/>
                      </a:endParaRPr>
                    </a:p>
                  </a:txBody>
                  <a:tcPr anchor="ctr">
                    <a:solidFill>
                      <a:srgbClr val="0070C0"/>
                    </a:solidFill>
                  </a:tcPr>
                </a:tc>
                <a:tc>
                  <a:txBody>
                    <a:bodyPr/>
                    <a:lstStyle/>
                    <a:p>
                      <a:pPr algn="ctr"/>
                      <a:r>
                        <a:rPr kumimoji="1" lang="en-US" altLang="ja-JP" sz="800" b="0" baseline="0">
                          <a:solidFill>
                            <a:schemeClr val="bg1"/>
                          </a:solidFill>
                          <a:latin typeface="Meiryo UI" panose="020B0604030504040204" pitchFamily="50" charset="-128"/>
                          <a:ea typeface="Meiryo UI" panose="020B0604030504040204" pitchFamily="50" charset="-128"/>
                        </a:rPr>
                        <a:t>Importer</a:t>
                      </a:r>
                      <a:endParaRPr kumimoji="1" lang="ja-JP" altLang="en-US" sz="800">
                        <a:latin typeface="Meiryo UI" panose="020B0604030504040204" pitchFamily="50" charset="-128"/>
                        <a:ea typeface="Meiryo UI" panose="020B0604030504040204" pitchFamily="50" charset="-128"/>
                      </a:endParaRPr>
                    </a:p>
                  </a:txBody>
                  <a:tcPr anchor="ctr">
                    <a:solidFill>
                      <a:srgbClr val="0070C0"/>
                    </a:solidFill>
                  </a:tcPr>
                </a:tc>
                <a:tc>
                  <a:txBody>
                    <a:bodyPr/>
                    <a:lstStyle/>
                    <a:p>
                      <a:pPr algn="ctr"/>
                      <a:r>
                        <a:rPr kumimoji="1" lang="en-US" altLang="ja-JP" sz="800" b="0" baseline="0">
                          <a:solidFill>
                            <a:schemeClr val="bg1"/>
                          </a:solidFill>
                          <a:latin typeface="Meiryo UI" panose="020B0604030504040204" pitchFamily="50" charset="-128"/>
                          <a:ea typeface="Meiryo UI" panose="020B0604030504040204" pitchFamily="50" charset="-128"/>
                        </a:rPr>
                        <a:t>Importer</a:t>
                      </a:r>
                      <a:endParaRPr kumimoji="1" lang="ja-JP" altLang="en-US" sz="800">
                        <a:latin typeface="Meiryo UI" panose="020B0604030504040204" pitchFamily="50" charset="-128"/>
                        <a:ea typeface="Meiryo UI" panose="020B0604030504040204" pitchFamily="50" charset="-128"/>
                      </a:endParaRPr>
                    </a:p>
                  </a:txBody>
                  <a:tcPr anchor="ctr">
                    <a:solidFill>
                      <a:srgbClr val="0070C0"/>
                    </a:solidFill>
                  </a:tcPr>
                </a:tc>
                <a:tc>
                  <a:txBody>
                    <a:bodyPr/>
                    <a:lstStyle/>
                    <a:p>
                      <a:pPr algn="ctr"/>
                      <a:r>
                        <a:rPr kumimoji="1" lang="en-US" altLang="ja-JP" sz="800" b="0" baseline="0">
                          <a:solidFill>
                            <a:schemeClr val="bg1"/>
                          </a:solidFill>
                          <a:latin typeface="Meiryo UI" panose="020B0604030504040204" pitchFamily="50" charset="-128"/>
                          <a:ea typeface="Meiryo UI" panose="020B0604030504040204" pitchFamily="50" charset="-128"/>
                        </a:rPr>
                        <a:t>Importer</a:t>
                      </a:r>
                      <a:endParaRPr kumimoji="1" lang="ja-JP" altLang="en-US" sz="800">
                        <a:latin typeface="Meiryo UI" panose="020B0604030504040204" pitchFamily="50" charset="-128"/>
                        <a:ea typeface="Meiryo UI" panose="020B0604030504040204" pitchFamily="50" charset="-128"/>
                      </a:endParaRPr>
                    </a:p>
                  </a:txBody>
                  <a:tcPr anchor="ctr">
                    <a:solidFill>
                      <a:srgbClr val="0070C0"/>
                    </a:solidFill>
                  </a:tcPr>
                </a:tc>
                <a:tc>
                  <a:txBody>
                    <a:bodyPr/>
                    <a:lstStyle/>
                    <a:p>
                      <a:pPr algn="ctr"/>
                      <a:r>
                        <a:rPr kumimoji="1" lang="en-US" altLang="ja-JP" sz="900" b="0" baseline="0">
                          <a:solidFill>
                            <a:schemeClr val="bg1"/>
                          </a:solidFill>
                          <a:latin typeface="Meiryo UI" panose="020B0604030504040204" pitchFamily="50" charset="-128"/>
                          <a:ea typeface="Meiryo UI" panose="020B0604030504040204" pitchFamily="50" charset="-128"/>
                        </a:rPr>
                        <a:t>Importer</a:t>
                      </a:r>
                      <a:endParaRPr kumimoji="1" lang="ja-JP" altLang="en-US" sz="900">
                        <a:latin typeface="Meiryo UI" panose="020B0604030504040204" pitchFamily="50" charset="-128"/>
                        <a:ea typeface="Meiryo UI" panose="020B0604030504040204" pitchFamily="50" charset="-128"/>
                      </a:endParaRPr>
                    </a:p>
                  </a:txBody>
                  <a:tcPr anchor="ctr">
                    <a:solidFill>
                      <a:srgbClr val="0070C0"/>
                    </a:solidFill>
                  </a:tcPr>
                </a:tc>
                <a:tc>
                  <a:txBody>
                    <a:bodyPr/>
                    <a:lstStyle/>
                    <a:p>
                      <a:pPr algn="ctr"/>
                      <a:r>
                        <a:rPr kumimoji="1" lang="en-US" altLang="ja-JP" sz="800" b="0" baseline="0">
                          <a:solidFill>
                            <a:schemeClr val="bg1"/>
                          </a:solidFill>
                          <a:latin typeface="Meiryo UI" panose="020B0604030504040204" pitchFamily="50" charset="-128"/>
                          <a:ea typeface="Meiryo UI" panose="020B0604030504040204" pitchFamily="50" charset="-128"/>
                        </a:rPr>
                        <a:t>Importer</a:t>
                      </a:r>
                      <a:endParaRPr kumimoji="1" lang="ja-JP" altLang="en-US" sz="800">
                        <a:latin typeface="Meiryo UI" panose="020B0604030504040204" pitchFamily="50" charset="-128"/>
                        <a:ea typeface="Meiryo UI" panose="020B0604030504040204" pitchFamily="50" charset="-128"/>
                      </a:endParaRPr>
                    </a:p>
                  </a:txBody>
                  <a:tcPr anchor="ctr">
                    <a:solidFill>
                      <a:srgbClr val="0070C0"/>
                    </a:solidFill>
                  </a:tcPr>
                </a:tc>
                <a:tc>
                  <a:txBody>
                    <a:bodyPr/>
                    <a:lstStyle/>
                    <a:p>
                      <a:pPr algn="ctr"/>
                      <a:r>
                        <a:rPr kumimoji="1" lang="en-US" altLang="ja-JP" sz="800">
                          <a:latin typeface="Meiryo UI" panose="020B0604030504040204" pitchFamily="50" charset="-128"/>
                          <a:ea typeface="Meiryo UI" panose="020B0604030504040204" pitchFamily="50" charset="-128"/>
                        </a:rPr>
                        <a:t>Exporter</a:t>
                      </a:r>
                      <a:endParaRPr kumimoji="1" lang="ja-JP" altLang="en-US" sz="800">
                        <a:latin typeface="Meiryo UI" panose="020B0604030504040204" pitchFamily="50" charset="-128"/>
                        <a:ea typeface="Meiryo UI" panose="020B0604030504040204" pitchFamily="50" charset="-128"/>
                      </a:endParaRPr>
                    </a:p>
                  </a:txBody>
                  <a:tcPr anchor="ctr">
                    <a:solidFill>
                      <a:schemeClr val="bg1">
                        <a:lumMod val="75000"/>
                      </a:schemeClr>
                    </a:solidFill>
                  </a:tcPr>
                </a:tc>
                <a:extLst>
                  <a:ext uri="{0D108BD9-81ED-4DB2-BD59-A6C34878D82A}">
                    <a16:rowId xmlns:a16="http://schemas.microsoft.com/office/drawing/2014/main" val="2405247839"/>
                  </a:ext>
                </a:extLst>
              </a:tr>
            </a:tbl>
          </a:graphicData>
        </a:graphic>
      </p:graphicFrame>
      <p:sp>
        <p:nvSpPr>
          <p:cNvPr id="3" name="正方形/長方形 2">
            <a:extLst>
              <a:ext uri="{FF2B5EF4-FFF2-40B4-BE49-F238E27FC236}">
                <a16:creationId xmlns:a16="http://schemas.microsoft.com/office/drawing/2014/main" id="{EF906064-6892-4512-9086-6D0200D26CC7}"/>
              </a:ext>
            </a:extLst>
          </p:cNvPr>
          <p:cNvSpPr/>
          <p:nvPr/>
        </p:nvSpPr>
        <p:spPr bwMode="auto">
          <a:xfrm>
            <a:off x="7096663" y="1298464"/>
            <a:ext cx="735371" cy="5493812"/>
          </a:xfrm>
          <a:prstGeom prst="rect">
            <a:avLst/>
          </a:prstGeom>
          <a:noFill/>
          <a:ln w="60325" cap="flat" cmpd="sng" algn="ctr">
            <a:solidFill>
              <a:srgbClr val="FF00FF"/>
            </a:solidFill>
            <a:prstDash val="sys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Times New Roman" pitchFamily="18" charset="0"/>
              <a:ea typeface="ＭＳ Ｐゴシック" pitchFamily="50" charset="-128"/>
            </a:endParaRPr>
          </a:p>
        </p:txBody>
      </p:sp>
    </p:spTree>
    <p:extLst>
      <p:ext uri="{BB962C8B-B14F-4D97-AF65-F5344CB8AC3E}">
        <p14:creationId xmlns:p14="http://schemas.microsoft.com/office/powerpoint/2010/main" val="420345648"/>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ext Box 2"/>
          <p:cNvSpPr txBox="1">
            <a:spLocks noChangeArrowheads="1"/>
          </p:cNvSpPr>
          <p:nvPr/>
        </p:nvSpPr>
        <p:spPr bwMode="auto">
          <a:xfrm>
            <a:off x="5017111" y="571728"/>
            <a:ext cx="4126889" cy="61247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キックオフミーティングの目的</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委託開発適用範囲</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委託元と</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Bosch</a:t>
            </a:r>
            <a:endPar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基本コンセプト</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成果物</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委託業務役割責任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RASIC</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要約）</a:t>
            </a: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前提条件</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判断（評価判断、委託完了判断・対価の判断）およびタイミング</a:t>
            </a:r>
            <a:b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b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支払い基準</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開発費定義　　　　　　　　　　　　　　　　　　　　　　　　　　　　　　　　　　　　　　　　　　　　　　</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プロジェクトマネージメント</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概要・基本諸元説明</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適用法規概要</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Engine</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Management</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System</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概要</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構成部品（</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Bosch</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部品）</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仕様差</a:t>
            </a:r>
            <a:b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b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・プロジェクト情報</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関連部品</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Spec</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説明</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車載機能・装備説明</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信頼性保証要件</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要求＆ＣＲ</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成果物検証・品質検証</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シート</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エキスパート</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MTG</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について</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サポート業務</a:t>
            </a: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その他の開発ガイドライン</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開発日程</a:t>
            </a:r>
            <a:endParaRPr kumimoji="1" lang="en-US" altLang="ja-JP" sz="14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開発体制表</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p:txBody>
      </p:sp>
      <p:sp>
        <p:nvSpPr>
          <p:cNvPr id="6" name="Text Box 2"/>
          <p:cNvSpPr txBox="1">
            <a:spLocks noChangeArrowheads="1"/>
          </p:cNvSpPr>
          <p:nvPr/>
        </p:nvSpPr>
        <p:spPr bwMode="auto">
          <a:xfrm>
            <a:off x="133262" y="44450"/>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20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Contents</a:t>
            </a:r>
            <a:r>
              <a:rPr kumimoji="1" lang="ja-JP" altLang="en-US" sz="20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　（目次）</a:t>
            </a:r>
            <a:endParaRPr kumimoji="1" lang="en-US" altLang="ja-JP" sz="1100" b="0" i="0" u="none" strike="noStrike" kern="1200" cap="none" spc="0" normalizeH="0" baseline="0" noProof="0">
              <a:ln>
                <a:noFill/>
              </a:ln>
              <a:solidFill>
                <a:srgbClr val="FFFFFF"/>
              </a:solidFill>
              <a:effectLst/>
              <a:uLnTx/>
              <a:uFillTx/>
              <a:latin typeface="HGPｺﾞｼｯｸE" pitchFamily="50" charset="-128"/>
              <a:ea typeface="HGPｺﾞｼｯｸE" pitchFamily="50" charset="-128"/>
              <a:cs typeface="Arial" pitchFamily="34" charset="0"/>
            </a:endParaRPr>
          </a:p>
        </p:txBody>
      </p:sp>
      <p:sp>
        <p:nvSpPr>
          <p:cNvPr id="7" name="Text Box 2"/>
          <p:cNvSpPr txBox="1">
            <a:spLocks noChangeArrowheads="1"/>
          </p:cNvSpPr>
          <p:nvPr/>
        </p:nvSpPr>
        <p:spPr bwMode="auto">
          <a:xfrm>
            <a:off x="106623" y="571728"/>
            <a:ext cx="4910488" cy="5909310"/>
          </a:xfrm>
          <a:prstGeom prst="rect">
            <a:avLst/>
          </a:prstGeom>
          <a:noFill/>
          <a:ln>
            <a:noFill/>
          </a:ln>
          <a:effec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Purpose of</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Kick-off Meeting</a:t>
            </a:r>
            <a:endPar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Scope of Development Work</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err="1">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Entrustor</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and </a:t>
            </a:r>
            <a:r>
              <a:rPr kumimoji="1" lang="en-US" altLang="ja-JP" sz="1400" b="0" i="0" u="none" strike="noStrike" kern="1200" cap="none" spc="0" normalizeH="0" baseline="0" noProof="0" dirty="0" err="1">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Entrustee</a:t>
            </a:r>
            <a:endPar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Basic Concept / Deliverables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Role</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&amp;</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Responsibility (Samples of RASIC)</a:t>
            </a:r>
            <a:endPar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Preconditions</a:t>
            </a:r>
          </a:p>
          <a:p>
            <a:pPr marL="450850" marR="0" lvl="0" indent="-45085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Judgments (on Evaluation, Completion of Development Work Entrusted by Honda and  Payment Amount) and Timings</a:t>
            </a:r>
            <a:b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b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Payment Criteria / Definition of Development Fee </a:t>
            </a:r>
          </a:p>
          <a:p>
            <a:pPr marL="450850" marR="0" lvl="0" indent="-45085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Project Management </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Engine Overview</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and</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Basic Specification </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Applicable Regulations Overview</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Engine</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Management</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System Overview</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 Components</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(Bosch components)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Engine Spec Comparison from Base Model</a:t>
            </a:r>
            <a:b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b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Project information / Non-Bosch</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Components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In-Vehicle</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Functions</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Relating</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ECU and Features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Reliability</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Assurance</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 Requirement and CR </a:t>
            </a:r>
            <a:endParaRPr kumimoji="1" lang="ja-JP" altLang="en-US" sz="1400" b="0" i="0" u="none" strike="dbl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anose="020B0604020202020204" pitchFamily="34" charset="0"/>
              </a:rPr>
              <a:t>EMS Report Maturity and Quality Verification</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anose="020B0604020202020204" pitchFamily="34" charset="0"/>
              </a:rPr>
              <a:t>EMS Sheet</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anose="020B0604020202020204" pitchFamily="34" charset="0"/>
              </a:rPr>
              <a:t>Expert Meeting</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anose="020B0604020202020204" pitchFamily="34" charset="0"/>
              </a:rPr>
              <a:t>Necessary</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Support</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Miscellaneous Guidelines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Development Schedule</a:t>
            </a:r>
            <a:endParaRPr kumimoji="1" lang="ja-JP" altLang="en-US" sz="14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Development Organization Chart</a:t>
            </a:r>
          </a:p>
        </p:txBody>
      </p:sp>
    </p:spTree>
    <p:extLst>
      <p:ext uri="{BB962C8B-B14F-4D97-AF65-F5344CB8AC3E}">
        <p14:creationId xmlns:p14="http://schemas.microsoft.com/office/powerpoint/2010/main" val="2112553768"/>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9E1555-5A85-9B44-60C6-DCA9D14CBD08}"/>
            </a:ext>
          </a:extLst>
        </p:cNvPr>
        <p:cNvGrpSpPr/>
        <p:nvPr/>
      </p:nvGrpSpPr>
      <p:grpSpPr>
        <a:xfrm>
          <a:off x="0" y="0"/>
          <a:ext cx="0" cy="0"/>
          <a:chOff x="0" y="0"/>
          <a:chExt cx="0" cy="0"/>
        </a:xfrm>
      </p:grpSpPr>
      <p:graphicFrame>
        <p:nvGraphicFramePr>
          <p:cNvPr id="2" name="表 1">
            <a:extLst>
              <a:ext uri="{FF2B5EF4-FFF2-40B4-BE49-F238E27FC236}">
                <a16:creationId xmlns:a16="http://schemas.microsoft.com/office/drawing/2014/main" id="{6BA7878F-CA00-FA63-EF7A-E0E440411A50}"/>
              </a:ext>
            </a:extLst>
          </p:cNvPr>
          <p:cNvGraphicFramePr>
            <a:graphicFrameLocks noGrp="1"/>
          </p:cNvGraphicFramePr>
          <p:nvPr>
            <p:extLst>
              <p:ext uri="{D42A27DB-BD31-4B8C-83A1-F6EECF244321}">
                <p14:modId xmlns:p14="http://schemas.microsoft.com/office/powerpoint/2010/main" val="495985379"/>
              </p:ext>
            </p:extLst>
          </p:nvPr>
        </p:nvGraphicFramePr>
        <p:xfrm>
          <a:off x="149629" y="938150"/>
          <a:ext cx="8898802" cy="5541478"/>
        </p:xfrm>
        <a:graphic>
          <a:graphicData uri="http://schemas.openxmlformats.org/drawingml/2006/table">
            <a:tbl>
              <a:tblPr firstRow="1" bandRow="1">
                <a:tableStyleId>{5C22544A-7EE6-4342-B048-85BDC9FD1C3A}</a:tableStyleId>
              </a:tblPr>
              <a:tblGrid>
                <a:gridCol w="1123840">
                  <a:extLst>
                    <a:ext uri="{9D8B030D-6E8A-4147-A177-3AD203B41FA5}">
                      <a16:colId xmlns:a16="http://schemas.microsoft.com/office/drawing/2014/main" val="20000"/>
                    </a:ext>
                  </a:extLst>
                </a:gridCol>
                <a:gridCol w="199358">
                  <a:extLst>
                    <a:ext uri="{9D8B030D-6E8A-4147-A177-3AD203B41FA5}">
                      <a16:colId xmlns:a16="http://schemas.microsoft.com/office/drawing/2014/main" val="20013"/>
                    </a:ext>
                  </a:extLst>
                </a:gridCol>
                <a:gridCol w="199358">
                  <a:extLst>
                    <a:ext uri="{9D8B030D-6E8A-4147-A177-3AD203B41FA5}">
                      <a16:colId xmlns:a16="http://schemas.microsoft.com/office/drawing/2014/main" val="20014"/>
                    </a:ext>
                  </a:extLst>
                </a:gridCol>
                <a:gridCol w="199358">
                  <a:extLst>
                    <a:ext uri="{9D8B030D-6E8A-4147-A177-3AD203B41FA5}">
                      <a16:colId xmlns:a16="http://schemas.microsoft.com/office/drawing/2014/main" val="20015"/>
                    </a:ext>
                  </a:extLst>
                </a:gridCol>
                <a:gridCol w="199358">
                  <a:extLst>
                    <a:ext uri="{9D8B030D-6E8A-4147-A177-3AD203B41FA5}">
                      <a16:colId xmlns:a16="http://schemas.microsoft.com/office/drawing/2014/main" val="20016"/>
                    </a:ext>
                  </a:extLst>
                </a:gridCol>
                <a:gridCol w="199358">
                  <a:extLst>
                    <a:ext uri="{9D8B030D-6E8A-4147-A177-3AD203B41FA5}">
                      <a16:colId xmlns:a16="http://schemas.microsoft.com/office/drawing/2014/main" val="20017"/>
                    </a:ext>
                  </a:extLst>
                </a:gridCol>
                <a:gridCol w="199358">
                  <a:extLst>
                    <a:ext uri="{9D8B030D-6E8A-4147-A177-3AD203B41FA5}">
                      <a16:colId xmlns:a16="http://schemas.microsoft.com/office/drawing/2014/main" val="20018"/>
                    </a:ext>
                  </a:extLst>
                </a:gridCol>
                <a:gridCol w="199358">
                  <a:extLst>
                    <a:ext uri="{9D8B030D-6E8A-4147-A177-3AD203B41FA5}">
                      <a16:colId xmlns:a16="http://schemas.microsoft.com/office/drawing/2014/main" val="20019"/>
                    </a:ext>
                  </a:extLst>
                </a:gridCol>
                <a:gridCol w="199358">
                  <a:extLst>
                    <a:ext uri="{9D8B030D-6E8A-4147-A177-3AD203B41FA5}">
                      <a16:colId xmlns:a16="http://schemas.microsoft.com/office/drawing/2014/main" val="20020"/>
                    </a:ext>
                  </a:extLst>
                </a:gridCol>
                <a:gridCol w="199358">
                  <a:extLst>
                    <a:ext uri="{9D8B030D-6E8A-4147-A177-3AD203B41FA5}">
                      <a16:colId xmlns:a16="http://schemas.microsoft.com/office/drawing/2014/main" val="20021"/>
                    </a:ext>
                  </a:extLst>
                </a:gridCol>
                <a:gridCol w="199358">
                  <a:extLst>
                    <a:ext uri="{9D8B030D-6E8A-4147-A177-3AD203B41FA5}">
                      <a16:colId xmlns:a16="http://schemas.microsoft.com/office/drawing/2014/main" val="20022"/>
                    </a:ext>
                  </a:extLst>
                </a:gridCol>
                <a:gridCol w="199358">
                  <a:extLst>
                    <a:ext uri="{9D8B030D-6E8A-4147-A177-3AD203B41FA5}">
                      <a16:colId xmlns:a16="http://schemas.microsoft.com/office/drawing/2014/main" val="20023"/>
                    </a:ext>
                  </a:extLst>
                </a:gridCol>
                <a:gridCol w="199358">
                  <a:extLst>
                    <a:ext uri="{9D8B030D-6E8A-4147-A177-3AD203B41FA5}">
                      <a16:colId xmlns:a16="http://schemas.microsoft.com/office/drawing/2014/main" val="20024"/>
                    </a:ext>
                  </a:extLst>
                </a:gridCol>
                <a:gridCol w="199358">
                  <a:extLst>
                    <a:ext uri="{9D8B030D-6E8A-4147-A177-3AD203B41FA5}">
                      <a16:colId xmlns:a16="http://schemas.microsoft.com/office/drawing/2014/main" val="20025"/>
                    </a:ext>
                  </a:extLst>
                </a:gridCol>
                <a:gridCol w="199358">
                  <a:extLst>
                    <a:ext uri="{9D8B030D-6E8A-4147-A177-3AD203B41FA5}">
                      <a16:colId xmlns:a16="http://schemas.microsoft.com/office/drawing/2014/main" val="20026"/>
                    </a:ext>
                  </a:extLst>
                </a:gridCol>
                <a:gridCol w="199358">
                  <a:extLst>
                    <a:ext uri="{9D8B030D-6E8A-4147-A177-3AD203B41FA5}">
                      <a16:colId xmlns:a16="http://schemas.microsoft.com/office/drawing/2014/main" val="20027"/>
                    </a:ext>
                  </a:extLst>
                </a:gridCol>
                <a:gridCol w="199358">
                  <a:extLst>
                    <a:ext uri="{9D8B030D-6E8A-4147-A177-3AD203B41FA5}">
                      <a16:colId xmlns:a16="http://schemas.microsoft.com/office/drawing/2014/main" val="20028"/>
                    </a:ext>
                  </a:extLst>
                </a:gridCol>
                <a:gridCol w="199358">
                  <a:extLst>
                    <a:ext uri="{9D8B030D-6E8A-4147-A177-3AD203B41FA5}">
                      <a16:colId xmlns:a16="http://schemas.microsoft.com/office/drawing/2014/main" val="20029"/>
                    </a:ext>
                  </a:extLst>
                </a:gridCol>
                <a:gridCol w="199358">
                  <a:extLst>
                    <a:ext uri="{9D8B030D-6E8A-4147-A177-3AD203B41FA5}">
                      <a16:colId xmlns:a16="http://schemas.microsoft.com/office/drawing/2014/main" val="20030"/>
                    </a:ext>
                  </a:extLst>
                </a:gridCol>
                <a:gridCol w="199358">
                  <a:extLst>
                    <a:ext uri="{9D8B030D-6E8A-4147-A177-3AD203B41FA5}">
                      <a16:colId xmlns:a16="http://schemas.microsoft.com/office/drawing/2014/main" val="20031"/>
                    </a:ext>
                  </a:extLst>
                </a:gridCol>
                <a:gridCol w="199358">
                  <a:extLst>
                    <a:ext uri="{9D8B030D-6E8A-4147-A177-3AD203B41FA5}">
                      <a16:colId xmlns:a16="http://schemas.microsoft.com/office/drawing/2014/main" val="20032"/>
                    </a:ext>
                  </a:extLst>
                </a:gridCol>
                <a:gridCol w="199358">
                  <a:extLst>
                    <a:ext uri="{9D8B030D-6E8A-4147-A177-3AD203B41FA5}">
                      <a16:colId xmlns:a16="http://schemas.microsoft.com/office/drawing/2014/main" val="20033"/>
                    </a:ext>
                  </a:extLst>
                </a:gridCol>
                <a:gridCol w="199358">
                  <a:extLst>
                    <a:ext uri="{9D8B030D-6E8A-4147-A177-3AD203B41FA5}">
                      <a16:colId xmlns:a16="http://schemas.microsoft.com/office/drawing/2014/main" val="20034"/>
                    </a:ext>
                  </a:extLst>
                </a:gridCol>
                <a:gridCol w="199358">
                  <a:extLst>
                    <a:ext uri="{9D8B030D-6E8A-4147-A177-3AD203B41FA5}">
                      <a16:colId xmlns:a16="http://schemas.microsoft.com/office/drawing/2014/main" val="20035"/>
                    </a:ext>
                  </a:extLst>
                </a:gridCol>
                <a:gridCol w="199358">
                  <a:extLst>
                    <a:ext uri="{9D8B030D-6E8A-4147-A177-3AD203B41FA5}">
                      <a16:colId xmlns:a16="http://schemas.microsoft.com/office/drawing/2014/main" val="20036"/>
                    </a:ext>
                  </a:extLst>
                </a:gridCol>
                <a:gridCol w="199358">
                  <a:extLst>
                    <a:ext uri="{9D8B030D-6E8A-4147-A177-3AD203B41FA5}">
                      <a16:colId xmlns:a16="http://schemas.microsoft.com/office/drawing/2014/main" val="20037"/>
                    </a:ext>
                  </a:extLst>
                </a:gridCol>
                <a:gridCol w="199358">
                  <a:extLst>
                    <a:ext uri="{9D8B030D-6E8A-4147-A177-3AD203B41FA5}">
                      <a16:colId xmlns:a16="http://schemas.microsoft.com/office/drawing/2014/main" val="20038"/>
                    </a:ext>
                  </a:extLst>
                </a:gridCol>
                <a:gridCol w="199358">
                  <a:extLst>
                    <a:ext uri="{9D8B030D-6E8A-4147-A177-3AD203B41FA5}">
                      <a16:colId xmlns:a16="http://schemas.microsoft.com/office/drawing/2014/main" val="20039"/>
                    </a:ext>
                  </a:extLst>
                </a:gridCol>
                <a:gridCol w="199358">
                  <a:extLst>
                    <a:ext uri="{9D8B030D-6E8A-4147-A177-3AD203B41FA5}">
                      <a16:colId xmlns:a16="http://schemas.microsoft.com/office/drawing/2014/main" val="20040"/>
                    </a:ext>
                  </a:extLst>
                </a:gridCol>
                <a:gridCol w="199358">
                  <a:extLst>
                    <a:ext uri="{9D8B030D-6E8A-4147-A177-3AD203B41FA5}">
                      <a16:colId xmlns:a16="http://schemas.microsoft.com/office/drawing/2014/main" val="513621897"/>
                    </a:ext>
                  </a:extLst>
                </a:gridCol>
                <a:gridCol w="199358">
                  <a:extLst>
                    <a:ext uri="{9D8B030D-6E8A-4147-A177-3AD203B41FA5}">
                      <a16:colId xmlns:a16="http://schemas.microsoft.com/office/drawing/2014/main" val="1247716740"/>
                    </a:ext>
                  </a:extLst>
                </a:gridCol>
                <a:gridCol w="199358">
                  <a:extLst>
                    <a:ext uri="{9D8B030D-6E8A-4147-A177-3AD203B41FA5}">
                      <a16:colId xmlns:a16="http://schemas.microsoft.com/office/drawing/2014/main" val="138809300"/>
                    </a:ext>
                  </a:extLst>
                </a:gridCol>
                <a:gridCol w="199358">
                  <a:extLst>
                    <a:ext uri="{9D8B030D-6E8A-4147-A177-3AD203B41FA5}">
                      <a16:colId xmlns:a16="http://schemas.microsoft.com/office/drawing/2014/main" val="2428447662"/>
                    </a:ext>
                  </a:extLst>
                </a:gridCol>
                <a:gridCol w="199358">
                  <a:extLst>
                    <a:ext uri="{9D8B030D-6E8A-4147-A177-3AD203B41FA5}">
                      <a16:colId xmlns:a16="http://schemas.microsoft.com/office/drawing/2014/main" val="2664477743"/>
                    </a:ext>
                  </a:extLst>
                </a:gridCol>
                <a:gridCol w="199358">
                  <a:extLst>
                    <a:ext uri="{9D8B030D-6E8A-4147-A177-3AD203B41FA5}">
                      <a16:colId xmlns:a16="http://schemas.microsoft.com/office/drawing/2014/main" val="1476456523"/>
                    </a:ext>
                  </a:extLst>
                </a:gridCol>
                <a:gridCol w="199358">
                  <a:extLst>
                    <a:ext uri="{9D8B030D-6E8A-4147-A177-3AD203B41FA5}">
                      <a16:colId xmlns:a16="http://schemas.microsoft.com/office/drawing/2014/main" val="3877775668"/>
                    </a:ext>
                  </a:extLst>
                </a:gridCol>
                <a:gridCol w="199358">
                  <a:extLst>
                    <a:ext uri="{9D8B030D-6E8A-4147-A177-3AD203B41FA5}">
                      <a16:colId xmlns:a16="http://schemas.microsoft.com/office/drawing/2014/main" val="2832840381"/>
                    </a:ext>
                  </a:extLst>
                </a:gridCol>
                <a:gridCol w="199358">
                  <a:extLst>
                    <a:ext uri="{9D8B030D-6E8A-4147-A177-3AD203B41FA5}">
                      <a16:colId xmlns:a16="http://schemas.microsoft.com/office/drawing/2014/main" val="3513633113"/>
                    </a:ext>
                  </a:extLst>
                </a:gridCol>
                <a:gridCol w="199358">
                  <a:extLst>
                    <a:ext uri="{9D8B030D-6E8A-4147-A177-3AD203B41FA5}">
                      <a16:colId xmlns:a16="http://schemas.microsoft.com/office/drawing/2014/main" val="1710234167"/>
                    </a:ext>
                  </a:extLst>
                </a:gridCol>
                <a:gridCol w="199358">
                  <a:extLst>
                    <a:ext uri="{9D8B030D-6E8A-4147-A177-3AD203B41FA5}">
                      <a16:colId xmlns:a16="http://schemas.microsoft.com/office/drawing/2014/main" val="1738283017"/>
                    </a:ext>
                  </a:extLst>
                </a:gridCol>
              </a:tblGrid>
              <a:tr h="283667">
                <a:tc rowSpan="2">
                  <a:txBody>
                    <a:bodyPr/>
                    <a:lstStyle/>
                    <a:p>
                      <a:pPr algn="ctr"/>
                      <a:endParaRPr lang="ja-JP" altLang="en-US" sz="1050" b="0" dirty="0">
                        <a:solidFill>
                          <a:prstClr val="black"/>
                        </a:solidFill>
                        <a:latin typeface="Tahoma" pitchFamily="34" charset="0"/>
                        <a:ea typeface="Meiryo UI" panose="020B0604030504040204" pitchFamily="50" charset="-128"/>
                      </a:endParaRPr>
                    </a:p>
                  </a:txBody>
                  <a:tcPr marL="0" marR="0" marT="0" marB="0" anchor="ctr">
                    <a:lnL w="19050" cap="flat" cmpd="sng" algn="ctr">
                      <a:solidFill>
                        <a:schemeClr val="tx1"/>
                      </a:solidFill>
                      <a:prstDash val="solid"/>
                      <a:round/>
                      <a:headEnd type="none" w="med" len="med"/>
                      <a:tailEnd type="none" w="med" len="med"/>
                    </a:lnL>
                    <a:lnR w="28575" cap="flat" cmpd="sng" algn="ctr">
                      <a:solidFill>
                        <a:schemeClr val="bg1">
                          <a:lumMod val="50000"/>
                        </a:schemeClr>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12">
                  <a:txBody>
                    <a:bodyPr/>
                    <a:lstStyle/>
                    <a:p>
                      <a:pPr algn="ctr"/>
                      <a:r>
                        <a:rPr kumimoji="1" lang="en-US" altLang="ja-JP" sz="1200">
                          <a:solidFill>
                            <a:schemeClr val="tx1"/>
                          </a:solidFill>
                          <a:latin typeface="Meiryo UI" pitchFamily="50" charset="-128"/>
                          <a:ea typeface="Meiryo UI" pitchFamily="50" charset="-128"/>
                          <a:cs typeface="Meiryo UI" pitchFamily="50" charset="-128"/>
                        </a:rPr>
                        <a:t>2025</a:t>
                      </a:r>
                      <a:endParaRPr kumimoji="1" lang="ja-JP" altLang="en-US" sz="1200">
                        <a:solidFill>
                          <a:schemeClr val="tx1"/>
                        </a:solidFill>
                        <a:latin typeface="Meiryo UI" pitchFamily="50" charset="-128"/>
                        <a:ea typeface="Meiryo UI" pitchFamily="50" charset="-128"/>
                        <a:cs typeface="Meiryo UI" pitchFamily="50" charset="-128"/>
                      </a:endParaRPr>
                    </a:p>
                  </a:txBody>
                  <a:tcPr marL="0" marR="0" marT="0" marB="0" anchor="ctr">
                    <a:lnL w="28575"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hMerge="1">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hMerge="1">
                  <a:txBody>
                    <a:bodyPr/>
                    <a:lstStyle/>
                    <a:p>
                      <a:pPr algn="ctr"/>
                      <a:endParaRPr kumimoji="1" lang="ja-JP" altLang="en-US" sz="1200">
                        <a:solidFill>
                          <a:schemeClr val="tx1"/>
                        </a:solidFill>
                        <a:latin typeface="Tahoma" pitchFamily="34" charset="0"/>
                        <a:ea typeface="HGPｺﾞｼｯｸE" pitchFamily="50" charset="-128"/>
                        <a:cs typeface="Tahoma" pitchFamily="34" charset="0"/>
                      </a:endParaRPr>
                    </a:p>
                  </a:txBody>
                  <a:tcPr marL="0" marR="0" marT="0" marB="0" anchor="ctr">
                    <a:lnL w="952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hMerge="1">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hMerge="1">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hMerge="1">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hMerge="1">
                  <a:txBody>
                    <a:bodyPr/>
                    <a:lstStyle/>
                    <a:p>
                      <a:pPr algn="ctr"/>
                      <a:endParaRPr kumimoji="1" lang="ja-JP" altLang="en-US" sz="1200">
                        <a:solidFill>
                          <a:schemeClr val="tx1"/>
                        </a:solidFill>
                        <a:latin typeface="Meiryo UI" pitchFamily="50" charset="-128"/>
                        <a:ea typeface="Meiryo UI" pitchFamily="50" charset="-128"/>
                        <a:cs typeface="Meiryo UI" pitchFamily="50" charset="-128"/>
                      </a:endParaRPr>
                    </a:p>
                  </a:txBody>
                  <a:tcPr marL="0" marR="0" marT="0" marB="0" anchor="ctr">
                    <a:lnL w="3175"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hMerge="1">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hMerge="1">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hMerge="1">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hMerge="1">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952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hMerge="1">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gridSpan="12">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200">
                          <a:solidFill>
                            <a:schemeClr val="tx1"/>
                          </a:solidFill>
                          <a:latin typeface="Meiryo UI" pitchFamily="50" charset="-128"/>
                          <a:ea typeface="Meiryo UI" pitchFamily="50" charset="-128"/>
                          <a:cs typeface="Meiryo UI" pitchFamily="50" charset="-128"/>
                        </a:rPr>
                        <a:t>2026</a:t>
                      </a:r>
                      <a:endParaRPr kumimoji="1" lang="ja-JP" altLang="en-US" sz="1200">
                        <a:solidFill>
                          <a:schemeClr val="tx1"/>
                        </a:solidFill>
                        <a:latin typeface="Meiryo UI" pitchFamily="50" charset="-128"/>
                        <a:ea typeface="Meiryo UI" pitchFamily="50" charset="-128"/>
                        <a:cs typeface="Meiryo UI" pitchFamily="50" charset="-128"/>
                      </a:endParaRPr>
                    </a:p>
                  </a:txBody>
                  <a:tcPr marL="0" marR="0" marT="0"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hMerge="1">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hMerge="1">
                  <a:txBody>
                    <a:bodyPr/>
                    <a:lstStyle/>
                    <a:p>
                      <a:pPr algn="ctr"/>
                      <a:endParaRPr kumimoji="1" lang="ja-JP" altLang="en-US" sz="12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hMerge="1">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hMerge="1">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kumimoji="1" lang="ja-JP" altLang="en-US" sz="1200">
                        <a:solidFill>
                          <a:schemeClr val="tx1"/>
                        </a:solidFill>
                        <a:latin typeface="Meiryo UI" pitchFamily="50" charset="-128"/>
                        <a:ea typeface="Meiryo UI" pitchFamily="50" charset="-128"/>
                        <a:cs typeface="Meiryo UI" pitchFamily="50" charset="-128"/>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kumimoji="1" lang="ja-JP" altLang="en-US" sz="1200">
                        <a:solidFill>
                          <a:schemeClr val="tx1"/>
                        </a:solidFill>
                        <a:latin typeface="Meiryo UI" pitchFamily="50" charset="-128"/>
                        <a:ea typeface="Meiryo UI" pitchFamily="50" charset="-128"/>
                        <a:cs typeface="Meiryo UI" pitchFamily="50" charset="-128"/>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kumimoji="1" lang="ja-JP" altLang="en-US" sz="1200">
                        <a:solidFill>
                          <a:schemeClr val="tx1"/>
                        </a:solidFill>
                        <a:latin typeface="Meiryo UI" pitchFamily="50" charset="-128"/>
                        <a:ea typeface="Meiryo UI" pitchFamily="50" charset="-128"/>
                        <a:cs typeface="Meiryo UI" pitchFamily="50" charset="-128"/>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kumimoji="1" lang="ja-JP" altLang="en-US" sz="1200">
                        <a:solidFill>
                          <a:schemeClr val="tx1"/>
                        </a:solidFill>
                        <a:latin typeface="Meiryo UI" pitchFamily="50" charset="-128"/>
                        <a:ea typeface="Meiryo UI" pitchFamily="50" charset="-128"/>
                        <a:cs typeface="Meiryo UI" pitchFamily="50" charset="-128"/>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kumimoji="1" lang="ja-JP" altLang="en-US" sz="1200">
                        <a:solidFill>
                          <a:schemeClr val="tx1"/>
                        </a:solidFill>
                        <a:latin typeface="Meiryo UI" pitchFamily="50" charset="-128"/>
                        <a:ea typeface="Meiryo UI" pitchFamily="50" charset="-128"/>
                        <a:cs typeface="Meiryo UI" pitchFamily="50" charset="-128"/>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kumimoji="1" lang="ja-JP" altLang="en-US" sz="1200">
                        <a:solidFill>
                          <a:schemeClr val="tx1"/>
                        </a:solidFill>
                        <a:latin typeface="Meiryo UI" pitchFamily="50" charset="-128"/>
                        <a:ea typeface="Meiryo UI" pitchFamily="50" charset="-128"/>
                        <a:cs typeface="Meiryo UI" pitchFamily="50" charset="-128"/>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12">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200">
                          <a:solidFill>
                            <a:schemeClr val="tx1"/>
                          </a:solidFill>
                          <a:latin typeface="Meiryo UI" pitchFamily="50" charset="-128"/>
                          <a:ea typeface="Meiryo UI" pitchFamily="50" charset="-128"/>
                          <a:cs typeface="Meiryo UI" pitchFamily="50" charset="-128"/>
                        </a:rPr>
                        <a:t>2027</a:t>
                      </a:r>
                      <a:endParaRPr kumimoji="1" lang="ja-JP" altLang="en-US" sz="1200">
                        <a:solidFill>
                          <a:schemeClr val="tx1"/>
                        </a:solidFill>
                        <a:latin typeface="Meiryo UI" pitchFamily="50" charset="-128"/>
                        <a:ea typeface="Meiryo UI" pitchFamily="50" charset="-128"/>
                        <a:cs typeface="Meiryo UI" pitchFamily="50" charset="-128"/>
                      </a:endParaRPr>
                    </a:p>
                  </a:txBody>
                  <a:tcPr marL="0" marR="0" marT="0"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kumimoji="1" lang="ja-JP" altLang="en-US" sz="1200">
                        <a:solidFill>
                          <a:schemeClr val="tx1"/>
                        </a:solidFill>
                        <a:latin typeface="Meiryo UI" pitchFamily="50" charset="-128"/>
                        <a:ea typeface="Meiryo UI" pitchFamily="50" charset="-128"/>
                        <a:cs typeface="Meiryo UI" pitchFamily="50" charset="-128"/>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kumimoji="1" lang="ja-JP" altLang="en-US" sz="1200">
                        <a:solidFill>
                          <a:schemeClr val="tx1"/>
                        </a:solidFill>
                        <a:latin typeface="Meiryo UI" pitchFamily="50" charset="-128"/>
                        <a:ea typeface="Meiryo UI" pitchFamily="50" charset="-128"/>
                        <a:cs typeface="Meiryo UI" pitchFamily="50" charset="-128"/>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kumimoji="1" lang="ja-JP" altLang="en-US" sz="1200">
                        <a:solidFill>
                          <a:schemeClr val="tx1"/>
                        </a:solidFill>
                        <a:latin typeface="Meiryo UI" pitchFamily="50" charset="-128"/>
                        <a:ea typeface="Meiryo UI" pitchFamily="50" charset="-128"/>
                        <a:cs typeface="Meiryo UI" pitchFamily="50" charset="-128"/>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kumimoji="1" lang="ja-JP" altLang="en-US" sz="1200">
                        <a:solidFill>
                          <a:schemeClr val="tx1"/>
                        </a:solidFill>
                        <a:latin typeface="Meiryo UI" pitchFamily="50" charset="-128"/>
                        <a:ea typeface="Meiryo UI" pitchFamily="50" charset="-128"/>
                        <a:cs typeface="Meiryo UI" pitchFamily="50" charset="-128"/>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kumimoji="1" lang="ja-JP" altLang="en-US" sz="1200">
                        <a:solidFill>
                          <a:schemeClr val="tx1"/>
                        </a:solidFill>
                        <a:latin typeface="Meiryo UI" pitchFamily="50" charset="-128"/>
                        <a:ea typeface="Meiryo UI" pitchFamily="50" charset="-128"/>
                        <a:cs typeface="Meiryo UI" pitchFamily="50" charset="-128"/>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kumimoji="1" lang="ja-JP" altLang="en-US" sz="1200">
                        <a:solidFill>
                          <a:schemeClr val="tx1"/>
                        </a:solidFill>
                        <a:latin typeface="Meiryo UI" pitchFamily="50" charset="-128"/>
                        <a:ea typeface="Meiryo UI" pitchFamily="50" charset="-128"/>
                        <a:cs typeface="Meiryo UI" pitchFamily="50" charset="-128"/>
                      </a:endParaRPr>
                    </a:p>
                  </a:txBody>
                  <a:tcPr marL="0" marR="0" marT="0" marB="0" anchor="ctr">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kumimoji="1" lang="ja-JP" altLang="en-US" sz="1200">
                        <a:solidFill>
                          <a:schemeClr val="tx1"/>
                        </a:solidFill>
                        <a:latin typeface="Meiryo UI" pitchFamily="50" charset="-128"/>
                        <a:ea typeface="Meiryo UI" pitchFamily="50" charset="-128"/>
                        <a:cs typeface="Meiryo UI" pitchFamily="50" charset="-128"/>
                      </a:endParaRPr>
                    </a:p>
                  </a:txBody>
                  <a:tcPr marL="0" marR="0" marT="0"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kumimoji="1" lang="ja-JP" altLang="en-US" sz="1200">
                        <a:solidFill>
                          <a:schemeClr val="tx1"/>
                        </a:solidFill>
                        <a:latin typeface="Meiryo UI" pitchFamily="50" charset="-128"/>
                        <a:ea typeface="Meiryo UI" pitchFamily="50" charset="-128"/>
                        <a:cs typeface="Meiryo UI" pitchFamily="50" charset="-128"/>
                      </a:endParaRPr>
                    </a:p>
                  </a:txBody>
                  <a:tcPr marL="0" marR="0" marT="0"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kumimoji="1" lang="ja-JP" altLang="en-US" sz="1200">
                        <a:solidFill>
                          <a:schemeClr val="tx1"/>
                        </a:solidFill>
                        <a:latin typeface="Meiryo UI" pitchFamily="50" charset="-128"/>
                        <a:ea typeface="Meiryo UI" pitchFamily="50" charset="-128"/>
                        <a:cs typeface="Meiryo UI" pitchFamily="50" charset="-128"/>
                      </a:endParaRPr>
                    </a:p>
                  </a:txBody>
                  <a:tcPr marL="0" marR="0" marT="0"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kumimoji="1" lang="ja-JP" altLang="en-US" sz="1200">
                        <a:solidFill>
                          <a:schemeClr val="tx1"/>
                        </a:solidFill>
                        <a:latin typeface="Meiryo UI" pitchFamily="50" charset="-128"/>
                        <a:ea typeface="Meiryo UI" pitchFamily="50" charset="-128"/>
                        <a:cs typeface="Meiryo UI" pitchFamily="50" charset="-128"/>
                      </a:endParaRPr>
                    </a:p>
                  </a:txBody>
                  <a:tcPr marL="0" marR="0" marT="0"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kumimoji="1" lang="ja-JP" altLang="en-US" sz="1200">
                        <a:solidFill>
                          <a:schemeClr val="tx1"/>
                        </a:solidFill>
                        <a:latin typeface="Meiryo UI" pitchFamily="50" charset="-128"/>
                        <a:ea typeface="Meiryo UI" pitchFamily="50" charset="-128"/>
                        <a:cs typeface="Meiryo UI" pitchFamily="50" charset="-128"/>
                      </a:endParaRPr>
                    </a:p>
                  </a:txBody>
                  <a:tcPr marL="0" marR="0" marT="0"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gridSpan="3">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200">
                          <a:solidFill>
                            <a:schemeClr val="tx1"/>
                          </a:solidFill>
                          <a:latin typeface="Meiryo UI" pitchFamily="50" charset="-128"/>
                          <a:ea typeface="Meiryo UI" pitchFamily="50" charset="-128"/>
                          <a:cs typeface="Meiryo UI" pitchFamily="50" charset="-128"/>
                        </a:rPr>
                        <a:t>2028</a:t>
                      </a:r>
                      <a:endParaRPr kumimoji="1" lang="ja-JP" altLang="en-US" sz="1200">
                        <a:solidFill>
                          <a:schemeClr val="tx1"/>
                        </a:solidFill>
                        <a:latin typeface="Meiryo UI" pitchFamily="50" charset="-128"/>
                        <a:ea typeface="Meiryo UI" pitchFamily="50" charset="-128"/>
                        <a:cs typeface="Meiryo UI" pitchFamily="50" charset="-128"/>
                      </a:endParaRPr>
                    </a:p>
                  </a:txBody>
                  <a:tcPr marL="0" marR="0" marT="0" marB="0" anchor="ctr">
                    <a:lnL w="19050" cap="flat" cmpd="sng" algn="ctr">
                      <a:solidFill>
                        <a:schemeClr val="bg1">
                          <a:lumMod val="50000"/>
                        </a:schemeClr>
                      </a:solidFill>
                      <a:prstDash val="solid"/>
                      <a:round/>
                      <a:headEnd type="none" w="med" len="med"/>
                      <a:tailEnd type="none" w="med" len="med"/>
                    </a:lnL>
                    <a:lnR w="28575"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kumimoji="1" lang="ja-JP" altLang="en-US" sz="1200">
                        <a:solidFill>
                          <a:schemeClr val="tx1"/>
                        </a:solidFill>
                        <a:latin typeface="Meiryo UI" pitchFamily="50" charset="-128"/>
                        <a:ea typeface="Meiryo UI" pitchFamily="50" charset="-128"/>
                        <a:cs typeface="Meiryo UI" pitchFamily="50" charset="-128"/>
                      </a:endParaRPr>
                    </a:p>
                  </a:txBody>
                  <a:tcPr marL="0" marR="0" marT="0"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kumimoji="1" lang="ja-JP" altLang="en-US" sz="1200">
                        <a:solidFill>
                          <a:schemeClr val="tx1"/>
                        </a:solidFill>
                        <a:latin typeface="Meiryo UI" pitchFamily="50" charset="-128"/>
                        <a:ea typeface="Meiryo UI" pitchFamily="50" charset="-128"/>
                        <a:cs typeface="Meiryo UI" pitchFamily="50" charset="-128"/>
                      </a:endParaRPr>
                    </a:p>
                  </a:txBody>
                  <a:tcPr marL="0" marR="0" marT="0" marB="0" anchor="ctr">
                    <a:lnL w="19050" cap="flat" cmpd="sng" algn="ctr">
                      <a:solidFill>
                        <a:schemeClr val="bg1">
                          <a:lumMod val="50000"/>
                        </a:schemeClr>
                      </a:solidFill>
                      <a:prstDash val="solid"/>
                      <a:round/>
                      <a:headEnd type="none" w="med" len="med"/>
                      <a:tailEnd type="none" w="med" len="med"/>
                    </a:lnL>
                    <a:lnR w="28575"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0000"/>
                  </a:ext>
                </a:extLst>
              </a:tr>
              <a:tr h="278143">
                <a:tc vMerge="1">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a:r>
                        <a:rPr kumimoji="1" lang="en-US" altLang="ja-JP" sz="1100">
                          <a:solidFill>
                            <a:schemeClr val="tx1"/>
                          </a:solidFill>
                          <a:latin typeface="Meiryo UI" pitchFamily="50" charset="-128"/>
                          <a:ea typeface="Meiryo UI" pitchFamily="50" charset="-128"/>
                          <a:cs typeface="Meiryo UI" pitchFamily="50" charset="-128"/>
                        </a:rPr>
                        <a:t>1</a:t>
                      </a:r>
                      <a:endParaRPr kumimoji="1" lang="ja-JP" altLang="en-US" sz="1100">
                        <a:solidFill>
                          <a:schemeClr val="tx1"/>
                        </a:solidFill>
                        <a:latin typeface="Meiryo UI" pitchFamily="50" charset="-128"/>
                        <a:ea typeface="Meiryo UI" pitchFamily="50" charset="-128"/>
                        <a:cs typeface="Meiryo UI" pitchFamily="50" charset="-128"/>
                      </a:endParaRPr>
                    </a:p>
                  </a:txBody>
                  <a:tcPr marL="0" marR="0" marT="0" marB="0" anchor="ctr">
                    <a:lnL w="28575"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1100">
                          <a:solidFill>
                            <a:schemeClr val="tx1"/>
                          </a:solidFill>
                          <a:latin typeface="Meiryo UI" pitchFamily="50" charset="-128"/>
                          <a:ea typeface="Meiryo UI" pitchFamily="50" charset="-128"/>
                          <a:cs typeface="Meiryo UI" pitchFamily="50" charset="-128"/>
                        </a:rPr>
                        <a:t>2</a:t>
                      </a:r>
                      <a:endParaRPr kumimoji="1" lang="ja-JP" altLang="en-US" sz="1100">
                        <a:solidFill>
                          <a:schemeClr val="tx1"/>
                        </a:solidFill>
                        <a:latin typeface="Meiryo UI" pitchFamily="50" charset="-128"/>
                        <a:ea typeface="Meiryo UI" pitchFamily="50" charset="-128"/>
                        <a:cs typeface="Meiryo UI" pitchFamily="50" charset="-128"/>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1100">
                          <a:solidFill>
                            <a:schemeClr val="tx1"/>
                          </a:solidFill>
                          <a:latin typeface="Meiryo UI" pitchFamily="50" charset="-128"/>
                          <a:ea typeface="Meiryo UI" pitchFamily="50" charset="-128"/>
                          <a:cs typeface="Meiryo UI" pitchFamily="50" charset="-128"/>
                        </a:rPr>
                        <a:t>3</a:t>
                      </a:r>
                      <a:endParaRPr kumimoji="1" lang="ja-JP" altLang="en-US" sz="1100">
                        <a:solidFill>
                          <a:schemeClr val="tx1"/>
                        </a:solidFill>
                        <a:latin typeface="Meiryo UI" pitchFamily="50" charset="-128"/>
                        <a:ea typeface="Meiryo UI" pitchFamily="50" charset="-128"/>
                        <a:cs typeface="Meiryo UI" pitchFamily="50" charset="-128"/>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1100">
                          <a:solidFill>
                            <a:schemeClr val="tx1"/>
                          </a:solidFill>
                          <a:latin typeface="Meiryo UI" pitchFamily="50" charset="-128"/>
                          <a:ea typeface="Meiryo UI" pitchFamily="50" charset="-128"/>
                          <a:cs typeface="Meiryo UI" pitchFamily="50" charset="-128"/>
                        </a:rPr>
                        <a:t>4</a:t>
                      </a:r>
                      <a:endParaRPr kumimoji="1" lang="ja-JP" altLang="en-US" sz="1100">
                        <a:solidFill>
                          <a:schemeClr val="tx1"/>
                        </a:solidFill>
                        <a:latin typeface="Meiryo UI" pitchFamily="50" charset="-128"/>
                        <a:ea typeface="Meiryo UI" pitchFamily="50" charset="-128"/>
                        <a:cs typeface="Meiryo UI" pitchFamily="50" charset="-128"/>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1100">
                          <a:solidFill>
                            <a:schemeClr val="tx1"/>
                          </a:solidFill>
                          <a:latin typeface="Meiryo UI" pitchFamily="50" charset="-128"/>
                          <a:ea typeface="Meiryo UI" pitchFamily="50" charset="-128"/>
                          <a:cs typeface="Meiryo UI" pitchFamily="50" charset="-128"/>
                        </a:rPr>
                        <a:t>5</a:t>
                      </a:r>
                      <a:endParaRPr kumimoji="1" lang="ja-JP" altLang="en-US" sz="1100">
                        <a:solidFill>
                          <a:schemeClr val="tx1"/>
                        </a:solidFill>
                        <a:latin typeface="Meiryo UI" pitchFamily="50" charset="-128"/>
                        <a:ea typeface="Meiryo UI" pitchFamily="50" charset="-128"/>
                        <a:cs typeface="Meiryo UI" pitchFamily="50" charset="-128"/>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1100">
                          <a:solidFill>
                            <a:schemeClr val="tx1"/>
                          </a:solidFill>
                          <a:latin typeface="Meiryo UI" pitchFamily="50" charset="-128"/>
                          <a:ea typeface="Meiryo UI" pitchFamily="50" charset="-128"/>
                          <a:cs typeface="Meiryo UI" pitchFamily="50" charset="-128"/>
                        </a:rPr>
                        <a:t>6</a:t>
                      </a:r>
                      <a:endParaRPr kumimoji="1" lang="ja-JP" altLang="en-US" sz="1100">
                        <a:solidFill>
                          <a:schemeClr val="tx1"/>
                        </a:solidFill>
                        <a:latin typeface="Meiryo UI" pitchFamily="50" charset="-128"/>
                        <a:ea typeface="Meiryo UI" pitchFamily="50" charset="-128"/>
                        <a:cs typeface="Meiryo UI" pitchFamily="50" charset="-128"/>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1100">
                          <a:solidFill>
                            <a:schemeClr val="tx1"/>
                          </a:solidFill>
                          <a:latin typeface="Meiryo UI" pitchFamily="50" charset="-128"/>
                          <a:ea typeface="Meiryo UI" pitchFamily="50" charset="-128"/>
                          <a:cs typeface="Meiryo UI" pitchFamily="50" charset="-128"/>
                        </a:rPr>
                        <a:t>7</a:t>
                      </a:r>
                      <a:endParaRPr kumimoji="1" lang="ja-JP" altLang="en-US" sz="1100">
                        <a:solidFill>
                          <a:schemeClr val="tx1"/>
                        </a:solidFill>
                        <a:latin typeface="Meiryo UI" pitchFamily="50" charset="-128"/>
                        <a:ea typeface="Meiryo UI" pitchFamily="50" charset="-128"/>
                        <a:cs typeface="Meiryo UI" pitchFamily="50" charset="-128"/>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1100">
                          <a:solidFill>
                            <a:schemeClr val="tx1"/>
                          </a:solidFill>
                          <a:latin typeface="Meiryo UI" pitchFamily="50" charset="-128"/>
                          <a:ea typeface="Meiryo UI" pitchFamily="50" charset="-128"/>
                          <a:cs typeface="Meiryo UI" pitchFamily="50" charset="-128"/>
                        </a:rPr>
                        <a:t>8</a:t>
                      </a:r>
                      <a:endParaRPr kumimoji="1" lang="ja-JP" altLang="en-US" sz="1100">
                        <a:solidFill>
                          <a:schemeClr val="tx1"/>
                        </a:solidFill>
                        <a:latin typeface="Meiryo UI" pitchFamily="50" charset="-128"/>
                        <a:ea typeface="Meiryo UI" pitchFamily="50" charset="-128"/>
                        <a:cs typeface="Meiryo UI" pitchFamily="50" charset="-128"/>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1100">
                          <a:solidFill>
                            <a:schemeClr val="tx1"/>
                          </a:solidFill>
                          <a:latin typeface="Meiryo UI" pitchFamily="50" charset="-128"/>
                          <a:ea typeface="Meiryo UI" pitchFamily="50" charset="-128"/>
                          <a:cs typeface="Meiryo UI" pitchFamily="50" charset="-128"/>
                        </a:rPr>
                        <a:t>9</a:t>
                      </a:r>
                      <a:endParaRPr kumimoji="1" lang="ja-JP" altLang="en-US" sz="1100">
                        <a:solidFill>
                          <a:schemeClr val="tx1"/>
                        </a:solidFill>
                        <a:latin typeface="Meiryo UI" pitchFamily="50" charset="-128"/>
                        <a:ea typeface="Meiryo UI" pitchFamily="50" charset="-128"/>
                        <a:cs typeface="Meiryo UI" pitchFamily="50" charset="-128"/>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1100">
                          <a:solidFill>
                            <a:schemeClr val="tx1"/>
                          </a:solidFill>
                          <a:latin typeface="Meiryo UI" pitchFamily="50" charset="-128"/>
                          <a:ea typeface="Meiryo UI" pitchFamily="50" charset="-128"/>
                          <a:cs typeface="Meiryo UI" pitchFamily="50" charset="-128"/>
                        </a:rPr>
                        <a:t>10</a:t>
                      </a:r>
                      <a:endParaRPr kumimoji="1" lang="ja-JP" altLang="en-US" sz="1100">
                        <a:solidFill>
                          <a:schemeClr val="tx1"/>
                        </a:solidFill>
                        <a:latin typeface="Meiryo UI" pitchFamily="50" charset="-128"/>
                        <a:ea typeface="Meiryo UI" pitchFamily="50" charset="-128"/>
                        <a:cs typeface="Meiryo UI" pitchFamily="50" charset="-128"/>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1100">
                          <a:solidFill>
                            <a:schemeClr val="tx1"/>
                          </a:solidFill>
                          <a:latin typeface="Meiryo UI" pitchFamily="50" charset="-128"/>
                          <a:ea typeface="Meiryo UI" pitchFamily="50" charset="-128"/>
                          <a:cs typeface="Meiryo UI" pitchFamily="50" charset="-128"/>
                        </a:rPr>
                        <a:t>11</a:t>
                      </a:r>
                      <a:endParaRPr kumimoji="1" lang="ja-JP" altLang="en-US" sz="1100">
                        <a:solidFill>
                          <a:schemeClr val="tx1"/>
                        </a:solidFill>
                        <a:latin typeface="Meiryo UI" pitchFamily="50" charset="-128"/>
                        <a:ea typeface="Meiryo UI" pitchFamily="50" charset="-128"/>
                        <a:cs typeface="Meiryo UI" pitchFamily="50" charset="-128"/>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1100">
                          <a:solidFill>
                            <a:schemeClr val="tx1"/>
                          </a:solidFill>
                          <a:latin typeface="Meiryo UI" pitchFamily="50" charset="-128"/>
                          <a:ea typeface="Meiryo UI" pitchFamily="50" charset="-128"/>
                          <a:cs typeface="Meiryo UI" pitchFamily="50" charset="-128"/>
                        </a:rPr>
                        <a:t>12</a:t>
                      </a:r>
                      <a:endParaRPr kumimoji="1" lang="ja-JP" altLang="en-US" sz="1100">
                        <a:solidFill>
                          <a:schemeClr val="tx1"/>
                        </a:solidFill>
                        <a:latin typeface="Meiryo UI" pitchFamily="50" charset="-128"/>
                        <a:ea typeface="Meiryo UI" pitchFamily="50" charset="-128"/>
                        <a:cs typeface="Meiryo UI" pitchFamily="50" charset="-128"/>
                      </a:endParaRPr>
                    </a:p>
                  </a:txBody>
                  <a:tcPr marL="0" marR="0" marT="0" marB="0" anchor="ctr">
                    <a:lnL w="1270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1100">
                          <a:solidFill>
                            <a:schemeClr val="tx1"/>
                          </a:solidFill>
                          <a:latin typeface="Meiryo UI" pitchFamily="50" charset="-128"/>
                          <a:ea typeface="Meiryo UI" pitchFamily="50" charset="-128"/>
                          <a:cs typeface="Meiryo UI" pitchFamily="50" charset="-128"/>
                        </a:rPr>
                        <a:t>1</a:t>
                      </a:r>
                      <a:endParaRPr kumimoji="1" lang="ja-JP" altLang="en-US" sz="1100">
                        <a:solidFill>
                          <a:schemeClr val="tx1"/>
                        </a:solidFill>
                        <a:latin typeface="Meiryo UI" pitchFamily="50" charset="-128"/>
                        <a:ea typeface="Meiryo UI" pitchFamily="50" charset="-128"/>
                        <a:cs typeface="Meiryo UI" pitchFamily="50" charset="-128"/>
                      </a:endParaRPr>
                    </a:p>
                  </a:txBody>
                  <a:tcPr marL="0" marR="0" marT="0" marB="0" anchor="ctr">
                    <a:lnL w="1905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1100">
                          <a:solidFill>
                            <a:schemeClr val="tx1"/>
                          </a:solidFill>
                          <a:latin typeface="Meiryo UI" pitchFamily="50" charset="-128"/>
                          <a:ea typeface="Meiryo UI" pitchFamily="50" charset="-128"/>
                          <a:cs typeface="Meiryo UI" pitchFamily="50" charset="-128"/>
                        </a:rPr>
                        <a:t>2</a:t>
                      </a:r>
                      <a:endParaRPr kumimoji="1" lang="ja-JP" altLang="en-US" sz="1100">
                        <a:solidFill>
                          <a:schemeClr val="tx1"/>
                        </a:solidFill>
                        <a:latin typeface="Meiryo UI" pitchFamily="50" charset="-128"/>
                        <a:ea typeface="Meiryo UI" pitchFamily="50" charset="-128"/>
                        <a:cs typeface="Meiryo UI" pitchFamily="50" charset="-128"/>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1100">
                          <a:solidFill>
                            <a:schemeClr val="tx1"/>
                          </a:solidFill>
                          <a:latin typeface="Meiryo UI" pitchFamily="50" charset="-128"/>
                          <a:ea typeface="Meiryo UI" pitchFamily="50" charset="-128"/>
                          <a:cs typeface="Meiryo UI" pitchFamily="50" charset="-128"/>
                        </a:rPr>
                        <a:t>3</a:t>
                      </a:r>
                      <a:endParaRPr kumimoji="1" lang="ja-JP" altLang="en-US" sz="1100">
                        <a:solidFill>
                          <a:schemeClr val="tx1"/>
                        </a:solidFill>
                        <a:latin typeface="Meiryo UI" pitchFamily="50" charset="-128"/>
                        <a:ea typeface="Meiryo UI" pitchFamily="50" charset="-128"/>
                        <a:cs typeface="Meiryo UI" pitchFamily="50" charset="-128"/>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1100">
                          <a:solidFill>
                            <a:schemeClr val="tx1"/>
                          </a:solidFill>
                          <a:latin typeface="Meiryo UI" pitchFamily="50" charset="-128"/>
                          <a:ea typeface="Meiryo UI" pitchFamily="50" charset="-128"/>
                          <a:cs typeface="Meiryo UI" pitchFamily="50" charset="-128"/>
                        </a:rPr>
                        <a:t>4</a:t>
                      </a:r>
                      <a:endParaRPr kumimoji="1" lang="ja-JP" altLang="en-US" sz="1100">
                        <a:solidFill>
                          <a:schemeClr val="tx1"/>
                        </a:solidFill>
                        <a:latin typeface="Meiryo UI" pitchFamily="50" charset="-128"/>
                        <a:ea typeface="Meiryo UI" pitchFamily="50" charset="-128"/>
                        <a:cs typeface="Meiryo UI" pitchFamily="50" charset="-128"/>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1100">
                          <a:solidFill>
                            <a:schemeClr val="tx1"/>
                          </a:solidFill>
                          <a:latin typeface="Meiryo UI" pitchFamily="50" charset="-128"/>
                          <a:ea typeface="Meiryo UI" pitchFamily="50" charset="-128"/>
                          <a:cs typeface="Meiryo UI" pitchFamily="50" charset="-128"/>
                        </a:rPr>
                        <a:t>5</a:t>
                      </a:r>
                      <a:endParaRPr kumimoji="1" lang="ja-JP" altLang="en-US" sz="1100">
                        <a:solidFill>
                          <a:schemeClr val="tx1"/>
                        </a:solidFill>
                        <a:latin typeface="Meiryo UI" pitchFamily="50" charset="-128"/>
                        <a:ea typeface="Meiryo UI" pitchFamily="50" charset="-128"/>
                        <a:cs typeface="Meiryo UI" pitchFamily="50" charset="-128"/>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1100">
                          <a:solidFill>
                            <a:schemeClr val="tx1"/>
                          </a:solidFill>
                          <a:latin typeface="Meiryo UI" pitchFamily="50" charset="-128"/>
                          <a:ea typeface="Meiryo UI" pitchFamily="50" charset="-128"/>
                          <a:cs typeface="Meiryo UI" pitchFamily="50" charset="-128"/>
                        </a:rPr>
                        <a:t>6</a:t>
                      </a:r>
                      <a:endParaRPr kumimoji="1" lang="ja-JP" altLang="en-US" sz="1100">
                        <a:solidFill>
                          <a:schemeClr val="tx1"/>
                        </a:solidFill>
                        <a:latin typeface="Meiryo UI" pitchFamily="50" charset="-128"/>
                        <a:ea typeface="Meiryo UI" pitchFamily="50" charset="-128"/>
                        <a:cs typeface="Meiryo UI" pitchFamily="50" charset="-128"/>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1100">
                          <a:solidFill>
                            <a:schemeClr val="tx1"/>
                          </a:solidFill>
                          <a:latin typeface="Meiryo UI" pitchFamily="50" charset="-128"/>
                          <a:ea typeface="Meiryo UI" pitchFamily="50" charset="-128"/>
                          <a:cs typeface="Meiryo UI" pitchFamily="50" charset="-128"/>
                        </a:rPr>
                        <a:t>7</a:t>
                      </a:r>
                      <a:endParaRPr kumimoji="1" lang="ja-JP" altLang="en-US" sz="1100">
                        <a:solidFill>
                          <a:schemeClr val="tx1"/>
                        </a:solidFill>
                        <a:latin typeface="Meiryo UI" pitchFamily="50" charset="-128"/>
                        <a:ea typeface="Meiryo UI" pitchFamily="50" charset="-128"/>
                        <a:cs typeface="Meiryo UI" pitchFamily="50" charset="-128"/>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1100">
                          <a:solidFill>
                            <a:schemeClr val="tx1"/>
                          </a:solidFill>
                          <a:latin typeface="Meiryo UI" pitchFamily="50" charset="-128"/>
                          <a:ea typeface="Meiryo UI" pitchFamily="50" charset="-128"/>
                          <a:cs typeface="Meiryo UI" pitchFamily="50" charset="-128"/>
                        </a:rPr>
                        <a:t>8</a:t>
                      </a:r>
                      <a:endParaRPr kumimoji="1" lang="ja-JP" altLang="en-US" sz="1100">
                        <a:solidFill>
                          <a:schemeClr val="tx1"/>
                        </a:solidFill>
                        <a:latin typeface="Meiryo UI" pitchFamily="50" charset="-128"/>
                        <a:ea typeface="Meiryo UI" pitchFamily="50" charset="-128"/>
                        <a:cs typeface="Meiryo UI" pitchFamily="50" charset="-128"/>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1100">
                          <a:solidFill>
                            <a:schemeClr val="tx1"/>
                          </a:solidFill>
                          <a:latin typeface="Meiryo UI" pitchFamily="50" charset="-128"/>
                          <a:ea typeface="Meiryo UI" pitchFamily="50" charset="-128"/>
                          <a:cs typeface="Meiryo UI" pitchFamily="50" charset="-128"/>
                        </a:rPr>
                        <a:t>9</a:t>
                      </a:r>
                      <a:endParaRPr kumimoji="1" lang="ja-JP" altLang="en-US" sz="1100">
                        <a:solidFill>
                          <a:schemeClr val="tx1"/>
                        </a:solidFill>
                        <a:latin typeface="Meiryo UI" pitchFamily="50" charset="-128"/>
                        <a:ea typeface="Meiryo UI" pitchFamily="50" charset="-128"/>
                        <a:cs typeface="Meiryo UI" pitchFamily="50" charset="-128"/>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1100">
                          <a:solidFill>
                            <a:schemeClr val="tx1"/>
                          </a:solidFill>
                          <a:latin typeface="Meiryo UI" pitchFamily="50" charset="-128"/>
                          <a:ea typeface="Meiryo UI" pitchFamily="50" charset="-128"/>
                          <a:cs typeface="Meiryo UI" pitchFamily="50" charset="-128"/>
                        </a:rPr>
                        <a:t>10</a:t>
                      </a:r>
                      <a:endParaRPr kumimoji="1" lang="ja-JP" altLang="en-US" sz="1100">
                        <a:solidFill>
                          <a:schemeClr val="tx1"/>
                        </a:solidFill>
                        <a:latin typeface="Meiryo UI" pitchFamily="50" charset="-128"/>
                        <a:ea typeface="Meiryo UI" pitchFamily="50" charset="-128"/>
                        <a:cs typeface="Meiryo UI" pitchFamily="50" charset="-128"/>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1100">
                          <a:solidFill>
                            <a:schemeClr val="tx1"/>
                          </a:solidFill>
                          <a:latin typeface="Meiryo UI" pitchFamily="50" charset="-128"/>
                          <a:ea typeface="Meiryo UI" pitchFamily="50" charset="-128"/>
                          <a:cs typeface="Meiryo UI" pitchFamily="50" charset="-128"/>
                        </a:rPr>
                        <a:t>11</a:t>
                      </a:r>
                      <a:endParaRPr kumimoji="1" lang="ja-JP" altLang="en-US" sz="1100">
                        <a:solidFill>
                          <a:schemeClr val="tx1"/>
                        </a:solidFill>
                        <a:latin typeface="Meiryo UI" pitchFamily="50" charset="-128"/>
                        <a:ea typeface="Meiryo UI" pitchFamily="50" charset="-128"/>
                        <a:cs typeface="Meiryo UI" pitchFamily="50" charset="-128"/>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1100">
                          <a:solidFill>
                            <a:schemeClr val="tx1"/>
                          </a:solidFill>
                          <a:latin typeface="Meiryo UI" pitchFamily="50" charset="-128"/>
                          <a:ea typeface="Meiryo UI" pitchFamily="50" charset="-128"/>
                          <a:cs typeface="Meiryo UI" pitchFamily="50" charset="-128"/>
                        </a:rPr>
                        <a:t>12</a:t>
                      </a:r>
                      <a:endParaRPr kumimoji="1" lang="ja-JP" altLang="en-US" sz="1100">
                        <a:solidFill>
                          <a:schemeClr val="tx1"/>
                        </a:solidFill>
                        <a:latin typeface="Meiryo UI" pitchFamily="50" charset="-128"/>
                        <a:ea typeface="Meiryo UI" pitchFamily="50" charset="-128"/>
                        <a:cs typeface="Meiryo UI" pitchFamily="50" charset="-128"/>
                      </a:endParaRPr>
                    </a:p>
                  </a:txBody>
                  <a:tcPr marL="0" marR="0" marT="0" marB="0" anchor="ctr">
                    <a:lnL w="1270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1100">
                          <a:solidFill>
                            <a:schemeClr val="tx1"/>
                          </a:solidFill>
                          <a:latin typeface="Meiryo UI" pitchFamily="50" charset="-128"/>
                          <a:ea typeface="Meiryo UI" pitchFamily="50" charset="-128"/>
                          <a:cs typeface="Meiryo UI" pitchFamily="50" charset="-128"/>
                        </a:rPr>
                        <a:t>1</a:t>
                      </a:r>
                      <a:endParaRPr kumimoji="1" lang="ja-JP" altLang="en-US" sz="1100">
                        <a:solidFill>
                          <a:schemeClr val="tx1"/>
                        </a:solidFill>
                        <a:latin typeface="Meiryo UI" pitchFamily="50" charset="-128"/>
                        <a:ea typeface="Meiryo UI" pitchFamily="50" charset="-128"/>
                        <a:cs typeface="Meiryo UI" pitchFamily="50" charset="-128"/>
                      </a:endParaRPr>
                    </a:p>
                  </a:txBody>
                  <a:tcPr marL="0" marR="0" marT="0" marB="0" anchor="ctr">
                    <a:lnL w="1905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1100">
                          <a:solidFill>
                            <a:schemeClr val="tx1"/>
                          </a:solidFill>
                          <a:latin typeface="Meiryo UI" pitchFamily="50" charset="-128"/>
                          <a:ea typeface="Meiryo UI" pitchFamily="50" charset="-128"/>
                          <a:cs typeface="Meiryo UI" pitchFamily="50" charset="-128"/>
                        </a:rPr>
                        <a:t>2</a:t>
                      </a:r>
                      <a:endParaRPr kumimoji="1" lang="ja-JP" altLang="en-US" sz="1100">
                        <a:solidFill>
                          <a:schemeClr val="tx1"/>
                        </a:solidFill>
                        <a:latin typeface="Meiryo UI" pitchFamily="50" charset="-128"/>
                        <a:ea typeface="Meiryo UI" pitchFamily="50" charset="-128"/>
                        <a:cs typeface="Meiryo UI" pitchFamily="50" charset="-128"/>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1100">
                          <a:solidFill>
                            <a:schemeClr val="tx1"/>
                          </a:solidFill>
                          <a:latin typeface="Meiryo UI" pitchFamily="50" charset="-128"/>
                          <a:ea typeface="Meiryo UI" pitchFamily="50" charset="-128"/>
                          <a:cs typeface="Meiryo UI" pitchFamily="50" charset="-128"/>
                        </a:rPr>
                        <a:t>3</a:t>
                      </a:r>
                      <a:endParaRPr kumimoji="1" lang="ja-JP" altLang="en-US" sz="1100">
                        <a:solidFill>
                          <a:schemeClr val="tx1"/>
                        </a:solidFill>
                        <a:latin typeface="Meiryo UI" pitchFamily="50" charset="-128"/>
                        <a:ea typeface="Meiryo UI" pitchFamily="50" charset="-128"/>
                        <a:cs typeface="Meiryo UI" pitchFamily="50" charset="-128"/>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1100">
                          <a:solidFill>
                            <a:schemeClr val="tx1"/>
                          </a:solidFill>
                          <a:latin typeface="Meiryo UI" pitchFamily="50" charset="-128"/>
                          <a:ea typeface="Meiryo UI" pitchFamily="50" charset="-128"/>
                          <a:cs typeface="Meiryo UI" pitchFamily="50" charset="-128"/>
                        </a:rPr>
                        <a:t>4</a:t>
                      </a:r>
                      <a:endParaRPr kumimoji="1" lang="ja-JP" altLang="en-US" sz="1100">
                        <a:solidFill>
                          <a:schemeClr val="tx1"/>
                        </a:solidFill>
                        <a:latin typeface="Meiryo UI" pitchFamily="50" charset="-128"/>
                        <a:ea typeface="Meiryo UI" pitchFamily="50" charset="-128"/>
                        <a:cs typeface="Meiryo UI" pitchFamily="50" charset="-128"/>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1100">
                          <a:solidFill>
                            <a:schemeClr val="tx1"/>
                          </a:solidFill>
                          <a:latin typeface="Meiryo UI" pitchFamily="50" charset="-128"/>
                          <a:ea typeface="Meiryo UI" pitchFamily="50" charset="-128"/>
                          <a:cs typeface="Meiryo UI" pitchFamily="50" charset="-128"/>
                        </a:rPr>
                        <a:t>5</a:t>
                      </a:r>
                      <a:endParaRPr kumimoji="1" lang="ja-JP" altLang="en-US" sz="1100">
                        <a:solidFill>
                          <a:schemeClr val="tx1"/>
                        </a:solidFill>
                        <a:latin typeface="Meiryo UI" pitchFamily="50" charset="-128"/>
                        <a:ea typeface="Meiryo UI" pitchFamily="50" charset="-128"/>
                        <a:cs typeface="Meiryo UI" pitchFamily="50" charset="-128"/>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1100">
                          <a:solidFill>
                            <a:schemeClr val="tx1"/>
                          </a:solidFill>
                          <a:latin typeface="Meiryo UI" pitchFamily="50" charset="-128"/>
                          <a:ea typeface="Meiryo UI" pitchFamily="50" charset="-128"/>
                          <a:cs typeface="Meiryo UI" pitchFamily="50" charset="-128"/>
                        </a:rPr>
                        <a:t>6</a:t>
                      </a:r>
                      <a:endParaRPr kumimoji="1" lang="ja-JP" altLang="en-US" sz="1100">
                        <a:solidFill>
                          <a:schemeClr val="tx1"/>
                        </a:solidFill>
                        <a:latin typeface="Meiryo UI" pitchFamily="50" charset="-128"/>
                        <a:ea typeface="Meiryo UI" pitchFamily="50" charset="-128"/>
                        <a:cs typeface="Meiryo UI" pitchFamily="50" charset="-128"/>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1100">
                          <a:solidFill>
                            <a:schemeClr val="tx1"/>
                          </a:solidFill>
                          <a:latin typeface="Meiryo UI" pitchFamily="50" charset="-128"/>
                          <a:ea typeface="Meiryo UI" pitchFamily="50" charset="-128"/>
                          <a:cs typeface="Meiryo UI" pitchFamily="50" charset="-128"/>
                        </a:rPr>
                        <a:t>7</a:t>
                      </a:r>
                      <a:endParaRPr kumimoji="1" lang="ja-JP" altLang="en-US" sz="1100">
                        <a:solidFill>
                          <a:schemeClr val="tx1"/>
                        </a:solidFill>
                        <a:latin typeface="Meiryo UI" pitchFamily="50" charset="-128"/>
                        <a:ea typeface="Meiryo UI" pitchFamily="50" charset="-128"/>
                        <a:cs typeface="Meiryo UI" pitchFamily="50" charset="-128"/>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1100">
                          <a:solidFill>
                            <a:schemeClr val="tx1"/>
                          </a:solidFill>
                          <a:latin typeface="Meiryo UI" pitchFamily="50" charset="-128"/>
                          <a:ea typeface="Meiryo UI" pitchFamily="50" charset="-128"/>
                          <a:cs typeface="Meiryo UI" pitchFamily="50" charset="-128"/>
                        </a:rPr>
                        <a:t>8</a:t>
                      </a:r>
                      <a:endParaRPr kumimoji="1" lang="ja-JP" altLang="en-US" sz="1100">
                        <a:solidFill>
                          <a:schemeClr val="tx1"/>
                        </a:solidFill>
                        <a:latin typeface="Meiryo UI" pitchFamily="50" charset="-128"/>
                        <a:ea typeface="Meiryo UI" pitchFamily="50" charset="-128"/>
                        <a:cs typeface="Meiryo UI" pitchFamily="50" charset="-128"/>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1100">
                          <a:solidFill>
                            <a:schemeClr val="tx1"/>
                          </a:solidFill>
                          <a:latin typeface="Meiryo UI" pitchFamily="50" charset="-128"/>
                          <a:ea typeface="Meiryo UI" pitchFamily="50" charset="-128"/>
                          <a:cs typeface="Meiryo UI" pitchFamily="50" charset="-128"/>
                        </a:rPr>
                        <a:t>9</a:t>
                      </a:r>
                      <a:endParaRPr kumimoji="1" lang="ja-JP" altLang="en-US" sz="1100">
                        <a:solidFill>
                          <a:schemeClr val="tx1"/>
                        </a:solidFill>
                        <a:latin typeface="Meiryo UI" pitchFamily="50" charset="-128"/>
                        <a:ea typeface="Meiryo UI" pitchFamily="50" charset="-128"/>
                        <a:cs typeface="Meiryo UI" pitchFamily="50" charset="-128"/>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1100">
                          <a:solidFill>
                            <a:schemeClr val="tx1"/>
                          </a:solidFill>
                          <a:latin typeface="Meiryo UI" pitchFamily="50" charset="-128"/>
                          <a:ea typeface="Meiryo UI" pitchFamily="50" charset="-128"/>
                          <a:cs typeface="Meiryo UI" pitchFamily="50" charset="-128"/>
                        </a:rPr>
                        <a:t>10</a:t>
                      </a:r>
                      <a:endParaRPr kumimoji="1" lang="ja-JP" altLang="en-US" sz="1100">
                        <a:solidFill>
                          <a:schemeClr val="tx1"/>
                        </a:solidFill>
                        <a:latin typeface="Meiryo UI" pitchFamily="50" charset="-128"/>
                        <a:ea typeface="Meiryo UI" pitchFamily="50" charset="-128"/>
                        <a:cs typeface="Meiryo UI" pitchFamily="50" charset="-128"/>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1100">
                          <a:solidFill>
                            <a:schemeClr val="tx1"/>
                          </a:solidFill>
                          <a:latin typeface="Meiryo UI" pitchFamily="50" charset="-128"/>
                          <a:ea typeface="Meiryo UI" pitchFamily="50" charset="-128"/>
                          <a:cs typeface="Meiryo UI" pitchFamily="50" charset="-128"/>
                        </a:rPr>
                        <a:t>11</a:t>
                      </a:r>
                      <a:endParaRPr kumimoji="1" lang="ja-JP" altLang="en-US" sz="1100">
                        <a:solidFill>
                          <a:schemeClr val="tx1"/>
                        </a:solidFill>
                        <a:latin typeface="Meiryo UI" pitchFamily="50" charset="-128"/>
                        <a:ea typeface="Meiryo UI" pitchFamily="50" charset="-128"/>
                        <a:cs typeface="Meiryo UI" pitchFamily="50" charset="-128"/>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1100">
                          <a:solidFill>
                            <a:schemeClr val="tx1"/>
                          </a:solidFill>
                          <a:latin typeface="Meiryo UI" pitchFamily="50" charset="-128"/>
                          <a:ea typeface="Meiryo UI" pitchFamily="50" charset="-128"/>
                          <a:cs typeface="Meiryo UI" pitchFamily="50" charset="-128"/>
                        </a:rPr>
                        <a:t>12</a:t>
                      </a:r>
                      <a:endParaRPr kumimoji="1" lang="ja-JP" altLang="en-US" sz="1100">
                        <a:solidFill>
                          <a:schemeClr val="tx1"/>
                        </a:solidFill>
                        <a:latin typeface="Meiryo UI" pitchFamily="50" charset="-128"/>
                        <a:ea typeface="Meiryo UI" pitchFamily="50" charset="-128"/>
                        <a:cs typeface="Meiryo UI" pitchFamily="50" charset="-128"/>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1100">
                          <a:solidFill>
                            <a:schemeClr val="tx1"/>
                          </a:solidFill>
                          <a:latin typeface="Meiryo UI" pitchFamily="50" charset="-128"/>
                          <a:ea typeface="Meiryo UI" pitchFamily="50" charset="-128"/>
                          <a:cs typeface="Meiryo UI" pitchFamily="50" charset="-128"/>
                        </a:rPr>
                        <a:t>1</a:t>
                      </a:r>
                      <a:endParaRPr kumimoji="1" lang="ja-JP" altLang="en-US" sz="1100">
                        <a:solidFill>
                          <a:schemeClr val="tx1"/>
                        </a:solidFill>
                        <a:latin typeface="Meiryo UI" pitchFamily="50" charset="-128"/>
                        <a:ea typeface="Meiryo UI" pitchFamily="50" charset="-128"/>
                        <a:cs typeface="Meiryo UI" pitchFamily="50" charset="-128"/>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1100">
                          <a:solidFill>
                            <a:schemeClr val="tx1"/>
                          </a:solidFill>
                          <a:latin typeface="Meiryo UI" pitchFamily="50" charset="-128"/>
                          <a:ea typeface="Meiryo UI" pitchFamily="50" charset="-128"/>
                          <a:cs typeface="Meiryo UI" pitchFamily="50" charset="-128"/>
                        </a:rPr>
                        <a:t>2</a:t>
                      </a:r>
                      <a:endParaRPr kumimoji="1" lang="ja-JP" altLang="en-US" sz="1100">
                        <a:solidFill>
                          <a:schemeClr val="tx1"/>
                        </a:solidFill>
                        <a:latin typeface="Meiryo UI" pitchFamily="50" charset="-128"/>
                        <a:ea typeface="Meiryo UI" pitchFamily="50" charset="-128"/>
                        <a:cs typeface="Meiryo UI" pitchFamily="50" charset="-128"/>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1100">
                          <a:solidFill>
                            <a:schemeClr val="tx1"/>
                          </a:solidFill>
                          <a:latin typeface="Meiryo UI" pitchFamily="50" charset="-128"/>
                          <a:ea typeface="Meiryo UI" pitchFamily="50" charset="-128"/>
                          <a:cs typeface="Meiryo UI" pitchFamily="50" charset="-128"/>
                        </a:rPr>
                        <a:t>3</a:t>
                      </a:r>
                      <a:endParaRPr kumimoji="1" lang="ja-JP" altLang="en-US" sz="1100">
                        <a:solidFill>
                          <a:schemeClr val="tx1"/>
                        </a:solidFill>
                        <a:latin typeface="Meiryo UI" pitchFamily="50" charset="-128"/>
                        <a:ea typeface="Meiryo UI" pitchFamily="50" charset="-128"/>
                        <a:cs typeface="Meiryo UI" pitchFamily="50" charset="-128"/>
                      </a:endParaRPr>
                    </a:p>
                  </a:txBody>
                  <a:tcPr marL="0" marR="0" marT="0" marB="0" anchor="ctr">
                    <a:lnL w="12700" cap="flat" cmpd="sng" algn="ctr">
                      <a:solidFill>
                        <a:schemeClr val="bg1">
                          <a:lumMod val="50000"/>
                        </a:schemeClr>
                      </a:solidFill>
                      <a:prstDash val="solid"/>
                      <a:round/>
                      <a:headEnd type="none" w="med" len="med"/>
                      <a:tailEnd type="none" w="med" len="med"/>
                    </a:lnL>
                    <a:lnR w="28575"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0001"/>
                  </a:ext>
                </a:extLst>
              </a:tr>
              <a:tr h="4073150">
                <a:tc>
                  <a:txBody>
                    <a:bodyPr/>
                    <a:lstStyle/>
                    <a:p>
                      <a:pPr algn="ctr"/>
                      <a:endParaRPr kumimoji="1" lang="en-US" altLang="ja-JP" sz="1200" dirty="0">
                        <a:solidFill>
                          <a:schemeClr val="tx1"/>
                        </a:solidFill>
                        <a:latin typeface="Meiryo UI" panose="020B0604030504040204" pitchFamily="50" charset="-128"/>
                        <a:ea typeface="HGPｺﾞｼｯｸE" pitchFamily="50" charset="-128"/>
                        <a:cs typeface="Arial" panose="020B0604020202020204" pitchFamily="34" charset="0"/>
                      </a:endParaRPr>
                    </a:p>
                    <a:p>
                      <a:pPr algn="ctr"/>
                      <a:r>
                        <a:rPr kumimoji="1" lang="en-US" altLang="ja-JP" sz="1200" dirty="0">
                          <a:solidFill>
                            <a:schemeClr val="tx1"/>
                          </a:solidFill>
                          <a:latin typeface="Meiryo UI" panose="020B0604030504040204" pitchFamily="50" charset="-128"/>
                          <a:ea typeface="HGPｺﾞｼｯｸE" pitchFamily="50" charset="-128"/>
                          <a:cs typeface="Arial" panose="020B0604020202020204" pitchFamily="34" charset="0"/>
                        </a:rPr>
                        <a:t>6WZX</a:t>
                      </a:r>
                    </a:p>
                    <a:p>
                      <a:pPr algn="ctr"/>
                      <a:endParaRPr kumimoji="1" lang="en-US" altLang="ja-JP" sz="1200" dirty="0">
                        <a:solidFill>
                          <a:schemeClr val="tx1"/>
                        </a:solidFill>
                        <a:latin typeface="Meiryo UI" panose="020B0604030504040204" pitchFamily="50" charset="-128"/>
                        <a:ea typeface="HGPｺﾞｼｯｸE" pitchFamily="50" charset="-128"/>
                        <a:cs typeface="Arial" panose="020B0604020202020204" pitchFamily="34" charset="0"/>
                      </a:endParaRPr>
                    </a:p>
                    <a:p>
                      <a:pPr algn="ctr"/>
                      <a:endParaRPr kumimoji="1" lang="en-US" altLang="ja-JP" sz="1200" dirty="0">
                        <a:solidFill>
                          <a:schemeClr val="tx1"/>
                        </a:solidFill>
                        <a:latin typeface="Meiryo UI" panose="020B0604030504040204" pitchFamily="50" charset="-128"/>
                        <a:ea typeface="HGPｺﾞｼｯｸE" pitchFamily="50" charset="-128"/>
                        <a:cs typeface="Arial" panose="020B0604020202020204" pitchFamily="34" charset="0"/>
                      </a:endParaRPr>
                    </a:p>
                    <a:p>
                      <a:pPr algn="ctr"/>
                      <a:r>
                        <a:rPr kumimoji="1" lang="en-US" altLang="ja-JP" sz="1200" dirty="0">
                          <a:solidFill>
                            <a:schemeClr val="tx1"/>
                          </a:solidFill>
                          <a:latin typeface="Meiryo UI" panose="020B0604030504040204" pitchFamily="50" charset="-128"/>
                          <a:ea typeface="HGPｺﾞｼｯｸE" pitchFamily="50" charset="-128"/>
                          <a:cs typeface="Arial" panose="020B0604020202020204" pitchFamily="34" charset="0"/>
                        </a:rPr>
                        <a:t>Technical</a:t>
                      </a:r>
                    </a:p>
                    <a:p>
                      <a:pPr algn="ctr"/>
                      <a:r>
                        <a:rPr kumimoji="1" lang="en-US" altLang="ja-JP" sz="1200" dirty="0">
                          <a:solidFill>
                            <a:schemeClr val="tx1"/>
                          </a:solidFill>
                          <a:latin typeface="Meiryo UI" panose="020B0604030504040204" pitchFamily="50" charset="-128"/>
                          <a:ea typeface="HGPｺﾞｼｯｸE" pitchFamily="50" charset="-128"/>
                          <a:cs typeface="Arial" panose="020B0604020202020204" pitchFamily="34" charset="0"/>
                        </a:rPr>
                        <a:t>EVENT</a:t>
                      </a:r>
                    </a:p>
                    <a:p>
                      <a:pPr algn="ctr"/>
                      <a:endParaRPr kumimoji="1" lang="en-US" altLang="ja-JP" sz="1200" dirty="0">
                        <a:solidFill>
                          <a:schemeClr val="tx1"/>
                        </a:solidFill>
                        <a:latin typeface="Meiryo UI" panose="020B0604030504040204" pitchFamily="50" charset="-128"/>
                        <a:ea typeface="HGPｺﾞｼｯｸE" pitchFamily="50" charset="-128"/>
                        <a:cs typeface="Arial" panose="020B0604020202020204" pitchFamily="34" charset="0"/>
                      </a:endParaRPr>
                    </a:p>
                    <a:p>
                      <a:pPr algn="ctr"/>
                      <a:endParaRPr kumimoji="1" lang="en-US" altLang="ja-JP" sz="1200" dirty="0">
                        <a:solidFill>
                          <a:schemeClr val="tx1"/>
                        </a:solidFill>
                        <a:latin typeface="Meiryo UI" panose="020B0604030504040204" pitchFamily="50" charset="-128"/>
                        <a:ea typeface="HGPｺﾞｼｯｸE" pitchFamily="50" charset="-128"/>
                        <a:cs typeface="Arial" panose="020B0604020202020204" pitchFamily="34" charset="0"/>
                      </a:endParaRPr>
                    </a:p>
                    <a:p>
                      <a:pPr algn="ctr"/>
                      <a:r>
                        <a:rPr kumimoji="1" lang="en-US" altLang="ja-JP" sz="1200" dirty="0">
                          <a:solidFill>
                            <a:schemeClr val="tx1"/>
                          </a:solidFill>
                          <a:latin typeface="Meiryo UI" panose="020B0604030504040204" pitchFamily="50" charset="-128"/>
                          <a:ea typeface="HGPｺﾞｼｯｸE" pitchFamily="50" charset="-128"/>
                          <a:cs typeface="Arial" panose="020B0604020202020204" pitchFamily="34" charset="0"/>
                        </a:rPr>
                        <a:t>Bosch Event</a:t>
                      </a:r>
                    </a:p>
                    <a:p>
                      <a:pPr algn="ctr"/>
                      <a:endParaRPr kumimoji="1" lang="en-US" altLang="ja-JP" sz="1200" dirty="0">
                        <a:solidFill>
                          <a:schemeClr val="tx1"/>
                        </a:solidFill>
                        <a:latin typeface="Meiryo UI" panose="020B0604030504040204" pitchFamily="50" charset="-128"/>
                        <a:ea typeface="HGPｺﾞｼｯｸE" pitchFamily="50" charset="-128"/>
                        <a:cs typeface="Arial" panose="020B0604020202020204" pitchFamily="34" charset="0"/>
                      </a:endParaRPr>
                    </a:p>
                    <a:p>
                      <a:pPr algn="ctr"/>
                      <a:endParaRPr kumimoji="1" lang="en-US" altLang="ja-JP" sz="1200" dirty="0">
                        <a:solidFill>
                          <a:schemeClr val="tx1"/>
                        </a:solidFill>
                        <a:latin typeface="Meiryo UI" panose="020B0604030504040204" pitchFamily="50" charset="-128"/>
                        <a:ea typeface="HGPｺﾞｼｯｸE" pitchFamily="50" charset="-128"/>
                        <a:cs typeface="Arial" panose="020B0604020202020204" pitchFamily="34" charset="0"/>
                      </a:endParaRPr>
                    </a:p>
                    <a:p>
                      <a:pPr algn="ctr"/>
                      <a:endParaRPr kumimoji="1" lang="en-US" altLang="ja-JP" sz="1200" dirty="0">
                        <a:solidFill>
                          <a:schemeClr val="tx1"/>
                        </a:solidFill>
                        <a:latin typeface="Meiryo UI" panose="020B0604030504040204" pitchFamily="50" charset="-128"/>
                        <a:ea typeface="HGPｺﾞｼｯｸE" pitchFamily="50" charset="-128"/>
                        <a:cs typeface="Arial" panose="020B0604020202020204" pitchFamily="34" charset="0"/>
                      </a:endParaRPr>
                    </a:p>
                    <a:p>
                      <a:pPr algn="ctr"/>
                      <a:endParaRPr kumimoji="1" lang="en-US" altLang="ja-JP" sz="1200" dirty="0">
                        <a:solidFill>
                          <a:schemeClr val="tx1"/>
                        </a:solidFill>
                        <a:latin typeface="Meiryo UI" panose="020B0604030504040204" pitchFamily="50" charset="-128"/>
                        <a:ea typeface="HGPｺﾞｼｯｸE" pitchFamily="50" charset="-128"/>
                        <a:cs typeface="Arial" panose="020B0604020202020204" pitchFamily="34" charset="0"/>
                      </a:endParaRPr>
                    </a:p>
                    <a:p>
                      <a:pPr algn="ctr"/>
                      <a:r>
                        <a:rPr kumimoji="1" lang="en-US" altLang="ja-JP" sz="1200" dirty="0">
                          <a:solidFill>
                            <a:schemeClr val="tx1"/>
                          </a:solidFill>
                          <a:latin typeface="Meiryo UI" panose="020B0604030504040204" pitchFamily="50" charset="-128"/>
                          <a:ea typeface="HGPｺﾞｼｯｸE" pitchFamily="50" charset="-128"/>
                          <a:cs typeface="Arial" panose="020B0604020202020204" pitchFamily="34" charset="0"/>
                        </a:rPr>
                        <a:t>PEVR</a:t>
                      </a:r>
                    </a:p>
                    <a:p>
                      <a:pPr algn="ctr"/>
                      <a:endParaRPr kumimoji="1" lang="en-US" altLang="ja-JP" sz="1200" dirty="0">
                        <a:solidFill>
                          <a:schemeClr val="tx1"/>
                        </a:solidFill>
                        <a:latin typeface="Meiryo UI" panose="020B0604030504040204" pitchFamily="50" charset="-128"/>
                        <a:ea typeface="HGPｺﾞｼｯｸE" pitchFamily="50" charset="-128"/>
                        <a:cs typeface="Arial" panose="020B0604020202020204" pitchFamily="34" charset="0"/>
                      </a:endParaRPr>
                    </a:p>
                    <a:p>
                      <a:pPr algn="ctr"/>
                      <a:endParaRPr kumimoji="1" lang="en-US" altLang="ja-JP" sz="1200" dirty="0">
                        <a:solidFill>
                          <a:schemeClr val="tx1"/>
                        </a:solidFill>
                        <a:latin typeface="Meiryo UI" panose="020B0604030504040204" pitchFamily="50" charset="-128"/>
                        <a:ea typeface="HGPｺﾞｼｯｸE" pitchFamily="50" charset="-128"/>
                        <a:cs typeface="Arial" panose="020B0604020202020204" pitchFamily="34" charset="0"/>
                      </a:endParaRPr>
                    </a:p>
                    <a:p>
                      <a:pPr algn="ctr"/>
                      <a:endParaRPr kumimoji="1" lang="en-US" altLang="ja-JP" sz="1200" dirty="0">
                        <a:solidFill>
                          <a:schemeClr val="tx1"/>
                        </a:solidFill>
                        <a:latin typeface="Meiryo UI" panose="020B0604030504040204" pitchFamily="50" charset="-128"/>
                        <a:ea typeface="HGPｺﾞｼｯｸE" pitchFamily="50" charset="-128"/>
                        <a:cs typeface="Arial" panose="020B0604020202020204" pitchFamily="34" charset="0"/>
                      </a:endParaRPr>
                    </a:p>
                    <a:p>
                      <a:pPr algn="ctr"/>
                      <a:endParaRPr kumimoji="1" lang="en-US" altLang="ja-JP" sz="1200" dirty="0">
                        <a:solidFill>
                          <a:schemeClr val="tx1"/>
                        </a:solidFill>
                        <a:latin typeface="Meiryo UI" panose="020B0604030504040204" pitchFamily="50" charset="-128"/>
                        <a:ea typeface="HGPｺﾞｼｯｸE" pitchFamily="50" charset="-128"/>
                        <a:cs typeface="Arial" panose="020B0604020202020204" pitchFamily="34" charset="0"/>
                      </a:endParaRPr>
                    </a:p>
                    <a:p>
                      <a:pPr algn="ctr"/>
                      <a:r>
                        <a:rPr kumimoji="1" lang="en-US" altLang="ja-JP" sz="1200" dirty="0">
                          <a:solidFill>
                            <a:schemeClr val="tx1"/>
                          </a:solidFill>
                          <a:latin typeface="Meiryo UI" panose="020B0604030504040204" pitchFamily="50" charset="-128"/>
                          <a:ea typeface="HGPｺﾞｼｯｸE" pitchFamily="50" charset="-128"/>
                          <a:cs typeface="Arial" panose="020B0604020202020204" pitchFamily="34" charset="0"/>
                        </a:rPr>
                        <a:t>EMS Submit</a:t>
                      </a:r>
                    </a:p>
                    <a:p>
                      <a:pPr algn="ctr"/>
                      <a:r>
                        <a:rPr kumimoji="1" lang="en-US" altLang="ja-JP" sz="1200" dirty="0">
                          <a:solidFill>
                            <a:schemeClr val="tx1"/>
                          </a:solidFill>
                          <a:latin typeface="Meiryo UI" panose="020B0604030504040204" pitchFamily="50" charset="-128"/>
                          <a:ea typeface="HGPｺﾞｼｯｸE" pitchFamily="50" charset="-128"/>
                          <a:cs typeface="Arial" panose="020B0604020202020204" pitchFamily="34" charset="0"/>
                        </a:rPr>
                        <a:t>/Joint Verification</a:t>
                      </a:r>
                    </a:p>
                    <a:p>
                      <a:pPr algn="ctr"/>
                      <a:endParaRPr kumimoji="1" lang="en-US" altLang="ja-JP" sz="1200" dirty="0">
                        <a:solidFill>
                          <a:schemeClr val="tx1"/>
                        </a:solidFill>
                        <a:latin typeface="Meiryo UI" panose="020B0604030504040204" pitchFamily="50" charset="-128"/>
                        <a:ea typeface="HGPｺﾞｼｯｸE" pitchFamily="50" charset="-128"/>
                        <a:cs typeface="Arial" panose="020B0604020202020204" pitchFamily="34" charset="0"/>
                      </a:endParaRPr>
                    </a:p>
                  </a:txBody>
                  <a:tcPr marL="0" marR="0" marT="0" marB="0">
                    <a:lnL w="19050" cap="flat" cmpd="sng" algn="ctr">
                      <a:solidFill>
                        <a:schemeClr val="tx1"/>
                      </a:solidFill>
                      <a:prstDash val="solid"/>
                      <a:round/>
                      <a:headEnd type="none" w="med" len="med"/>
                      <a:tailEnd type="none" w="med" len="med"/>
                    </a:lnL>
                    <a:lnR w="28575" cap="flat" cmpd="sng" algn="ctr">
                      <a:solidFill>
                        <a:schemeClr val="bg1">
                          <a:lumMod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28575"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905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905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dirty="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28575"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0002"/>
                  </a:ext>
                </a:extLst>
              </a:tr>
              <a:tr h="906518">
                <a:tc>
                  <a:txBody>
                    <a:bodyPr/>
                    <a:lstStyle/>
                    <a:p>
                      <a:pPr algn="ctr"/>
                      <a:r>
                        <a:rPr kumimoji="1" lang="en-US" altLang="ja-JP" sz="1200">
                          <a:solidFill>
                            <a:schemeClr val="tx1"/>
                          </a:solidFill>
                          <a:latin typeface="Meiryo UI" panose="020B0604030504040204" pitchFamily="50" charset="-128"/>
                          <a:ea typeface="HGPｺﾞｼｯｸE" pitchFamily="50" charset="-128"/>
                          <a:cs typeface="Arial" panose="020B0604020202020204" pitchFamily="34" charset="0"/>
                        </a:rPr>
                        <a:t>Vehicle</a:t>
                      </a:r>
                    </a:p>
                  </a:txBody>
                  <a:tcPr marL="0" marR="0" marT="0" marB="0" anchor="ctr">
                    <a:lnL w="19050" cap="flat" cmpd="sng" algn="ctr">
                      <a:solidFill>
                        <a:schemeClr val="tx1"/>
                      </a:solidFill>
                      <a:prstDash val="solid"/>
                      <a:round/>
                      <a:headEnd type="none" w="med" len="med"/>
                      <a:tailEnd type="none" w="med" len="med"/>
                    </a:lnL>
                    <a:lnR w="28575" cap="flat" cmpd="sng" algn="ctr">
                      <a:solidFill>
                        <a:schemeClr val="bg1">
                          <a:lumMod val="50000"/>
                        </a:schemeClr>
                      </a:solidFill>
                      <a:prstDash val="solid"/>
                      <a:round/>
                      <a:headEnd type="none" w="med" len="med"/>
                      <a:tailEnd type="none" w="med" len="med"/>
                    </a:lnR>
                    <a:lnT w="28575"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28575"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905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905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dirty="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28575"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807639013"/>
                  </a:ext>
                </a:extLst>
              </a:tr>
            </a:tbl>
          </a:graphicData>
        </a:graphic>
      </p:graphicFrame>
      <p:sp>
        <p:nvSpPr>
          <p:cNvPr id="3" name="Freeform 480">
            <a:extLst>
              <a:ext uri="{FF2B5EF4-FFF2-40B4-BE49-F238E27FC236}">
                <a16:creationId xmlns:a16="http://schemas.microsoft.com/office/drawing/2014/main" id="{51CCDF75-7C73-7F92-6058-6EC6E423A1F4}"/>
              </a:ext>
            </a:extLst>
          </p:cNvPr>
          <p:cNvSpPr>
            <a:spLocks/>
          </p:cNvSpPr>
          <p:nvPr/>
        </p:nvSpPr>
        <p:spPr bwMode="auto">
          <a:xfrm>
            <a:off x="8061487" y="3256934"/>
            <a:ext cx="986943" cy="264189"/>
          </a:xfrm>
          <a:custGeom>
            <a:avLst/>
            <a:gdLst>
              <a:gd name="T0" fmla="*/ 2147483647 w 10000"/>
              <a:gd name="T1" fmla="*/ 2147483647 h 10000"/>
              <a:gd name="T2" fmla="*/ 0 w 10000"/>
              <a:gd name="T3" fmla="*/ 2147483647 h 10000"/>
              <a:gd name="T4" fmla="*/ 2147483647 w 10000"/>
              <a:gd name="T5" fmla="*/ 0 h 10000"/>
              <a:gd name="T6" fmla="*/ 2147483647 w 10000"/>
              <a:gd name="T7" fmla="*/ 0 h 10000"/>
              <a:gd name="T8" fmla="*/ 2147483647 w 10000"/>
              <a:gd name="T9" fmla="*/ 2147483647 h 10000"/>
              <a:gd name="T10" fmla="*/ 0 60000 65536"/>
              <a:gd name="T11" fmla="*/ 0 60000 65536"/>
              <a:gd name="T12" fmla="*/ 0 60000 65536"/>
              <a:gd name="T13" fmla="*/ 0 60000 65536"/>
              <a:gd name="T14" fmla="*/ 0 60000 65536"/>
              <a:gd name="T15" fmla="*/ 0 w 10000"/>
              <a:gd name="T16" fmla="*/ 0 h 10000"/>
              <a:gd name="T17" fmla="*/ 10000 w 10000"/>
              <a:gd name="T18" fmla="*/ 10000 h 10000"/>
            </a:gdLst>
            <a:ahLst/>
            <a:cxnLst>
              <a:cxn ang="T10">
                <a:pos x="T0" y="T1"/>
              </a:cxn>
              <a:cxn ang="T11">
                <a:pos x="T2" y="T3"/>
              </a:cxn>
              <a:cxn ang="T12">
                <a:pos x="T4" y="T5"/>
              </a:cxn>
              <a:cxn ang="T13">
                <a:pos x="T6" y="T7"/>
              </a:cxn>
              <a:cxn ang="T14">
                <a:pos x="T8" y="T9"/>
              </a:cxn>
            </a:cxnLst>
            <a:rect l="T15" t="T16" r="T17" b="T18"/>
            <a:pathLst>
              <a:path w="10000" h="10000">
                <a:moveTo>
                  <a:pt x="9941" y="10000"/>
                </a:moveTo>
                <a:lnTo>
                  <a:pt x="0" y="10000"/>
                </a:lnTo>
                <a:lnTo>
                  <a:pt x="567" y="0"/>
                </a:lnTo>
                <a:lnTo>
                  <a:pt x="10000" y="0"/>
                </a:lnTo>
                <a:cubicBezTo>
                  <a:pt x="9980" y="3333"/>
                  <a:pt x="9961" y="6667"/>
                  <a:pt x="9941" y="10000"/>
                </a:cubicBezTo>
                <a:close/>
              </a:path>
            </a:pathLst>
          </a:custGeom>
          <a:solidFill>
            <a:srgbClr val="92D050"/>
          </a:solidFill>
          <a:ln w="9525">
            <a:solidFill>
              <a:schemeClr val="tx1"/>
            </a:solidFill>
            <a:round/>
            <a:headEnd/>
            <a:tailEnd/>
          </a:ln>
        </p:spPr>
        <p:txBody>
          <a:bodyPr wrap="none" lIns="288000" anchor="ctr"/>
          <a:lstStyle/>
          <a:p>
            <a:pPr algn="l"/>
            <a:endParaRPr lang="ja-JP" altLang="en-US" sz="1400">
              <a:latin typeface="Meiryo UI" pitchFamily="50" charset="-128"/>
              <a:ea typeface="Meiryo UI" pitchFamily="50" charset="-128"/>
              <a:cs typeface="Meiryo UI" pitchFamily="50" charset="-128"/>
            </a:endParaRPr>
          </a:p>
        </p:txBody>
      </p:sp>
      <p:cxnSp>
        <p:nvCxnSpPr>
          <p:cNvPr id="4" name="直線コネクタ 3">
            <a:extLst>
              <a:ext uri="{FF2B5EF4-FFF2-40B4-BE49-F238E27FC236}">
                <a16:creationId xmlns:a16="http://schemas.microsoft.com/office/drawing/2014/main" id="{5F4B4622-DE9F-0B57-0CE6-9E62029899FA}"/>
              </a:ext>
            </a:extLst>
          </p:cNvPr>
          <p:cNvCxnSpPr>
            <a:cxnSpLocks/>
            <a:stCxn id="21" idx="2"/>
            <a:endCxn id="13" idx="6"/>
          </p:cNvCxnSpPr>
          <p:nvPr/>
        </p:nvCxnSpPr>
        <p:spPr>
          <a:xfrm flipH="1">
            <a:off x="1803993" y="1759625"/>
            <a:ext cx="5921310"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 name="直線コネクタ 4">
            <a:extLst>
              <a:ext uri="{FF2B5EF4-FFF2-40B4-BE49-F238E27FC236}">
                <a16:creationId xmlns:a16="http://schemas.microsoft.com/office/drawing/2014/main" id="{D4AD4FBF-7050-6231-D2B3-139C37E46597}"/>
              </a:ext>
            </a:extLst>
          </p:cNvPr>
          <p:cNvCxnSpPr>
            <a:cxnSpLocks/>
          </p:cNvCxnSpPr>
          <p:nvPr/>
        </p:nvCxnSpPr>
        <p:spPr>
          <a:xfrm flipH="1">
            <a:off x="2515616" y="3521123"/>
            <a:ext cx="5664137"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6" name="Freeform 274">
            <a:extLst>
              <a:ext uri="{FF2B5EF4-FFF2-40B4-BE49-F238E27FC236}">
                <a16:creationId xmlns:a16="http://schemas.microsoft.com/office/drawing/2014/main" id="{B14644BE-1EE9-B73E-8EF1-29B67A2EA459}"/>
              </a:ext>
            </a:extLst>
          </p:cNvPr>
          <p:cNvSpPr>
            <a:spLocks/>
          </p:cNvSpPr>
          <p:nvPr/>
        </p:nvSpPr>
        <p:spPr bwMode="auto">
          <a:xfrm>
            <a:off x="6181674" y="3248663"/>
            <a:ext cx="148468" cy="272460"/>
          </a:xfrm>
          <a:custGeom>
            <a:avLst/>
            <a:gdLst>
              <a:gd name="T0" fmla="*/ 2147483647 w 117"/>
              <a:gd name="T1" fmla="*/ 2147483647 h 89"/>
              <a:gd name="T2" fmla="*/ 2147483647 w 117"/>
              <a:gd name="T3" fmla="*/ 0 h 89"/>
              <a:gd name="T4" fmla="*/ 2147483647 w 117"/>
              <a:gd name="T5" fmla="*/ 0 h 89"/>
              <a:gd name="T6" fmla="*/ 2147483647 w 117"/>
              <a:gd name="T7" fmla="*/ 2147483647 h 89"/>
              <a:gd name="T8" fmla="*/ 2147483647 w 117"/>
              <a:gd name="T9" fmla="*/ 2147483647 h 89"/>
              <a:gd name="T10" fmla="*/ 0 w 117"/>
              <a:gd name="T11" fmla="*/ 2147483647 h 89"/>
              <a:gd name="T12" fmla="*/ 2147483647 w 117"/>
              <a:gd name="T13" fmla="*/ 2147483647 h 8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7" h="89">
                <a:moveTo>
                  <a:pt x="117" y="89"/>
                </a:moveTo>
                <a:lnTo>
                  <a:pt x="116" y="0"/>
                </a:lnTo>
                <a:lnTo>
                  <a:pt x="40" y="0"/>
                </a:lnTo>
                <a:lnTo>
                  <a:pt x="28" y="36"/>
                </a:lnTo>
                <a:lnTo>
                  <a:pt x="7" y="39"/>
                </a:lnTo>
                <a:lnTo>
                  <a:pt x="0" y="88"/>
                </a:lnTo>
                <a:lnTo>
                  <a:pt x="113" y="88"/>
                </a:lnTo>
              </a:path>
            </a:pathLst>
          </a:custGeom>
          <a:solidFill>
            <a:srgbClr val="92D050"/>
          </a:solidFill>
          <a:ln>
            <a:solidFill>
              <a:schemeClr val="tx1"/>
            </a:solidFill>
          </a:ln>
          <a:effectLst/>
        </p:spPr>
        <p:txBody>
          <a:bodyPr wrap="none" lIns="0" tIns="0" rIns="0" bIns="0" anchor="ctr"/>
          <a:lstStyle/>
          <a:p>
            <a:pPr>
              <a:defRPr/>
            </a:pPr>
            <a:endParaRPr kumimoji="0" lang="ja-JP" altLang="en-US" sz="2000" kern="0">
              <a:solidFill>
                <a:srgbClr val="000000"/>
              </a:solidFill>
              <a:latin typeface="Meiryo UI" pitchFamily="50" charset="-128"/>
              <a:ea typeface="Meiryo UI" pitchFamily="50" charset="-128"/>
              <a:cs typeface="Meiryo UI" pitchFamily="50" charset="-128"/>
            </a:endParaRPr>
          </a:p>
        </p:txBody>
      </p:sp>
      <p:sp>
        <p:nvSpPr>
          <p:cNvPr id="7" name="Freeform 274">
            <a:extLst>
              <a:ext uri="{FF2B5EF4-FFF2-40B4-BE49-F238E27FC236}">
                <a16:creationId xmlns:a16="http://schemas.microsoft.com/office/drawing/2014/main" id="{EC943E88-93DA-BE59-D53D-CC553B8B490F}"/>
              </a:ext>
            </a:extLst>
          </p:cNvPr>
          <p:cNvSpPr>
            <a:spLocks/>
          </p:cNvSpPr>
          <p:nvPr/>
        </p:nvSpPr>
        <p:spPr bwMode="auto">
          <a:xfrm>
            <a:off x="7570792" y="3247523"/>
            <a:ext cx="145975" cy="273600"/>
          </a:xfrm>
          <a:custGeom>
            <a:avLst/>
            <a:gdLst>
              <a:gd name="T0" fmla="*/ 2147483647 w 117"/>
              <a:gd name="T1" fmla="*/ 2147483647 h 89"/>
              <a:gd name="T2" fmla="*/ 2147483647 w 117"/>
              <a:gd name="T3" fmla="*/ 0 h 89"/>
              <a:gd name="T4" fmla="*/ 2147483647 w 117"/>
              <a:gd name="T5" fmla="*/ 0 h 89"/>
              <a:gd name="T6" fmla="*/ 2147483647 w 117"/>
              <a:gd name="T7" fmla="*/ 2147483647 h 89"/>
              <a:gd name="T8" fmla="*/ 2147483647 w 117"/>
              <a:gd name="T9" fmla="*/ 2147483647 h 89"/>
              <a:gd name="T10" fmla="*/ 0 w 117"/>
              <a:gd name="T11" fmla="*/ 2147483647 h 89"/>
              <a:gd name="T12" fmla="*/ 2147483647 w 117"/>
              <a:gd name="T13" fmla="*/ 2147483647 h 8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7" h="89">
                <a:moveTo>
                  <a:pt x="117" y="89"/>
                </a:moveTo>
                <a:lnTo>
                  <a:pt x="116" y="0"/>
                </a:lnTo>
                <a:lnTo>
                  <a:pt x="40" y="0"/>
                </a:lnTo>
                <a:lnTo>
                  <a:pt x="28" y="36"/>
                </a:lnTo>
                <a:lnTo>
                  <a:pt x="7" y="39"/>
                </a:lnTo>
                <a:lnTo>
                  <a:pt x="0" y="88"/>
                </a:lnTo>
                <a:lnTo>
                  <a:pt x="113" y="88"/>
                </a:lnTo>
              </a:path>
            </a:pathLst>
          </a:custGeom>
          <a:solidFill>
            <a:srgbClr val="92D050"/>
          </a:solidFill>
          <a:ln>
            <a:solidFill>
              <a:schemeClr val="tx1"/>
            </a:solidFill>
          </a:ln>
          <a:effectLst/>
        </p:spPr>
        <p:txBody>
          <a:bodyPr wrap="none" lIns="0" tIns="0" rIns="0" bIns="0" anchor="ctr"/>
          <a:lstStyle/>
          <a:p>
            <a:pPr>
              <a:defRPr/>
            </a:pPr>
            <a:endParaRPr kumimoji="0" lang="ja-JP" altLang="en-US" sz="2000" kern="0">
              <a:solidFill>
                <a:srgbClr val="000000"/>
              </a:solidFill>
              <a:latin typeface="Meiryo UI" pitchFamily="50" charset="-128"/>
              <a:ea typeface="Meiryo UI" pitchFamily="50" charset="-128"/>
              <a:cs typeface="Meiryo UI" pitchFamily="50" charset="-128"/>
            </a:endParaRPr>
          </a:p>
        </p:txBody>
      </p:sp>
      <p:sp>
        <p:nvSpPr>
          <p:cNvPr id="8" name="Freeform 274">
            <a:extLst>
              <a:ext uri="{FF2B5EF4-FFF2-40B4-BE49-F238E27FC236}">
                <a16:creationId xmlns:a16="http://schemas.microsoft.com/office/drawing/2014/main" id="{4F29B873-F91B-4AB3-300A-FC6A9E50E0D1}"/>
              </a:ext>
            </a:extLst>
          </p:cNvPr>
          <p:cNvSpPr>
            <a:spLocks/>
          </p:cNvSpPr>
          <p:nvPr/>
        </p:nvSpPr>
        <p:spPr bwMode="auto">
          <a:xfrm>
            <a:off x="6934827" y="3247523"/>
            <a:ext cx="140581" cy="273600"/>
          </a:xfrm>
          <a:custGeom>
            <a:avLst/>
            <a:gdLst>
              <a:gd name="T0" fmla="*/ 2147483647 w 117"/>
              <a:gd name="T1" fmla="*/ 2147483647 h 89"/>
              <a:gd name="T2" fmla="*/ 2147483647 w 117"/>
              <a:gd name="T3" fmla="*/ 0 h 89"/>
              <a:gd name="T4" fmla="*/ 2147483647 w 117"/>
              <a:gd name="T5" fmla="*/ 0 h 89"/>
              <a:gd name="T6" fmla="*/ 2147483647 w 117"/>
              <a:gd name="T7" fmla="*/ 2147483647 h 89"/>
              <a:gd name="T8" fmla="*/ 2147483647 w 117"/>
              <a:gd name="T9" fmla="*/ 2147483647 h 89"/>
              <a:gd name="T10" fmla="*/ 0 w 117"/>
              <a:gd name="T11" fmla="*/ 2147483647 h 89"/>
              <a:gd name="T12" fmla="*/ 2147483647 w 117"/>
              <a:gd name="T13" fmla="*/ 2147483647 h 8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7" h="89">
                <a:moveTo>
                  <a:pt x="117" y="89"/>
                </a:moveTo>
                <a:lnTo>
                  <a:pt x="116" y="0"/>
                </a:lnTo>
                <a:lnTo>
                  <a:pt x="40" y="0"/>
                </a:lnTo>
                <a:lnTo>
                  <a:pt x="28" y="36"/>
                </a:lnTo>
                <a:lnTo>
                  <a:pt x="7" y="39"/>
                </a:lnTo>
                <a:lnTo>
                  <a:pt x="0" y="88"/>
                </a:lnTo>
                <a:lnTo>
                  <a:pt x="113" y="88"/>
                </a:lnTo>
              </a:path>
            </a:pathLst>
          </a:custGeom>
          <a:solidFill>
            <a:srgbClr val="92D050"/>
          </a:solidFill>
          <a:ln>
            <a:solidFill>
              <a:schemeClr val="tx1"/>
            </a:solidFill>
          </a:ln>
          <a:effectLst/>
        </p:spPr>
        <p:txBody>
          <a:bodyPr wrap="none" lIns="0" tIns="0" rIns="0" bIns="0" anchor="ctr"/>
          <a:lstStyle/>
          <a:p>
            <a:pPr>
              <a:defRPr/>
            </a:pPr>
            <a:endParaRPr kumimoji="0" lang="ja-JP" altLang="en-US" sz="2000" kern="0">
              <a:solidFill>
                <a:srgbClr val="000000"/>
              </a:solidFill>
              <a:latin typeface="Meiryo UI" pitchFamily="50" charset="-128"/>
              <a:ea typeface="Meiryo UI" pitchFamily="50" charset="-128"/>
              <a:cs typeface="Meiryo UI" pitchFamily="50" charset="-128"/>
            </a:endParaRPr>
          </a:p>
        </p:txBody>
      </p:sp>
      <p:sp>
        <p:nvSpPr>
          <p:cNvPr id="9" name="Text Box 275">
            <a:extLst>
              <a:ext uri="{FF2B5EF4-FFF2-40B4-BE49-F238E27FC236}">
                <a16:creationId xmlns:a16="http://schemas.microsoft.com/office/drawing/2014/main" id="{E6E8DBA8-7C2D-9F7B-ADA4-75B0EBFE5E3D}"/>
              </a:ext>
            </a:extLst>
          </p:cNvPr>
          <p:cNvSpPr txBox="1">
            <a:spLocks noChangeArrowheads="1"/>
          </p:cNvSpPr>
          <p:nvPr/>
        </p:nvSpPr>
        <p:spPr bwMode="auto">
          <a:xfrm>
            <a:off x="6179749" y="3367235"/>
            <a:ext cx="174728" cy="153888"/>
          </a:xfrm>
          <a:prstGeom prst="rect">
            <a:avLst/>
          </a:prstGeom>
          <a:noFill/>
          <a:ln>
            <a:noFill/>
          </a:ln>
          <a:effectLst/>
          <a:extLst>
            <a:ext uri="{909E8E84-426E-40DD-AFC4-6F175D3DCCD1}">
              <a14:hiddenFill xmlns:a14="http://schemas.microsoft.com/office/drawing/2010/main">
                <a:gradFill rotWithShape="1">
                  <a:gsLst>
                    <a:gs pos="0">
                      <a:srgbClr val="764700"/>
                    </a:gs>
                    <a:gs pos="50000">
                      <a:srgbClr val="FF9900"/>
                    </a:gs>
                    <a:gs pos="100000">
                      <a:srgbClr val="764700"/>
                    </a:gs>
                  </a:gsLst>
                  <a:lin ang="5400000" scaled="1"/>
                </a:gra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nchor="ctr">
            <a:spAutoFit/>
          </a:bodyPr>
          <a:lstStyle>
            <a:lvl1pPr eaLnBrk="0" hangingPunct="0">
              <a:defRPr kumimoji="1">
                <a:solidFill>
                  <a:schemeClr val="tx1"/>
                </a:solidFill>
                <a:latin typeface="Arial" charset="0"/>
                <a:ea typeface="ＭＳ Ｐゴシック" charset="-128"/>
              </a:defRPr>
            </a:lvl1pPr>
            <a:lvl2pPr marL="742950" indent="-285750" eaLnBrk="0" hangingPunct="0">
              <a:defRPr kumimoji="1">
                <a:solidFill>
                  <a:schemeClr val="tx1"/>
                </a:solidFill>
                <a:latin typeface="Arial" charset="0"/>
                <a:ea typeface="ＭＳ Ｐゴシック" charset="-128"/>
              </a:defRPr>
            </a:lvl2pPr>
            <a:lvl3pPr marL="1143000" indent="-228600" eaLnBrk="0" hangingPunct="0">
              <a:defRPr kumimoji="1">
                <a:solidFill>
                  <a:schemeClr val="tx1"/>
                </a:solidFill>
                <a:latin typeface="Arial" charset="0"/>
                <a:ea typeface="ＭＳ Ｐゴシック" charset="-128"/>
              </a:defRPr>
            </a:lvl3pPr>
            <a:lvl4pPr marL="1600200" indent="-228600" eaLnBrk="0" hangingPunct="0">
              <a:defRPr kumimoji="1">
                <a:solidFill>
                  <a:schemeClr val="tx1"/>
                </a:solidFill>
                <a:latin typeface="Arial" charset="0"/>
                <a:ea typeface="ＭＳ Ｐゴシック" charset="-128"/>
              </a:defRPr>
            </a:lvl4pPr>
            <a:lvl5pPr marL="2057400" indent="-228600" eaLnBrk="0" hangingPunct="0">
              <a:defRPr kumimoji="1">
                <a:solidFill>
                  <a:schemeClr val="tx1"/>
                </a:solidFill>
                <a:latin typeface="Arial" charset="0"/>
                <a:ea typeface="ＭＳ Ｐゴシック"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charset="-128"/>
              </a:defRPr>
            </a:lvl9pPr>
          </a:lstStyle>
          <a:p>
            <a:pPr eaLnBrk="1" hangingPunct="1">
              <a:defRPr/>
            </a:pPr>
            <a:r>
              <a:rPr lang="en-US" altLang="ja-JP" sz="1000" kern="0" dirty="0">
                <a:solidFill>
                  <a:srgbClr val="000000"/>
                </a:solidFill>
                <a:latin typeface="Meiryo UI" pitchFamily="50" charset="-128"/>
                <a:ea typeface="Meiryo UI" pitchFamily="50" charset="-128"/>
                <a:cs typeface="Meiryo UI" pitchFamily="50" charset="-128"/>
              </a:rPr>
              <a:t>CR</a:t>
            </a:r>
            <a:endParaRPr lang="ja-JP" altLang="en-US" sz="1000" kern="0" dirty="0">
              <a:solidFill>
                <a:srgbClr val="000000"/>
              </a:solidFill>
              <a:latin typeface="Meiryo UI" pitchFamily="50" charset="-128"/>
              <a:ea typeface="Meiryo UI" pitchFamily="50" charset="-128"/>
              <a:cs typeface="Meiryo UI" pitchFamily="50" charset="-128"/>
            </a:endParaRPr>
          </a:p>
        </p:txBody>
      </p:sp>
      <p:sp>
        <p:nvSpPr>
          <p:cNvPr id="10" name="Text Box 275">
            <a:extLst>
              <a:ext uri="{FF2B5EF4-FFF2-40B4-BE49-F238E27FC236}">
                <a16:creationId xmlns:a16="http://schemas.microsoft.com/office/drawing/2014/main" id="{5D6E5EAB-74D9-0A80-F3C2-64C0DDE975D4}"/>
              </a:ext>
            </a:extLst>
          </p:cNvPr>
          <p:cNvSpPr txBox="1">
            <a:spLocks noChangeArrowheads="1"/>
          </p:cNvSpPr>
          <p:nvPr/>
        </p:nvSpPr>
        <p:spPr bwMode="auto">
          <a:xfrm>
            <a:off x="7559873" y="3367235"/>
            <a:ext cx="188798" cy="153888"/>
          </a:xfrm>
          <a:prstGeom prst="rect">
            <a:avLst/>
          </a:prstGeom>
          <a:noFill/>
          <a:ln>
            <a:noFill/>
          </a:ln>
          <a:effectLst/>
          <a:extLst>
            <a:ext uri="{909E8E84-426E-40DD-AFC4-6F175D3DCCD1}">
              <a14:hiddenFill xmlns:a14="http://schemas.microsoft.com/office/drawing/2010/main">
                <a:gradFill rotWithShape="1">
                  <a:gsLst>
                    <a:gs pos="0">
                      <a:srgbClr val="764700"/>
                    </a:gs>
                    <a:gs pos="50000">
                      <a:srgbClr val="FF9900"/>
                    </a:gs>
                    <a:gs pos="100000">
                      <a:srgbClr val="764700"/>
                    </a:gs>
                  </a:gsLst>
                  <a:lin ang="5400000" scaled="1"/>
                </a:gra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nchor="ctr">
            <a:spAutoFit/>
          </a:bodyPr>
          <a:lstStyle>
            <a:lvl1pPr eaLnBrk="0" hangingPunct="0">
              <a:defRPr kumimoji="1">
                <a:solidFill>
                  <a:schemeClr val="tx1"/>
                </a:solidFill>
                <a:latin typeface="Arial" charset="0"/>
                <a:ea typeface="ＭＳ Ｐゴシック" charset="-128"/>
              </a:defRPr>
            </a:lvl1pPr>
            <a:lvl2pPr marL="742950" indent="-285750" eaLnBrk="0" hangingPunct="0">
              <a:defRPr kumimoji="1">
                <a:solidFill>
                  <a:schemeClr val="tx1"/>
                </a:solidFill>
                <a:latin typeface="Arial" charset="0"/>
                <a:ea typeface="ＭＳ Ｐゴシック" charset="-128"/>
              </a:defRPr>
            </a:lvl2pPr>
            <a:lvl3pPr marL="1143000" indent="-228600" eaLnBrk="0" hangingPunct="0">
              <a:defRPr kumimoji="1">
                <a:solidFill>
                  <a:schemeClr val="tx1"/>
                </a:solidFill>
                <a:latin typeface="Arial" charset="0"/>
                <a:ea typeface="ＭＳ Ｐゴシック" charset="-128"/>
              </a:defRPr>
            </a:lvl3pPr>
            <a:lvl4pPr marL="1600200" indent="-228600" eaLnBrk="0" hangingPunct="0">
              <a:defRPr kumimoji="1">
                <a:solidFill>
                  <a:schemeClr val="tx1"/>
                </a:solidFill>
                <a:latin typeface="Arial" charset="0"/>
                <a:ea typeface="ＭＳ Ｐゴシック" charset="-128"/>
              </a:defRPr>
            </a:lvl4pPr>
            <a:lvl5pPr marL="2057400" indent="-228600" eaLnBrk="0" hangingPunct="0">
              <a:defRPr kumimoji="1">
                <a:solidFill>
                  <a:schemeClr val="tx1"/>
                </a:solidFill>
                <a:latin typeface="Arial" charset="0"/>
                <a:ea typeface="ＭＳ Ｐゴシック"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charset="-128"/>
              </a:defRPr>
            </a:lvl9pPr>
          </a:lstStyle>
          <a:p>
            <a:pPr eaLnBrk="1" hangingPunct="1">
              <a:defRPr/>
            </a:pPr>
            <a:r>
              <a:rPr lang="en-US" altLang="ja-JP" sz="1000" kern="0">
                <a:solidFill>
                  <a:srgbClr val="000000"/>
                </a:solidFill>
                <a:latin typeface="Meiryo UI" pitchFamily="50" charset="-128"/>
                <a:ea typeface="Meiryo UI" pitchFamily="50" charset="-128"/>
                <a:cs typeface="Meiryo UI" pitchFamily="50" charset="-128"/>
              </a:rPr>
              <a:t>QC</a:t>
            </a:r>
          </a:p>
        </p:txBody>
      </p:sp>
      <p:sp>
        <p:nvSpPr>
          <p:cNvPr id="11" name="Text Box 275">
            <a:extLst>
              <a:ext uri="{FF2B5EF4-FFF2-40B4-BE49-F238E27FC236}">
                <a16:creationId xmlns:a16="http://schemas.microsoft.com/office/drawing/2014/main" id="{17348445-8CAF-A3AF-30DF-5C9FEA2FDA29}"/>
              </a:ext>
            </a:extLst>
          </p:cNvPr>
          <p:cNvSpPr txBox="1">
            <a:spLocks noChangeArrowheads="1"/>
          </p:cNvSpPr>
          <p:nvPr/>
        </p:nvSpPr>
        <p:spPr bwMode="auto">
          <a:xfrm>
            <a:off x="6971967" y="3367235"/>
            <a:ext cx="284018" cy="153888"/>
          </a:xfrm>
          <a:prstGeom prst="rect">
            <a:avLst/>
          </a:prstGeom>
          <a:noFill/>
          <a:ln>
            <a:noFill/>
          </a:ln>
          <a:effectLst/>
          <a:extLst>
            <a:ext uri="{909E8E84-426E-40DD-AFC4-6F175D3DCCD1}">
              <a14:hiddenFill xmlns:a14="http://schemas.microsoft.com/office/drawing/2010/main">
                <a:gradFill rotWithShape="1">
                  <a:gsLst>
                    <a:gs pos="0">
                      <a:srgbClr val="764700"/>
                    </a:gs>
                    <a:gs pos="50000">
                      <a:srgbClr val="FF9900"/>
                    </a:gs>
                    <a:gs pos="100000">
                      <a:srgbClr val="764700"/>
                    </a:gs>
                  </a:gsLst>
                  <a:lin ang="5400000" scaled="1"/>
                </a:gra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nchor="ctr">
            <a:spAutoFit/>
          </a:bodyPr>
          <a:lstStyle>
            <a:lvl1pPr eaLnBrk="0" hangingPunct="0">
              <a:defRPr kumimoji="1">
                <a:solidFill>
                  <a:schemeClr val="tx1"/>
                </a:solidFill>
                <a:latin typeface="Arial" charset="0"/>
                <a:ea typeface="ＭＳ Ｐゴシック" charset="-128"/>
              </a:defRPr>
            </a:lvl1pPr>
            <a:lvl2pPr marL="742950" indent="-285750" eaLnBrk="0" hangingPunct="0">
              <a:defRPr kumimoji="1">
                <a:solidFill>
                  <a:schemeClr val="tx1"/>
                </a:solidFill>
                <a:latin typeface="Arial" charset="0"/>
                <a:ea typeface="ＭＳ Ｐゴシック" charset="-128"/>
              </a:defRPr>
            </a:lvl2pPr>
            <a:lvl3pPr marL="1143000" indent="-228600" eaLnBrk="0" hangingPunct="0">
              <a:defRPr kumimoji="1">
                <a:solidFill>
                  <a:schemeClr val="tx1"/>
                </a:solidFill>
                <a:latin typeface="Arial" charset="0"/>
                <a:ea typeface="ＭＳ Ｐゴシック" charset="-128"/>
              </a:defRPr>
            </a:lvl3pPr>
            <a:lvl4pPr marL="1600200" indent="-228600" eaLnBrk="0" hangingPunct="0">
              <a:defRPr kumimoji="1">
                <a:solidFill>
                  <a:schemeClr val="tx1"/>
                </a:solidFill>
                <a:latin typeface="Arial" charset="0"/>
                <a:ea typeface="ＭＳ Ｐゴシック" charset="-128"/>
              </a:defRPr>
            </a:lvl4pPr>
            <a:lvl5pPr marL="2057400" indent="-228600" eaLnBrk="0" hangingPunct="0">
              <a:defRPr kumimoji="1">
                <a:solidFill>
                  <a:schemeClr val="tx1"/>
                </a:solidFill>
                <a:latin typeface="Arial" charset="0"/>
                <a:ea typeface="ＭＳ Ｐゴシック"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charset="-128"/>
              </a:defRPr>
            </a:lvl9pPr>
          </a:lstStyle>
          <a:p>
            <a:pPr eaLnBrk="1" hangingPunct="1">
              <a:defRPr/>
            </a:pPr>
            <a:r>
              <a:rPr lang="en-US" altLang="ja-JP" sz="1000" kern="0">
                <a:solidFill>
                  <a:srgbClr val="000000"/>
                </a:solidFill>
                <a:latin typeface="Meiryo UI" pitchFamily="50" charset="-128"/>
                <a:ea typeface="Meiryo UI" pitchFamily="50" charset="-128"/>
                <a:cs typeface="Meiryo UI" pitchFamily="50" charset="-128"/>
              </a:rPr>
              <a:t>DAN</a:t>
            </a:r>
            <a:endParaRPr lang="ja-JP" altLang="en-US" sz="1000" kern="0">
              <a:solidFill>
                <a:srgbClr val="000000"/>
              </a:solidFill>
              <a:latin typeface="Meiryo UI" pitchFamily="50" charset="-128"/>
              <a:ea typeface="Meiryo UI" pitchFamily="50" charset="-128"/>
              <a:cs typeface="Meiryo UI" pitchFamily="50" charset="-128"/>
            </a:endParaRPr>
          </a:p>
        </p:txBody>
      </p:sp>
      <p:sp>
        <p:nvSpPr>
          <p:cNvPr id="12" name="円/楕円 313">
            <a:extLst>
              <a:ext uri="{FF2B5EF4-FFF2-40B4-BE49-F238E27FC236}">
                <a16:creationId xmlns:a16="http://schemas.microsoft.com/office/drawing/2014/main" id="{B5DF48FB-F6F3-0D0F-FB41-65E7424B0E33}"/>
              </a:ext>
            </a:extLst>
          </p:cNvPr>
          <p:cNvSpPr/>
          <p:nvPr/>
        </p:nvSpPr>
        <p:spPr>
          <a:xfrm>
            <a:off x="4132525" y="2136766"/>
            <a:ext cx="258086" cy="25200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defRPr/>
            </a:pPr>
            <a:r>
              <a:rPr lang="en-US" altLang="ja-JP" sz="900" b="1">
                <a:solidFill>
                  <a:prstClr val="black"/>
                </a:solidFill>
                <a:latin typeface="Meiryo UI" pitchFamily="50" charset="-128"/>
                <a:ea typeface="Meiryo UI" pitchFamily="50" charset="-128"/>
                <a:cs typeface="Meiryo UI" pitchFamily="50" charset="-128"/>
              </a:rPr>
              <a:t>TE</a:t>
            </a:r>
            <a:endParaRPr lang="ja-JP" altLang="en-US" sz="900" b="1">
              <a:solidFill>
                <a:prstClr val="black"/>
              </a:solidFill>
              <a:latin typeface="Meiryo UI" pitchFamily="50" charset="-128"/>
              <a:ea typeface="Meiryo UI" pitchFamily="50" charset="-128"/>
              <a:cs typeface="Meiryo UI" pitchFamily="50" charset="-128"/>
            </a:endParaRPr>
          </a:p>
        </p:txBody>
      </p:sp>
      <p:sp>
        <p:nvSpPr>
          <p:cNvPr id="13" name="円/楕円 315">
            <a:extLst>
              <a:ext uri="{FF2B5EF4-FFF2-40B4-BE49-F238E27FC236}">
                <a16:creationId xmlns:a16="http://schemas.microsoft.com/office/drawing/2014/main" id="{267CC92E-6997-0742-3D73-F88B6B2A41B1}"/>
              </a:ext>
            </a:extLst>
          </p:cNvPr>
          <p:cNvSpPr/>
          <p:nvPr/>
        </p:nvSpPr>
        <p:spPr>
          <a:xfrm>
            <a:off x="1545907" y="1633625"/>
            <a:ext cx="258086" cy="252000"/>
          </a:xfrm>
          <a:prstGeom prst="ellipse">
            <a:avLst/>
          </a:prstGeom>
          <a:solidFill>
            <a:srgbClr val="00009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defRPr/>
            </a:pPr>
            <a:r>
              <a:rPr lang="en-US" altLang="ja-JP" sz="700" dirty="0">
                <a:solidFill>
                  <a:prstClr val="white"/>
                </a:solidFill>
                <a:latin typeface="Meiryo UI" pitchFamily="50" charset="-128"/>
                <a:ea typeface="Meiryo UI" pitchFamily="50" charset="-128"/>
                <a:cs typeface="Meiryo UI" pitchFamily="50" charset="-128"/>
              </a:rPr>
              <a:t>A00</a:t>
            </a:r>
          </a:p>
          <a:p>
            <a:pPr>
              <a:defRPr/>
            </a:pPr>
            <a:r>
              <a:rPr lang="en-US" altLang="ja-JP" sz="700" dirty="0">
                <a:solidFill>
                  <a:prstClr val="white"/>
                </a:solidFill>
                <a:latin typeface="Meiryo UI" pitchFamily="50" charset="-128"/>
                <a:ea typeface="Meiryo UI" pitchFamily="50" charset="-128"/>
                <a:cs typeface="Meiryo UI" pitchFamily="50" charset="-128"/>
              </a:rPr>
              <a:t>-0</a:t>
            </a:r>
            <a:endParaRPr lang="ja-JP" altLang="en-US" sz="700" dirty="0">
              <a:solidFill>
                <a:prstClr val="white"/>
              </a:solidFill>
              <a:latin typeface="Meiryo UI" pitchFamily="50" charset="-128"/>
              <a:ea typeface="Meiryo UI" pitchFamily="50" charset="-128"/>
              <a:cs typeface="Meiryo UI" pitchFamily="50" charset="-128"/>
            </a:endParaRPr>
          </a:p>
        </p:txBody>
      </p:sp>
      <p:sp>
        <p:nvSpPr>
          <p:cNvPr id="14" name="Freeform 274">
            <a:extLst>
              <a:ext uri="{FF2B5EF4-FFF2-40B4-BE49-F238E27FC236}">
                <a16:creationId xmlns:a16="http://schemas.microsoft.com/office/drawing/2014/main" id="{9994F45C-1F13-220D-7D41-4C455A00B0F5}"/>
              </a:ext>
            </a:extLst>
          </p:cNvPr>
          <p:cNvSpPr>
            <a:spLocks/>
          </p:cNvSpPr>
          <p:nvPr/>
        </p:nvSpPr>
        <p:spPr bwMode="auto">
          <a:xfrm>
            <a:off x="5488202" y="3248663"/>
            <a:ext cx="110608" cy="272460"/>
          </a:xfrm>
          <a:custGeom>
            <a:avLst/>
            <a:gdLst>
              <a:gd name="T0" fmla="*/ 2147483647 w 117"/>
              <a:gd name="T1" fmla="*/ 2147483647 h 89"/>
              <a:gd name="T2" fmla="*/ 2147483647 w 117"/>
              <a:gd name="T3" fmla="*/ 0 h 89"/>
              <a:gd name="T4" fmla="*/ 2147483647 w 117"/>
              <a:gd name="T5" fmla="*/ 0 h 89"/>
              <a:gd name="T6" fmla="*/ 2147483647 w 117"/>
              <a:gd name="T7" fmla="*/ 2147483647 h 89"/>
              <a:gd name="T8" fmla="*/ 2147483647 w 117"/>
              <a:gd name="T9" fmla="*/ 2147483647 h 89"/>
              <a:gd name="T10" fmla="*/ 0 w 117"/>
              <a:gd name="T11" fmla="*/ 2147483647 h 89"/>
              <a:gd name="T12" fmla="*/ 2147483647 w 117"/>
              <a:gd name="T13" fmla="*/ 2147483647 h 8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7" h="89">
                <a:moveTo>
                  <a:pt x="117" y="89"/>
                </a:moveTo>
                <a:lnTo>
                  <a:pt x="116" y="0"/>
                </a:lnTo>
                <a:lnTo>
                  <a:pt x="40" y="0"/>
                </a:lnTo>
                <a:lnTo>
                  <a:pt x="28" y="36"/>
                </a:lnTo>
                <a:lnTo>
                  <a:pt x="7" y="39"/>
                </a:lnTo>
                <a:lnTo>
                  <a:pt x="0" y="88"/>
                </a:lnTo>
                <a:lnTo>
                  <a:pt x="113" y="88"/>
                </a:lnTo>
              </a:path>
            </a:pathLst>
          </a:custGeom>
          <a:solidFill>
            <a:srgbClr val="92D050"/>
          </a:solidFill>
          <a:ln>
            <a:solidFill>
              <a:schemeClr val="tx1"/>
            </a:solidFill>
          </a:ln>
          <a:effectLst/>
        </p:spPr>
        <p:txBody>
          <a:bodyPr wrap="none" lIns="0" tIns="0" rIns="0" bIns="0" anchor="ctr"/>
          <a:lstStyle/>
          <a:p>
            <a:pPr>
              <a:defRPr/>
            </a:pPr>
            <a:endParaRPr kumimoji="0" lang="ja-JP" altLang="en-US" sz="2000" kern="0">
              <a:solidFill>
                <a:srgbClr val="000000"/>
              </a:solidFill>
              <a:latin typeface="Meiryo UI" pitchFamily="50" charset="-128"/>
              <a:ea typeface="Meiryo UI" pitchFamily="50" charset="-128"/>
              <a:cs typeface="Meiryo UI" pitchFamily="50" charset="-128"/>
            </a:endParaRPr>
          </a:p>
        </p:txBody>
      </p:sp>
      <p:sp>
        <p:nvSpPr>
          <p:cNvPr id="15" name="Text Box 275">
            <a:extLst>
              <a:ext uri="{FF2B5EF4-FFF2-40B4-BE49-F238E27FC236}">
                <a16:creationId xmlns:a16="http://schemas.microsoft.com/office/drawing/2014/main" id="{BEF49E4C-7FEF-6062-7457-DC418AFDBFB0}"/>
              </a:ext>
            </a:extLst>
          </p:cNvPr>
          <p:cNvSpPr txBox="1">
            <a:spLocks noChangeArrowheads="1"/>
          </p:cNvSpPr>
          <p:nvPr/>
        </p:nvSpPr>
        <p:spPr bwMode="auto">
          <a:xfrm>
            <a:off x="5305273" y="3367235"/>
            <a:ext cx="366104" cy="153888"/>
          </a:xfrm>
          <a:prstGeom prst="rect">
            <a:avLst/>
          </a:prstGeom>
          <a:noFill/>
          <a:ln>
            <a:noFill/>
          </a:ln>
          <a:effectLst/>
          <a:extLst>
            <a:ext uri="{909E8E84-426E-40DD-AFC4-6F175D3DCCD1}">
              <a14:hiddenFill xmlns:a14="http://schemas.microsoft.com/office/drawing/2010/main">
                <a:gradFill rotWithShape="1">
                  <a:gsLst>
                    <a:gs pos="0">
                      <a:srgbClr val="764700"/>
                    </a:gs>
                    <a:gs pos="50000">
                      <a:srgbClr val="FF9900"/>
                    </a:gs>
                    <a:gs pos="100000">
                      <a:srgbClr val="764700"/>
                    </a:gs>
                  </a:gsLst>
                  <a:lin ang="5400000" scaled="1"/>
                </a:gra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nchor="ctr">
            <a:spAutoFit/>
          </a:bodyPr>
          <a:lstStyle>
            <a:lvl1pPr eaLnBrk="0" hangingPunct="0">
              <a:defRPr kumimoji="1">
                <a:solidFill>
                  <a:schemeClr val="tx1"/>
                </a:solidFill>
                <a:latin typeface="Arial" charset="0"/>
                <a:ea typeface="ＭＳ Ｐゴシック" charset="-128"/>
              </a:defRPr>
            </a:lvl1pPr>
            <a:lvl2pPr marL="742950" indent="-285750" eaLnBrk="0" hangingPunct="0">
              <a:defRPr kumimoji="1">
                <a:solidFill>
                  <a:schemeClr val="tx1"/>
                </a:solidFill>
                <a:latin typeface="Arial" charset="0"/>
                <a:ea typeface="ＭＳ Ｐゴシック" charset="-128"/>
              </a:defRPr>
            </a:lvl2pPr>
            <a:lvl3pPr marL="1143000" indent="-228600" eaLnBrk="0" hangingPunct="0">
              <a:defRPr kumimoji="1">
                <a:solidFill>
                  <a:schemeClr val="tx1"/>
                </a:solidFill>
                <a:latin typeface="Arial" charset="0"/>
                <a:ea typeface="ＭＳ Ｐゴシック" charset="-128"/>
              </a:defRPr>
            </a:lvl3pPr>
            <a:lvl4pPr marL="1600200" indent="-228600" eaLnBrk="0" hangingPunct="0">
              <a:defRPr kumimoji="1">
                <a:solidFill>
                  <a:schemeClr val="tx1"/>
                </a:solidFill>
                <a:latin typeface="Arial" charset="0"/>
                <a:ea typeface="ＭＳ Ｐゴシック" charset="-128"/>
              </a:defRPr>
            </a:lvl4pPr>
            <a:lvl5pPr marL="2057400" indent="-228600" eaLnBrk="0" hangingPunct="0">
              <a:defRPr kumimoji="1">
                <a:solidFill>
                  <a:schemeClr val="tx1"/>
                </a:solidFill>
                <a:latin typeface="Arial" charset="0"/>
                <a:ea typeface="ＭＳ Ｐゴシック"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charset="-128"/>
              </a:defRPr>
            </a:lvl9pPr>
          </a:lstStyle>
          <a:p>
            <a:pPr eaLnBrk="1" hangingPunct="1">
              <a:defRPr/>
            </a:pPr>
            <a:r>
              <a:rPr lang="en-US" altLang="ja-JP" sz="1000" kern="0" dirty="0">
                <a:solidFill>
                  <a:srgbClr val="000000"/>
                </a:solidFill>
                <a:latin typeface="Meiryo UI" pitchFamily="50" charset="-128"/>
                <a:ea typeface="Meiryo UI" pitchFamily="50" charset="-128"/>
                <a:cs typeface="Meiryo UI" pitchFamily="50" charset="-128"/>
              </a:rPr>
              <a:t>DAN0</a:t>
            </a:r>
            <a:endParaRPr lang="ja-JP" altLang="en-US" sz="1000" kern="0" dirty="0">
              <a:solidFill>
                <a:srgbClr val="000000"/>
              </a:solidFill>
              <a:latin typeface="Meiryo UI" pitchFamily="50" charset="-128"/>
              <a:ea typeface="Meiryo UI" pitchFamily="50" charset="-128"/>
              <a:cs typeface="Meiryo UI" pitchFamily="50" charset="-128"/>
            </a:endParaRPr>
          </a:p>
        </p:txBody>
      </p:sp>
      <p:sp>
        <p:nvSpPr>
          <p:cNvPr id="16" name="円/楕円 337">
            <a:extLst>
              <a:ext uri="{FF2B5EF4-FFF2-40B4-BE49-F238E27FC236}">
                <a16:creationId xmlns:a16="http://schemas.microsoft.com/office/drawing/2014/main" id="{B8F0E175-97B1-15AC-D9A2-30577C2DA6C8}"/>
              </a:ext>
            </a:extLst>
          </p:cNvPr>
          <p:cNvSpPr/>
          <p:nvPr/>
        </p:nvSpPr>
        <p:spPr>
          <a:xfrm>
            <a:off x="3238747" y="2136766"/>
            <a:ext cx="258086" cy="25200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defRPr/>
            </a:pPr>
            <a:r>
              <a:rPr lang="en-US" altLang="ja-JP" sz="900" b="1" dirty="0">
                <a:solidFill>
                  <a:prstClr val="black"/>
                </a:solidFill>
                <a:latin typeface="Meiryo UI" pitchFamily="50" charset="-128"/>
                <a:ea typeface="Meiryo UI" pitchFamily="50" charset="-128"/>
                <a:cs typeface="Meiryo UI" pitchFamily="50" charset="-128"/>
              </a:rPr>
              <a:t>TE</a:t>
            </a:r>
            <a:endParaRPr lang="ja-JP" altLang="en-US" sz="900" b="1" dirty="0">
              <a:solidFill>
                <a:prstClr val="black"/>
              </a:solidFill>
              <a:latin typeface="Meiryo UI" pitchFamily="50" charset="-128"/>
              <a:ea typeface="Meiryo UI" pitchFamily="50" charset="-128"/>
              <a:cs typeface="Meiryo UI" pitchFamily="50" charset="-128"/>
            </a:endParaRPr>
          </a:p>
        </p:txBody>
      </p:sp>
      <p:sp>
        <p:nvSpPr>
          <p:cNvPr id="17" name="Freeform 274">
            <a:extLst>
              <a:ext uri="{FF2B5EF4-FFF2-40B4-BE49-F238E27FC236}">
                <a16:creationId xmlns:a16="http://schemas.microsoft.com/office/drawing/2014/main" id="{59919A72-616E-2801-342A-3D1ED612ABC0}"/>
              </a:ext>
            </a:extLst>
          </p:cNvPr>
          <p:cNvSpPr>
            <a:spLocks/>
          </p:cNvSpPr>
          <p:nvPr/>
        </p:nvSpPr>
        <p:spPr bwMode="auto">
          <a:xfrm>
            <a:off x="2469577" y="3279710"/>
            <a:ext cx="201459" cy="241413"/>
          </a:xfrm>
          <a:custGeom>
            <a:avLst/>
            <a:gdLst>
              <a:gd name="T0" fmla="*/ 2147483647 w 117"/>
              <a:gd name="T1" fmla="*/ 2147483647 h 89"/>
              <a:gd name="T2" fmla="*/ 2147483647 w 117"/>
              <a:gd name="T3" fmla="*/ 0 h 89"/>
              <a:gd name="T4" fmla="*/ 2147483647 w 117"/>
              <a:gd name="T5" fmla="*/ 0 h 89"/>
              <a:gd name="T6" fmla="*/ 2147483647 w 117"/>
              <a:gd name="T7" fmla="*/ 2147483647 h 89"/>
              <a:gd name="T8" fmla="*/ 2147483647 w 117"/>
              <a:gd name="T9" fmla="*/ 2147483647 h 89"/>
              <a:gd name="T10" fmla="*/ 0 w 117"/>
              <a:gd name="T11" fmla="*/ 2147483647 h 89"/>
              <a:gd name="T12" fmla="*/ 2147483647 w 117"/>
              <a:gd name="T13" fmla="*/ 2147483647 h 89"/>
              <a:gd name="T14" fmla="*/ 0 60000 65536"/>
              <a:gd name="T15" fmla="*/ 0 60000 65536"/>
              <a:gd name="T16" fmla="*/ 0 60000 65536"/>
              <a:gd name="T17" fmla="*/ 0 60000 65536"/>
              <a:gd name="T18" fmla="*/ 0 60000 65536"/>
              <a:gd name="T19" fmla="*/ 0 60000 65536"/>
              <a:gd name="T20" fmla="*/ 0 60000 65536"/>
              <a:gd name="connsiteX0" fmla="*/ 10000 w 10000"/>
              <a:gd name="connsiteY0" fmla="*/ 10000 h 10000"/>
              <a:gd name="connsiteX1" fmla="*/ 9915 w 10000"/>
              <a:gd name="connsiteY1" fmla="*/ 0 h 10000"/>
              <a:gd name="connsiteX2" fmla="*/ 3419 w 10000"/>
              <a:gd name="connsiteY2" fmla="*/ 0 h 10000"/>
              <a:gd name="connsiteX3" fmla="*/ 598 w 10000"/>
              <a:gd name="connsiteY3" fmla="*/ 4382 h 10000"/>
              <a:gd name="connsiteX4" fmla="*/ 0 w 10000"/>
              <a:gd name="connsiteY4" fmla="*/ 9888 h 10000"/>
              <a:gd name="connsiteX5" fmla="*/ 9658 w 10000"/>
              <a:gd name="connsiteY5" fmla="*/ 9888 h 10000"/>
              <a:gd name="connsiteX0" fmla="*/ 10000 w 10000"/>
              <a:gd name="connsiteY0" fmla="*/ 10000 h 10000"/>
              <a:gd name="connsiteX1" fmla="*/ 9915 w 10000"/>
              <a:gd name="connsiteY1" fmla="*/ 0 h 10000"/>
              <a:gd name="connsiteX2" fmla="*/ 3419 w 10000"/>
              <a:gd name="connsiteY2" fmla="*/ 0 h 10000"/>
              <a:gd name="connsiteX3" fmla="*/ 0 w 10000"/>
              <a:gd name="connsiteY3" fmla="*/ 9888 h 10000"/>
              <a:gd name="connsiteX4" fmla="*/ 9658 w 10000"/>
              <a:gd name="connsiteY4" fmla="*/ 9888 h 10000"/>
              <a:gd name="connsiteX0" fmla="*/ 10000 w 10044"/>
              <a:gd name="connsiteY0" fmla="*/ 10000 h 10000"/>
              <a:gd name="connsiteX1" fmla="*/ 10039 w 10044"/>
              <a:gd name="connsiteY1" fmla="*/ 137 h 10000"/>
              <a:gd name="connsiteX2" fmla="*/ 3419 w 10044"/>
              <a:gd name="connsiteY2" fmla="*/ 0 h 10000"/>
              <a:gd name="connsiteX3" fmla="*/ 0 w 10044"/>
              <a:gd name="connsiteY3" fmla="*/ 9888 h 10000"/>
              <a:gd name="connsiteX4" fmla="*/ 9658 w 10044"/>
              <a:gd name="connsiteY4" fmla="*/ 9888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44" h="10000">
                <a:moveTo>
                  <a:pt x="10000" y="10000"/>
                </a:moveTo>
                <a:cubicBezTo>
                  <a:pt x="9972" y="6667"/>
                  <a:pt x="10067" y="3470"/>
                  <a:pt x="10039" y="137"/>
                </a:cubicBezTo>
                <a:lnTo>
                  <a:pt x="3419" y="0"/>
                </a:lnTo>
                <a:lnTo>
                  <a:pt x="0" y="9888"/>
                </a:lnTo>
                <a:lnTo>
                  <a:pt x="9658" y="9888"/>
                </a:lnTo>
              </a:path>
            </a:pathLst>
          </a:custGeom>
          <a:solidFill>
            <a:srgbClr val="FF9966"/>
          </a:solidFill>
          <a:ln>
            <a:noFill/>
          </a:ln>
          <a:effectLst/>
        </p:spPr>
        <p:txBody>
          <a:bodyPr wrap="none" lIns="0" tIns="0" rIns="0" bIns="0" anchor="ctr"/>
          <a:lstStyle/>
          <a:p>
            <a:pPr>
              <a:defRPr/>
            </a:pPr>
            <a:endParaRPr kumimoji="0" lang="ja-JP" altLang="en-US" sz="2000" kern="0">
              <a:solidFill>
                <a:srgbClr val="000000"/>
              </a:solidFill>
              <a:latin typeface="Meiryo UI" pitchFamily="50" charset="-128"/>
              <a:ea typeface="Meiryo UI" pitchFamily="50" charset="-128"/>
              <a:cs typeface="Meiryo UI" pitchFamily="50" charset="-128"/>
            </a:endParaRPr>
          </a:p>
        </p:txBody>
      </p:sp>
      <p:sp>
        <p:nvSpPr>
          <p:cNvPr id="18" name="テキスト ボックス 404">
            <a:extLst>
              <a:ext uri="{FF2B5EF4-FFF2-40B4-BE49-F238E27FC236}">
                <a16:creationId xmlns:a16="http://schemas.microsoft.com/office/drawing/2014/main" id="{31A8ECE8-18E1-E615-016E-5215E0D61997}"/>
              </a:ext>
            </a:extLst>
          </p:cNvPr>
          <p:cNvSpPr txBox="1">
            <a:spLocks noChangeArrowheads="1"/>
          </p:cNvSpPr>
          <p:nvPr/>
        </p:nvSpPr>
        <p:spPr bwMode="auto">
          <a:xfrm>
            <a:off x="2515616" y="3367233"/>
            <a:ext cx="116615"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900">
                <a:solidFill>
                  <a:schemeClr val="tx1"/>
                </a:solidFill>
                <a:latin typeface="Times New Roman" pitchFamily="18" charset="0"/>
                <a:ea typeface="ＭＳ Ｐゴシック" charset="-128"/>
              </a:defRPr>
            </a:lvl1pPr>
            <a:lvl2pPr marL="742950" indent="-285750">
              <a:defRPr kumimoji="1" sz="900">
                <a:solidFill>
                  <a:schemeClr val="tx1"/>
                </a:solidFill>
                <a:latin typeface="Times New Roman" pitchFamily="18" charset="0"/>
                <a:ea typeface="ＭＳ Ｐゴシック" charset="-128"/>
              </a:defRPr>
            </a:lvl2pPr>
            <a:lvl3pPr marL="1143000" indent="-228600">
              <a:defRPr kumimoji="1" sz="900">
                <a:solidFill>
                  <a:schemeClr val="tx1"/>
                </a:solidFill>
                <a:latin typeface="Times New Roman" pitchFamily="18" charset="0"/>
                <a:ea typeface="ＭＳ Ｐゴシック" charset="-128"/>
              </a:defRPr>
            </a:lvl3pPr>
            <a:lvl4pPr marL="1600200" indent="-228600">
              <a:defRPr kumimoji="1" sz="900">
                <a:solidFill>
                  <a:schemeClr val="tx1"/>
                </a:solidFill>
                <a:latin typeface="Times New Roman" pitchFamily="18" charset="0"/>
                <a:ea typeface="ＭＳ Ｐゴシック" charset="-128"/>
              </a:defRPr>
            </a:lvl4pPr>
            <a:lvl5pPr marL="2057400" indent="-228600">
              <a:defRPr kumimoji="1" sz="900">
                <a:solidFill>
                  <a:schemeClr val="tx1"/>
                </a:solidFill>
                <a:latin typeface="Times New Roman" pitchFamily="18" charset="0"/>
                <a:ea typeface="ＭＳ Ｐゴシック" charset="-128"/>
              </a:defRPr>
            </a:lvl5pPr>
            <a:lvl6pPr marL="2514600" indent="-228600" eaLnBrk="0" fontAlgn="base" hangingPunct="0">
              <a:spcBef>
                <a:spcPct val="50000"/>
              </a:spcBef>
              <a:spcAft>
                <a:spcPct val="0"/>
              </a:spcAft>
              <a:defRPr kumimoji="1" sz="900">
                <a:solidFill>
                  <a:schemeClr val="tx1"/>
                </a:solidFill>
                <a:latin typeface="Times New Roman" pitchFamily="18" charset="0"/>
                <a:ea typeface="ＭＳ Ｐゴシック" charset="-128"/>
              </a:defRPr>
            </a:lvl6pPr>
            <a:lvl7pPr marL="2971800" indent="-228600" eaLnBrk="0" fontAlgn="base" hangingPunct="0">
              <a:spcBef>
                <a:spcPct val="50000"/>
              </a:spcBef>
              <a:spcAft>
                <a:spcPct val="0"/>
              </a:spcAft>
              <a:defRPr kumimoji="1" sz="900">
                <a:solidFill>
                  <a:schemeClr val="tx1"/>
                </a:solidFill>
                <a:latin typeface="Times New Roman" pitchFamily="18" charset="0"/>
                <a:ea typeface="ＭＳ Ｐゴシック" charset="-128"/>
              </a:defRPr>
            </a:lvl7pPr>
            <a:lvl8pPr marL="3429000" indent="-228600" eaLnBrk="0" fontAlgn="base" hangingPunct="0">
              <a:spcBef>
                <a:spcPct val="50000"/>
              </a:spcBef>
              <a:spcAft>
                <a:spcPct val="0"/>
              </a:spcAft>
              <a:defRPr kumimoji="1" sz="900">
                <a:solidFill>
                  <a:schemeClr val="tx1"/>
                </a:solidFill>
                <a:latin typeface="Times New Roman" pitchFamily="18" charset="0"/>
                <a:ea typeface="ＭＳ Ｐゴシック" charset="-128"/>
              </a:defRPr>
            </a:lvl8pPr>
            <a:lvl9pPr marL="3886200" indent="-228600" eaLnBrk="0" fontAlgn="base" hangingPunct="0">
              <a:spcBef>
                <a:spcPct val="50000"/>
              </a:spcBef>
              <a:spcAft>
                <a:spcPct val="0"/>
              </a:spcAft>
              <a:defRPr kumimoji="1" sz="900">
                <a:solidFill>
                  <a:schemeClr val="tx1"/>
                </a:solidFill>
                <a:latin typeface="Times New Roman" pitchFamily="18" charset="0"/>
                <a:ea typeface="ＭＳ Ｐゴシック" charset="-128"/>
              </a:defRPr>
            </a:lvl9pPr>
          </a:lstStyle>
          <a:p>
            <a:r>
              <a:rPr lang="en-US" altLang="ja-JP" sz="1000" dirty="0">
                <a:solidFill>
                  <a:srgbClr val="000000"/>
                </a:solidFill>
                <a:latin typeface="Meiryo UI" pitchFamily="50" charset="-128"/>
                <a:ea typeface="Meiryo UI" pitchFamily="50" charset="-128"/>
                <a:cs typeface="Meiryo UI" pitchFamily="50" charset="-128"/>
              </a:rPr>
              <a:t>0X</a:t>
            </a:r>
          </a:p>
        </p:txBody>
      </p:sp>
      <p:sp>
        <p:nvSpPr>
          <p:cNvPr id="19" name="円/楕円 100">
            <a:extLst>
              <a:ext uri="{FF2B5EF4-FFF2-40B4-BE49-F238E27FC236}">
                <a16:creationId xmlns:a16="http://schemas.microsoft.com/office/drawing/2014/main" id="{FC2008D5-F5CA-3CA3-B656-136AC8475357}"/>
              </a:ext>
            </a:extLst>
          </p:cNvPr>
          <p:cNvSpPr/>
          <p:nvPr/>
        </p:nvSpPr>
        <p:spPr>
          <a:xfrm>
            <a:off x="3439070" y="1633625"/>
            <a:ext cx="258086" cy="252000"/>
          </a:xfrm>
          <a:prstGeom prst="ellipse">
            <a:avLst/>
          </a:prstGeom>
          <a:solidFill>
            <a:srgbClr val="00009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defRPr/>
            </a:pPr>
            <a:r>
              <a:rPr lang="en-US" altLang="ja-JP" sz="700" dirty="0">
                <a:solidFill>
                  <a:prstClr val="white"/>
                </a:solidFill>
                <a:latin typeface="Meiryo UI" pitchFamily="50" charset="-128"/>
                <a:ea typeface="Meiryo UI" pitchFamily="50" charset="-128"/>
                <a:cs typeface="Meiryo UI" pitchFamily="50" charset="-128"/>
              </a:rPr>
              <a:t>A00</a:t>
            </a:r>
          </a:p>
          <a:p>
            <a:pPr>
              <a:defRPr/>
            </a:pPr>
            <a:r>
              <a:rPr lang="en-US" altLang="ja-JP" sz="700" dirty="0">
                <a:solidFill>
                  <a:prstClr val="white"/>
                </a:solidFill>
                <a:latin typeface="Meiryo UI" pitchFamily="50" charset="-128"/>
                <a:ea typeface="Meiryo UI" pitchFamily="50" charset="-128"/>
                <a:cs typeface="Meiryo UI" pitchFamily="50" charset="-128"/>
              </a:rPr>
              <a:t>-1</a:t>
            </a:r>
            <a:endParaRPr lang="ja-JP" altLang="en-US" sz="700" dirty="0">
              <a:solidFill>
                <a:prstClr val="white"/>
              </a:solidFill>
              <a:latin typeface="Meiryo UI" pitchFamily="50" charset="-128"/>
              <a:ea typeface="Meiryo UI" pitchFamily="50" charset="-128"/>
              <a:cs typeface="Meiryo UI" pitchFamily="50" charset="-128"/>
            </a:endParaRPr>
          </a:p>
        </p:txBody>
      </p:sp>
      <p:sp>
        <p:nvSpPr>
          <p:cNvPr id="20" name="円/楕円 101">
            <a:extLst>
              <a:ext uri="{FF2B5EF4-FFF2-40B4-BE49-F238E27FC236}">
                <a16:creationId xmlns:a16="http://schemas.microsoft.com/office/drawing/2014/main" id="{1321E141-8878-52DC-1ABE-61CAC7D0E447}"/>
              </a:ext>
            </a:extLst>
          </p:cNvPr>
          <p:cNvSpPr/>
          <p:nvPr/>
        </p:nvSpPr>
        <p:spPr>
          <a:xfrm>
            <a:off x="4332190" y="1633625"/>
            <a:ext cx="258086" cy="252000"/>
          </a:xfrm>
          <a:prstGeom prst="ellipse">
            <a:avLst/>
          </a:prstGeom>
          <a:solidFill>
            <a:srgbClr val="00009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defRPr/>
            </a:pPr>
            <a:r>
              <a:rPr lang="en-US" altLang="ja-JP" sz="700" dirty="0">
                <a:solidFill>
                  <a:prstClr val="white"/>
                </a:solidFill>
                <a:latin typeface="Meiryo UI" pitchFamily="50" charset="-128"/>
                <a:ea typeface="Meiryo UI" pitchFamily="50" charset="-128"/>
                <a:cs typeface="Meiryo UI" pitchFamily="50" charset="-128"/>
              </a:rPr>
              <a:t>A00</a:t>
            </a:r>
          </a:p>
          <a:p>
            <a:pPr>
              <a:defRPr/>
            </a:pPr>
            <a:r>
              <a:rPr lang="en-US" altLang="ja-JP" sz="700" dirty="0">
                <a:solidFill>
                  <a:prstClr val="white"/>
                </a:solidFill>
                <a:latin typeface="Meiryo UI" pitchFamily="50" charset="-128"/>
                <a:ea typeface="Meiryo UI" pitchFamily="50" charset="-128"/>
                <a:cs typeface="Meiryo UI" pitchFamily="50" charset="-128"/>
              </a:rPr>
              <a:t>-2</a:t>
            </a:r>
            <a:endParaRPr lang="ja-JP" altLang="en-US" sz="700" dirty="0">
              <a:solidFill>
                <a:prstClr val="white"/>
              </a:solidFill>
              <a:latin typeface="Meiryo UI" pitchFamily="50" charset="-128"/>
              <a:ea typeface="Meiryo UI" pitchFamily="50" charset="-128"/>
              <a:cs typeface="Meiryo UI" pitchFamily="50" charset="-128"/>
            </a:endParaRPr>
          </a:p>
        </p:txBody>
      </p:sp>
      <p:sp>
        <p:nvSpPr>
          <p:cNvPr id="21" name="円/楕円 312">
            <a:extLst>
              <a:ext uri="{FF2B5EF4-FFF2-40B4-BE49-F238E27FC236}">
                <a16:creationId xmlns:a16="http://schemas.microsoft.com/office/drawing/2014/main" id="{39CFC194-F428-DB3F-4CF7-F64EE31AC04C}"/>
              </a:ext>
            </a:extLst>
          </p:cNvPr>
          <p:cNvSpPr/>
          <p:nvPr/>
        </p:nvSpPr>
        <p:spPr>
          <a:xfrm>
            <a:off x="7725303" y="1633625"/>
            <a:ext cx="258086" cy="252000"/>
          </a:xfrm>
          <a:prstGeom prst="ellipse">
            <a:avLst/>
          </a:prstGeom>
          <a:solidFill>
            <a:srgbClr val="0000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defRPr/>
            </a:pPr>
            <a:r>
              <a:rPr lang="en-US" altLang="ja-JP" sz="1200">
                <a:solidFill>
                  <a:prstClr val="white"/>
                </a:solidFill>
                <a:latin typeface="Meiryo UI" pitchFamily="50" charset="-128"/>
                <a:ea typeface="Meiryo UI" pitchFamily="50" charset="-128"/>
                <a:cs typeface="Meiryo UI" pitchFamily="50" charset="-128"/>
              </a:rPr>
              <a:t>E2</a:t>
            </a:r>
            <a:endParaRPr lang="ja-JP" altLang="en-US" sz="1200">
              <a:solidFill>
                <a:prstClr val="white"/>
              </a:solidFill>
              <a:latin typeface="Meiryo UI" pitchFamily="50" charset="-128"/>
              <a:ea typeface="Meiryo UI" pitchFamily="50" charset="-128"/>
              <a:cs typeface="Meiryo UI" pitchFamily="50" charset="-128"/>
            </a:endParaRPr>
          </a:p>
        </p:txBody>
      </p:sp>
      <p:sp>
        <p:nvSpPr>
          <p:cNvPr id="22" name="Text Box 275">
            <a:extLst>
              <a:ext uri="{FF2B5EF4-FFF2-40B4-BE49-F238E27FC236}">
                <a16:creationId xmlns:a16="http://schemas.microsoft.com/office/drawing/2014/main" id="{4A159457-ED93-371C-3A58-9EC99E2A99A9}"/>
              </a:ext>
            </a:extLst>
          </p:cNvPr>
          <p:cNvSpPr txBox="1">
            <a:spLocks noChangeArrowheads="1"/>
          </p:cNvSpPr>
          <p:nvPr/>
        </p:nvSpPr>
        <p:spPr bwMode="auto">
          <a:xfrm>
            <a:off x="8179753" y="3336457"/>
            <a:ext cx="219612" cy="184666"/>
          </a:xfrm>
          <a:prstGeom prst="rect">
            <a:avLst/>
          </a:prstGeom>
          <a:noFill/>
          <a:ln>
            <a:noFill/>
          </a:ln>
          <a:effectLst/>
          <a:extLst>
            <a:ext uri="{909E8E84-426E-40DD-AFC4-6F175D3DCCD1}">
              <a14:hiddenFill xmlns:a14="http://schemas.microsoft.com/office/drawing/2010/main">
                <a:gradFill rotWithShape="1">
                  <a:gsLst>
                    <a:gs pos="0">
                      <a:srgbClr val="764700"/>
                    </a:gs>
                    <a:gs pos="50000">
                      <a:srgbClr val="FF9900"/>
                    </a:gs>
                    <a:gs pos="100000">
                      <a:srgbClr val="764700"/>
                    </a:gs>
                  </a:gsLst>
                  <a:lin ang="5400000" scaled="1"/>
                </a:gra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nchor="ctr">
            <a:spAutoFit/>
          </a:bodyPr>
          <a:lstStyle>
            <a:lvl1pPr eaLnBrk="0" hangingPunct="0">
              <a:defRPr kumimoji="1">
                <a:solidFill>
                  <a:schemeClr val="tx1"/>
                </a:solidFill>
                <a:latin typeface="Arial" charset="0"/>
                <a:ea typeface="ＭＳ Ｐゴシック" charset="-128"/>
              </a:defRPr>
            </a:lvl1pPr>
            <a:lvl2pPr marL="742950" indent="-285750" eaLnBrk="0" hangingPunct="0">
              <a:defRPr kumimoji="1">
                <a:solidFill>
                  <a:schemeClr val="tx1"/>
                </a:solidFill>
                <a:latin typeface="Arial" charset="0"/>
                <a:ea typeface="ＭＳ Ｐゴシック" charset="-128"/>
              </a:defRPr>
            </a:lvl2pPr>
            <a:lvl3pPr marL="1143000" indent="-228600" eaLnBrk="0" hangingPunct="0">
              <a:defRPr kumimoji="1">
                <a:solidFill>
                  <a:schemeClr val="tx1"/>
                </a:solidFill>
                <a:latin typeface="Arial" charset="0"/>
                <a:ea typeface="ＭＳ Ｐゴシック" charset="-128"/>
              </a:defRPr>
            </a:lvl3pPr>
            <a:lvl4pPr marL="1600200" indent="-228600" eaLnBrk="0" hangingPunct="0">
              <a:defRPr kumimoji="1">
                <a:solidFill>
                  <a:schemeClr val="tx1"/>
                </a:solidFill>
                <a:latin typeface="Arial" charset="0"/>
                <a:ea typeface="ＭＳ Ｐゴシック" charset="-128"/>
              </a:defRPr>
            </a:lvl4pPr>
            <a:lvl5pPr marL="2057400" indent="-228600" eaLnBrk="0" hangingPunct="0">
              <a:defRPr kumimoji="1">
                <a:solidFill>
                  <a:schemeClr val="tx1"/>
                </a:solidFill>
                <a:latin typeface="Arial" charset="0"/>
                <a:ea typeface="ＭＳ Ｐゴシック"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charset="-128"/>
              </a:defRPr>
            </a:lvl9pPr>
          </a:lstStyle>
          <a:p>
            <a:pPr eaLnBrk="1" hangingPunct="1">
              <a:defRPr/>
            </a:pPr>
            <a:r>
              <a:rPr lang="en-US" altLang="ja-JP" sz="1200" kern="0" dirty="0">
                <a:solidFill>
                  <a:srgbClr val="000000"/>
                </a:solidFill>
                <a:latin typeface="Meiryo UI" pitchFamily="50" charset="-128"/>
                <a:ea typeface="Meiryo UI" pitchFamily="50" charset="-128"/>
                <a:cs typeface="Meiryo UI" pitchFamily="50" charset="-128"/>
              </a:rPr>
              <a:t>MP</a:t>
            </a:r>
            <a:endParaRPr lang="ja-JP" altLang="en-US" sz="1600" kern="0" dirty="0">
              <a:solidFill>
                <a:srgbClr val="000000"/>
              </a:solidFill>
              <a:latin typeface="Meiryo UI" pitchFamily="50" charset="-128"/>
              <a:ea typeface="Meiryo UI" pitchFamily="50" charset="-128"/>
              <a:cs typeface="Meiryo UI" pitchFamily="50" charset="-128"/>
            </a:endParaRPr>
          </a:p>
        </p:txBody>
      </p:sp>
      <p:sp>
        <p:nvSpPr>
          <p:cNvPr id="23" name="テキスト ボックス 22">
            <a:extLst>
              <a:ext uri="{FF2B5EF4-FFF2-40B4-BE49-F238E27FC236}">
                <a16:creationId xmlns:a16="http://schemas.microsoft.com/office/drawing/2014/main" id="{125C6921-3B88-02E5-F64C-BEBF311E5179}"/>
              </a:ext>
            </a:extLst>
          </p:cNvPr>
          <p:cNvSpPr txBox="1"/>
          <p:nvPr/>
        </p:nvSpPr>
        <p:spPr>
          <a:xfrm>
            <a:off x="1333492" y="2390608"/>
            <a:ext cx="678081" cy="276999"/>
          </a:xfrm>
          <a:prstGeom prst="rect">
            <a:avLst/>
          </a:prstGeom>
          <a:solidFill>
            <a:schemeClr val="bg1"/>
          </a:solidFill>
          <a:effectLst>
            <a:softEdge rad="31750"/>
          </a:effectLst>
        </p:spPr>
        <p:txBody>
          <a:bodyPr wrap="square" rtlCol="0" anchor="ctr">
            <a:spAutoFit/>
          </a:bodyPr>
          <a:lstStyle/>
          <a:p>
            <a:r>
              <a:rPr lang="en-US" altLang="ja-JP" sz="1200" dirty="0">
                <a:latin typeface="Meiryo UI" panose="020B0604030504040204" pitchFamily="50" charset="-128"/>
                <a:ea typeface="Meiryo UI" panose="020B0604030504040204" pitchFamily="50" charset="-128"/>
              </a:rPr>
              <a:t>A00-0</a:t>
            </a:r>
            <a:endParaRPr kumimoji="1" lang="ja-JP" altLang="en-US" sz="1200" dirty="0">
              <a:latin typeface="Meiryo UI" panose="020B0604030504040204" pitchFamily="50" charset="-128"/>
              <a:ea typeface="Meiryo UI" panose="020B0604030504040204" pitchFamily="50" charset="-128"/>
            </a:endParaRPr>
          </a:p>
        </p:txBody>
      </p:sp>
      <p:sp>
        <p:nvSpPr>
          <p:cNvPr id="24" name="テキスト ボックス 23">
            <a:extLst>
              <a:ext uri="{FF2B5EF4-FFF2-40B4-BE49-F238E27FC236}">
                <a16:creationId xmlns:a16="http://schemas.microsoft.com/office/drawing/2014/main" id="{38983151-E5AC-7BE5-E61D-AC153BAFF2D5}"/>
              </a:ext>
            </a:extLst>
          </p:cNvPr>
          <p:cNvSpPr txBox="1"/>
          <p:nvPr/>
        </p:nvSpPr>
        <p:spPr>
          <a:xfrm>
            <a:off x="3931661" y="2390608"/>
            <a:ext cx="676016" cy="276999"/>
          </a:xfrm>
          <a:prstGeom prst="rect">
            <a:avLst/>
          </a:prstGeom>
          <a:solidFill>
            <a:schemeClr val="bg1"/>
          </a:solidFill>
          <a:effectLst>
            <a:softEdge rad="31750"/>
          </a:effectLst>
        </p:spPr>
        <p:txBody>
          <a:bodyPr wrap="square" rtlCol="0" anchor="ctr">
            <a:spAutoFit/>
          </a:bodyPr>
          <a:lstStyle/>
          <a:p>
            <a:r>
              <a:rPr kumimoji="1" lang="en-US" altLang="ja-JP" sz="1200" dirty="0">
                <a:latin typeface="Meiryo UI" panose="020B0604030504040204" pitchFamily="50" charset="-128"/>
                <a:ea typeface="Meiryo UI" panose="020B0604030504040204" pitchFamily="50" charset="-128"/>
              </a:rPr>
              <a:t>A00-2</a:t>
            </a:r>
            <a:endParaRPr kumimoji="1" lang="ja-JP" altLang="en-US" sz="1200" dirty="0">
              <a:latin typeface="Meiryo UI" panose="020B0604030504040204" pitchFamily="50" charset="-128"/>
              <a:ea typeface="Meiryo UI" panose="020B0604030504040204" pitchFamily="50" charset="-128"/>
            </a:endParaRPr>
          </a:p>
        </p:txBody>
      </p:sp>
      <p:sp>
        <p:nvSpPr>
          <p:cNvPr id="25" name="テキスト ボックス 24">
            <a:extLst>
              <a:ext uri="{FF2B5EF4-FFF2-40B4-BE49-F238E27FC236}">
                <a16:creationId xmlns:a16="http://schemas.microsoft.com/office/drawing/2014/main" id="{25BCD022-313F-79A3-4150-180A630EA671}"/>
              </a:ext>
            </a:extLst>
          </p:cNvPr>
          <p:cNvSpPr txBox="1"/>
          <p:nvPr/>
        </p:nvSpPr>
        <p:spPr>
          <a:xfrm>
            <a:off x="3021554" y="2390608"/>
            <a:ext cx="676017" cy="276999"/>
          </a:xfrm>
          <a:prstGeom prst="rect">
            <a:avLst/>
          </a:prstGeom>
          <a:solidFill>
            <a:schemeClr val="bg1"/>
          </a:solidFill>
          <a:effectLst>
            <a:softEdge rad="31750"/>
          </a:effectLst>
        </p:spPr>
        <p:txBody>
          <a:bodyPr wrap="square" rtlCol="0" anchor="ctr">
            <a:spAutoFit/>
          </a:bodyPr>
          <a:lstStyle/>
          <a:p>
            <a:r>
              <a:rPr kumimoji="1" lang="en-US" altLang="ja-JP" sz="1200" dirty="0">
                <a:latin typeface="Meiryo UI" panose="020B0604030504040204" pitchFamily="50" charset="-128"/>
                <a:ea typeface="Meiryo UI" panose="020B0604030504040204" pitchFamily="50" charset="-128"/>
              </a:rPr>
              <a:t>A00-</a:t>
            </a:r>
            <a:r>
              <a:rPr lang="en-US" altLang="ja-JP" sz="1200" dirty="0">
                <a:latin typeface="Meiryo UI" panose="020B0604030504040204" pitchFamily="50" charset="-128"/>
                <a:ea typeface="Meiryo UI" panose="020B0604030504040204" pitchFamily="50" charset="-128"/>
              </a:rPr>
              <a:t>1</a:t>
            </a:r>
            <a:endParaRPr kumimoji="1" lang="ja-JP" altLang="en-US" sz="1200" dirty="0">
              <a:latin typeface="Meiryo UI" panose="020B0604030504040204" pitchFamily="50" charset="-128"/>
              <a:ea typeface="Meiryo UI" panose="020B0604030504040204" pitchFamily="50" charset="-128"/>
            </a:endParaRPr>
          </a:p>
        </p:txBody>
      </p:sp>
      <p:sp>
        <p:nvSpPr>
          <p:cNvPr id="26" name="テキスト ボックス 25">
            <a:extLst>
              <a:ext uri="{FF2B5EF4-FFF2-40B4-BE49-F238E27FC236}">
                <a16:creationId xmlns:a16="http://schemas.microsoft.com/office/drawing/2014/main" id="{A068CE77-A5DF-82F8-D61A-6496F8D4C8A1}"/>
              </a:ext>
            </a:extLst>
          </p:cNvPr>
          <p:cNvSpPr txBox="1"/>
          <p:nvPr/>
        </p:nvSpPr>
        <p:spPr>
          <a:xfrm>
            <a:off x="5011428" y="2387758"/>
            <a:ext cx="509452" cy="276999"/>
          </a:xfrm>
          <a:prstGeom prst="rect">
            <a:avLst/>
          </a:prstGeom>
          <a:solidFill>
            <a:schemeClr val="bg1"/>
          </a:solidFill>
          <a:effectLst>
            <a:softEdge rad="31750"/>
          </a:effectLst>
        </p:spPr>
        <p:txBody>
          <a:bodyPr wrap="square" rtlCol="0" anchor="ctr">
            <a:spAutoFit/>
          </a:bodyPr>
          <a:lstStyle/>
          <a:p>
            <a:r>
              <a:rPr lang="en-US" altLang="ja-JP" sz="1200" dirty="0">
                <a:latin typeface="Meiryo UI" panose="020B0604030504040204" pitchFamily="50" charset="-128"/>
                <a:ea typeface="Meiryo UI" panose="020B0604030504040204" pitchFamily="50" charset="-128"/>
              </a:rPr>
              <a:t>MP0</a:t>
            </a:r>
            <a:endParaRPr kumimoji="1" lang="ja-JP" altLang="en-US" sz="1200" dirty="0">
              <a:latin typeface="Meiryo UI" panose="020B0604030504040204" pitchFamily="50" charset="-128"/>
              <a:ea typeface="Meiryo UI" panose="020B0604030504040204" pitchFamily="50" charset="-128"/>
            </a:endParaRPr>
          </a:p>
        </p:txBody>
      </p:sp>
      <p:sp>
        <p:nvSpPr>
          <p:cNvPr id="27" name="テキスト ボックス 26">
            <a:extLst>
              <a:ext uri="{FF2B5EF4-FFF2-40B4-BE49-F238E27FC236}">
                <a16:creationId xmlns:a16="http://schemas.microsoft.com/office/drawing/2014/main" id="{A295CCC2-6848-1176-A836-1205BA29566F}"/>
              </a:ext>
            </a:extLst>
          </p:cNvPr>
          <p:cNvSpPr txBox="1"/>
          <p:nvPr/>
        </p:nvSpPr>
        <p:spPr>
          <a:xfrm>
            <a:off x="7258805" y="6542856"/>
            <a:ext cx="1885195" cy="307777"/>
          </a:xfrm>
          <a:prstGeom prst="rect">
            <a:avLst/>
          </a:prstGeom>
          <a:noFill/>
        </p:spPr>
        <p:txBody>
          <a:bodyPr wrap="none" rtlCol="0">
            <a:spAutoFit/>
          </a:bodyPr>
          <a:lstStyle/>
          <a:p>
            <a:r>
              <a:rPr lang="en-US" altLang="ja-JP" sz="1400" dirty="0">
                <a:solidFill>
                  <a:schemeClr val="bg1">
                    <a:lumMod val="50000"/>
                  </a:schemeClr>
                </a:solidFill>
              </a:rPr>
              <a:t>Reference : A00-0 draft</a:t>
            </a:r>
            <a:endParaRPr kumimoji="1" lang="en-US" altLang="ja-JP" sz="1400" dirty="0">
              <a:solidFill>
                <a:schemeClr val="bg1">
                  <a:lumMod val="50000"/>
                </a:schemeClr>
              </a:solidFill>
            </a:endParaRPr>
          </a:p>
        </p:txBody>
      </p:sp>
      <p:grpSp>
        <p:nvGrpSpPr>
          <p:cNvPr id="28" name="グループ化 27">
            <a:extLst>
              <a:ext uri="{FF2B5EF4-FFF2-40B4-BE49-F238E27FC236}">
                <a16:creationId xmlns:a16="http://schemas.microsoft.com/office/drawing/2014/main" id="{39AABFC3-9503-E778-BC23-1D35487196BD}"/>
              </a:ext>
            </a:extLst>
          </p:cNvPr>
          <p:cNvGrpSpPr/>
          <p:nvPr/>
        </p:nvGrpSpPr>
        <p:grpSpPr>
          <a:xfrm>
            <a:off x="5178510" y="2173554"/>
            <a:ext cx="159360" cy="172724"/>
            <a:chOff x="9410888" y="2478956"/>
            <a:chExt cx="159360" cy="172724"/>
          </a:xfrm>
        </p:grpSpPr>
        <p:sp>
          <p:nvSpPr>
            <p:cNvPr id="29" name="正方形/長方形 28">
              <a:extLst>
                <a:ext uri="{FF2B5EF4-FFF2-40B4-BE49-F238E27FC236}">
                  <a16:creationId xmlns:a16="http://schemas.microsoft.com/office/drawing/2014/main" id="{86A416ED-BBA7-55F7-0F39-D6074B82D104}"/>
                </a:ext>
              </a:extLst>
            </p:cNvPr>
            <p:cNvSpPr/>
            <p:nvPr/>
          </p:nvSpPr>
          <p:spPr bwMode="auto">
            <a:xfrm>
              <a:off x="9410888" y="2478956"/>
              <a:ext cx="128883" cy="142248"/>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Times New Roman" pitchFamily="18" charset="0"/>
                <a:ea typeface="ＭＳ Ｐゴシック" pitchFamily="50" charset="-128"/>
              </a:endParaRPr>
            </a:p>
          </p:txBody>
        </p:sp>
        <p:sp>
          <p:nvSpPr>
            <p:cNvPr id="30" name="正方形/長方形 29">
              <a:extLst>
                <a:ext uri="{FF2B5EF4-FFF2-40B4-BE49-F238E27FC236}">
                  <a16:creationId xmlns:a16="http://schemas.microsoft.com/office/drawing/2014/main" id="{5AAFAE47-974B-B40E-CDCA-483E248B2193}"/>
                </a:ext>
              </a:extLst>
            </p:cNvPr>
            <p:cNvSpPr/>
            <p:nvPr/>
          </p:nvSpPr>
          <p:spPr bwMode="auto">
            <a:xfrm>
              <a:off x="9441365" y="2509432"/>
              <a:ext cx="128883" cy="142248"/>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Times New Roman" pitchFamily="18" charset="0"/>
                <a:ea typeface="ＭＳ Ｐゴシック" pitchFamily="50" charset="-128"/>
              </a:endParaRPr>
            </a:p>
          </p:txBody>
        </p:sp>
      </p:grpSp>
      <p:sp>
        <p:nvSpPr>
          <p:cNvPr id="31" name="テキスト ボックス 30">
            <a:extLst>
              <a:ext uri="{FF2B5EF4-FFF2-40B4-BE49-F238E27FC236}">
                <a16:creationId xmlns:a16="http://schemas.microsoft.com/office/drawing/2014/main" id="{C3DE2846-20BE-49A6-A2CA-B936F90666F6}"/>
              </a:ext>
            </a:extLst>
          </p:cNvPr>
          <p:cNvSpPr txBox="1"/>
          <p:nvPr/>
        </p:nvSpPr>
        <p:spPr>
          <a:xfrm>
            <a:off x="6008565" y="2387762"/>
            <a:ext cx="509452" cy="276999"/>
          </a:xfrm>
          <a:prstGeom prst="rect">
            <a:avLst/>
          </a:prstGeom>
          <a:solidFill>
            <a:schemeClr val="bg1"/>
          </a:solidFill>
          <a:effectLst>
            <a:softEdge rad="31750"/>
          </a:effectLst>
        </p:spPr>
        <p:txBody>
          <a:bodyPr wrap="square" rtlCol="0" anchor="ctr">
            <a:spAutoFit/>
          </a:bodyPr>
          <a:lstStyle/>
          <a:p>
            <a:r>
              <a:rPr lang="en-US" altLang="ja-JP" sz="1200" dirty="0">
                <a:latin typeface="Meiryo UI" panose="020B0604030504040204" pitchFamily="50" charset="-128"/>
                <a:ea typeface="Meiryo UI" panose="020B0604030504040204" pitchFamily="50" charset="-128"/>
              </a:rPr>
              <a:t>MP1</a:t>
            </a:r>
            <a:endParaRPr kumimoji="1" lang="ja-JP" altLang="en-US" sz="1200" dirty="0">
              <a:latin typeface="Meiryo UI" panose="020B0604030504040204" pitchFamily="50" charset="-128"/>
              <a:ea typeface="Meiryo UI" panose="020B0604030504040204" pitchFamily="50" charset="-128"/>
            </a:endParaRPr>
          </a:p>
        </p:txBody>
      </p:sp>
      <p:grpSp>
        <p:nvGrpSpPr>
          <p:cNvPr id="32" name="グループ化 31">
            <a:extLst>
              <a:ext uri="{FF2B5EF4-FFF2-40B4-BE49-F238E27FC236}">
                <a16:creationId xmlns:a16="http://schemas.microsoft.com/office/drawing/2014/main" id="{0D4999D9-E1DD-6A09-0972-E8A9549218FC}"/>
              </a:ext>
            </a:extLst>
          </p:cNvPr>
          <p:cNvGrpSpPr/>
          <p:nvPr/>
        </p:nvGrpSpPr>
        <p:grpSpPr>
          <a:xfrm>
            <a:off x="6175647" y="2173558"/>
            <a:ext cx="159360" cy="172724"/>
            <a:chOff x="9410888" y="2478956"/>
            <a:chExt cx="159360" cy="172724"/>
          </a:xfrm>
        </p:grpSpPr>
        <p:sp>
          <p:nvSpPr>
            <p:cNvPr id="33" name="正方形/長方形 32">
              <a:extLst>
                <a:ext uri="{FF2B5EF4-FFF2-40B4-BE49-F238E27FC236}">
                  <a16:creationId xmlns:a16="http://schemas.microsoft.com/office/drawing/2014/main" id="{26E65932-A0DC-72E8-43A3-E5E34AECCBF6}"/>
                </a:ext>
              </a:extLst>
            </p:cNvPr>
            <p:cNvSpPr/>
            <p:nvPr/>
          </p:nvSpPr>
          <p:spPr bwMode="auto">
            <a:xfrm>
              <a:off x="9410888" y="2478956"/>
              <a:ext cx="128883" cy="142248"/>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Times New Roman" pitchFamily="18" charset="0"/>
                <a:ea typeface="ＭＳ Ｐゴシック" pitchFamily="50" charset="-128"/>
              </a:endParaRPr>
            </a:p>
          </p:txBody>
        </p:sp>
        <p:sp>
          <p:nvSpPr>
            <p:cNvPr id="34" name="正方形/長方形 33">
              <a:extLst>
                <a:ext uri="{FF2B5EF4-FFF2-40B4-BE49-F238E27FC236}">
                  <a16:creationId xmlns:a16="http://schemas.microsoft.com/office/drawing/2014/main" id="{F38AECB5-4634-A127-F290-58FC436F86AC}"/>
                </a:ext>
              </a:extLst>
            </p:cNvPr>
            <p:cNvSpPr/>
            <p:nvPr/>
          </p:nvSpPr>
          <p:spPr bwMode="auto">
            <a:xfrm>
              <a:off x="9441365" y="2509432"/>
              <a:ext cx="128883" cy="142248"/>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Times New Roman" pitchFamily="18" charset="0"/>
                <a:ea typeface="ＭＳ Ｐゴシック" pitchFamily="50" charset="-128"/>
              </a:endParaRPr>
            </a:p>
          </p:txBody>
        </p:sp>
      </p:grpSp>
      <p:sp>
        <p:nvSpPr>
          <p:cNvPr id="35" name="円/楕円 337">
            <a:extLst>
              <a:ext uri="{FF2B5EF4-FFF2-40B4-BE49-F238E27FC236}">
                <a16:creationId xmlns:a16="http://schemas.microsoft.com/office/drawing/2014/main" id="{24E1CA17-2FC7-B2A5-621F-D9EB3E90996C}"/>
              </a:ext>
            </a:extLst>
          </p:cNvPr>
          <p:cNvSpPr/>
          <p:nvPr/>
        </p:nvSpPr>
        <p:spPr>
          <a:xfrm>
            <a:off x="1548493" y="2136766"/>
            <a:ext cx="258086" cy="25200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defRPr/>
            </a:pPr>
            <a:r>
              <a:rPr lang="en-US" altLang="ja-JP" sz="900" b="1">
                <a:solidFill>
                  <a:prstClr val="black"/>
                </a:solidFill>
                <a:latin typeface="Meiryo UI" pitchFamily="50" charset="-128"/>
                <a:ea typeface="Meiryo UI" pitchFamily="50" charset="-128"/>
                <a:cs typeface="Meiryo UI" pitchFamily="50" charset="-128"/>
              </a:rPr>
              <a:t>TE</a:t>
            </a:r>
            <a:endParaRPr lang="ja-JP" altLang="en-US" sz="900" b="1">
              <a:solidFill>
                <a:prstClr val="black"/>
              </a:solidFill>
              <a:latin typeface="Meiryo UI" pitchFamily="50" charset="-128"/>
              <a:ea typeface="Meiryo UI" pitchFamily="50" charset="-128"/>
              <a:cs typeface="Meiryo UI" pitchFamily="50" charset="-128"/>
            </a:endParaRPr>
          </a:p>
        </p:txBody>
      </p:sp>
      <p:sp>
        <p:nvSpPr>
          <p:cNvPr id="36" name="円/楕円 313">
            <a:extLst>
              <a:ext uri="{FF2B5EF4-FFF2-40B4-BE49-F238E27FC236}">
                <a16:creationId xmlns:a16="http://schemas.microsoft.com/office/drawing/2014/main" id="{CC5ACCD3-0280-16AE-AA29-F48BC37E5721}"/>
              </a:ext>
            </a:extLst>
          </p:cNvPr>
          <p:cNvSpPr/>
          <p:nvPr/>
        </p:nvSpPr>
        <p:spPr>
          <a:xfrm>
            <a:off x="7524524" y="2136766"/>
            <a:ext cx="258086" cy="25200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defRPr/>
            </a:pPr>
            <a:r>
              <a:rPr lang="en-US" altLang="ja-JP" sz="900" b="1">
                <a:solidFill>
                  <a:prstClr val="black"/>
                </a:solidFill>
                <a:latin typeface="Meiryo UI" pitchFamily="50" charset="-128"/>
                <a:ea typeface="Meiryo UI" pitchFamily="50" charset="-128"/>
                <a:cs typeface="Meiryo UI" pitchFamily="50" charset="-128"/>
              </a:rPr>
              <a:t>TE</a:t>
            </a:r>
            <a:endParaRPr lang="ja-JP" altLang="en-US" sz="900" b="1">
              <a:solidFill>
                <a:prstClr val="black"/>
              </a:solidFill>
              <a:latin typeface="Meiryo UI" pitchFamily="50" charset="-128"/>
              <a:ea typeface="Meiryo UI" pitchFamily="50" charset="-128"/>
              <a:cs typeface="Meiryo UI" pitchFamily="50" charset="-128"/>
            </a:endParaRPr>
          </a:p>
        </p:txBody>
      </p:sp>
      <p:sp>
        <p:nvSpPr>
          <p:cNvPr id="37" name="テキスト ボックス 36">
            <a:extLst>
              <a:ext uri="{FF2B5EF4-FFF2-40B4-BE49-F238E27FC236}">
                <a16:creationId xmlns:a16="http://schemas.microsoft.com/office/drawing/2014/main" id="{0C1ED2A6-1096-A540-2A1B-9B8A258C1174}"/>
              </a:ext>
            </a:extLst>
          </p:cNvPr>
          <p:cNvSpPr txBox="1"/>
          <p:nvPr/>
        </p:nvSpPr>
        <p:spPr>
          <a:xfrm>
            <a:off x="7470871" y="2390608"/>
            <a:ext cx="381594" cy="276999"/>
          </a:xfrm>
          <a:prstGeom prst="rect">
            <a:avLst/>
          </a:prstGeom>
          <a:solidFill>
            <a:schemeClr val="bg1"/>
          </a:solidFill>
          <a:effectLst>
            <a:softEdge rad="31750"/>
          </a:effectLst>
        </p:spPr>
        <p:txBody>
          <a:bodyPr wrap="square" rtlCol="0" anchor="ctr">
            <a:spAutoFit/>
          </a:bodyPr>
          <a:lstStyle/>
          <a:p>
            <a:r>
              <a:rPr kumimoji="1" lang="en-US" altLang="ja-JP" sz="1200" dirty="0">
                <a:latin typeface="Meiryo UI" panose="020B0604030504040204" pitchFamily="50" charset="-128"/>
                <a:ea typeface="Meiryo UI" panose="020B0604030504040204" pitchFamily="50" charset="-128"/>
              </a:rPr>
              <a:t>E2</a:t>
            </a:r>
            <a:endParaRPr kumimoji="1" lang="ja-JP" altLang="en-US" sz="1200" dirty="0">
              <a:latin typeface="Meiryo UI" panose="020B0604030504040204" pitchFamily="50" charset="-128"/>
              <a:ea typeface="Meiryo UI" panose="020B0604030504040204" pitchFamily="50" charset="-128"/>
            </a:endParaRPr>
          </a:p>
        </p:txBody>
      </p:sp>
      <p:sp>
        <p:nvSpPr>
          <p:cNvPr id="38" name="ホームベース 226">
            <a:extLst>
              <a:ext uri="{FF2B5EF4-FFF2-40B4-BE49-F238E27FC236}">
                <a16:creationId xmlns:a16="http://schemas.microsoft.com/office/drawing/2014/main" id="{B83F7B48-660A-E48C-E913-63E6E4F039BD}"/>
              </a:ext>
            </a:extLst>
          </p:cNvPr>
          <p:cNvSpPr/>
          <p:nvPr/>
        </p:nvSpPr>
        <p:spPr bwMode="auto">
          <a:xfrm rot="16200000">
            <a:off x="3494538" y="648601"/>
            <a:ext cx="282999" cy="165496"/>
          </a:xfrm>
          <a:prstGeom prst="homePlate">
            <a:avLst>
              <a:gd name="adj" fmla="val 75551"/>
            </a:avLst>
          </a:prstGeom>
          <a:solidFill>
            <a:srgbClr val="FFFF00"/>
          </a:solidFill>
          <a:ln w="9525" cap="flat" cmpd="sng" algn="ctr">
            <a:solidFill>
              <a:schemeClr val="tx1"/>
            </a:solidFill>
            <a:prstDash val="solid"/>
            <a:round/>
            <a:headEnd type="none" w="med" len="med"/>
            <a:tailEnd type="none" w="med" len="med"/>
          </a:ln>
          <a:effectLst/>
        </p:spPr>
        <p:txBody>
          <a:bodyPr vert="vert"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200" b="1" i="0" u="none" strike="noStrike" kern="1200" cap="none" spc="0" normalizeH="0" baseline="0" noProof="0">
                <a:ln>
                  <a:noFill/>
                </a:ln>
                <a:solidFill>
                  <a:srgbClr val="000000"/>
                </a:solidFill>
                <a:effectLst/>
                <a:uLnTx/>
                <a:uFillTx/>
                <a:latin typeface="Arial Narrow" pitchFamily="34" charset="0"/>
                <a:ea typeface="ＭＳ Ｐゴシック" pitchFamily="50" charset="-128"/>
                <a:cs typeface="+mn-cs"/>
              </a:rPr>
              <a:t>E</a:t>
            </a:r>
            <a:endParaRPr kumimoji="1" lang="ja-JP" altLang="en-US" sz="1200" b="1" i="0" u="none" strike="noStrike" kern="1200" cap="none" spc="0" normalizeH="0" baseline="0" noProof="0">
              <a:ln>
                <a:noFill/>
              </a:ln>
              <a:solidFill>
                <a:srgbClr val="000000"/>
              </a:solidFill>
              <a:effectLst/>
              <a:uLnTx/>
              <a:uFillTx/>
              <a:latin typeface="Arial Narrow" pitchFamily="34" charset="0"/>
              <a:ea typeface="ＭＳ Ｐゴシック" pitchFamily="50" charset="-128"/>
              <a:cs typeface="+mn-cs"/>
            </a:endParaRPr>
          </a:p>
        </p:txBody>
      </p:sp>
      <p:sp>
        <p:nvSpPr>
          <p:cNvPr id="39" name="ホームベース 227">
            <a:extLst>
              <a:ext uri="{FF2B5EF4-FFF2-40B4-BE49-F238E27FC236}">
                <a16:creationId xmlns:a16="http://schemas.microsoft.com/office/drawing/2014/main" id="{17E15EBE-5269-5FE6-1ABE-B2255702E463}"/>
              </a:ext>
            </a:extLst>
          </p:cNvPr>
          <p:cNvSpPr/>
          <p:nvPr/>
        </p:nvSpPr>
        <p:spPr bwMode="auto">
          <a:xfrm rot="16200000">
            <a:off x="5654778" y="667319"/>
            <a:ext cx="282999" cy="165496"/>
          </a:xfrm>
          <a:prstGeom prst="homePlate">
            <a:avLst>
              <a:gd name="adj" fmla="val 75551"/>
            </a:avLst>
          </a:prstGeom>
          <a:solidFill>
            <a:srgbClr val="00FFFF"/>
          </a:solidFill>
          <a:ln w="9525" cap="flat" cmpd="sng" algn="ctr">
            <a:solidFill>
              <a:schemeClr val="tx1"/>
            </a:solidFill>
            <a:prstDash val="solid"/>
            <a:round/>
            <a:headEnd type="none" w="med" len="med"/>
            <a:tailEnd type="none" w="med" len="med"/>
          </a:ln>
          <a:effectLst/>
        </p:spPr>
        <p:txBody>
          <a:bodyPr vert="vert"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200" b="1" i="0" u="none" strike="noStrike" kern="1200" cap="none" spc="0" normalizeH="0" baseline="0" noProof="0" dirty="0">
                <a:ln>
                  <a:noFill/>
                </a:ln>
                <a:solidFill>
                  <a:srgbClr val="000000"/>
                </a:solidFill>
                <a:effectLst/>
                <a:uLnTx/>
                <a:uFillTx/>
                <a:latin typeface="Arial Narrow" pitchFamily="34" charset="0"/>
                <a:ea typeface="ＭＳ Ｐゴシック" pitchFamily="50" charset="-128"/>
                <a:cs typeface="+mn-cs"/>
              </a:rPr>
              <a:t>JV</a:t>
            </a:r>
            <a:endParaRPr kumimoji="1" lang="ja-JP" altLang="en-US" sz="1200" b="1" i="0" u="none" strike="noStrike" kern="1200" cap="none" spc="0" normalizeH="0" baseline="0" noProof="0" dirty="0">
              <a:ln>
                <a:noFill/>
              </a:ln>
              <a:solidFill>
                <a:srgbClr val="000000"/>
              </a:solidFill>
              <a:effectLst/>
              <a:uLnTx/>
              <a:uFillTx/>
              <a:latin typeface="Arial Narrow" pitchFamily="34" charset="0"/>
              <a:ea typeface="ＭＳ Ｐゴシック" pitchFamily="50" charset="-128"/>
              <a:cs typeface="+mn-cs"/>
            </a:endParaRPr>
          </a:p>
        </p:txBody>
      </p:sp>
      <p:sp>
        <p:nvSpPr>
          <p:cNvPr id="40" name="正方形/長方形 39">
            <a:extLst>
              <a:ext uri="{FF2B5EF4-FFF2-40B4-BE49-F238E27FC236}">
                <a16:creationId xmlns:a16="http://schemas.microsoft.com/office/drawing/2014/main" id="{13A6678B-3F05-AADC-4871-3B5C67E04786}"/>
              </a:ext>
            </a:extLst>
          </p:cNvPr>
          <p:cNvSpPr/>
          <p:nvPr/>
        </p:nvSpPr>
        <p:spPr bwMode="auto">
          <a:xfrm>
            <a:off x="3671286" y="673232"/>
            <a:ext cx="1870435" cy="186984"/>
          </a:xfrm>
          <a:prstGeom prst="rect">
            <a:avLst/>
          </a:prstGeom>
          <a:noFill/>
          <a:ln w="952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1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a:t>
            </a:r>
            <a:r>
              <a:rPr kumimoji="1" lang="ja-JP" altLang="en-US" sz="11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 </a:t>
            </a:r>
            <a:r>
              <a:rPr kumimoji="1" lang="en-US" altLang="ja-JP" sz="11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EMS</a:t>
            </a:r>
            <a:r>
              <a:rPr kumimoji="1" lang="ja-JP" altLang="en-US" sz="11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 </a:t>
            </a:r>
            <a:r>
              <a:rPr kumimoji="1" lang="en-US" altLang="ja-JP" sz="11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sheet</a:t>
            </a:r>
            <a:r>
              <a:rPr kumimoji="1" lang="ja-JP" altLang="en-US" sz="11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 </a:t>
            </a:r>
            <a:r>
              <a:rPr kumimoji="1" lang="en-US" altLang="ja-JP" sz="11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verification</a:t>
            </a:r>
            <a:endParaRPr kumimoji="1" lang="ja-JP" altLang="en-US" sz="11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p:txBody>
      </p:sp>
      <p:sp>
        <p:nvSpPr>
          <p:cNvPr id="41" name="正方形/長方形 40">
            <a:extLst>
              <a:ext uri="{FF2B5EF4-FFF2-40B4-BE49-F238E27FC236}">
                <a16:creationId xmlns:a16="http://schemas.microsoft.com/office/drawing/2014/main" id="{2FBA2FED-3305-106B-9F71-2CD6733064AD}"/>
              </a:ext>
            </a:extLst>
          </p:cNvPr>
          <p:cNvSpPr/>
          <p:nvPr/>
        </p:nvSpPr>
        <p:spPr bwMode="auto">
          <a:xfrm>
            <a:off x="5812779" y="686596"/>
            <a:ext cx="2310343" cy="180963"/>
          </a:xfrm>
          <a:prstGeom prst="rect">
            <a:avLst/>
          </a:prstGeom>
          <a:noFill/>
          <a:ln w="952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1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a:t>
            </a:r>
            <a:r>
              <a:rPr kumimoji="1" lang="ja-JP" altLang="en-US" sz="11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 </a:t>
            </a:r>
            <a:r>
              <a:rPr kumimoji="1" lang="en-US" altLang="ja-JP" sz="11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Joint</a:t>
            </a:r>
            <a:r>
              <a:rPr kumimoji="1" lang="ja-JP" altLang="en-US" sz="11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 </a:t>
            </a:r>
            <a:r>
              <a:rPr kumimoji="1" lang="en-US" altLang="ja-JP" sz="11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verification(Calibration)</a:t>
            </a:r>
            <a:endParaRPr kumimoji="1" lang="ja-JP" altLang="en-US" sz="11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p:txBody>
      </p:sp>
      <p:sp>
        <p:nvSpPr>
          <p:cNvPr id="42" name="テキスト ボックス 41">
            <a:extLst>
              <a:ext uri="{FF2B5EF4-FFF2-40B4-BE49-F238E27FC236}">
                <a16:creationId xmlns:a16="http://schemas.microsoft.com/office/drawing/2014/main" id="{CFA738A9-71F4-605C-A8A7-8DE56FF1296D}"/>
              </a:ext>
            </a:extLst>
          </p:cNvPr>
          <p:cNvSpPr txBox="1"/>
          <p:nvPr/>
        </p:nvSpPr>
        <p:spPr>
          <a:xfrm>
            <a:off x="90969" y="557200"/>
            <a:ext cx="2915816" cy="369332"/>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800" b="1" i="0" u="sng"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Milestone  Schedule</a:t>
            </a:r>
            <a:endParaRPr kumimoji="1" lang="ja-JP" altLang="en-US" sz="1800" b="1" i="0" u="sng"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endParaRPr>
          </a:p>
        </p:txBody>
      </p:sp>
      <p:grpSp>
        <p:nvGrpSpPr>
          <p:cNvPr id="43" name="グループ化 42">
            <a:extLst>
              <a:ext uri="{FF2B5EF4-FFF2-40B4-BE49-F238E27FC236}">
                <a16:creationId xmlns:a16="http://schemas.microsoft.com/office/drawing/2014/main" id="{A60756C3-9B7C-E069-84EB-DD2B9CE5C119}"/>
              </a:ext>
            </a:extLst>
          </p:cNvPr>
          <p:cNvGrpSpPr/>
          <p:nvPr/>
        </p:nvGrpSpPr>
        <p:grpSpPr>
          <a:xfrm>
            <a:off x="2582256" y="5777186"/>
            <a:ext cx="1425725" cy="589330"/>
            <a:chOff x="2035883" y="5170514"/>
            <a:chExt cx="1425725" cy="589330"/>
          </a:xfrm>
        </p:grpSpPr>
        <p:grpSp>
          <p:nvGrpSpPr>
            <p:cNvPr id="44" name="グループ化 43">
              <a:extLst>
                <a:ext uri="{FF2B5EF4-FFF2-40B4-BE49-F238E27FC236}">
                  <a16:creationId xmlns:a16="http://schemas.microsoft.com/office/drawing/2014/main" id="{2E153766-74D6-05D6-E42A-DA8FC5686EE7}"/>
                </a:ext>
              </a:extLst>
            </p:cNvPr>
            <p:cNvGrpSpPr>
              <a:grpSpLocks noChangeAspect="1"/>
            </p:cNvGrpSpPr>
            <p:nvPr/>
          </p:nvGrpSpPr>
          <p:grpSpPr>
            <a:xfrm>
              <a:off x="2261229" y="5331725"/>
              <a:ext cx="327930" cy="180846"/>
              <a:chOff x="3939485" y="3455888"/>
              <a:chExt cx="621243" cy="342602"/>
            </a:xfrm>
          </p:grpSpPr>
          <p:sp>
            <p:nvSpPr>
              <p:cNvPr id="47" name="台形 3">
                <a:extLst>
                  <a:ext uri="{FF2B5EF4-FFF2-40B4-BE49-F238E27FC236}">
                    <a16:creationId xmlns:a16="http://schemas.microsoft.com/office/drawing/2014/main" id="{3F905342-C066-953A-6203-5D5C47BCD42A}"/>
                  </a:ext>
                </a:extLst>
              </p:cNvPr>
              <p:cNvSpPr/>
              <p:nvPr/>
            </p:nvSpPr>
            <p:spPr bwMode="auto">
              <a:xfrm>
                <a:off x="3939485" y="3455888"/>
                <a:ext cx="621243" cy="269903"/>
              </a:xfrm>
              <a:custGeom>
                <a:avLst/>
                <a:gdLst>
                  <a:gd name="connsiteX0" fmla="*/ 0 w 680774"/>
                  <a:gd name="connsiteY0" fmla="*/ 326259 h 326259"/>
                  <a:gd name="connsiteX1" fmla="*/ 81565 w 680774"/>
                  <a:gd name="connsiteY1" fmla="*/ 0 h 326259"/>
                  <a:gd name="connsiteX2" fmla="*/ 599209 w 680774"/>
                  <a:gd name="connsiteY2" fmla="*/ 0 h 326259"/>
                  <a:gd name="connsiteX3" fmla="*/ 680774 w 680774"/>
                  <a:gd name="connsiteY3" fmla="*/ 326259 h 326259"/>
                  <a:gd name="connsiteX4" fmla="*/ 0 w 680774"/>
                  <a:gd name="connsiteY4" fmla="*/ 326259 h 326259"/>
                  <a:gd name="connsiteX0" fmla="*/ 0 w 680774"/>
                  <a:gd name="connsiteY0" fmla="*/ 326259 h 326259"/>
                  <a:gd name="connsiteX1" fmla="*/ 41420 w 680774"/>
                  <a:gd name="connsiteY1" fmla="*/ 155992 h 326259"/>
                  <a:gd name="connsiteX2" fmla="*/ 81565 w 680774"/>
                  <a:gd name="connsiteY2" fmla="*/ 0 h 326259"/>
                  <a:gd name="connsiteX3" fmla="*/ 599209 w 680774"/>
                  <a:gd name="connsiteY3" fmla="*/ 0 h 326259"/>
                  <a:gd name="connsiteX4" fmla="*/ 680774 w 680774"/>
                  <a:gd name="connsiteY4" fmla="*/ 326259 h 326259"/>
                  <a:gd name="connsiteX5" fmla="*/ 0 w 680774"/>
                  <a:gd name="connsiteY5" fmla="*/ 326259 h 326259"/>
                  <a:gd name="connsiteX0" fmla="*/ 7566 w 688340"/>
                  <a:gd name="connsiteY0" fmla="*/ 326259 h 326259"/>
                  <a:gd name="connsiteX1" fmla="*/ 0 w 688340"/>
                  <a:gd name="connsiteY1" fmla="*/ 152726 h 326259"/>
                  <a:gd name="connsiteX2" fmla="*/ 89131 w 688340"/>
                  <a:gd name="connsiteY2" fmla="*/ 0 h 326259"/>
                  <a:gd name="connsiteX3" fmla="*/ 606775 w 688340"/>
                  <a:gd name="connsiteY3" fmla="*/ 0 h 326259"/>
                  <a:gd name="connsiteX4" fmla="*/ 688340 w 688340"/>
                  <a:gd name="connsiteY4" fmla="*/ 326259 h 326259"/>
                  <a:gd name="connsiteX5" fmla="*/ 7566 w 688340"/>
                  <a:gd name="connsiteY5" fmla="*/ 326259 h 326259"/>
                  <a:gd name="connsiteX0" fmla="*/ 0 w 680774"/>
                  <a:gd name="connsiteY0" fmla="*/ 326259 h 326259"/>
                  <a:gd name="connsiteX1" fmla="*/ 201440 w 680774"/>
                  <a:gd name="connsiteY1" fmla="*/ 152726 h 326259"/>
                  <a:gd name="connsiteX2" fmla="*/ 81565 w 680774"/>
                  <a:gd name="connsiteY2" fmla="*/ 0 h 326259"/>
                  <a:gd name="connsiteX3" fmla="*/ 599209 w 680774"/>
                  <a:gd name="connsiteY3" fmla="*/ 0 h 326259"/>
                  <a:gd name="connsiteX4" fmla="*/ 680774 w 680774"/>
                  <a:gd name="connsiteY4" fmla="*/ 326259 h 326259"/>
                  <a:gd name="connsiteX5" fmla="*/ 0 w 680774"/>
                  <a:gd name="connsiteY5" fmla="*/ 326259 h 326259"/>
                  <a:gd name="connsiteX0" fmla="*/ 7566 w 688340"/>
                  <a:gd name="connsiteY0" fmla="*/ 326259 h 326259"/>
                  <a:gd name="connsiteX1" fmla="*/ 0 w 688340"/>
                  <a:gd name="connsiteY1" fmla="*/ 152726 h 326259"/>
                  <a:gd name="connsiteX2" fmla="*/ 89131 w 688340"/>
                  <a:gd name="connsiteY2" fmla="*/ 0 h 326259"/>
                  <a:gd name="connsiteX3" fmla="*/ 606775 w 688340"/>
                  <a:gd name="connsiteY3" fmla="*/ 0 h 326259"/>
                  <a:gd name="connsiteX4" fmla="*/ 688340 w 688340"/>
                  <a:gd name="connsiteY4" fmla="*/ 326259 h 326259"/>
                  <a:gd name="connsiteX5" fmla="*/ 7566 w 688340"/>
                  <a:gd name="connsiteY5" fmla="*/ 326259 h 326259"/>
                  <a:gd name="connsiteX0" fmla="*/ 0 w 680774"/>
                  <a:gd name="connsiteY0" fmla="*/ 326259 h 326259"/>
                  <a:gd name="connsiteX1" fmla="*/ 1959 w 680774"/>
                  <a:gd name="connsiteY1" fmla="*/ 152726 h 326259"/>
                  <a:gd name="connsiteX2" fmla="*/ 81565 w 680774"/>
                  <a:gd name="connsiteY2" fmla="*/ 0 h 326259"/>
                  <a:gd name="connsiteX3" fmla="*/ 599209 w 680774"/>
                  <a:gd name="connsiteY3" fmla="*/ 0 h 326259"/>
                  <a:gd name="connsiteX4" fmla="*/ 680774 w 680774"/>
                  <a:gd name="connsiteY4" fmla="*/ 326259 h 326259"/>
                  <a:gd name="connsiteX5" fmla="*/ 0 w 680774"/>
                  <a:gd name="connsiteY5" fmla="*/ 326259 h 326259"/>
                  <a:gd name="connsiteX0" fmla="*/ 0 w 621243"/>
                  <a:gd name="connsiteY0" fmla="*/ 326259 h 326259"/>
                  <a:gd name="connsiteX1" fmla="*/ 1959 w 621243"/>
                  <a:gd name="connsiteY1" fmla="*/ 152726 h 326259"/>
                  <a:gd name="connsiteX2" fmla="*/ 81565 w 621243"/>
                  <a:gd name="connsiteY2" fmla="*/ 0 h 326259"/>
                  <a:gd name="connsiteX3" fmla="*/ 599209 w 621243"/>
                  <a:gd name="connsiteY3" fmla="*/ 0 h 326259"/>
                  <a:gd name="connsiteX4" fmla="*/ 621243 w 621243"/>
                  <a:gd name="connsiteY4" fmla="*/ 326259 h 326259"/>
                  <a:gd name="connsiteX5" fmla="*/ 0 w 621243"/>
                  <a:gd name="connsiteY5" fmla="*/ 326259 h 326259"/>
                  <a:gd name="connsiteX0" fmla="*/ 0 w 621243"/>
                  <a:gd name="connsiteY0" fmla="*/ 326259 h 326259"/>
                  <a:gd name="connsiteX1" fmla="*/ 1959 w 621243"/>
                  <a:gd name="connsiteY1" fmla="*/ 152726 h 326259"/>
                  <a:gd name="connsiteX2" fmla="*/ 81565 w 621243"/>
                  <a:gd name="connsiteY2" fmla="*/ 0 h 326259"/>
                  <a:gd name="connsiteX3" fmla="*/ 599209 w 621243"/>
                  <a:gd name="connsiteY3" fmla="*/ 0 h 326259"/>
                  <a:gd name="connsiteX4" fmla="*/ 613465 w 621243"/>
                  <a:gd name="connsiteY4" fmla="*/ 173137 h 326259"/>
                  <a:gd name="connsiteX5" fmla="*/ 621243 w 621243"/>
                  <a:gd name="connsiteY5" fmla="*/ 326259 h 326259"/>
                  <a:gd name="connsiteX6" fmla="*/ 0 w 621243"/>
                  <a:gd name="connsiteY6" fmla="*/ 326259 h 326259"/>
                  <a:gd name="connsiteX0" fmla="*/ 0 w 621243"/>
                  <a:gd name="connsiteY0" fmla="*/ 326259 h 326259"/>
                  <a:gd name="connsiteX1" fmla="*/ 1959 w 621243"/>
                  <a:gd name="connsiteY1" fmla="*/ 152726 h 326259"/>
                  <a:gd name="connsiteX2" fmla="*/ 81565 w 621243"/>
                  <a:gd name="connsiteY2" fmla="*/ 0 h 326259"/>
                  <a:gd name="connsiteX3" fmla="*/ 599209 w 621243"/>
                  <a:gd name="connsiteY3" fmla="*/ 0 h 326259"/>
                  <a:gd name="connsiteX4" fmla="*/ 620609 w 621243"/>
                  <a:gd name="connsiteY4" fmla="*/ 173137 h 326259"/>
                  <a:gd name="connsiteX5" fmla="*/ 621243 w 621243"/>
                  <a:gd name="connsiteY5" fmla="*/ 326259 h 326259"/>
                  <a:gd name="connsiteX6" fmla="*/ 0 w 621243"/>
                  <a:gd name="connsiteY6" fmla="*/ 326259 h 326259"/>
                  <a:gd name="connsiteX0" fmla="*/ 0 w 621243"/>
                  <a:gd name="connsiteY0" fmla="*/ 326259 h 326259"/>
                  <a:gd name="connsiteX1" fmla="*/ 1959 w 621243"/>
                  <a:gd name="connsiteY1" fmla="*/ 152726 h 326259"/>
                  <a:gd name="connsiteX2" fmla="*/ 81565 w 621243"/>
                  <a:gd name="connsiteY2" fmla="*/ 0 h 326259"/>
                  <a:gd name="connsiteX3" fmla="*/ 465859 w 621243"/>
                  <a:gd name="connsiteY3" fmla="*/ 0 h 326259"/>
                  <a:gd name="connsiteX4" fmla="*/ 620609 w 621243"/>
                  <a:gd name="connsiteY4" fmla="*/ 173137 h 326259"/>
                  <a:gd name="connsiteX5" fmla="*/ 621243 w 621243"/>
                  <a:gd name="connsiteY5" fmla="*/ 326259 h 326259"/>
                  <a:gd name="connsiteX6" fmla="*/ 0 w 621243"/>
                  <a:gd name="connsiteY6" fmla="*/ 326259 h 326259"/>
                  <a:gd name="connsiteX0" fmla="*/ 0 w 621243"/>
                  <a:gd name="connsiteY0" fmla="*/ 326259 h 326259"/>
                  <a:gd name="connsiteX1" fmla="*/ 1959 w 621243"/>
                  <a:gd name="connsiteY1" fmla="*/ 152726 h 326259"/>
                  <a:gd name="connsiteX2" fmla="*/ 136333 w 621243"/>
                  <a:gd name="connsiteY2" fmla="*/ 0 h 326259"/>
                  <a:gd name="connsiteX3" fmla="*/ 465859 w 621243"/>
                  <a:gd name="connsiteY3" fmla="*/ 0 h 326259"/>
                  <a:gd name="connsiteX4" fmla="*/ 620609 w 621243"/>
                  <a:gd name="connsiteY4" fmla="*/ 173137 h 326259"/>
                  <a:gd name="connsiteX5" fmla="*/ 621243 w 621243"/>
                  <a:gd name="connsiteY5" fmla="*/ 326259 h 326259"/>
                  <a:gd name="connsiteX6" fmla="*/ 0 w 621243"/>
                  <a:gd name="connsiteY6" fmla="*/ 326259 h 326259"/>
                  <a:gd name="connsiteX0" fmla="*/ 0 w 621243"/>
                  <a:gd name="connsiteY0" fmla="*/ 326259 h 326259"/>
                  <a:gd name="connsiteX1" fmla="*/ 1959 w 621243"/>
                  <a:gd name="connsiteY1" fmla="*/ 171776 h 326259"/>
                  <a:gd name="connsiteX2" fmla="*/ 136333 w 621243"/>
                  <a:gd name="connsiteY2" fmla="*/ 0 h 326259"/>
                  <a:gd name="connsiteX3" fmla="*/ 465859 w 621243"/>
                  <a:gd name="connsiteY3" fmla="*/ 0 h 326259"/>
                  <a:gd name="connsiteX4" fmla="*/ 620609 w 621243"/>
                  <a:gd name="connsiteY4" fmla="*/ 173137 h 326259"/>
                  <a:gd name="connsiteX5" fmla="*/ 621243 w 621243"/>
                  <a:gd name="connsiteY5" fmla="*/ 326259 h 326259"/>
                  <a:gd name="connsiteX6" fmla="*/ 0 w 621243"/>
                  <a:gd name="connsiteY6" fmla="*/ 326259 h 326259"/>
                  <a:gd name="connsiteX0" fmla="*/ 0 w 621243"/>
                  <a:gd name="connsiteY0" fmla="*/ 326259 h 326259"/>
                  <a:gd name="connsiteX1" fmla="*/ 1959 w 621243"/>
                  <a:gd name="connsiteY1" fmla="*/ 171776 h 326259"/>
                  <a:gd name="connsiteX2" fmla="*/ 143477 w 621243"/>
                  <a:gd name="connsiteY2" fmla="*/ 0 h 326259"/>
                  <a:gd name="connsiteX3" fmla="*/ 465859 w 621243"/>
                  <a:gd name="connsiteY3" fmla="*/ 0 h 326259"/>
                  <a:gd name="connsiteX4" fmla="*/ 620609 w 621243"/>
                  <a:gd name="connsiteY4" fmla="*/ 173137 h 326259"/>
                  <a:gd name="connsiteX5" fmla="*/ 621243 w 621243"/>
                  <a:gd name="connsiteY5" fmla="*/ 326259 h 326259"/>
                  <a:gd name="connsiteX6" fmla="*/ 0 w 621243"/>
                  <a:gd name="connsiteY6" fmla="*/ 326259 h 326259"/>
                  <a:gd name="connsiteX0" fmla="*/ 0 w 621243"/>
                  <a:gd name="connsiteY0" fmla="*/ 326259 h 326259"/>
                  <a:gd name="connsiteX1" fmla="*/ 1959 w 621243"/>
                  <a:gd name="connsiteY1" fmla="*/ 171776 h 326259"/>
                  <a:gd name="connsiteX2" fmla="*/ 72921 w 621243"/>
                  <a:gd name="connsiteY2" fmla="*/ 80268 h 326259"/>
                  <a:gd name="connsiteX3" fmla="*/ 143477 w 621243"/>
                  <a:gd name="connsiteY3" fmla="*/ 0 h 326259"/>
                  <a:gd name="connsiteX4" fmla="*/ 465859 w 621243"/>
                  <a:gd name="connsiteY4" fmla="*/ 0 h 326259"/>
                  <a:gd name="connsiteX5" fmla="*/ 620609 w 621243"/>
                  <a:gd name="connsiteY5" fmla="*/ 173137 h 326259"/>
                  <a:gd name="connsiteX6" fmla="*/ 621243 w 621243"/>
                  <a:gd name="connsiteY6" fmla="*/ 326259 h 326259"/>
                  <a:gd name="connsiteX7" fmla="*/ 0 w 621243"/>
                  <a:gd name="connsiteY7" fmla="*/ 326259 h 326259"/>
                  <a:gd name="connsiteX0" fmla="*/ 0 w 621243"/>
                  <a:gd name="connsiteY0" fmla="*/ 326259 h 326259"/>
                  <a:gd name="connsiteX1" fmla="*/ 1959 w 621243"/>
                  <a:gd name="connsiteY1" fmla="*/ 171776 h 326259"/>
                  <a:gd name="connsiteX2" fmla="*/ 72921 w 621243"/>
                  <a:gd name="connsiteY2" fmla="*/ 146943 h 326259"/>
                  <a:gd name="connsiteX3" fmla="*/ 143477 w 621243"/>
                  <a:gd name="connsiteY3" fmla="*/ 0 h 326259"/>
                  <a:gd name="connsiteX4" fmla="*/ 465859 w 621243"/>
                  <a:gd name="connsiteY4" fmla="*/ 0 h 326259"/>
                  <a:gd name="connsiteX5" fmla="*/ 620609 w 621243"/>
                  <a:gd name="connsiteY5" fmla="*/ 173137 h 326259"/>
                  <a:gd name="connsiteX6" fmla="*/ 621243 w 621243"/>
                  <a:gd name="connsiteY6" fmla="*/ 326259 h 326259"/>
                  <a:gd name="connsiteX7" fmla="*/ 0 w 621243"/>
                  <a:gd name="connsiteY7" fmla="*/ 326259 h 326259"/>
                  <a:gd name="connsiteX0" fmla="*/ 0 w 621243"/>
                  <a:gd name="connsiteY0" fmla="*/ 326259 h 326259"/>
                  <a:gd name="connsiteX1" fmla="*/ 1959 w 621243"/>
                  <a:gd name="connsiteY1" fmla="*/ 171776 h 326259"/>
                  <a:gd name="connsiteX2" fmla="*/ 72921 w 621243"/>
                  <a:gd name="connsiteY2" fmla="*/ 146943 h 326259"/>
                  <a:gd name="connsiteX3" fmla="*/ 143477 w 621243"/>
                  <a:gd name="connsiteY3" fmla="*/ 0 h 326259"/>
                  <a:gd name="connsiteX4" fmla="*/ 465859 w 621243"/>
                  <a:gd name="connsiteY4" fmla="*/ 0 h 326259"/>
                  <a:gd name="connsiteX5" fmla="*/ 544409 w 621243"/>
                  <a:gd name="connsiteY5" fmla="*/ 87412 h 326259"/>
                  <a:gd name="connsiteX6" fmla="*/ 620609 w 621243"/>
                  <a:gd name="connsiteY6" fmla="*/ 173137 h 326259"/>
                  <a:gd name="connsiteX7" fmla="*/ 621243 w 621243"/>
                  <a:gd name="connsiteY7" fmla="*/ 326259 h 326259"/>
                  <a:gd name="connsiteX8" fmla="*/ 0 w 621243"/>
                  <a:gd name="connsiteY8" fmla="*/ 326259 h 326259"/>
                  <a:gd name="connsiteX0" fmla="*/ 0 w 621243"/>
                  <a:gd name="connsiteY0" fmla="*/ 326259 h 326259"/>
                  <a:gd name="connsiteX1" fmla="*/ 1959 w 621243"/>
                  <a:gd name="connsiteY1" fmla="*/ 171776 h 326259"/>
                  <a:gd name="connsiteX2" fmla="*/ 72921 w 621243"/>
                  <a:gd name="connsiteY2" fmla="*/ 146943 h 326259"/>
                  <a:gd name="connsiteX3" fmla="*/ 143477 w 621243"/>
                  <a:gd name="connsiteY3" fmla="*/ 0 h 326259"/>
                  <a:gd name="connsiteX4" fmla="*/ 465859 w 621243"/>
                  <a:gd name="connsiteY4" fmla="*/ 0 h 326259"/>
                  <a:gd name="connsiteX5" fmla="*/ 513453 w 621243"/>
                  <a:gd name="connsiteY5" fmla="*/ 149325 h 326259"/>
                  <a:gd name="connsiteX6" fmla="*/ 620609 w 621243"/>
                  <a:gd name="connsiteY6" fmla="*/ 173137 h 326259"/>
                  <a:gd name="connsiteX7" fmla="*/ 621243 w 621243"/>
                  <a:gd name="connsiteY7" fmla="*/ 326259 h 326259"/>
                  <a:gd name="connsiteX8" fmla="*/ 0 w 621243"/>
                  <a:gd name="connsiteY8" fmla="*/ 326259 h 326259"/>
                  <a:gd name="connsiteX0" fmla="*/ 0 w 621243"/>
                  <a:gd name="connsiteY0" fmla="*/ 326259 h 326259"/>
                  <a:gd name="connsiteX1" fmla="*/ 1959 w 621243"/>
                  <a:gd name="connsiteY1" fmla="*/ 171776 h 326259"/>
                  <a:gd name="connsiteX2" fmla="*/ 72921 w 621243"/>
                  <a:gd name="connsiteY2" fmla="*/ 146943 h 326259"/>
                  <a:gd name="connsiteX3" fmla="*/ 143477 w 621243"/>
                  <a:gd name="connsiteY3" fmla="*/ 0 h 326259"/>
                  <a:gd name="connsiteX4" fmla="*/ 415853 w 621243"/>
                  <a:gd name="connsiteY4" fmla="*/ 0 h 326259"/>
                  <a:gd name="connsiteX5" fmla="*/ 513453 w 621243"/>
                  <a:gd name="connsiteY5" fmla="*/ 149325 h 326259"/>
                  <a:gd name="connsiteX6" fmla="*/ 620609 w 621243"/>
                  <a:gd name="connsiteY6" fmla="*/ 173137 h 326259"/>
                  <a:gd name="connsiteX7" fmla="*/ 621243 w 621243"/>
                  <a:gd name="connsiteY7" fmla="*/ 326259 h 326259"/>
                  <a:gd name="connsiteX8" fmla="*/ 0 w 621243"/>
                  <a:gd name="connsiteY8" fmla="*/ 326259 h 326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1243" h="326259">
                    <a:moveTo>
                      <a:pt x="0" y="326259"/>
                    </a:moveTo>
                    <a:lnTo>
                      <a:pt x="1959" y="171776"/>
                    </a:lnTo>
                    <a:lnTo>
                      <a:pt x="72921" y="146943"/>
                    </a:lnTo>
                    <a:lnTo>
                      <a:pt x="143477" y="0"/>
                    </a:lnTo>
                    <a:lnTo>
                      <a:pt x="415853" y="0"/>
                    </a:lnTo>
                    <a:lnTo>
                      <a:pt x="513453" y="149325"/>
                    </a:lnTo>
                    <a:lnTo>
                      <a:pt x="620609" y="173137"/>
                    </a:lnTo>
                    <a:cubicBezTo>
                      <a:pt x="620820" y="224178"/>
                      <a:pt x="621032" y="275218"/>
                      <a:pt x="621243" y="326259"/>
                    </a:cubicBezTo>
                    <a:lnTo>
                      <a:pt x="0" y="326259"/>
                    </a:lnTo>
                    <a:close/>
                  </a:path>
                </a:pathLst>
              </a:cu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ja-JP" altLang="en-US" sz="2400" b="0" i="0" u="none" strike="noStrike" kern="1200" cap="none" spc="0" normalizeH="0" baseline="0" noProof="0">
                  <a:ln>
                    <a:noFill/>
                  </a:ln>
                  <a:solidFill>
                    <a:srgbClr val="000000"/>
                  </a:solidFill>
                  <a:effectLst/>
                  <a:uLnTx/>
                  <a:uFillTx/>
                  <a:latin typeface="Arial" pitchFamily="34" charset="0"/>
                  <a:ea typeface="ＭＳ Ｐゴシック" charset="-128"/>
                  <a:cs typeface="+mn-cs"/>
                </a:endParaRPr>
              </a:p>
            </p:txBody>
          </p:sp>
          <p:sp>
            <p:nvSpPr>
              <p:cNvPr id="48" name="円/楕円 346">
                <a:extLst>
                  <a:ext uri="{FF2B5EF4-FFF2-40B4-BE49-F238E27FC236}">
                    <a16:creationId xmlns:a16="http://schemas.microsoft.com/office/drawing/2014/main" id="{E9514F83-EF9B-ADD1-94D3-2E5088B334E9}"/>
                  </a:ext>
                </a:extLst>
              </p:cNvPr>
              <p:cNvSpPr/>
              <p:nvPr/>
            </p:nvSpPr>
            <p:spPr bwMode="auto">
              <a:xfrm>
                <a:off x="4010908" y="3654490"/>
                <a:ext cx="144000" cy="1440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ja-JP" altLang="en-US" sz="2400" b="0" i="0" u="none" strike="noStrike" kern="1200" cap="none" spc="0" normalizeH="0" baseline="0" noProof="0">
                  <a:ln>
                    <a:noFill/>
                  </a:ln>
                  <a:solidFill>
                    <a:srgbClr val="000000"/>
                  </a:solidFill>
                  <a:effectLst/>
                  <a:uLnTx/>
                  <a:uFillTx/>
                  <a:latin typeface="Arial" pitchFamily="34" charset="0"/>
                  <a:ea typeface="ＭＳ Ｐゴシック" charset="-128"/>
                  <a:cs typeface="+mn-cs"/>
                </a:endParaRPr>
              </a:p>
            </p:txBody>
          </p:sp>
          <p:sp>
            <p:nvSpPr>
              <p:cNvPr id="49" name="円/楕円 347">
                <a:extLst>
                  <a:ext uri="{FF2B5EF4-FFF2-40B4-BE49-F238E27FC236}">
                    <a16:creationId xmlns:a16="http://schemas.microsoft.com/office/drawing/2014/main" id="{59D244F0-9A4A-053D-CBE2-F60AEC8A72AE}"/>
                  </a:ext>
                </a:extLst>
              </p:cNvPr>
              <p:cNvSpPr/>
              <p:nvPr/>
            </p:nvSpPr>
            <p:spPr bwMode="auto">
              <a:xfrm>
                <a:off x="4331747" y="3654490"/>
                <a:ext cx="144000" cy="1440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ja-JP" altLang="en-US" sz="2400" b="0" i="0" u="none" strike="noStrike" kern="1200" cap="none" spc="0" normalizeH="0" baseline="0" noProof="0">
                  <a:ln>
                    <a:noFill/>
                  </a:ln>
                  <a:solidFill>
                    <a:srgbClr val="000000"/>
                  </a:solidFill>
                  <a:effectLst/>
                  <a:uLnTx/>
                  <a:uFillTx/>
                  <a:latin typeface="Arial" pitchFamily="34" charset="0"/>
                  <a:ea typeface="ＭＳ Ｐゴシック" charset="-128"/>
                  <a:cs typeface="+mn-cs"/>
                </a:endParaRPr>
              </a:p>
            </p:txBody>
          </p:sp>
        </p:grpSp>
        <p:sp>
          <p:nvSpPr>
            <p:cNvPr id="45" name="テキスト ボックス 44">
              <a:extLst>
                <a:ext uri="{FF2B5EF4-FFF2-40B4-BE49-F238E27FC236}">
                  <a16:creationId xmlns:a16="http://schemas.microsoft.com/office/drawing/2014/main" id="{12020468-1DEB-0C34-C8C0-F606DFE73D47}"/>
                </a:ext>
              </a:extLst>
            </p:cNvPr>
            <p:cNvSpPr txBox="1"/>
            <p:nvPr/>
          </p:nvSpPr>
          <p:spPr>
            <a:xfrm>
              <a:off x="2636061" y="5359734"/>
              <a:ext cx="825547" cy="400110"/>
            </a:xfrm>
            <a:prstGeom prst="rect">
              <a:avLst/>
            </a:prstGeom>
            <a:solidFill>
              <a:schemeClr val="bg1"/>
            </a:solidFill>
          </p:spPr>
          <p:txBody>
            <a:bodyPr wrap="none" lIns="0" tIns="0" rIns="0" bIns="0"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ja-JP" altLang="en-US" sz="800" dirty="0">
                  <a:solidFill>
                    <a:srgbClr val="000000"/>
                  </a:solidFill>
                  <a:latin typeface="Meiryo UI" pitchFamily="50" charset="-128"/>
                  <a:ea typeface="Meiryo UI" pitchFamily="50" charset="-128"/>
                  <a:cs typeface="Meiryo UI" pitchFamily="50" charset="-128"/>
                </a:rPr>
                <a:t>２</a:t>
              </a:r>
              <a:r>
                <a:rPr kumimoji="1" lang="en-US" altLang="ja-JP" sz="8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unit</a:t>
              </a:r>
            </a:p>
            <a:p>
              <a:pPr marL="0" marR="0" lvl="0" indent="0" algn="l" defTabSz="914400" rtl="0" eaLnBrk="1" fontAlgn="base" latinLnBrk="0" hangingPunct="1">
                <a:lnSpc>
                  <a:spcPct val="100000"/>
                </a:lnSpc>
                <a:spcBef>
                  <a:spcPct val="0"/>
                </a:spcBef>
                <a:spcAft>
                  <a:spcPct val="0"/>
                </a:spcAft>
                <a:buClrTx/>
                <a:buSzTx/>
                <a:buFontTx/>
                <a:buNone/>
                <a:tabLst/>
                <a:defRPr/>
              </a:pPr>
              <a:r>
                <a:rPr lang="en-US" altLang="ja-JP" sz="900" b="1" dirty="0">
                  <a:solidFill>
                    <a:srgbClr val="000000"/>
                  </a:solidFill>
                  <a:latin typeface="Meiryo UI" pitchFamily="50" charset="-128"/>
                  <a:ea typeface="Meiryo UI" pitchFamily="50" charset="-128"/>
                  <a:cs typeface="Meiryo UI" pitchFamily="50" charset="-128"/>
                </a:rPr>
                <a:t>Middle of Sep</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ja-JP" sz="900" b="1"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Arrive RBLA</a:t>
              </a:r>
            </a:p>
          </p:txBody>
        </p:sp>
        <p:sp>
          <p:nvSpPr>
            <p:cNvPr id="46" name="テキスト ボックス 45">
              <a:extLst>
                <a:ext uri="{FF2B5EF4-FFF2-40B4-BE49-F238E27FC236}">
                  <a16:creationId xmlns:a16="http://schemas.microsoft.com/office/drawing/2014/main" id="{F728FE7C-0439-2C2E-8413-7CA89A8A9DE5}"/>
                </a:ext>
              </a:extLst>
            </p:cNvPr>
            <p:cNvSpPr txBox="1"/>
            <p:nvPr/>
          </p:nvSpPr>
          <p:spPr>
            <a:xfrm>
              <a:off x="2035883" y="5170514"/>
              <a:ext cx="771045" cy="138499"/>
            </a:xfrm>
            <a:prstGeom prst="rect">
              <a:avLst/>
            </a:prstGeom>
            <a:solidFill>
              <a:schemeClr val="bg1"/>
            </a:solidFill>
          </p:spPr>
          <p:txBody>
            <a:bodyPr wrap="none" lIns="0" tIns="0" rIns="0" bIns="0"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900" b="1" i="0"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0X</a:t>
              </a:r>
              <a:r>
                <a:rPr kumimoji="1" lang="ja-JP" altLang="en-US" sz="900" b="1" i="0" strike="noStrike" kern="1200" cap="none" spc="0" normalizeH="0" baseline="0" noProof="0" dirty="0">
                  <a:ln>
                    <a:noFill/>
                  </a:ln>
                  <a:solidFill>
                    <a:srgbClr val="FF0000"/>
                  </a:solidFill>
                  <a:effectLst/>
                  <a:uLnTx/>
                  <a:uFillTx/>
                  <a:latin typeface="Meiryo UI" pitchFamily="50" charset="-128"/>
                  <a:ea typeface="Meiryo UI" pitchFamily="50" charset="-128"/>
                  <a:cs typeface="Meiryo UI" pitchFamily="50" charset="-128"/>
                </a:rPr>
                <a:t>＠</a:t>
              </a:r>
              <a:r>
                <a:rPr kumimoji="1" lang="en-US" altLang="ja-JP" sz="900" b="1" i="0" strike="noStrike" kern="1200" cap="none" spc="0" normalizeH="0" baseline="0" noProof="0" dirty="0">
                  <a:ln>
                    <a:noFill/>
                  </a:ln>
                  <a:solidFill>
                    <a:srgbClr val="FF0000"/>
                  </a:solidFill>
                  <a:effectLst/>
                  <a:uLnTx/>
                  <a:uFillTx/>
                  <a:latin typeface="Meiryo UI" pitchFamily="50" charset="-128"/>
                  <a:ea typeface="Meiryo UI" pitchFamily="50" charset="-128"/>
                  <a:cs typeface="Meiryo UI" pitchFamily="50" charset="-128"/>
                </a:rPr>
                <a:t>GO-ADC</a:t>
              </a:r>
              <a:endParaRPr kumimoji="1" lang="en-US" altLang="ja-JP" sz="900" b="1" i="0"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endParaRPr>
            </a:p>
          </p:txBody>
        </p:sp>
      </p:grpSp>
      <p:grpSp>
        <p:nvGrpSpPr>
          <p:cNvPr id="50" name="グループ化 49">
            <a:extLst>
              <a:ext uri="{FF2B5EF4-FFF2-40B4-BE49-F238E27FC236}">
                <a16:creationId xmlns:a16="http://schemas.microsoft.com/office/drawing/2014/main" id="{46FBA32E-92EA-EE92-A53B-AA0FFEAF3F0A}"/>
              </a:ext>
            </a:extLst>
          </p:cNvPr>
          <p:cNvGrpSpPr/>
          <p:nvPr/>
        </p:nvGrpSpPr>
        <p:grpSpPr>
          <a:xfrm>
            <a:off x="5400610" y="5740698"/>
            <a:ext cx="1421064" cy="611766"/>
            <a:chOff x="2058330" y="5170514"/>
            <a:chExt cx="1421064" cy="611766"/>
          </a:xfrm>
        </p:grpSpPr>
        <p:grpSp>
          <p:nvGrpSpPr>
            <p:cNvPr id="51" name="グループ化 50">
              <a:extLst>
                <a:ext uri="{FF2B5EF4-FFF2-40B4-BE49-F238E27FC236}">
                  <a16:creationId xmlns:a16="http://schemas.microsoft.com/office/drawing/2014/main" id="{4797E344-09EB-1317-B2D7-A7CC460C5CEF}"/>
                </a:ext>
              </a:extLst>
            </p:cNvPr>
            <p:cNvGrpSpPr>
              <a:grpSpLocks noChangeAspect="1"/>
            </p:cNvGrpSpPr>
            <p:nvPr/>
          </p:nvGrpSpPr>
          <p:grpSpPr>
            <a:xfrm>
              <a:off x="2261229" y="5331725"/>
              <a:ext cx="327930" cy="180846"/>
              <a:chOff x="3939485" y="3455888"/>
              <a:chExt cx="621243" cy="342602"/>
            </a:xfrm>
          </p:grpSpPr>
          <p:sp>
            <p:nvSpPr>
              <p:cNvPr id="54" name="台形 3">
                <a:extLst>
                  <a:ext uri="{FF2B5EF4-FFF2-40B4-BE49-F238E27FC236}">
                    <a16:creationId xmlns:a16="http://schemas.microsoft.com/office/drawing/2014/main" id="{254E9124-44AC-064E-A27C-B86C662E9337}"/>
                  </a:ext>
                </a:extLst>
              </p:cNvPr>
              <p:cNvSpPr/>
              <p:nvPr/>
            </p:nvSpPr>
            <p:spPr bwMode="auto">
              <a:xfrm>
                <a:off x="3939485" y="3455888"/>
                <a:ext cx="621243" cy="269903"/>
              </a:xfrm>
              <a:custGeom>
                <a:avLst/>
                <a:gdLst>
                  <a:gd name="connsiteX0" fmla="*/ 0 w 680774"/>
                  <a:gd name="connsiteY0" fmla="*/ 326259 h 326259"/>
                  <a:gd name="connsiteX1" fmla="*/ 81565 w 680774"/>
                  <a:gd name="connsiteY1" fmla="*/ 0 h 326259"/>
                  <a:gd name="connsiteX2" fmla="*/ 599209 w 680774"/>
                  <a:gd name="connsiteY2" fmla="*/ 0 h 326259"/>
                  <a:gd name="connsiteX3" fmla="*/ 680774 w 680774"/>
                  <a:gd name="connsiteY3" fmla="*/ 326259 h 326259"/>
                  <a:gd name="connsiteX4" fmla="*/ 0 w 680774"/>
                  <a:gd name="connsiteY4" fmla="*/ 326259 h 326259"/>
                  <a:gd name="connsiteX0" fmla="*/ 0 w 680774"/>
                  <a:gd name="connsiteY0" fmla="*/ 326259 h 326259"/>
                  <a:gd name="connsiteX1" fmla="*/ 41420 w 680774"/>
                  <a:gd name="connsiteY1" fmla="*/ 155992 h 326259"/>
                  <a:gd name="connsiteX2" fmla="*/ 81565 w 680774"/>
                  <a:gd name="connsiteY2" fmla="*/ 0 h 326259"/>
                  <a:gd name="connsiteX3" fmla="*/ 599209 w 680774"/>
                  <a:gd name="connsiteY3" fmla="*/ 0 h 326259"/>
                  <a:gd name="connsiteX4" fmla="*/ 680774 w 680774"/>
                  <a:gd name="connsiteY4" fmla="*/ 326259 h 326259"/>
                  <a:gd name="connsiteX5" fmla="*/ 0 w 680774"/>
                  <a:gd name="connsiteY5" fmla="*/ 326259 h 326259"/>
                  <a:gd name="connsiteX0" fmla="*/ 7566 w 688340"/>
                  <a:gd name="connsiteY0" fmla="*/ 326259 h 326259"/>
                  <a:gd name="connsiteX1" fmla="*/ 0 w 688340"/>
                  <a:gd name="connsiteY1" fmla="*/ 152726 h 326259"/>
                  <a:gd name="connsiteX2" fmla="*/ 89131 w 688340"/>
                  <a:gd name="connsiteY2" fmla="*/ 0 h 326259"/>
                  <a:gd name="connsiteX3" fmla="*/ 606775 w 688340"/>
                  <a:gd name="connsiteY3" fmla="*/ 0 h 326259"/>
                  <a:gd name="connsiteX4" fmla="*/ 688340 w 688340"/>
                  <a:gd name="connsiteY4" fmla="*/ 326259 h 326259"/>
                  <a:gd name="connsiteX5" fmla="*/ 7566 w 688340"/>
                  <a:gd name="connsiteY5" fmla="*/ 326259 h 326259"/>
                  <a:gd name="connsiteX0" fmla="*/ 0 w 680774"/>
                  <a:gd name="connsiteY0" fmla="*/ 326259 h 326259"/>
                  <a:gd name="connsiteX1" fmla="*/ 201440 w 680774"/>
                  <a:gd name="connsiteY1" fmla="*/ 152726 h 326259"/>
                  <a:gd name="connsiteX2" fmla="*/ 81565 w 680774"/>
                  <a:gd name="connsiteY2" fmla="*/ 0 h 326259"/>
                  <a:gd name="connsiteX3" fmla="*/ 599209 w 680774"/>
                  <a:gd name="connsiteY3" fmla="*/ 0 h 326259"/>
                  <a:gd name="connsiteX4" fmla="*/ 680774 w 680774"/>
                  <a:gd name="connsiteY4" fmla="*/ 326259 h 326259"/>
                  <a:gd name="connsiteX5" fmla="*/ 0 w 680774"/>
                  <a:gd name="connsiteY5" fmla="*/ 326259 h 326259"/>
                  <a:gd name="connsiteX0" fmla="*/ 7566 w 688340"/>
                  <a:gd name="connsiteY0" fmla="*/ 326259 h 326259"/>
                  <a:gd name="connsiteX1" fmla="*/ 0 w 688340"/>
                  <a:gd name="connsiteY1" fmla="*/ 152726 h 326259"/>
                  <a:gd name="connsiteX2" fmla="*/ 89131 w 688340"/>
                  <a:gd name="connsiteY2" fmla="*/ 0 h 326259"/>
                  <a:gd name="connsiteX3" fmla="*/ 606775 w 688340"/>
                  <a:gd name="connsiteY3" fmla="*/ 0 h 326259"/>
                  <a:gd name="connsiteX4" fmla="*/ 688340 w 688340"/>
                  <a:gd name="connsiteY4" fmla="*/ 326259 h 326259"/>
                  <a:gd name="connsiteX5" fmla="*/ 7566 w 688340"/>
                  <a:gd name="connsiteY5" fmla="*/ 326259 h 326259"/>
                  <a:gd name="connsiteX0" fmla="*/ 0 w 680774"/>
                  <a:gd name="connsiteY0" fmla="*/ 326259 h 326259"/>
                  <a:gd name="connsiteX1" fmla="*/ 1959 w 680774"/>
                  <a:gd name="connsiteY1" fmla="*/ 152726 h 326259"/>
                  <a:gd name="connsiteX2" fmla="*/ 81565 w 680774"/>
                  <a:gd name="connsiteY2" fmla="*/ 0 h 326259"/>
                  <a:gd name="connsiteX3" fmla="*/ 599209 w 680774"/>
                  <a:gd name="connsiteY3" fmla="*/ 0 h 326259"/>
                  <a:gd name="connsiteX4" fmla="*/ 680774 w 680774"/>
                  <a:gd name="connsiteY4" fmla="*/ 326259 h 326259"/>
                  <a:gd name="connsiteX5" fmla="*/ 0 w 680774"/>
                  <a:gd name="connsiteY5" fmla="*/ 326259 h 326259"/>
                  <a:gd name="connsiteX0" fmla="*/ 0 w 621243"/>
                  <a:gd name="connsiteY0" fmla="*/ 326259 h 326259"/>
                  <a:gd name="connsiteX1" fmla="*/ 1959 w 621243"/>
                  <a:gd name="connsiteY1" fmla="*/ 152726 h 326259"/>
                  <a:gd name="connsiteX2" fmla="*/ 81565 w 621243"/>
                  <a:gd name="connsiteY2" fmla="*/ 0 h 326259"/>
                  <a:gd name="connsiteX3" fmla="*/ 599209 w 621243"/>
                  <a:gd name="connsiteY3" fmla="*/ 0 h 326259"/>
                  <a:gd name="connsiteX4" fmla="*/ 621243 w 621243"/>
                  <a:gd name="connsiteY4" fmla="*/ 326259 h 326259"/>
                  <a:gd name="connsiteX5" fmla="*/ 0 w 621243"/>
                  <a:gd name="connsiteY5" fmla="*/ 326259 h 326259"/>
                  <a:gd name="connsiteX0" fmla="*/ 0 w 621243"/>
                  <a:gd name="connsiteY0" fmla="*/ 326259 h 326259"/>
                  <a:gd name="connsiteX1" fmla="*/ 1959 w 621243"/>
                  <a:gd name="connsiteY1" fmla="*/ 152726 h 326259"/>
                  <a:gd name="connsiteX2" fmla="*/ 81565 w 621243"/>
                  <a:gd name="connsiteY2" fmla="*/ 0 h 326259"/>
                  <a:gd name="connsiteX3" fmla="*/ 599209 w 621243"/>
                  <a:gd name="connsiteY3" fmla="*/ 0 h 326259"/>
                  <a:gd name="connsiteX4" fmla="*/ 613465 w 621243"/>
                  <a:gd name="connsiteY4" fmla="*/ 173137 h 326259"/>
                  <a:gd name="connsiteX5" fmla="*/ 621243 w 621243"/>
                  <a:gd name="connsiteY5" fmla="*/ 326259 h 326259"/>
                  <a:gd name="connsiteX6" fmla="*/ 0 w 621243"/>
                  <a:gd name="connsiteY6" fmla="*/ 326259 h 326259"/>
                  <a:gd name="connsiteX0" fmla="*/ 0 w 621243"/>
                  <a:gd name="connsiteY0" fmla="*/ 326259 h 326259"/>
                  <a:gd name="connsiteX1" fmla="*/ 1959 w 621243"/>
                  <a:gd name="connsiteY1" fmla="*/ 152726 h 326259"/>
                  <a:gd name="connsiteX2" fmla="*/ 81565 w 621243"/>
                  <a:gd name="connsiteY2" fmla="*/ 0 h 326259"/>
                  <a:gd name="connsiteX3" fmla="*/ 599209 w 621243"/>
                  <a:gd name="connsiteY3" fmla="*/ 0 h 326259"/>
                  <a:gd name="connsiteX4" fmla="*/ 620609 w 621243"/>
                  <a:gd name="connsiteY4" fmla="*/ 173137 h 326259"/>
                  <a:gd name="connsiteX5" fmla="*/ 621243 w 621243"/>
                  <a:gd name="connsiteY5" fmla="*/ 326259 h 326259"/>
                  <a:gd name="connsiteX6" fmla="*/ 0 w 621243"/>
                  <a:gd name="connsiteY6" fmla="*/ 326259 h 326259"/>
                  <a:gd name="connsiteX0" fmla="*/ 0 w 621243"/>
                  <a:gd name="connsiteY0" fmla="*/ 326259 h 326259"/>
                  <a:gd name="connsiteX1" fmla="*/ 1959 w 621243"/>
                  <a:gd name="connsiteY1" fmla="*/ 152726 h 326259"/>
                  <a:gd name="connsiteX2" fmla="*/ 81565 w 621243"/>
                  <a:gd name="connsiteY2" fmla="*/ 0 h 326259"/>
                  <a:gd name="connsiteX3" fmla="*/ 465859 w 621243"/>
                  <a:gd name="connsiteY3" fmla="*/ 0 h 326259"/>
                  <a:gd name="connsiteX4" fmla="*/ 620609 w 621243"/>
                  <a:gd name="connsiteY4" fmla="*/ 173137 h 326259"/>
                  <a:gd name="connsiteX5" fmla="*/ 621243 w 621243"/>
                  <a:gd name="connsiteY5" fmla="*/ 326259 h 326259"/>
                  <a:gd name="connsiteX6" fmla="*/ 0 w 621243"/>
                  <a:gd name="connsiteY6" fmla="*/ 326259 h 326259"/>
                  <a:gd name="connsiteX0" fmla="*/ 0 w 621243"/>
                  <a:gd name="connsiteY0" fmla="*/ 326259 h 326259"/>
                  <a:gd name="connsiteX1" fmla="*/ 1959 w 621243"/>
                  <a:gd name="connsiteY1" fmla="*/ 152726 h 326259"/>
                  <a:gd name="connsiteX2" fmla="*/ 136333 w 621243"/>
                  <a:gd name="connsiteY2" fmla="*/ 0 h 326259"/>
                  <a:gd name="connsiteX3" fmla="*/ 465859 w 621243"/>
                  <a:gd name="connsiteY3" fmla="*/ 0 h 326259"/>
                  <a:gd name="connsiteX4" fmla="*/ 620609 w 621243"/>
                  <a:gd name="connsiteY4" fmla="*/ 173137 h 326259"/>
                  <a:gd name="connsiteX5" fmla="*/ 621243 w 621243"/>
                  <a:gd name="connsiteY5" fmla="*/ 326259 h 326259"/>
                  <a:gd name="connsiteX6" fmla="*/ 0 w 621243"/>
                  <a:gd name="connsiteY6" fmla="*/ 326259 h 326259"/>
                  <a:gd name="connsiteX0" fmla="*/ 0 w 621243"/>
                  <a:gd name="connsiteY0" fmla="*/ 326259 h 326259"/>
                  <a:gd name="connsiteX1" fmla="*/ 1959 w 621243"/>
                  <a:gd name="connsiteY1" fmla="*/ 171776 h 326259"/>
                  <a:gd name="connsiteX2" fmla="*/ 136333 w 621243"/>
                  <a:gd name="connsiteY2" fmla="*/ 0 h 326259"/>
                  <a:gd name="connsiteX3" fmla="*/ 465859 w 621243"/>
                  <a:gd name="connsiteY3" fmla="*/ 0 h 326259"/>
                  <a:gd name="connsiteX4" fmla="*/ 620609 w 621243"/>
                  <a:gd name="connsiteY4" fmla="*/ 173137 h 326259"/>
                  <a:gd name="connsiteX5" fmla="*/ 621243 w 621243"/>
                  <a:gd name="connsiteY5" fmla="*/ 326259 h 326259"/>
                  <a:gd name="connsiteX6" fmla="*/ 0 w 621243"/>
                  <a:gd name="connsiteY6" fmla="*/ 326259 h 326259"/>
                  <a:gd name="connsiteX0" fmla="*/ 0 w 621243"/>
                  <a:gd name="connsiteY0" fmla="*/ 326259 h 326259"/>
                  <a:gd name="connsiteX1" fmla="*/ 1959 w 621243"/>
                  <a:gd name="connsiteY1" fmla="*/ 171776 h 326259"/>
                  <a:gd name="connsiteX2" fmla="*/ 143477 w 621243"/>
                  <a:gd name="connsiteY2" fmla="*/ 0 h 326259"/>
                  <a:gd name="connsiteX3" fmla="*/ 465859 w 621243"/>
                  <a:gd name="connsiteY3" fmla="*/ 0 h 326259"/>
                  <a:gd name="connsiteX4" fmla="*/ 620609 w 621243"/>
                  <a:gd name="connsiteY4" fmla="*/ 173137 h 326259"/>
                  <a:gd name="connsiteX5" fmla="*/ 621243 w 621243"/>
                  <a:gd name="connsiteY5" fmla="*/ 326259 h 326259"/>
                  <a:gd name="connsiteX6" fmla="*/ 0 w 621243"/>
                  <a:gd name="connsiteY6" fmla="*/ 326259 h 326259"/>
                  <a:gd name="connsiteX0" fmla="*/ 0 w 621243"/>
                  <a:gd name="connsiteY0" fmla="*/ 326259 h 326259"/>
                  <a:gd name="connsiteX1" fmla="*/ 1959 w 621243"/>
                  <a:gd name="connsiteY1" fmla="*/ 171776 h 326259"/>
                  <a:gd name="connsiteX2" fmla="*/ 72921 w 621243"/>
                  <a:gd name="connsiteY2" fmla="*/ 80268 h 326259"/>
                  <a:gd name="connsiteX3" fmla="*/ 143477 w 621243"/>
                  <a:gd name="connsiteY3" fmla="*/ 0 h 326259"/>
                  <a:gd name="connsiteX4" fmla="*/ 465859 w 621243"/>
                  <a:gd name="connsiteY4" fmla="*/ 0 h 326259"/>
                  <a:gd name="connsiteX5" fmla="*/ 620609 w 621243"/>
                  <a:gd name="connsiteY5" fmla="*/ 173137 h 326259"/>
                  <a:gd name="connsiteX6" fmla="*/ 621243 w 621243"/>
                  <a:gd name="connsiteY6" fmla="*/ 326259 h 326259"/>
                  <a:gd name="connsiteX7" fmla="*/ 0 w 621243"/>
                  <a:gd name="connsiteY7" fmla="*/ 326259 h 326259"/>
                  <a:gd name="connsiteX0" fmla="*/ 0 w 621243"/>
                  <a:gd name="connsiteY0" fmla="*/ 326259 h 326259"/>
                  <a:gd name="connsiteX1" fmla="*/ 1959 w 621243"/>
                  <a:gd name="connsiteY1" fmla="*/ 171776 h 326259"/>
                  <a:gd name="connsiteX2" fmla="*/ 72921 w 621243"/>
                  <a:gd name="connsiteY2" fmla="*/ 146943 h 326259"/>
                  <a:gd name="connsiteX3" fmla="*/ 143477 w 621243"/>
                  <a:gd name="connsiteY3" fmla="*/ 0 h 326259"/>
                  <a:gd name="connsiteX4" fmla="*/ 465859 w 621243"/>
                  <a:gd name="connsiteY4" fmla="*/ 0 h 326259"/>
                  <a:gd name="connsiteX5" fmla="*/ 620609 w 621243"/>
                  <a:gd name="connsiteY5" fmla="*/ 173137 h 326259"/>
                  <a:gd name="connsiteX6" fmla="*/ 621243 w 621243"/>
                  <a:gd name="connsiteY6" fmla="*/ 326259 h 326259"/>
                  <a:gd name="connsiteX7" fmla="*/ 0 w 621243"/>
                  <a:gd name="connsiteY7" fmla="*/ 326259 h 326259"/>
                  <a:gd name="connsiteX0" fmla="*/ 0 w 621243"/>
                  <a:gd name="connsiteY0" fmla="*/ 326259 h 326259"/>
                  <a:gd name="connsiteX1" fmla="*/ 1959 w 621243"/>
                  <a:gd name="connsiteY1" fmla="*/ 171776 h 326259"/>
                  <a:gd name="connsiteX2" fmla="*/ 72921 w 621243"/>
                  <a:gd name="connsiteY2" fmla="*/ 146943 h 326259"/>
                  <a:gd name="connsiteX3" fmla="*/ 143477 w 621243"/>
                  <a:gd name="connsiteY3" fmla="*/ 0 h 326259"/>
                  <a:gd name="connsiteX4" fmla="*/ 465859 w 621243"/>
                  <a:gd name="connsiteY4" fmla="*/ 0 h 326259"/>
                  <a:gd name="connsiteX5" fmla="*/ 544409 w 621243"/>
                  <a:gd name="connsiteY5" fmla="*/ 87412 h 326259"/>
                  <a:gd name="connsiteX6" fmla="*/ 620609 w 621243"/>
                  <a:gd name="connsiteY6" fmla="*/ 173137 h 326259"/>
                  <a:gd name="connsiteX7" fmla="*/ 621243 w 621243"/>
                  <a:gd name="connsiteY7" fmla="*/ 326259 h 326259"/>
                  <a:gd name="connsiteX8" fmla="*/ 0 w 621243"/>
                  <a:gd name="connsiteY8" fmla="*/ 326259 h 326259"/>
                  <a:gd name="connsiteX0" fmla="*/ 0 w 621243"/>
                  <a:gd name="connsiteY0" fmla="*/ 326259 h 326259"/>
                  <a:gd name="connsiteX1" fmla="*/ 1959 w 621243"/>
                  <a:gd name="connsiteY1" fmla="*/ 171776 h 326259"/>
                  <a:gd name="connsiteX2" fmla="*/ 72921 w 621243"/>
                  <a:gd name="connsiteY2" fmla="*/ 146943 h 326259"/>
                  <a:gd name="connsiteX3" fmla="*/ 143477 w 621243"/>
                  <a:gd name="connsiteY3" fmla="*/ 0 h 326259"/>
                  <a:gd name="connsiteX4" fmla="*/ 465859 w 621243"/>
                  <a:gd name="connsiteY4" fmla="*/ 0 h 326259"/>
                  <a:gd name="connsiteX5" fmla="*/ 513453 w 621243"/>
                  <a:gd name="connsiteY5" fmla="*/ 149325 h 326259"/>
                  <a:gd name="connsiteX6" fmla="*/ 620609 w 621243"/>
                  <a:gd name="connsiteY6" fmla="*/ 173137 h 326259"/>
                  <a:gd name="connsiteX7" fmla="*/ 621243 w 621243"/>
                  <a:gd name="connsiteY7" fmla="*/ 326259 h 326259"/>
                  <a:gd name="connsiteX8" fmla="*/ 0 w 621243"/>
                  <a:gd name="connsiteY8" fmla="*/ 326259 h 326259"/>
                  <a:gd name="connsiteX0" fmla="*/ 0 w 621243"/>
                  <a:gd name="connsiteY0" fmla="*/ 326259 h 326259"/>
                  <a:gd name="connsiteX1" fmla="*/ 1959 w 621243"/>
                  <a:gd name="connsiteY1" fmla="*/ 171776 h 326259"/>
                  <a:gd name="connsiteX2" fmla="*/ 72921 w 621243"/>
                  <a:gd name="connsiteY2" fmla="*/ 146943 h 326259"/>
                  <a:gd name="connsiteX3" fmla="*/ 143477 w 621243"/>
                  <a:gd name="connsiteY3" fmla="*/ 0 h 326259"/>
                  <a:gd name="connsiteX4" fmla="*/ 415853 w 621243"/>
                  <a:gd name="connsiteY4" fmla="*/ 0 h 326259"/>
                  <a:gd name="connsiteX5" fmla="*/ 513453 w 621243"/>
                  <a:gd name="connsiteY5" fmla="*/ 149325 h 326259"/>
                  <a:gd name="connsiteX6" fmla="*/ 620609 w 621243"/>
                  <a:gd name="connsiteY6" fmla="*/ 173137 h 326259"/>
                  <a:gd name="connsiteX7" fmla="*/ 621243 w 621243"/>
                  <a:gd name="connsiteY7" fmla="*/ 326259 h 326259"/>
                  <a:gd name="connsiteX8" fmla="*/ 0 w 621243"/>
                  <a:gd name="connsiteY8" fmla="*/ 326259 h 326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1243" h="326259">
                    <a:moveTo>
                      <a:pt x="0" y="326259"/>
                    </a:moveTo>
                    <a:lnTo>
                      <a:pt x="1959" y="171776"/>
                    </a:lnTo>
                    <a:lnTo>
                      <a:pt x="72921" y="146943"/>
                    </a:lnTo>
                    <a:lnTo>
                      <a:pt x="143477" y="0"/>
                    </a:lnTo>
                    <a:lnTo>
                      <a:pt x="415853" y="0"/>
                    </a:lnTo>
                    <a:lnTo>
                      <a:pt x="513453" y="149325"/>
                    </a:lnTo>
                    <a:lnTo>
                      <a:pt x="620609" y="173137"/>
                    </a:lnTo>
                    <a:cubicBezTo>
                      <a:pt x="620820" y="224178"/>
                      <a:pt x="621032" y="275218"/>
                      <a:pt x="621243" y="326259"/>
                    </a:cubicBezTo>
                    <a:lnTo>
                      <a:pt x="0" y="326259"/>
                    </a:lnTo>
                    <a:close/>
                  </a:path>
                </a:pathLst>
              </a:cu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ja-JP" altLang="en-US" sz="2400" b="0" i="0" u="none" strike="noStrike" kern="1200" cap="none" spc="0" normalizeH="0" baseline="0" noProof="0">
                  <a:ln>
                    <a:noFill/>
                  </a:ln>
                  <a:solidFill>
                    <a:srgbClr val="000000"/>
                  </a:solidFill>
                  <a:effectLst/>
                  <a:uLnTx/>
                  <a:uFillTx/>
                  <a:latin typeface="Arial" pitchFamily="34" charset="0"/>
                  <a:ea typeface="ＭＳ Ｐゴシック" charset="-128"/>
                  <a:cs typeface="+mn-cs"/>
                </a:endParaRPr>
              </a:p>
            </p:txBody>
          </p:sp>
          <p:sp>
            <p:nvSpPr>
              <p:cNvPr id="55" name="円/楕円 382">
                <a:extLst>
                  <a:ext uri="{FF2B5EF4-FFF2-40B4-BE49-F238E27FC236}">
                    <a16:creationId xmlns:a16="http://schemas.microsoft.com/office/drawing/2014/main" id="{C9C2F781-34D7-9714-9FF1-56F804A9CACC}"/>
                  </a:ext>
                </a:extLst>
              </p:cNvPr>
              <p:cNvSpPr/>
              <p:nvPr/>
            </p:nvSpPr>
            <p:spPr bwMode="auto">
              <a:xfrm>
                <a:off x="4010908" y="3654490"/>
                <a:ext cx="144000" cy="1440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ja-JP" altLang="en-US" sz="2400" b="0" i="0" u="none" strike="noStrike" kern="1200" cap="none" spc="0" normalizeH="0" baseline="0" noProof="0">
                  <a:ln>
                    <a:noFill/>
                  </a:ln>
                  <a:solidFill>
                    <a:srgbClr val="000000"/>
                  </a:solidFill>
                  <a:effectLst/>
                  <a:uLnTx/>
                  <a:uFillTx/>
                  <a:latin typeface="Arial" pitchFamily="34" charset="0"/>
                  <a:ea typeface="ＭＳ Ｐゴシック" charset="-128"/>
                  <a:cs typeface="+mn-cs"/>
                </a:endParaRPr>
              </a:p>
            </p:txBody>
          </p:sp>
          <p:sp>
            <p:nvSpPr>
              <p:cNvPr id="56" name="円/楕円 383">
                <a:extLst>
                  <a:ext uri="{FF2B5EF4-FFF2-40B4-BE49-F238E27FC236}">
                    <a16:creationId xmlns:a16="http://schemas.microsoft.com/office/drawing/2014/main" id="{4EDDB18F-5723-5B8D-1151-4BC3FC01FD6F}"/>
                  </a:ext>
                </a:extLst>
              </p:cNvPr>
              <p:cNvSpPr/>
              <p:nvPr/>
            </p:nvSpPr>
            <p:spPr bwMode="auto">
              <a:xfrm>
                <a:off x="4331747" y="3654490"/>
                <a:ext cx="144000" cy="144000"/>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ja-JP" altLang="en-US" sz="2400" b="0" i="0" u="none" strike="noStrike" kern="1200" cap="none" spc="0" normalizeH="0" baseline="0" noProof="0">
                  <a:ln>
                    <a:noFill/>
                  </a:ln>
                  <a:solidFill>
                    <a:srgbClr val="000000"/>
                  </a:solidFill>
                  <a:effectLst/>
                  <a:uLnTx/>
                  <a:uFillTx/>
                  <a:latin typeface="Arial" pitchFamily="34" charset="0"/>
                  <a:ea typeface="ＭＳ Ｐゴシック" charset="-128"/>
                  <a:cs typeface="+mn-cs"/>
                </a:endParaRPr>
              </a:p>
            </p:txBody>
          </p:sp>
        </p:grpSp>
        <p:sp>
          <p:nvSpPr>
            <p:cNvPr id="52" name="テキスト ボックス 51">
              <a:extLst>
                <a:ext uri="{FF2B5EF4-FFF2-40B4-BE49-F238E27FC236}">
                  <a16:creationId xmlns:a16="http://schemas.microsoft.com/office/drawing/2014/main" id="{9BA4C8EA-EEC3-56D7-EB4C-FA8CBF734A0E}"/>
                </a:ext>
              </a:extLst>
            </p:cNvPr>
            <p:cNvSpPr txBox="1"/>
            <p:nvPr/>
          </p:nvSpPr>
          <p:spPr>
            <a:xfrm>
              <a:off x="2642626" y="5382170"/>
              <a:ext cx="836768" cy="400110"/>
            </a:xfrm>
            <a:prstGeom prst="rect">
              <a:avLst/>
            </a:prstGeom>
            <a:solidFill>
              <a:schemeClr val="bg1"/>
            </a:solidFill>
          </p:spPr>
          <p:txBody>
            <a:bodyPr wrap="none" lIns="0" tIns="0" rIns="0" bIns="0"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ja-JP" altLang="en-US" sz="8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１</a:t>
              </a:r>
              <a:r>
                <a:rPr kumimoji="1" lang="en-US" altLang="ja-JP" sz="8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unit</a:t>
              </a:r>
            </a:p>
            <a:p>
              <a:pPr marL="0" marR="0" lvl="0" indent="0" algn="l" defTabSz="914400" rtl="0" eaLnBrk="1" fontAlgn="base" latinLnBrk="0" hangingPunct="1">
                <a:lnSpc>
                  <a:spcPct val="100000"/>
                </a:lnSpc>
                <a:spcBef>
                  <a:spcPct val="0"/>
                </a:spcBef>
                <a:spcAft>
                  <a:spcPct val="0"/>
                </a:spcAft>
                <a:buClrTx/>
                <a:buSzTx/>
                <a:buFontTx/>
                <a:buNone/>
                <a:tabLst/>
                <a:defRPr/>
              </a:pPr>
              <a:r>
                <a:rPr lang="en-US" altLang="ja-JP" sz="900" b="1" dirty="0">
                  <a:solidFill>
                    <a:srgbClr val="000000"/>
                  </a:solidFill>
                  <a:latin typeface="Meiryo UI" pitchFamily="50" charset="-128"/>
                  <a:ea typeface="Meiryo UI" pitchFamily="50" charset="-128"/>
                  <a:cs typeface="Meiryo UI" pitchFamily="50" charset="-128"/>
                </a:rPr>
                <a:t>Middle of Nov</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ja-JP" sz="900" b="1"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Arrive RBLA</a:t>
              </a:r>
            </a:p>
          </p:txBody>
        </p:sp>
        <p:sp>
          <p:nvSpPr>
            <p:cNvPr id="53" name="テキスト ボックス 52">
              <a:extLst>
                <a:ext uri="{FF2B5EF4-FFF2-40B4-BE49-F238E27FC236}">
                  <a16:creationId xmlns:a16="http://schemas.microsoft.com/office/drawing/2014/main" id="{6F30F1EE-0236-0BAB-A1AF-BE7AB0AEE339}"/>
                </a:ext>
              </a:extLst>
            </p:cNvPr>
            <p:cNvSpPr txBox="1"/>
            <p:nvPr/>
          </p:nvSpPr>
          <p:spPr>
            <a:xfrm>
              <a:off x="2058330" y="5170514"/>
              <a:ext cx="726161" cy="138499"/>
            </a:xfrm>
            <a:prstGeom prst="rect">
              <a:avLst/>
            </a:prstGeom>
            <a:solidFill>
              <a:schemeClr val="bg1"/>
            </a:solidFill>
          </p:spPr>
          <p:txBody>
            <a:bodyPr wrap="none" lIns="0" tIns="0" rIns="0" bIns="0"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900" b="1"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DAN0</a:t>
              </a:r>
              <a:r>
                <a:rPr kumimoji="1" lang="ja-JP" altLang="en-US" sz="900" b="1" i="0" u="none" strike="noStrike" kern="1200" cap="none" spc="0" normalizeH="0" baseline="0" noProof="0" dirty="0">
                  <a:ln>
                    <a:noFill/>
                  </a:ln>
                  <a:solidFill>
                    <a:srgbClr val="FF0000"/>
                  </a:solidFill>
                  <a:effectLst/>
                  <a:uLnTx/>
                  <a:uFillTx/>
                  <a:latin typeface="Meiryo UI" pitchFamily="50" charset="-128"/>
                  <a:ea typeface="Meiryo UI" pitchFamily="50" charset="-128"/>
                  <a:cs typeface="Meiryo UI" pitchFamily="50" charset="-128"/>
                </a:rPr>
                <a:t>＠</a:t>
              </a:r>
              <a:r>
                <a:rPr kumimoji="1" lang="en-US" altLang="ja-JP" sz="900" b="1" i="0" u="none" strike="noStrike" kern="1200" cap="none" spc="0" normalizeH="0" baseline="0" noProof="0" dirty="0">
                  <a:ln>
                    <a:noFill/>
                  </a:ln>
                  <a:solidFill>
                    <a:srgbClr val="FF0000"/>
                  </a:solidFill>
                  <a:effectLst/>
                  <a:uLnTx/>
                  <a:uFillTx/>
                  <a:latin typeface="Meiryo UI" pitchFamily="50" charset="-128"/>
                  <a:ea typeface="Meiryo UI" pitchFamily="50" charset="-128"/>
                  <a:cs typeface="Meiryo UI" pitchFamily="50" charset="-128"/>
                </a:rPr>
                <a:t>HAB</a:t>
              </a:r>
            </a:p>
          </p:txBody>
        </p:sp>
      </p:grpSp>
      <p:sp>
        <p:nvSpPr>
          <p:cNvPr id="60" name="ホームベース 226">
            <a:extLst>
              <a:ext uri="{FF2B5EF4-FFF2-40B4-BE49-F238E27FC236}">
                <a16:creationId xmlns:a16="http://schemas.microsoft.com/office/drawing/2014/main" id="{481E25BA-D873-AE6C-327B-7BC5D005E10A}"/>
              </a:ext>
            </a:extLst>
          </p:cNvPr>
          <p:cNvSpPr/>
          <p:nvPr/>
        </p:nvSpPr>
        <p:spPr bwMode="auto">
          <a:xfrm rot="16200000">
            <a:off x="3914283" y="4930870"/>
            <a:ext cx="282999" cy="165496"/>
          </a:xfrm>
          <a:prstGeom prst="homePlate">
            <a:avLst>
              <a:gd name="adj" fmla="val 75551"/>
            </a:avLst>
          </a:prstGeom>
          <a:solidFill>
            <a:srgbClr val="FFFF00"/>
          </a:solidFill>
          <a:ln w="9525" cap="flat" cmpd="sng" algn="ctr">
            <a:solidFill>
              <a:schemeClr val="tx1"/>
            </a:solidFill>
            <a:prstDash val="solid"/>
            <a:round/>
            <a:headEnd type="none" w="med" len="med"/>
            <a:tailEnd type="none" w="med" len="med"/>
          </a:ln>
          <a:effectLst/>
        </p:spPr>
        <p:txBody>
          <a:bodyPr vert="vert"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200" b="1" i="0" u="none" strike="noStrike" kern="1200" cap="none" spc="0" normalizeH="0" baseline="0" noProof="0">
                <a:ln>
                  <a:noFill/>
                </a:ln>
                <a:solidFill>
                  <a:srgbClr val="000000"/>
                </a:solidFill>
                <a:effectLst/>
                <a:uLnTx/>
                <a:uFillTx/>
                <a:latin typeface="Arial Narrow" pitchFamily="34" charset="0"/>
                <a:ea typeface="ＭＳ Ｐゴシック" pitchFamily="50" charset="-128"/>
                <a:cs typeface="+mn-cs"/>
              </a:rPr>
              <a:t>E</a:t>
            </a:r>
            <a:endParaRPr kumimoji="1" lang="ja-JP" altLang="en-US" sz="1200" b="1" i="0" u="none" strike="noStrike" kern="1200" cap="none" spc="0" normalizeH="0" baseline="0" noProof="0">
              <a:ln>
                <a:noFill/>
              </a:ln>
              <a:solidFill>
                <a:srgbClr val="000000"/>
              </a:solidFill>
              <a:effectLst/>
              <a:uLnTx/>
              <a:uFillTx/>
              <a:latin typeface="Arial Narrow" pitchFamily="34" charset="0"/>
              <a:ea typeface="ＭＳ Ｐゴシック" pitchFamily="50" charset="-128"/>
              <a:cs typeface="+mn-cs"/>
            </a:endParaRPr>
          </a:p>
        </p:txBody>
      </p:sp>
      <p:sp>
        <p:nvSpPr>
          <p:cNvPr id="61" name="円/楕円 304">
            <a:extLst>
              <a:ext uri="{FF2B5EF4-FFF2-40B4-BE49-F238E27FC236}">
                <a16:creationId xmlns:a16="http://schemas.microsoft.com/office/drawing/2014/main" id="{16E8C26B-C8C3-F4CF-7B4E-FF56BBFB3FDF}"/>
              </a:ext>
            </a:extLst>
          </p:cNvPr>
          <p:cNvSpPr/>
          <p:nvPr/>
        </p:nvSpPr>
        <p:spPr>
          <a:xfrm>
            <a:off x="3805661" y="5290533"/>
            <a:ext cx="252000" cy="241336"/>
          </a:xfrm>
          <a:prstGeom prst="ellipse">
            <a:avLst/>
          </a:prstGeom>
          <a:solidFill>
            <a:srgbClr val="00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800" b="1" i="0" u="none" strike="noStrike" kern="1200" cap="none" spc="0" normalizeH="0" baseline="0" noProof="0">
                <a:ln>
                  <a:noFill/>
                </a:ln>
                <a:solidFill>
                  <a:prstClr val="black"/>
                </a:solidFill>
                <a:effectLst/>
                <a:uLnTx/>
                <a:uFillTx/>
                <a:latin typeface="Meiryo UI" pitchFamily="50" charset="-128"/>
                <a:ea typeface="Meiryo UI" pitchFamily="50" charset="-128"/>
                <a:cs typeface="Meiryo UI" pitchFamily="50" charset="-128"/>
              </a:rPr>
              <a:t>LET</a:t>
            </a:r>
            <a:endParaRPr kumimoji="1" lang="ja-JP" altLang="en-US" sz="800" b="1" i="0" u="none" strike="noStrike" kern="1200" cap="none" spc="0" normalizeH="0" baseline="0" noProof="0">
              <a:ln>
                <a:noFill/>
              </a:ln>
              <a:solidFill>
                <a:prstClr val="black"/>
              </a:solidFill>
              <a:effectLst/>
              <a:uLnTx/>
              <a:uFillTx/>
              <a:latin typeface="Meiryo UI" pitchFamily="50" charset="-128"/>
              <a:ea typeface="Meiryo UI" pitchFamily="50" charset="-128"/>
              <a:cs typeface="Meiryo UI" pitchFamily="50" charset="-128"/>
            </a:endParaRPr>
          </a:p>
        </p:txBody>
      </p:sp>
      <p:sp>
        <p:nvSpPr>
          <p:cNvPr id="62" name="円/楕円 304">
            <a:extLst>
              <a:ext uri="{FF2B5EF4-FFF2-40B4-BE49-F238E27FC236}">
                <a16:creationId xmlns:a16="http://schemas.microsoft.com/office/drawing/2014/main" id="{6F4A6125-BFFC-28E3-FE99-950EA578B2DB}"/>
              </a:ext>
            </a:extLst>
          </p:cNvPr>
          <p:cNvSpPr/>
          <p:nvPr/>
        </p:nvSpPr>
        <p:spPr>
          <a:xfrm>
            <a:off x="3722561" y="5023121"/>
            <a:ext cx="252000" cy="252000"/>
          </a:xfrm>
          <a:prstGeom prst="ellipse">
            <a:avLst/>
          </a:prstGeom>
          <a:solidFill>
            <a:srgbClr val="00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800" b="1" i="0" u="none" strike="noStrike" kern="1200" cap="none" spc="0" normalizeH="0" baseline="0" noProof="0">
                <a:ln>
                  <a:noFill/>
                </a:ln>
                <a:solidFill>
                  <a:prstClr val="black"/>
                </a:solidFill>
                <a:effectLst/>
                <a:uLnTx/>
                <a:uFillTx/>
                <a:latin typeface="Meiryo UI" pitchFamily="50" charset="-128"/>
                <a:ea typeface="Meiryo UI" pitchFamily="50" charset="-128"/>
                <a:cs typeface="Meiryo UI" pitchFamily="50" charset="-128"/>
              </a:rPr>
              <a:t>HDS</a:t>
            </a:r>
            <a:endParaRPr kumimoji="1" lang="ja-JP" altLang="en-US" sz="800" b="1" i="0" u="none" strike="noStrike" kern="1200" cap="none" spc="0" normalizeH="0" baseline="0" noProof="0">
              <a:ln>
                <a:noFill/>
              </a:ln>
              <a:solidFill>
                <a:prstClr val="black"/>
              </a:solidFill>
              <a:effectLst/>
              <a:uLnTx/>
              <a:uFillTx/>
              <a:latin typeface="Meiryo UI" pitchFamily="50" charset="-128"/>
              <a:ea typeface="Meiryo UI" pitchFamily="50" charset="-128"/>
              <a:cs typeface="Meiryo UI" pitchFamily="50" charset="-128"/>
            </a:endParaRPr>
          </a:p>
        </p:txBody>
      </p:sp>
      <p:sp>
        <p:nvSpPr>
          <p:cNvPr id="63" name="ホームベース 226">
            <a:extLst>
              <a:ext uri="{FF2B5EF4-FFF2-40B4-BE49-F238E27FC236}">
                <a16:creationId xmlns:a16="http://schemas.microsoft.com/office/drawing/2014/main" id="{5C528C26-593B-7C77-1188-CEA18AE62425}"/>
              </a:ext>
            </a:extLst>
          </p:cNvPr>
          <p:cNvSpPr/>
          <p:nvPr/>
        </p:nvSpPr>
        <p:spPr bwMode="auto">
          <a:xfrm rot="16200000">
            <a:off x="2903764" y="4930870"/>
            <a:ext cx="282999" cy="165496"/>
          </a:xfrm>
          <a:prstGeom prst="homePlate">
            <a:avLst>
              <a:gd name="adj" fmla="val 75551"/>
            </a:avLst>
          </a:prstGeom>
          <a:solidFill>
            <a:srgbClr val="FFFF00"/>
          </a:solidFill>
          <a:ln w="9525" cap="flat" cmpd="sng" algn="ctr">
            <a:solidFill>
              <a:schemeClr val="tx1"/>
            </a:solidFill>
            <a:prstDash val="solid"/>
            <a:round/>
            <a:headEnd type="none" w="med" len="med"/>
            <a:tailEnd type="none" w="med" len="med"/>
          </a:ln>
          <a:effectLst/>
        </p:spPr>
        <p:txBody>
          <a:bodyPr vert="vert"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200" b="1" i="0" u="none" strike="noStrike" kern="1200" cap="none" spc="0" normalizeH="0" baseline="0" noProof="0" dirty="0">
                <a:ln>
                  <a:noFill/>
                </a:ln>
                <a:solidFill>
                  <a:srgbClr val="000000"/>
                </a:solidFill>
                <a:effectLst/>
                <a:uLnTx/>
                <a:uFillTx/>
                <a:latin typeface="Arial Narrow" pitchFamily="34" charset="0"/>
                <a:ea typeface="ＭＳ Ｐゴシック" pitchFamily="50" charset="-128"/>
                <a:cs typeface="+mn-cs"/>
              </a:rPr>
              <a:t>E</a:t>
            </a:r>
            <a:endParaRPr kumimoji="1" lang="ja-JP" altLang="en-US" sz="1200" b="1" i="0" u="none" strike="noStrike" kern="1200" cap="none" spc="0" normalizeH="0" baseline="0" noProof="0" dirty="0">
              <a:ln>
                <a:noFill/>
              </a:ln>
              <a:solidFill>
                <a:srgbClr val="000000"/>
              </a:solidFill>
              <a:effectLst/>
              <a:uLnTx/>
              <a:uFillTx/>
              <a:latin typeface="Arial Narrow" pitchFamily="34" charset="0"/>
              <a:ea typeface="ＭＳ Ｐゴシック" pitchFamily="50" charset="-128"/>
              <a:cs typeface="+mn-cs"/>
            </a:endParaRPr>
          </a:p>
        </p:txBody>
      </p:sp>
      <p:sp>
        <p:nvSpPr>
          <p:cNvPr id="64" name="ホームベース 226">
            <a:extLst>
              <a:ext uri="{FF2B5EF4-FFF2-40B4-BE49-F238E27FC236}">
                <a16:creationId xmlns:a16="http://schemas.microsoft.com/office/drawing/2014/main" id="{842BDE22-C0AD-BC2E-1E6A-B119BC4FFE58}"/>
              </a:ext>
            </a:extLst>
          </p:cNvPr>
          <p:cNvSpPr/>
          <p:nvPr/>
        </p:nvSpPr>
        <p:spPr bwMode="auto">
          <a:xfrm rot="16200000">
            <a:off x="4925908" y="4930870"/>
            <a:ext cx="282999" cy="165496"/>
          </a:xfrm>
          <a:prstGeom prst="homePlate">
            <a:avLst>
              <a:gd name="adj" fmla="val 75551"/>
            </a:avLst>
          </a:prstGeom>
          <a:solidFill>
            <a:srgbClr val="FFFF00"/>
          </a:solidFill>
          <a:ln w="9525" cap="flat" cmpd="sng" algn="ctr">
            <a:solidFill>
              <a:schemeClr val="tx1"/>
            </a:solidFill>
            <a:prstDash val="solid"/>
            <a:round/>
            <a:headEnd type="none" w="med" len="med"/>
            <a:tailEnd type="none" w="med" len="med"/>
          </a:ln>
          <a:effectLst/>
        </p:spPr>
        <p:txBody>
          <a:bodyPr vert="vert"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200" b="1" i="0" u="none" strike="noStrike" kern="1200" cap="none" spc="0" normalizeH="0" baseline="0" noProof="0">
                <a:ln>
                  <a:noFill/>
                </a:ln>
                <a:solidFill>
                  <a:srgbClr val="000000"/>
                </a:solidFill>
                <a:effectLst/>
                <a:uLnTx/>
                <a:uFillTx/>
                <a:latin typeface="Arial Narrow" pitchFamily="34" charset="0"/>
                <a:ea typeface="ＭＳ Ｐゴシック" pitchFamily="50" charset="-128"/>
                <a:cs typeface="+mn-cs"/>
              </a:rPr>
              <a:t>E</a:t>
            </a:r>
            <a:endParaRPr kumimoji="1" lang="ja-JP" altLang="en-US" sz="1200" b="1" i="0" u="none" strike="noStrike" kern="1200" cap="none" spc="0" normalizeH="0" baseline="0" noProof="0">
              <a:ln>
                <a:noFill/>
              </a:ln>
              <a:solidFill>
                <a:srgbClr val="000000"/>
              </a:solidFill>
              <a:effectLst/>
              <a:uLnTx/>
              <a:uFillTx/>
              <a:latin typeface="Arial Narrow" pitchFamily="34" charset="0"/>
              <a:ea typeface="ＭＳ Ｐゴシック" pitchFamily="50" charset="-128"/>
              <a:cs typeface="+mn-cs"/>
            </a:endParaRPr>
          </a:p>
        </p:txBody>
      </p:sp>
      <p:sp>
        <p:nvSpPr>
          <p:cNvPr id="65" name="ホームベース 226">
            <a:extLst>
              <a:ext uri="{FF2B5EF4-FFF2-40B4-BE49-F238E27FC236}">
                <a16:creationId xmlns:a16="http://schemas.microsoft.com/office/drawing/2014/main" id="{F5955CF2-2558-596B-ACDC-971D10E8CCE9}"/>
              </a:ext>
            </a:extLst>
          </p:cNvPr>
          <p:cNvSpPr/>
          <p:nvPr/>
        </p:nvSpPr>
        <p:spPr bwMode="auto">
          <a:xfrm rot="16200000">
            <a:off x="5953300" y="4930870"/>
            <a:ext cx="282999" cy="165496"/>
          </a:xfrm>
          <a:prstGeom prst="homePlate">
            <a:avLst>
              <a:gd name="adj" fmla="val 75551"/>
            </a:avLst>
          </a:prstGeom>
          <a:solidFill>
            <a:srgbClr val="FFFF00"/>
          </a:solidFill>
          <a:ln w="9525" cap="flat" cmpd="sng" algn="ctr">
            <a:solidFill>
              <a:schemeClr val="tx1"/>
            </a:solidFill>
            <a:prstDash val="solid"/>
            <a:round/>
            <a:headEnd type="none" w="med" len="med"/>
            <a:tailEnd type="none" w="med" len="med"/>
          </a:ln>
          <a:effectLst/>
        </p:spPr>
        <p:txBody>
          <a:bodyPr vert="vert"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200" b="1" i="0" u="none" strike="noStrike" kern="1200" cap="none" spc="0" normalizeH="0" baseline="0" noProof="0">
                <a:ln>
                  <a:noFill/>
                </a:ln>
                <a:solidFill>
                  <a:srgbClr val="000000"/>
                </a:solidFill>
                <a:effectLst/>
                <a:uLnTx/>
                <a:uFillTx/>
                <a:latin typeface="Arial Narrow" pitchFamily="34" charset="0"/>
                <a:ea typeface="ＭＳ Ｐゴシック" pitchFamily="50" charset="-128"/>
                <a:cs typeface="+mn-cs"/>
              </a:rPr>
              <a:t>E</a:t>
            </a:r>
            <a:endParaRPr kumimoji="1" lang="ja-JP" altLang="en-US" sz="1200" b="1" i="0" u="none" strike="noStrike" kern="1200" cap="none" spc="0" normalizeH="0" baseline="0" noProof="0">
              <a:ln>
                <a:noFill/>
              </a:ln>
              <a:solidFill>
                <a:srgbClr val="000000"/>
              </a:solidFill>
              <a:effectLst/>
              <a:uLnTx/>
              <a:uFillTx/>
              <a:latin typeface="Arial Narrow" pitchFamily="34" charset="0"/>
              <a:ea typeface="ＭＳ Ｐゴシック" pitchFamily="50" charset="-128"/>
              <a:cs typeface="+mn-cs"/>
            </a:endParaRPr>
          </a:p>
        </p:txBody>
      </p:sp>
      <p:sp>
        <p:nvSpPr>
          <p:cNvPr id="66" name="ホームベース 226">
            <a:extLst>
              <a:ext uri="{FF2B5EF4-FFF2-40B4-BE49-F238E27FC236}">
                <a16:creationId xmlns:a16="http://schemas.microsoft.com/office/drawing/2014/main" id="{2EB1ADB7-BDB1-F364-1AD9-8D93713469F3}"/>
              </a:ext>
            </a:extLst>
          </p:cNvPr>
          <p:cNvSpPr/>
          <p:nvPr/>
        </p:nvSpPr>
        <p:spPr bwMode="auto">
          <a:xfrm rot="16200000">
            <a:off x="7303884" y="4930870"/>
            <a:ext cx="282999" cy="165496"/>
          </a:xfrm>
          <a:prstGeom prst="homePlate">
            <a:avLst>
              <a:gd name="adj" fmla="val 75551"/>
            </a:avLst>
          </a:prstGeom>
          <a:solidFill>
            <a:srgbClr val="FFFF00"/>
          </a:solidFill>
          <a:ln w="9525" cap="flat" cmpd="sng" algn="ctr">
            <a:solidFill>
              <a:schemeClr val="tx1"/>
            </a:solidFill>
            <a:prstDash val="solid"/>
            <a:round/>
            <a:headEnd type="none" w="med" len="med"/>
            <a:tailEnd type="none" w="med" len="med"/>
          </a:ln>
          <a:effectLst/>
        </p:spPr>
        <p:txBody>
          <a:bodyPr vert="vert"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200" b="1" i="0" u="none" strike="noStrike" kern="1200" cap="none" spc="0" normalizeH="0" baseline="0" noProof="0">
                <a:ln>
                  <a:noFill/>
                </a:ln>
                <a:solidFill>
                  <a:srgbClr val="000000"/>
                </a:solidFill>
                <a:effectLst/>
                <a:uLnTx/>
                <a:uFillTx/>
                <a:latin typeface="Arial Narrow" pitchFamily="34" charset="0"/>
                <a:ea typeface="ＭＳ Ｐゴシック" pitchFamily="50" charset="-128"/>
                <a:cs typeface="+mn-cs"/>
              </a:rPr>
              <a:t>E</a:t>
            </a:r>
            <a:endParaRPr kumimoji="1" lang="ja-JP" altLang="en-US" sz="1200" b="1" i="0" u="none" strike="noStrike" kern="1200" cap="none" spc="0" normalizeH="0" baseline="0" noProof="0">
              <a:ln>
                <a:noFill/>
              </a:ln>
              <a:solidFill>
                <a:srgbClr val="000000"/>
              </a:solidFill>
              <a:effectLst/>
              <a:uLnTx/>
              <a:uFillTx/>
              <a:latin typeface="Arial Narrow" pitchFamily="34" charset="0"/>
              <a:ea typeface="ＭＳ Ｐゴシック" pitchFamily="50" charset="-128"/>
              <a:cs typeface="+mn-cs"/>
            </a:endParaRPr>
          </a:p>
        </p:txBody>
      </p:sp>
      <p:sp>
        <p:nvSpPr>
          <p:cNvPr id="67" name="ホームベース 227">
            <a:extLst>
              <a:ext uri="{FF2B5EF4-FFF2-40B4-BE49-F238E27FC236}">
                <a16:creationId xmlns:a16="http://schemas.microsoft.com/office/drawing/2014/main" id="{D0912D8C-AB88-176C-6947-B6944C319E2D}"/>
              </a:ext>
            </a:extLst>
          </p:cNvPr>
          <p:cNvSpPr/>
          <p:nvPr/>
        </p:nvSpPr>
        <p:spPr bwMode="auto">
          <a:xfrm rot="16200000">
            <a:off x="4725685" y="5048247"/>
            <a:ext cx="282999" cy="165496"/>
          </a:xfrm>
          <a:prstGeom prst="homePlate">
            <a:avLst>
              <a:gd name="adj" fmla="val 75551"/>
            </a:avLst>
          </a:prstGeom>
          <a:solidFill>
            <a:srgbClr val="00FFFF"/>
          </a:solidFill>
          <a:ln w="9525" cap="flat" cmpd="sng" algn="ctr">
            <a:solidFill>
              <a:schemeClr val="tx1"/>
            </a:solidFill>
            <a:prstDash val="solid"/>
            <a:round/>
            <a:headEnd type="none" w="med" len="med"/>
            <a:tailEnd type="none" w="med" len="med"/>
          </a:ln>
          <a:effectLst/>
        </p:spPr>
        <p:txBody>
          <a:bodyPr vert="vert"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200" b="1" i="0" u="none" strike="noStrike" kern="1200" cap="none" spc="0" normalizeH="0" baseline="0" noProof="0" dirty="0">
                <a:ln>
                  <a:noFill/>
                </a:ln>
                <a:solidFill>
                  <a:srgbClr val="000000"/>
                </a:solidFill>
                <a:effectLst/>
                <a:uLnTx/>
                <a:uFillTx/>
                <a:latin typeface="Arial Narrow" pitchFamily="34" charset="0"/>
                <a:ea typeface="ＭＳ Ｐゴシック" pitchFamily="50" charset="-128"/>
                <a:cs typeface="+mn-cs"/>
              </a:rPr>
              <a:t>JV</a:t>
            </a:r>
            <a:endParaRPr kumimoji="1" lang="ja-JP" altLang="en-US" sz="1200" b="1" i="0" u="none" strike="noStrike" kern="1200" cap="none" spc="0" normalizeH="0" baseline="0" noProof="0" dirty="0">
              <a:ln>
                <a:noFill/>
              </a:ln>
              <a:solidFill>
                <a:srgbClr val="000000"/>
              </a:solidFill>
              <a:effectLst/>
              <a:uLnTx/>
              <a:uFillTx/>
              <a:latin typeface="Arial Narrow" pitchFamily="34" charset="0"/>
              <a:ea typeface="ＭＳ Ｐゴシック" pitchFamily="50" charset="-128"/>
              <a:cs typeface="+mn-cs"/>
            </a:endParaRPr>
          </a:p>
        </p:txBody>
      </p:sp>
      <p:sp>
        <p:nvSpPr>
          <p:cNvPr id="68" name="ホームベース 227">
            <a:extLst>
              <a:ext uri="{FF2B5EF4-FFF2-40B4-BE49-F238E27FC236}">
                <a16:creationId xmlns:a16="http://schemas.microsoft.com/office/drawing/2014/main" id="{39B63698-6281-66BF-C5C8-27FDA8715C89}"/>
              </a:ext>
            </a:extLst>
          </p:cNvPr>
          <p:cNvSpPr/>
          <p:nvPr/>
        </p:nvSpPr>
        <p:spPr bwMode="auto">
          <a:xfrm rot="16200000">
            <a:off x="5619067" y="5066638"/>
            <a:ext cx="282999" cy="165496"/>
          </a:xfrm>
          <a:prstGeom prst="homePlate">
            <a:avLst>
              <a:gd name="adj" fmla="val 75551"/>
            </a:avLst>
          </a:prstGeom>
          <a:solidFill>
            <a:srgbClr val="00FFFF"/>
          </a:solidFill>
          <a:ln w="9525" cap="flat" cmpd="sng" algn="ctr">
            <a:solidFill>
              <a:schemeClr val="tx1"/>
            </a:solidFill>
            <a:prstDash val="solid"/>
            <a:round/>
            <a:headEnd type="none" w="med" len="med"/>
            <a:tailEnd type="none" w="med" len="med"/>
          </a:ln>
          <a:effectLst/>
        </p:spPr>
        <p:txBody>
          <a:bodyPr vert="vert"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200" b="1" i="0" u="none" strike="noStrike" kern="1200" cap="none" spc="0" normalizeH="0" baseline="0" noProof="0" dirty="0">
                <a:ln>
                  <a:noFill/>
                </a:ln>
                <a:solidFill>
                  <a:srgbClr val="000000"/>
                </a:solidFill>
                <a:effectLst/>
                <a:uLnTx/>
                <a:uFillTx/>
                <a:latin typeface="Arial Narrow" pitchFamily="34" charset="0"/>
                <a:ea typeface="ＭＳ Ｐゴシック" pitchFamily="50" charset="-128"/>
                <a:cs typeface="+mn-cs"/>
              </a:rPr>
              <a:t>JV</a:t>
            </a:r>
            <a:endParaRPr kumimoji="1" lang="ja-JP" altLang="en-US" sz="1200" b="1" i="0" u="none" strike="noStrike" kern="1200" cap="none" spc="0" normalizeH="0" baseline="0" noProof="0" dirty="0">
              <a:ln>
                <a:noFill/>
              </a:ln>
              <a:solidFill>
                <a:srgbClr val="000000"/>
              </a:solidFill>
              <a:effectLst/>
              <a:uLnTx/>
              <a:uFillTx/>
              <a:latin typeface="Arial Narrow" pitchFamily="34" charset="0"/>
              <a:ea typeface="ＭＳ Ｐゴシック" pitchFamily="50" charset="-128"/>
              <a:cs typeface="+mn-cs"/>
            </a:endParaRPr>
          </a:p>
        </p:txBody>
      </p:sp>
      <p:sp>
        <p:nvSpPr>
          <p:cNvPr id="69" name="Text Box 146">
            <a:extLst>
              <a:ext uri="{FF2B5EF4-FFF2-40B4-BE49-F238E27FC236}">
                <a16:creationId xmlns:a16="http://schemas.microsoft.com/office/drawing/2014/main" id="{DDAD1C1B-2BB8-D56C-6DD1-A643E7D99156}"/>
              </a:ext>
            </a:extLst>
          </p:cNvPr>
          <p:cNvSpPr txBox="1">
            <a:spLocks noChangeArrowheads="1"/>
          </p:cNvSpPr>
          <p:nvPr/>
        </p:nvSpPr>
        <p:spPr bwMode="auto">
          <a:xfrm>
            <a:off x="7866660" y="3641063"/>
            <a:ext cx="920124" cy="138499"/>
          </a:xfrm>
          <a:prstGeom prst="rect">
            <a:avLst/>
          </a:prstGeom>
          <a:noFill/>
          <a:ln>
            <a:noFill/>
          </a:ln>
        </p:spPr>
        <p:txBody>
          <a:bodyPr wrap="none" lIns="0" tIns="0" rIns="0" bIns="0">
            <a:spAutoFit/>
          </a:bodyPr>
          <a:lstStyle>
            <a:lvl1pPr eaLnBrk="0" hangingPunct="0">
              <a:defRPr kumimoji="1">
                <a:solidFill>
                  <a:schemeClr val="tx1"/>
                </a:solidFill>
                <a:latin typeface="Arial" charset="0"/>
                <a:ea typeface="ＭＳ Ｐゴシック" charset="-128"/>
              </a:defRPr>
            </a:lvl1pPr>
            <a:lvl2pPr marL="742950" indent="-285750" eaLnBrk="0" hangingPunct="0">
              <a:defRPr kumimoji="1">
                <a:solidFill>
                  <a:schemeClr val="tx1"/>
                </a:solidFill>
                <a:latin typeface="Arial" charset="0"/>
                <a:ea typeface="ＭＳ Ｐゴシック" charset="-128"/>
              </a:defRPr>
            </a:lvl2pPr>
            <a:lvl3pPr marL="1143000" indent="-228600" eaLnBrk="0" hangingPunct="0">
              <a:defRPr kumimoji="1">
                <a:solidFill>
                  <a:schemeClr val="tx1"/>
                </a:solidFill>
                <a:latin typeface="Arial" charset="0"/>
                <a:ea typeface="ＭＳ Ｐゴシック" charset="-128"/>
              </a:defRPr>
            </a:lvl3pPr>
            <a:lvl4pPr marL="1600200" indent="-228600" eaLnBrk="0" hangingPunct="0">
              <a:defRPr kumimoji="1">
                <a:solidFill>
                  <a:schemeClr val="tx1"/>
                </a:solidFill>
                <a:latin typeface="Arial" charset="0"/>
                <a:ea typeface="ＭＳ Ｐゴシック" charset="-128"/>
              </a:defRPr>
            </a:lvl4pPr>
            <a:lvl5pPr marL="2057400" indent="-228600" eaLnBrk="0" hangingPunct="0">
              <a:defRPr kumimoji="1">
                <a:solidFill>
                  <a:schemeClr val="tx1"/>
                </a:solidFill>
                <a:latin typeface="Arial" charset="0"/>
                <a:ea typeface="ＭＳ Ｐゴシック"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9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Certification</a:t>
            </a:r>
            <a:r>
              <a:rPr kumimoji="1" lang="ja-JP" altLang="en-US" sz="9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9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test</a:t>
            </a:r>
          </a:p>
        </p:txBody>
      </p:sp>
      <p:cxnSp>
        <p:nvCxnSpPr>
          <p:cNvPr id="70" name="直線コネクタ 69">
            <a:extLst>
              <a:ext uri="{FF2B5EF4-FFF2-40B4-BE49-F238E27FC236}">
                <a16:creationId xmlns:a16="http://schemas.microsoft.com/office/drawing/2014/main" id="{6F71A31B-3CDC-FF2B-8ACB-20B997290200}"/>
              </a:ext>
            </a:extLst>
          </p:cNvPr>
          <p:cNvCxnSpPr/>
          <p:nvPr/>
        </p:nvCxnSpPr>
        <p:spPr bwMode="auto">
          <a:xfrm flipH="1">
            <a:off x="6396646" y="3710313"/>
            <a:ext cx="1385964" cy="0"/>
          </a:xfrm>
          <a:prstGeom prst="line">
            <a:avLst/>
          </a:prstGeom>
          <a:solidFill>
            <a:schemeClr val="accent1"/>
          </a:solidFill>
          <a:ln w="9525" cap="flat" cmpd="sng" algn="ctr">
            <a:solidFill>
              <a:schemeClr val="tx1"/>
            </a:solidFill>
            <a:prstDash val="solid"/>
            <a:round/>
            <a:headEnd type="oval" w="med" len="med"/>
            <a:tailEnd type="oval"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73" name="グループ化 72">
            <a:extLst>
              <a:ext uri="{FF2B5EF4-FFF2-40B4-BE49-F238E27FC236}">
                <a16:creationId xmlns:a16="http://schemas.microsoft.com/office/drawing/2014/main" id="{511D9361-C21F-1490-17C7-33BC98CA653B}"/>
              </a:ext>
            </a:extLst>
          </p:cNvPr>
          <p:cNvGrpSpPr/>
          <p:nvPr/>
        </p:nvGrpSpPr>
        <p:grpSpPr>
          <a:xfrm>
            <a:off x="2149079" y="3504246"/>
            <a:ext cx="316967" cy="565090"/>
            <a:chOff x="2183075" y="2667000"/>
            <a:chExt cx="316967" cy="565090"/>
          </a:xfrm>
        </p:grpSpPr>
        <p:graphicFrame>
          <p:nvGraphicFramePr>
            <p:cNvPr id="74" name="オブジェクト 73">
              <a:extLst>
                <a:ext uri="{FF2B5EF4-FFF2-40B4-BE49-F238E27FC236}">
                  <a16:creationId xmlns:a16="http://schemas.microsoft.com/office/drawing/2014/main" id="{7457C53D-6447-B602-6201-89F975471D6B}"/>
                </a:ext>
              </a:extLst>
            </p:cNvPr>
            <p:cNvGraphicFramePr>
              <a:graphicFrameLocks noChangeAspect="1"/>
            </p:cNvGraphicFramePr>
            <p:nvPr/>
          </p:nvGraphicFramePr>
          <p:xfrm>
            <a:off x="2245937" y="2926400"/>
            <a:ext cx="168378" cy="174010"/>
          </p:xfrm>
          <a:graphic>
            <a:graphicData uri="http://schemas.openxmlformats.org/presentationml/2006/ole">
              <mc:AlternateContent xmlns:mc="http://schemas.openxmlformats.org/markup-compatibility/2006">
                <mc:Choice xmlns:v="urn:schemas-microsoft-com:vml" Requires="v">
                  <p:oleObj name="ｸﾘｯﾌﾟ" r:id="rId2" imgW="765353" imgH="790956" progId="MS_ClipArt_Gallery.2">
                    <p:embed/>
                  </p:oleObj>
                </mc:Choice>
                <mc:Fallback>
                  <p:oleObj name="ｸﾘｯﾌﾟ" r:id="rId2" imgW="765353" imgH="790956" progId="MS_ClipArt_Gallery.2">
                    <p:embed/>
                    <p:pic>
                      <p:nvPicPr>
                        <p:cNvPr id="74" name="オブジェクト 73">
                          <a:extLst>
                            <a:ext uri="{FF2B5EF4-FFF2-40B4-BE49-F238E27FC236}">
                              <a16:creationId xmlns:a16="http://schemas.microsoft.com/office/drawing/2014/main" id="{7457C53D-6447-B602-6201-89F975471D6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45937" y="2926400"/>
                          <a:ext cx="168378" cy="1740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5" name="フリーフォーム 358">
              <a:extLst>
                <a:ext uri="{FF2B5EF4-FFF2-40B4-BE49-F238E27FC236}">
                  <a16:creationId xmlns:a16="http://schemas.microsoft.com/office/drawing/2014/main" id="{99A146C3-308A-B4C4-E42C-DEECA4F00C82}"/>
                </a:ext>
              </a:extLst>
            </p:cNvPr>
            <p:cNvSpPr/>
            <p:nvPr/>
          </p:nvSpPr>
          <p:spPr bwMode="auto">
            <a:xfrm>
              <a:off x="2414097" y="2667000"/>
              <a:ext cx="85945" cy="342900"/>
            </a:xfrm>
            <a:custGeom>
              <a:avLst/>
              <a:gdLst>
                <a:gd name="connsiteX0" fmla="*/ 0 w 1651379"/>
                <a:gd name="connsiteY0" fmla="*/ 122830 h 122830"/>
                <a:gd name="connsiteX1" fmla="*/ 1651379 w 1651379"/>
                <a:gd name="connsiteY1" fmla="*/ 122830 h 122830"/>
                <a:gd name="connsiteX2" fmla="*/ 1651379 w 1651379"/>
                <a:gd name="connsiteY2" fmla="*/ 0 h 122830"/>
              </a:gdLst>
              <a:ahLst/>
              <a:cxnLst>
                <a:cxn ang="0">
                  <a:pos x="connsiteX0" y="connsiteY0"/>
                </a:cxn>
                <a:cxn ang="0">
                  <a:pos x="connsiteX1" y="connsiteY1"/>
                </a:cxn>
                <a:cxn ang="0">
                  <a:pos x="connsiteX2" y="connsiteY2"/>
                </a:cxn>
              </a:cxnLst>
              <a:rect l="l" t="t" r="r" b="b"/>
              <a:pathLst>
                <a:path w="1651379" h="122830">
                  <a:moveTo>
                    <a:pt x="0" y="122830"/>
                  </a:moveTo>
                  <a:lnTo>
                    <a:pt x="1651379" y="122830"/>
                  </a:lnTo>
                  <a:lnTo>
                    <a:pt x="1651379" y="0"/>
                  </a:lnTo>
                </a:path>
              </a:pathLst>
            </a:custGeom>
            <a:noFill/>
            <a:ln w="9525" cap="flat" cmpd="sng" algn="ctr">
              <a:solidFill>
                <a:schemeClr val="tx1"/>
              </a:solidFill>
              <a:prstDash val="solid"/>
              <a:round/>
              <a:headEnd type="none" w="med" len="med"/>
              <a:tailEnd type="arrow"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ja-JP" altLang="en-US" sz="2400" b="0" i="0" u="none" strike="noStrike" kern="1200" cap="none" spc="0" normalizeH="0" baseline="0" noProof="0">
                <a:ln>
                  <a:noFill/>
                </a:ln>
                <a:solidFill>
                  <a:srgbClr val="000000"/>
                </a:solidFill>
                <a:effectLst/>
                <a:uLnTx/>
                <a:uFillTx/>
                <a:latin typeface="Times New Roman" pitchFamily="18" charset="0"/>
                <a:ea typeface="ＭＳ Ｐゴシック" pitchFamily="50" charset="-128"/>
                <a:cs typeface="+mn-cs"/>
              </a:endParaRPr>
            </a:p>
          </p:txBody>
        </p:sp>
        <p:sp>
          <p:nvSpPr>
            <p:cNvPr id="76" name="テキスト ボックス 75">
              <a:extLst>
                <a:ext uri="{FF2B5EF4-FFF2-40B4-BE49-F238E27FC236}">
                  <a16:creationId xmlns:a16="http://schemas.microsoft.com/office/drawing/2014/main" id="{C86B7183-F51E-0ADC-15B0-7292AFCE6E1A}"/>
                </a:ext>
              </a:extLst>
            </p:cNvPr>
            <p:cNvSpPr txBox="1"/>
            <p:nvPr/>
          </p:nvSpPr>
          <p:spPr>
            <a:xfrm>
              <a:off x="2183075" y="3108979"/>
              <a:ext cx="222818" cy="123111"/>
            </a:xfrm>
            <a:prstGeom prst="rect">
              <a:avLst/>
            </a:prstGeom>
            <a:solidFill>
              <a:schemeClr val="bg1"/>
            </a:solidFill>
          </p:spPr>
          <p:txBody>
            <a:bodyPr wrap="none" lIns="0" tIns="0" rIns="0" bIns="0"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800" b="0" i="0" u="none" strike="noStrike" kern="1200" cap="none" spc="0" normalizeH="0" baseline="0" noProof="0" dirty="0" err="1">
                  <a:ln>
                    <a:noFill/>
                  </a:ln>
                  <a:solidFill>
                    <a:prstClr val="black"/>
                  </a:solidFill>
                  <a:effectLst/>
                  <a:uLnTx/>
                  <a:uFillTx/>
                  <a:latin typeface="Arial" panose="020B0604020202020204" pitchFamily="34" charset="0"/>
                  <a:ea typeface="Tahoma" pitchFamily="34" charset="0"/>
                  <a:cs typeface="Arial" panose="020B0604020202020204" pitchFamily="34" charset="0"/>
                </a:rPr>
                <a:t>Vxxx</a:t>
              </a:r>
              <a:endParaRPr kumimoji="1" lang="ja-JP" altLang="en-US" sz="800" b="0" i="0" u="none" strike="noStrike" kern="1200" cap="none" spc="0" normalizeH="0" baseline="0" noProof="0" dirty="0">
                <a:ln>
                  <a:noFill/>
                </a:ln>
                <a:solidFill>
                  <a:prstClr val="black"/>
                </a:solidFill>
                <a:effectLst/>
                <a:uLnTx/>
                <a:uFillTx/>
                <a:latin typeface="Arial" panose="020B0604020202020204" pitchFamily="34" charset="0"/>
                <a:ea typeface="HGP創英角ｺﾞｼｯｸUB" pitchFamily="50" charset="-128"/>
                <a:cs typeface="Arial" panose="020B0604020202020204" pitchFamily="34" charset="0"/>
              </a:endParaRPr>
            </a:p>
          </p:txBody>
        </p:sp>
      </p:grpSp>
      <p:grpSp>
        <p:nvGrpSpPr>
          <p:cNvPr id="77" name="グループ化 76">
            <a:extLst>
              <a:ext uri="{FF2B5EF4-FFF2-40B4-BE49-F238E27FC236}">
                <a16:creationId xmlns:a16="http://schemas.microsoft.com/office/drawing/2014/main" id="{001B0529-CA05-1306-C773-0F2F3687CF55}"/>
              </a:ext>
            </a:extLst>
          </p:cNvPr>
          <p:cNvGrpSpPr/>
          <p:nvPr/>
        </p:nvGrpSpPr>
        <p:grpSpPr>
          <a:xfrm>
            <a:off x="3536315" y="3352110"/>
            <a:ext cx="316967" cy="565090"/>
            <a:chOff x="3541975" y="2616200"/>
            <a:chExt cx="316967" cy="565090"/>
          </a:xfrm>
        </p:grpSpPr>
        <p:graphicFrame>
          <p:nvGraphicFramePr>
            <p:cNvPr id="78" name="オブジェクト 77">
              <a:extLst>
                <a:ext uri="{FF2B5EF4-FFF2-40B4-BE49-F238E27FC236}">
                  <a16:creationId xmlns:a16="http://schemas.microsoft.com/office/drawing/2014/main" id="{C97888C9-5404-61E5-F623-4FDB9298BB56}"/>
                </a:ext>
              </a:extLst>
            </p:cNvPr>
            <p:cNvGraphicFramePr>
              <a:graphicFrameLocks noChangeAspect="1"/>
            </p:cNvGraphicFramePr>
            <p:nvPr/>
          </p:nvGraphicFramePr>
          <p:xfrm>
            <a:off x="3604837" y="2875600"/>
            <a:ext cx="168378" cy="174010"/>
          </p:xfrm>
          <a:graphic>
            <a:graphicData uri="http://schemas.openxmlformats.org/presentationml/2006/ole">
              <mc:AlternateContent xmlns:mc="http://schemas.openxmlformats.org/markup-compatibility/2006">
                <mc:Choice xmlns:v="urn:schemas-microsoft-com:vml" Requires="v">
                  <p:oleObj name="ｸﾘｯﾌﾟ" r:id="rId2" imgW="765353" imgH="790956" progId="MS_ClipArt_Gallery.2">
                    <p:embed/>
                  </p:oleObj>
                </mc:Choice>
                <mc:Fallback>
                  <p:oleObj name="ｸﾘｯﾌﾟ" r:id="rId2" imgW="765353" imgH="790956" progId="MS_ClipArt_Gallery.2">
                    <p:embed/>
                    <p:pic>
                      <p:nvPicPr>
                        <p:cNvPr id="78" name="オブジェクト 77">
                          <a:extLst>
                            <a:ext uri="{FF2B5EF4-FFF2-40B4-BE49-F238E27FC236}">
                              <a16:creationId xmlns:a16="http://schemas.microsoft.com/office/drawing/2014/main" id="{C97888C9-5404-61E5-F623-4FDB9298BB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04837" y="2875600"/>
                          <a:ext cx="168378" cy="1740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9" name="フリーフォーム 366">
              <a:extLst>
                <a:ext uri="{FF2B5EF4-FFF2-40B4-BE49-F238E27FC236}">
                  <a16:creationId xmlns:a16="http://schemas.microsoft.com/office/drawing/2014/main" id="{CDDD47E5-768D-6BCC-34D3-2CC64AB4EEE6}"/>
                </a:ext>
              </a:extLst>
            </p:cNvPr>
            <p:cNvSpPr/>
            <p:nvPr/>
          </p:nvSpPr>
          <p:spPr bwMode="auto">
            <a:xfrm>
              <a:off x="3772997" y="2616200"/>
              <a:ext cx="85945" cy="342900"/>
            </a:xfrm>
            <a:custGeom>
              <a:avLst/>
              <a:gdLst>
                <a:gd name="connsiteX0" fmla="*/ 0 w 1651379"/>
                <a:gd name="connsiteY0" fmla="*/ 122830 h 122830"/>
                <a:gd name="connsiteX1" fmla="*/ 1651379 w 1651379"/>
                <a:gd name="connsiteY1" fmla="*/ 122830 h 122830"/>
                <a:gd name="connsiteX2" fmla="*/ 1651379 w 1651379"/>
                <a:gd name="connsiteY2" fmla="*/ 0 h 122830"/>
              </a:gdLst>
              <a:ahLst/>
              <a:cxnLst>
                <a:cxn ang="0">
                  <a:pos x="connsiteX0" y="connsiteY0"/>
                </a:cxn>
                <a:cxn ang="0">
                  <a:pos x="connsiteX1" y="connsiteY1"/>
                </a:cxn>
                <a:cxn ang="0">
                  <a:pos x="connsiteX2" y="connsiteY2"/>
                </a:cxn>
              </a:cxnLst>
              <a:rect l="l" t="t" r="r" b="b"/>
              <a:pathLst>
                <a:path w="1651379" h="122830">
                  <a:moveTo>
                    <a:pt x="0" y="122830"/>
                  </a:moveTo>
                  <a:lnTo>
                    <a:pt x="1651379" y="122830"/>
                  </a:lnTo>
                  <a:lnTo>
                    <a:pt x="1651379" y="0"/>
                  </a:lnTo>
                </a:path>
              </a:pathLst>
            </a:custGeom>
            <a:noFill/>
            <a:ln w="9525" cap="flat" cmpd="sng" algn="ctr">
              <a:solidFill>
                <a:schemeClr val="tx1"/>
              </a:solidFill>
              <a:prstDash val="solid"/>
              <a:round/>
              <a:headEnd type="none" w="med" len="med"/>
              <a:tailEnd type="arrow"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ja-JP" altLang="en-US" sz="2400" b="0" i="0" u="none" strike="noStrike" kern="1200" cap="none" spc="0" normalizeH="0" baseline="0" noProof="0">
                <a:ln>
                  <a:noFill/>
                </a:ln>
                <a:solidFill>
                  <a:srgbClr val="000000"/>
                </a:solidFill>
                <a:effectLst/>
                <a:uLnTx/>
                <a:uFillTx/>
                <a:latin typeface="Times New Roman" pitchFamily="18" charset="0"/>
                <a:ea typeface="ＭＳ Ｐゴシック" pitchFamily="50" charset="-128"/>
                <a:cs typeface="+mn-cs"/>
              </a:endParaRPr>
            </a:p>
          </p:txBody>
        </p:sp>
        <p:sp>
          <p:nvSpPr>
            <p:cNvPr id="80" name="テキスト ボックス 79">
              <a:extLst>
                <a:ext uri="{FF2B5EF4-FFF2-40B4-BE49-F238E27FC236}">
                  <a16:creationId xmlns:a16="http://schemas.microsoft.com/office/drawing/2014/main" id="{EB86C8F7-C74E-862E-02BF-7419EEEC8047}"/>
                </a:ext>
              </a:extLst>
            </p:cNvPr>
            <p:cNvSpPr txBox="1"/>
            <p:nvPr/>
          </p:nvSpPr>
          <p:spPr>
            <a:xfrm>
              <a:off x="3541975" y="3058179"/>
              <a:ext cx="222818" cy="123111"/>
            </a:xfrm>
            <a:prstGeom prst="rect">
              <a:avLst/>
            </a:prstGeom>
            <a:solidFill>
              <a:schemeClr val="bg1"/>
            </a:solidFill>
          </p:spPr>
          <p:txBody>
            <a:bodyPr wrap="none" lIns="0" tIns="0" rIns="0" bIns="0"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800" b="0" i="0" u="none" strike="noStrike" kern="1200" cap="none" spc="0" normalizeH="0" baseline="0" noProof="0" dirty="0" err="1">
                  <a:ln>
                    <a:noFill/>
                  </a:ln>
                  <a:solidFill>
                    <a:prstClr val="black"/>
                  </a:solidFill>
                  <a:effectLst/>
                  <a:uLnTx/>
                  <a:uFillTx/>
                  <a:latin typeface="Arial" panose="020B0604020202020204" pitchFamily="34" charset="0"/>
                  <a:ea typeface="Tahoma" pitchFamily="34" charset="0"/>
                  <a:cs typeface="Arial" panose="020B0604020202020204" pitchFamily="34" charset="0"/>
                </a:rPr>
                <a:t>Vxxx</a:t>
              </a:r>
              <a:endParaRPr kumimoji="1" lang="ja-JP" altLang="en-US" sz="800" b="0" i="0" u="none" strike="noStrike" kern="1200" cap="none" spc="0" normalizeH="0" baseline="0" noProof="0" dirty="0">
                <a:ln>
                  <a:noFill/>
                </a:ln>
                <a:solidFill>
                  <a:prstClr val="black"/>
                </a:solidFill>
                <a:effectLst/>
                <a:uLnTx/>
                <a:uFillTx/>
                <a:latin typeface="Arial" panose="020B0604020202020204" pitchFamily="34" charset="0"/>
                <a:ea typeface="HGP創英角ｺﾞｼｯｸUB" pitchFamily="50" charset="-128"/>
                <a:cs typeface="Arial" panose="020B0604020202020204" pitchFamily="34" charset="0"/>
              </a:endParaRPr>
            </a:p>
          </p:txBody>
        </p:sp>
      </p:grpSp>
      <p:sp>
        <p:nvSpPr>
          <p:cNvPr id="81" name="テキスト ボックス 80">
            <a:extLst>
              <a:ext uri="{FF2B5EF4-FFF2-40B4-BE49-F238E27FC236}">
                <a16:creationId xmlns:a16="http://schemas.microsoft.com/office/drawing/2014/main" id="{1D72A284-67C3-E4B4-0ACC-FDE41A4B1CDC}"/>
              </a:ext>
            </a:extLst>
          </p:cNvPr>
          <p:cNvSpPr txBox="1"/>
          <p:nvPr/>
        </p:nvSpPr>
        <p:spPr>
          <a:xfrm>
            <a:off x="3232947" y="3650870"/>
            <a:ext cx="466794" cy="369332"/>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9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charset="-128"/>
                <a:cs typeface="Arial" panose="020B0604020202020204" pitchFamily="34" charset="0"/>
              </a:rPr>
              <a:t>Final </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9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charset="-128"/>
                <a:cs typeface="Arial" panose="020B0604020202020204" pitchFamily="34" charset="0"/>
              </a:rPr>
              <a:t>SW</a:t>
            </a:r>
            <a:endParaRPr kumimoji="1" lang="ja-JP" altLang="en-US" sz="9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charset="-128"/>
              <a:cs typeface="Arial" panose="020B0604020202020204" pitchFamily="34" charset="0"/>
            </a:endParaRPr>
          </a:p>
        </p:txBody>
      </p:sp>
      <p:sp>
        <p:nvSpPr>
          <p:cNvPr id="83" name="テキスト ボックス 82">
            <a:extLst>
              <a:ext uri="{FF2B5EF4-FFF2-40B4-BE49-F238E27FC236}">
                <a16:creationId xmlns:a16="http://schemas.microsoft.com/office/drawing/2014/main" id="{BC380CD1-32B6-8599-E15C-9B01A0891247}"/>
              </a:ext>
            </a:extLst>
          </p:cNvPr>
          <p:cNvSpPr txBox="1"/>
          <p:nvPr/>
        </p:nvSpPr>
        <p:spPr>
          <a:xfrm>
            <a:off x="5537416" y="3637094"/>
            <a:ext cx="261290" cy="138499"/>
          </a:xfrm>
          <a:prstGeom prst="rect">
            <a:avLst/>
          </a:prstGeom>
          <a:solidFill>
            <a:schemeClr val="bg1"/>
          </a:solidFill>
        </p:spPr>
        <p:txBody>
          <a:bodyPr wrap="square" lIns="0" tIns="0" rIns="0" bIns="0"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900" b="1"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MP1</a:t>
            </a:r>
          </a:p>
        </p:txBody>
      </p:sp>
      <p:graphicFrame>
        <p:nvGraphicFramePr>
          <p:cNvPr id="84" name="オブジェクト 83">
            <a:extLst>
              <a:ext uri="{FF2B5EF4-FFF2-40B4-BE49-F238E27FC236}">
                <a16:creationId xmlns:a16="http://schemas.microsoft.com/office/drawing/2014/main" id="{0AC5A9F0-4D1D-7DA6-A07E-079DFE57C865}"/>
              </a:ext>
            </a:extLst>
          </p:cNvPr>
          <p:cNvGraphicFramePr>
            <a:graphicFrameLocks noChangeAspect="1"/>
          </p:cNvGraphicFramePr>
          <p:nvPr/>
        </p:nvGraphicFramePr>
        <p:xfrm>
          <a:off x="5586741" y="3788685"/>
          <a:ext cx="168378" cy="174010"/>
        </p:xfrm>
        <a:graphic>
          <a:graphicData uri="http://schemas.openxmlformats.org/presentationml/2006/ole">
            <mc:AlternateContent xmlns:mc="http://schemas.openxmlformats.org/markup-compatibility/2006">
              <mc:Choice xmlns:v="urn:schemas-microsoft-com:vml" Requires="v">
                <p:oleObj name="ｸﾘｯﾌﾟ" r:id="rId2" imgW="765353" imgH="790956" progId="MS_ClipArt_Gallery.2">
                  <p:embed/>
                </p:oleObj>
              </mc:Choice>
              <mc:Fallback>
                <p:oleObj name="ｸﾘｯﾌﾟ" r:id="rId2" imgW="765353" imgH="790956" progId="MS_ClipArt_Gallery.2">
                  <p:embed/>
                  <p:pic>
                    <p:nvPicPr>
                      <p:cNvPr id="84" name="オブジェクト 83">
                        <a:extLst>
                          <a:ext uri="{FF2B5EF4-FFF2-40B4-BE49-F238E27FC236}">
                            <a16:creationId xmlns:a16="http://schemas.microsoft.com/office/drawing/2014/main" id="{0AC5A9F0-4D1D-7DA6-A07E-079DFE57C8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86741" y="3788685"/>
                        <a:ext cx="168378" cy="174010"/>
                      </a:xfrm>
                      <a:prstGeom prst="rect">
                        <a:avLst/>
                      </a:prstGeom>
                      <a:noFill/>
                      <a:ln>
                        <a:noFill/>
                      </a:ln>
                    </p:spPr>
                  </p:pic>
                </p:oleObj>
              </mc:Fallback>
            </mc:AlternateContent>
          </a:graphicData>
        </a:graphic>
      </p:graphicFrame>
      <p:grpSp>
        <p:nvGrpSpPr>
          <p:cNvPr id="85" name="Group 387">
            <a:extLst>
              <a:ext uri="{FF2B5EF4-FFF2-40B4-BE49-F238E27FC236}">
                <a16:creationId xmlns:a16="http://schemas.microsoft.com/office/drawing/2014/main" id="{2D5854D8-BFEE-88FA-D3B9-833CF1CE2918}"/>
              </a:ext>
            </a:extLst>
          </p:cNvPr>
          <p:cNvGrpSpPr>
            <a:grpSpLocks noChangeAspect="1"/>
          </p:cNvGrpSpPr>
          <p:nvPr/>
        </p:nvGrpSpPr>
        <p:grpSpPr bwMode="auto">
          <a:xfrm>
            <a:off x="6179190" y="4047797"/>
            <a:ext cx="150653" cy="138272"/>
            <a:chOff x="3936" y="2160"/>
            <a:chExt cx="144" cy="144"/>
          </a:xfrm>
        </p:grpSpPr>
        <p:sp>
          <p:nvSpPr>
            <p:cNvPr id="86" name="Rectangle 388">
              <a:extLst>
                <a:ext uri="{FF2B5EF4-FFF2-40B4-BE49-F238E27FC236}">
                  <a16:creationId xmlns:a16="http://schemas.microsoft.com/office/drawing/2014/main" id="{0C6A67BA-EFDB-A563-DBF0-1FDDB3FA395C}"/>
                </a:ext>
              </a:extLst>
            </p:cNvPr>
            <p:cNvSpPr>
              <a:spLocks noChangeArrowheads="1"/>
            </p:cNvSpPr>
            <p:nvPr/>
          </p:nvSpPr>
          <p:spPr bwMode="auto">
            <a:xfrm>
              <a:off x="3936" y="2160"/>
              <a:ext cx="144" cy="144"/>
            </a:xfrm>
            <a:prstGeom prst="rect">
              <a:avLst/>
            </a:prstGeom>
            <a:solidFill>
              <a:srgbClr val="FFFFFF"/>
            </a:solidFill>
            <a:ln w="9525">
              <a:solidFill>
                <a:schemeClr val="tx1"/>
              </a:solidFill>
              <a:miter lim="800000"/>
              <a:headEnd/>
              <a:tailEnd/>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ja-JP" altLang="en-US" sz="2400" b="0" i="0" u="none" strike="noStrike" kern="1200" cap="none" spc="0" normalizeH="0" baseline="0" noProof="0">
                <a:ln>
                  <a:noFill/>
                </a:ln>
                <a:solidFill>
                  <a:srgbClr val="000000"/>
                </a:solidFill>
                <a:effectLst/>
                <a:uLnTx/>
                <a:uFillTx/>
                <a:latin typeface="Times New Roman" pitchFamily="18" charset="0"/>
                <a:ea typeface="ＭＳ Ｐゴシック" charset="-128"/>
                <a:cs typeface="+mn-cs"/>
              </a:endParaRPr>
            </a:p>
          </p:txBody>
        </p:sp>
        <p:sp>
          <p:nvSpPr>
            <p:cNvPr id="87" name="Oval 389">
              <a:extLst>
                <a:ext uri="{FF2B5EF4-FFF2-40B4-BE49-F238E27FC236}">
                  <a16:creationId xmlns:a16="http://schemas.microsoft.com/office/drawing/2014/main" id="{608A1EFA-D128-579F-9ADE-3226542B13EB}"/>
                </a:ext>
              </a:extLst>
            </p:cNvPr>
            <p:cNvSpPr>
              <a:spLocks noChangeArrowheads="1"/>
            </p:cNvSpPr>
            <p:nvPr/>
          </p:nvSpPr>
          <p:spPr bwMode="auto">
            <a:xfrm>
              <a:off x="3936" y="2160"/>
              <a:ext cx="144" cy="144"/>
            </a:xfrm>
            <a:prstGeom prst="ellipse">
              <a:avLst/>
            </a:prstGeom>
            <a:solidFill>
              <a:srgbClr val="C0C0C0"/>
            </a:solidFill>
            <a:ln w="9525">
              <a:solidFill>
                <a:schemeClr val="tx1"/>
              </a:solidFill>
              <a:round/>
              <a:headEnd/>
              <a:tailEnd/>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ja-JP" altLang="en-US" sz="2400" b="0" i="0" u="none" strike="noStrike" kern="1200" cap="none" spc="0" normalizeH="0" baseline="0" noProof="0">
                <a:ln>
                  <a:noFill/>
                </a:ln>
                <a:solidFill>
                  <a:srgbClr val="000000"/>
                </a:solidFill>
                <a:effectLst/>
                <a:uLnTx/>
                <a:uFillTx/>
                <a:latin typeface="Times New Roman" pitchFamily="18" charset="0"/>
                <a:ea typeface="ＭＳ Ｐゴシック" charset="-128"/>
                <a:cs typeface="+mn-cs"/>
              </a:endParaRPr>
            </a:p>
          </p:txBody>
        </p:sp>
        <p:sp>
          <p:nvSpPr>
            <p:cNvPr id="88" name="Oval 390">
              <a:extLst>
                <a:ext uri="{FF2B5EF4-FFF2-40B4-BE49-F238E27FC236}">
                  <a16:creationId xmlns:a16="http://schemas.microsoft.com/office/drawing/2014/main" id="{C7A36D89-A237-3294-9593-0A5EDD0BCBAA}"/>
                </a:ext>
              </a:extLst>
            </p:cNvPr>
            <p:cNvSpPr>
              <a:spLocks noChangeArrowheads="1"/>
            </p:cNvSpPr>
            <p:nvPr/>
          </p:nvSpPr>
          <p:spPr bwMode="auto">
            <a:xfrm>
              <a:off x="3984" y="2208"/>
              <a:ext cx="48" cy="48"/>
            </a:xfrm>
            <a:prstGeom prst="ellipse">
              <a:avLst/>
            </a:prstGeom>
            <a:solidFill>
              <a:srgbClr val="000000"/>
            </a:solidFill>
            <a:ln w="9525">
              <a:solidFill>
                <a:srgbClr val="000000"/>
              </a:solidFill>
              <a:round/>
              <a:headEnd/>
              <a:tailEnd/>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ja-JP" altLang="en-US" sz="2400" b="0" i="0" u="none" strike="noStrike" kern="1200" cap="none" spc="0" normalizeH="0" baseline="0" noProof="0">
                <a:ln>
                  <a:noFill/>
                </a:ln>
                <a:solidFill>
                  <a:srgbClr val="000000"/>
                </a:solidFill>
                <a:effectLst/>
                <a:uLnTx/>
                <a:uFillTx/>
                <a:latin typeface="Times New Roman" pitchFamily="18" charset="0"/>
                <a:ea typeface="ＭＳ Ｐゴシック" charset="-128"/>
                <a:cs typeface="+mn-cs"/>
              </a:endParaRPr>
            </a:p>
          </p:txBody>
        </p:sp>
      </p:grpSp>
      <p:cxnSp>
        <p:nvCxnSpPr>
          <p:cNvPr id="89" name="カギ線コネクタ 140">
            <a:extLst>
              <a:ext uri="{FF2B5EF4-FFF2-40B4-BE49-F238E27FC236}">
                <a16:creationId xmlns:a16="http://schemas.microsoft.com/office/drawing/2014/main" id="{2C71E074-9DCE-6919-3EAB-4B7CA182E84F}"/>
              </a:ext>
            </a:extLst>
          </p:cNvPr>
          <p:cNvCxnSpPr>
            <a:stCxn id="84" idx="3"/>
            <a:endCxn id="87" idx="4"/>
          </p:cNvCxnSpPr>
          <p:nvPr/>
        </p:nvCxnSpPr>
        <p:spPr bwMode="auto">
          <a:xfrm>
            <a:off x="5755119" y="3875690"/>
            <a:ext cx="499398" cy="310379"/>
          </a:xfrm>
          <a:prstGeom prst="bentConnector4">
            <a:avLst>
              <a:gd name="adj1" fmla="val 20360"/>
              <a:gd name="adj2" fmla="val 173652"/>
            </a:avLst>
          </a:prstGeom>
          <a:solidFill>
            <a:schemeClr val="accent1"/>
          </a:solidFill>
          <a:ln w="9525" cap="flat" cmpd="sng" algn="ctr">
            <a:solidFill>
              <a:schemeClr val="tx1"/>
            </a:solidFill>
            <a:prstDash val="solid"/>
            <a:round/>
            <a:headEnd type="none" w="med" len="med"/>
            <a:tailEnd type="arrow"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0" name="テキスト ボックス 89">
            <a:extLst>
              <a:ext uri="{FF2B5EF4-FFF2-40B4-BE49-F238E27FC236}">
                <a16:creationId xmlns:a16="http://schemas.microsoft.com/office/drawing/2014/main" id="{866D35C2-8B75-93F9-C1D3-02205493F493}"/>
              </a:ext>
            </a:extLst>
          </p:cNvPr>
          <p:cNvSpPr txBox="1"/>
          <p:nvPr/>
        </p:nvSpPr>
        <p:spPr>
          <a:xfrm>
            <a:off x="5575514" y="3992579"/>
            <a:ext cx="222818" cy="123111"/>
          </a:xfrm>
          <a:prstGeom prst="rect">
            <a:avLst/>
          </a:prstGeom>
          <a:solidFill>
            <a:schemeClr val="bg1"/>
          </a:solidFill>
        </p:spPr>
        <p:txBody>
          <a:bodyPr wrap="none" lIns="0" tIns="0" rIns="0" bIns="0"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800" b="0" i="0" u="none" strike="noStrike" kern="1200" cap="none" spc="0" normalizeH="0" baseline="0" noProof="0">
                <a:ln>
                  <a:noFill/>
                </a:ln>
                <a:solidFill>
                  <a:prstClr val="black"/>
                </a:solidFill>
                <a:effectLst/>
                <a:uLnTx/>
                <a:uFillTx/>
                <a:latin typeface="Arial" panose="020B0604020202020204" pitchFamily="34" charset="0"/>
                <a:ea typeface="Tahoma" pitchFamily="34" charset="0"/>
                <a:cs typeface="Arial" panose="020B0604020202020204" pitchFamily="34" charset="0"/>
              </a:rPr>
              <a:t>Vxxx</a:t>
            </a:r>
            <a:endParaRPr kumimoji="1" lang="ja-JP" altLang="en-US" sz="800" b="0" i="0" u="none" strike="noStrike" kern="1200" cap="none" spc="0" normalizeH="0" baseline="0" noProof="0">
              <a:ln>
                <a:noFill/>
              </a:ln>
              <a:solidFill>
                <a:prstClr val="black"/>
              </a:solidFill>
              <a:effectLst/>
              <a:uLnTx/>
              <a:uFillTx/>
              <a:latin typeface="Arial" panose="020B0604020202020204" pitchFamily="34" charset="0"/>
              <a:ea typeface="HGP創英角ｺﾞｼｯｸUB" pitchFamily="50" charset="-128"/>
              <a:cs typeface="Arial" panose="020B0604020202020204" pitchFamily="34" charset="0"/>
            </a:endParaRPr>
          </a:p>
        </p:txBody>
      </p:sp>
      <p:sp>
        <p:nvSpPr>
          <p:cNvPr id="92" name="左大かっこ 91">
            <a:extLst>
              <a:ext uri="{FF2B5EF4-FFF2-40B4-BE49-F238E27FC236}">
                <a16:creationId xmlns:a16="http://schemas.microsoft.com/office/drawing/2014/main" id="{D8C9EB70-8C84-C391-FEC3-6E6FE42151AB}"/>
              </a:ext>
            </a:extLst>
          </p:cNvPr>
          <p:cNvSpPr/>
          <p:nvPr/>
        </p:nvSpPr>
        <p:spPr bwMode="auto">
          <a:xfrm>
            <a:off x="5436093" y="3681710"/>
            <a:ext cx="71825" cy="420737"/>
          </a:xfrm>
          <a:prstGeom prst="leftBracket">
            <a:avLst>
              <a:gd name="adj" fmla="val 79819"/>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ja-JP" altLang="en-US" sz="2400" b="0" i="0" u="none" strike="noStrike" kern="1200" cap="none" spc="0" normalizeH="0" baseline="0" noProof="0">
              <a:ln>
                <a:noFill/>
              </a:ln>
              <a:solidFill>
                <a:srgbClr val="000000"/>
              </a:solidFill>
              <a:effectLst/>
              <a:uLnTx/>
              <a:uFillTx/>
              <a:latin typeface="Times New Roman" pitchFamily="18" charset="0"/>
              <a:ea typeface="ＭＳ Ｐゴシック" pitchFamily="50" charset="-128"/>
              <a:cs typeface="+mn-cs"/>
            </a:endParaRPr>
          </a:p>
        </p:txBody>
      </p:sp>
      <p:sp>
        <p:nvSpPr>
          <p:cNvPr id="93" name="左大かっこ 92">
            <a:extLst>
              <a:ext uri="{FF2B5EF4-FFF2-40B4-BE49-F238E27FC236}">
                <a16:creationId xmlns:a16="http://schemas.microsoft.com/office/drawing/2014/main" id="{27D5AD4A-116D-14DB-9544-0EC1AED93512}"/>
              </a:ext>
            </a:extLst>
          </p:cNvPr>
          <p:cNvSpPr/>
          <p:nvPr/>
        </p:nvSpPr>
        <p:spPr bwMode="auto">
          <a:xfrm flipH="1">
            <a:off x="5878518" y="3676348"/>
            <a:ext cx="78190" cy="431882"/>
          </a:xfrm>
          <a:prstGeom prst="leftBracket">
            <a:avLst>
              <a:gd name="adj" fmla="val 56560"/>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ja-JP" altLang="en-US" sz="2400" b="0" i="0" u="none" strike="noStrike" kern="1200" cap="none" spc="0" normalizeH="0" baseline="0" noProof="0">
              <a:ln>
                <a:noFill/>
              </a:ln>
              <a:solidFill>
                <a:srgbClr val="000000"/>
              </a:solidFill>
              <a:effectLst/>
              <a:uLnTx/>
              <a:uFillTx/>
              <a:latin typeface="Times New Roman" pitchFamily="18" charset="0"/>
              <a:ea typeface="ＭＳ Ｐゴシック" pitchFamily="50" charset="-128"/>
              <a:cs typeface="+mn-cs"/>
            </a:endParaRPr>
          </a:p>
        </p:txBody>
      </p:sp>
      <p:sp>
        <p:nvSpPr>
          <p:cNvPr id="94" name="テキスト ボックス 93">
            <a:extLst>
              <a:ext uri="{FF2B5EF4-FFF2-40B4-BE49-F238E27FC236}">
                <a16:creationId xmlns:a16="http://schemas.microsoft.com/office/drawing/2014/main" id="{A7DBC56A-E5A0-CE07-4237-B9FBF515E2BC}"/>
              </a:ext>
            </a:extLst>
          </p:cNvPr>
          <p:cNvSpPr txBox="1"/>
          <p:nvPr/>
        </p:nvSpPr>
        <p:spPr>
          <a:xfrm>
            <a:off x="5314269" y="4121053"/>
            <a:ext cx="432812" cy="123111"/>
          </a:xfrm>
          <a:prstGeom prst="rect">
            <a:avLst/>
          </a:prstGeom>
          <a:solidFill>
            <a:schemeClr val="bg1"/>
          </a:solidFill>
        </p:spPr>
        <p:txBody>
          <a:bodyPr wrap="none" lIns="0" tIns="0" rIns="0" bIns="0"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800" b="0" i="0" u="none" strike="noStrike" kern="1200" cap="none" spc="0" normalizeH="0" baseline="0" noProof="0" dirty="0">
                <a:ln>
                  <a:noFill/>
                </a:ln>
                <a:solidFill>
                  <a:prstClr val="black"/>
                </a:solidFill>
                <a:effectLst/>
                <a:uLnTx/>
                <a:uFillTx/>
                <a:latin typeface="Arial" panose="020B0604020202020204" pitchFamily="34" charset="0"/>
                <a:ea typeface="Tahoma" pitchFamily="34" charset="0"/>
                <a:cs typeface="Arial" panose="020B0604020202020204" pitchFamily="34" charset="0"/>
              </a:rPr>
              <a:t>If needed</a:t>
            </a:r>
            <a:endParaRPr kumimoji="1" lang="ja-JP" altLang="en-US" sz="800" b="0" i="0" u="none" strike="noStrike" kern="1200" cap="none" spc="0" normalizeH="0" baseline="0" noProof="0" dirty="0">
              <a:ln>
                <a:noFill/>
              </a:ln>
              <a:solidFill>
                <a:prstClr val="black"/>
              </a:solidFill>
              <a:effectLst/>
              <a:uLnTx/>
              <a:uFillTx/>
              <a:latin typeface="Arial" panose="020B0604020202020204" pitchFamily="34" charset="0"/>
              <a:ea typeface="HGP創英角ｺﾞｼｯｸUB" pitchFamily="50" charset="-128"/>
              <a:cs typeface="Arial" panose="020B0604020202020204" pitchFamily="34" charset="0"/>
            </a:endParaRPr>
          </a:p>
        </p:txBody>
      </p:sp>
      <p:sp>
        <p:nvSpPr>
          <p:cNvPr id="95" name="AutoShape 11">
            <a:extLst>
              <a:ext uri="{FF2B5EF4-FFF2-40B4-BE49-F238E27FC236}">
                <a16:creationId xmlns:a16="http://schemas.microsoft.com/office/drawing/2014/main" id="{4B47AB4B-2A50-AB82-41D0-149C8E2F0FC7}"/>
              </a:ext>
            </a:extLst>
          </p:cNvPr>
          <p:cNvSpPr>
            <a:spLocks noChangeArrowheads="1"/>
          </p:cNvSpPr>
          <p:nvPr/>
        </p:nvSpPr>
        <p:spPr bwMode="auto">
          <a:xfrm>
            <a:off x="5803655" y="4286908"/>
            <a:ext cx="107537" cy="128815"/>
          </a:xfrm>
          <a:prstGeom prst="foldedCorner">
            <a:avLst>
              <a:gd name="adj" fmla="val 12500"/>
            </a:avLst>
          </a:prstGeom>
          <a:solidFill>
            <a:srgbClr val="FFFF00"/>
          </a:solidFill>
          <a:ln w="9525">
            <a:solidFill>
              <a:srgbClr xmlns:mc="http://schemas.openxmlformats.org/markup-compatibility/2006" xmlns:a14="http://schemas.microsoft.com/office/drawing/2010/main" val="000000" mc:Ignorable="a14" a14:legacySpreadsheetColorIndex="64"/>
            </a:solidFill>
            <a:round/>
            <a:headEnd/>
            <a:tailEnd/>
          </a:ln>
        </p:spPr>
        <p:txBody>
          <a:bodyPr wrap="square" lIns="27432" tIns="18288" rIns="0" bIns="0" anchor="t"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sz="1000"/>
            </a:pPr>
            <a:endParaRPr kumimoji="1" lang="ja-JP" altLang="en-US" sz="1000" b="0" i="0" u="none" strike="noStrike" kern="1200" cap="none" spc="0" normalizeH="0" baseline="0" noProof="0">
              <a:ln>
                <a:noFill/>
              </a:ln>
              <a:solidFill>
                <a:srgbClr val="000000"/>
              </a:solidFill>
              <a:effectLst/>
              <a:uLnTx/>
              <a:uFillTx/>
              <a:latin typeface="ＭＳ Ｐゴシック"/>
              <a:ea typeface="メイリオ" panose="020B0604030504040204" pitchFamily="50" charset="-128"/>
              <a:cs typeface="+mn-cs"/>
            </a:endParaRPr>
          </a:p>
          <a:p>
            <a:pPr marL="0" marR="0" lvl="0" indent="0" algn="ctr" defTabSz="914400" rtl="0" eaLnBrk="1" fontAlgn="base" latinLnBrk="0" hangingPunct="1">
              <a:lnSpc>
                <a:spcPct val="100000"/>
              </a:lnSpc>
              <a:spcBef>
                <a:spcPct val="0"/>
              </a:spcBef>
              <a:spcAft>
                <a:spcPct val="0"/>
              </a:spcAft>
              <a:buClrTx/>
              <a:buSzTx/>
              <a:buFontTx/>
              <a:buNone/>
              <a:tabLst/>
              <a:defRPr sz="1000"/>
            </a:pPr>
            <a:endParaRPr kumimoji="1" lang="ja-JP" altLang="en-US" sz="1000" b="0" i="0" u="none" strike="noStrike" kern="1200" cap="none" spc="0" normalizeH="0" baseline="0" noProof="0">
              <a:ln>
                <a:noFill/>
              </a:ln>
              <a:solidFill>
                <a:srgbClr val="000000"/>
              </a:solidFill>
              <a:effectLst/>
              <a:uLnTx/>
              <a:uFillTx/>
              <a:latin typeface="ＭＳ Ｐゴシック"/>
              <a:ea typeface="メイリオ" panose="020B0604030504040204" pitchFamily="50" charset="-128"/>
              <a:cs typeface="+mn-cs"/>
            </a:endParaRPr>
          </a:p>
          <a:p>
            <a:pPr marL="0" marR="0" lvl="0" indent="0" algn="ctr" defTabSz="914400" rtl="0" eaLnBrk="1" fontAlgn="base" latinLnBrk="0" hangingPunct="1">
              <a:lnSpc>
                <a:spcPct val="100000"/>
              </a:lnSpc>
              <a:spcBef>
                <a:spcPct val="0"/>
              </a:spcBef>
              <a:spcAft>
                <a:spcPct val="0"/>
              </a:spcAft>
              <a:buClrTx/>
              <a:buSzTx/>
              <a:buFontTx/>
              <a:buNone/>
              <a:tabLst/>
              <a:defRPr sz="1000"/>
            </a:pPr>
            <a:endParaRPr kumimoji="1" lang="ja-JP" altLang="en-US" sz="1000" b="0" i="0" u="none" strike="noStrike" kern="1200" cap="none" spc="0" normalizeH="0" baseline="0" noProof="0">
              <a:ln>
                <a:noFill/>
              </a:ln>
              <a:solidFill>
                <a:srgbClr val="000000"/>
              </a:solidFill>
              <a:effectLst/>
              <a:uLnTx/>
              <a:uFillTx/>
              <a:latin typeface="ＭＳ Ｐゴシック"/>
              <a:ea typeface="メイリオ" panose="020B0604030504040204" pitchFamily="50" charset="-128"/>
              <a:cs typeface="+mn-cs"/>
            </a:endParaRPr>
          </a:p>
        </p:txBody>
      </p:sp>
      <p:sp>
        <p:nvSpPr>
          <p:cNvPr id="99" name="テキスト ボックス 98">
            <a:extLst>
              <a:ext uri="{FF2B5EF4-FFF2-40B4-BE49-F238E27FC236}">
                <a16:creationId xmlns:a16="http://schemas.microsoft.com/office/drawing/2014/main" id="{8F44ABFF-27F1-25F1-A136-BA5AE394FB2B}"/>
              </a:ext>
            </a:extLst>
          </p:cNvPr>
          <p:cNvSpPr txBox="1"/>
          <p:nvPr/>
        </p:nvSpPr>
        <p:spPr>
          <a:xfrm>
            <a:off x="1929071" y="4140348"/>
            <a:ext cx="761427" cy="123111"/>
          </a:xfrm>
          <a:prstGeom prst="rect">
            <a:avLst/>
          </a:prstGeom>
          <a:solidFill>
            <a:schemeClr val="bg1"/>
          </a:solidFill>
        </p:spPr>
        <p:txBody>
          <a:bodyPr wrap="none" lIns="0" tIns="0" rIns="0" bIns="0"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US" altLang="ja-JP" sz="800" dirty="0">
                <a:solidFill>
                  <a:prstClr val="black"/>
                </a:solidFill>
                <a:latin typeface="Arial" panose="020B0604020202020204" pitchFamily="34" charset="0"/>
                <a:ea typeface="Tahoma" pitchFamily="34" charset="0"/>
                <a:cs typeface="Arial" panose="020B0604020202020204" pitchFamily="34" charset="0"/>
              </a:rPr>
              <a:t>Carry over 62XS</a:t>
            </a:r>
            <a:endParaRPr kumimoji="1" lang="ja-JP" altLang="en-US" sz="800" b="0" i="0" u="none" strike="noStrike" kern="1200" cap="none" spc="0" normalizeH="0" baseline="0" noProof="0" dirty="0">
              <a:ln>
                <a:noFill/>
              </a:ln>
              <a:solidFill>
                <a:prstClr val="black"/>
              </a:solidFill>
              <a:effectLst/>
              <a:uLnTx/>
              <a:uFillTx/>
              <a:latin typeface="Arial" panose="020B0604020202020204" pitchFamily="34" charset="0"/>
              <a:ea typeface="HGP創英角ｺﾞｼｯｸUB" pitchFamily="50" charset="-128"/>
              <a:cs typeface="Arial" panose="020B0604020202020204" pitchFamily="34" charset="0"/>
            </a:endParaRPr>
          </a:p>
        </p:txBody>
      </p:sp>
      <p:sp>
        <p:nvSpPr>
          <p:cNvPr id="100" name="Text Box 2">
            <a:extLst>
              <a:ext uri="{FF2B5EF4-FFF2-40B4-BE49-F238E27FC236}">
                <a16:creationId xmlns:a16="http://schemas.microsoft.com/office/drawing/2014/main" id="{B4DF3476-AA3E-2425-2B08-DE6936906930}"/>
              </a:ext>
            </a:extLst>
          </p:cNvPr>
          <p:cNvSpPr txBox="1">
            <a:spLocks noChangeArrowheads="1"/>
          </p:cNvSpPr>
          <p:nvPr/>
        </p:nvSpPr>
        <p:spPr bwMode="auto">
          <a:xfrm>
            <a:off x="250829" y="44450"/>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2000" b="0" i="0" u="none" strike="noStrike" kern="1200" cap="none" spc="0" normalizeH="0" baseline="0" noProof="0" dirty="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22. Development Schedule </a:t>
            </a:r>
            <a:endParaRPr kumimoji="1" lang="en-US" altLang="ja-JP" sz="1100" b="0" i="0" u="none" strike="noStrike" kern="1200" cap="none" spc="0" normalizeH="0" baseline="0" noProof="0" dirty="0">
              <a:ln>
                <a:noFill/>
              </a:ln>
              <a:solidFill>
                <a:srgbClr val="FFFFFF"/>
              </a:solidFill>
              <a:effectLst/>
              <a:uLnTx/>
              <a:uFillTx/>
              <a:latin typeface="HGPｺﾞｼｯｸE" pitchFamily="50" charset="-128"/>
              <a:ea typeface="HGPｺﾞｼｯｸE" pitchFamily="50" charset="-128"/>
              <a:cs typeface="Arial" pitchFamily="34" charset="0"/>
            </a:endParaRPr>
          </a:p>
        </p:txBody>
      </p:sp>
      <p:sp>
        <p:nvSpPr>
          <p:cNvPr id="101" name="テキスト ボックス 100">
            <a:extLst>
              <a:ext uri="{FF2B5EF4-FFF2-40B4-BE49-F238E27FC236}">
                <a16:creationId xmlns:a16="http://schemas.microsoft.com/office/drawing/2014/main" id="{CC7A66D5-0468-F5A2-75EB-26ED0996F600}"/>
              </a:ext>
            </a:extLst>
          </p:cNvPr>
          <p:cNvSpPr txBox="1"/>
          <p:nvPr/>
        </p:nvSpPr>
        <p:spPr>
          <a:xfrm>
            <a:off x="657651" y="6469508"/>
            <a:ext cx="4661474" cy="400110"/>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000" b="0" i="0" u="none" strike="noStrike" kern="1200" cap="none" spc="0" normalizeH="0" baseline="0" noProof="0" dirty="0">
                <a:ln>
                  <a:noFill/>
                </a:ln>
                <a:solidFill>
                  <a:srgbClr val="000000"/>
                </a:solidFill>
                <a:effectLst/>
                <a:uLnTx/>
                <a:uFillTx/>
                <a:latin typeface="Times New Roman"/>
                <a:ea typeface="ＭＳ Ｐゴシック" charset="-128"/>
                <a:cs typeface="+mn-cs"/>
              </a:rPr>
              <a:t>Remark : Vehicles will be delivered to </a:t>
            </a:r>
            <a:r>
              <a:rPr kumimoji="1" lang="en-US" altLang="ja-JP" sz="1000" b="0" i="0" u="none" strike="noStrike" kern="1200" cap="none" spc="0" normalizeH="0" baseline="0" noProof="0" dirty="0">
                <a:ln>
                  <a:noFill/>
                </a:ln>
                <a:solidFill>
                  <a:srgbClr val="0000FF"/>
                </a:solidFill>
                <a:effectLst/>
                <a:uLnTx/>
                <a:uFillTx/>
                <a:latin typeface="Meiryo UI" panose="020B0604030504040204" pitchFamily="50" charset="-128"/>
                <a:ea typeface="Meiryo UI" panose="020B0604030504040204" pitchFamily="50" charset="-128"/>
                <a:cs typeface="Arial" pitchFamily="34" charset="0"/>
              </a:rPr>
              <a:t>Bosch</a:t>
            </a:r>
            <a:r>
              <a:rPr kumimoji="1" lang="en-US" altLang="ja-JP" sz="1000" b="0" i="0" u="none" strike="noStrike" kern="1200" cap="none" spc="0" normalizeH="0" baseline="0" noProof="0" dirty="0">
                <a:ln>
                  <a:noFill/>
                </a:ln>
                <a:solidFill>
                  <a:srgbClr val="000000"/>
                </a:solidFill>
                <a:effectLst/>
                <a:uLnTx/>
                <a:uFillTx/>
                <a:latin typeface="Times New Roman"/>
                <a:ea typeface="ＭＳ Ｐゴシック" charset="-128"/>
                <a:cs typeface="+mn-cs"/>
              </a:rPr>
              <a:t> in “ready for calibration state”</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1000" b="0" i="0" u="none" strike="noStrike" kern="1200" cap="none" spc="0" normalizeH="0" baseline="0" noProof="0" dirty="0">
                <a:ln>
                  <a:noFill/>
                </a:ln>
                <a:solidFill>
                  <a:srgbClr val="000000"/>
                </a:solidFill>
                <a:effectLst/>
                <a:uLnTx/>
                <a:uFillTx/>
                <a:latin typeface="Times New Roman"/>
                <a:ea typeface="ＭＳ Ｐゴシック" charset="-128"/>
                <a:cs typeface="+mn-cs"/>
              </a:rPr>
              <a:t>備考：試験車両は適合業務が可能な状態で送付される事。</a:t>
            </a:r>
          </a:p>
        </p:txBody>
      </p:sp>
      <p:sp>
        <p:nvSpPr>
          <p:cNvPr id="103" name="円/楕円 329">
            <a:extLst>
              <a:ext uri="{FF2B5EF4-FFF2-40B4-BE49-F238E27FC236}">
                <a16:creationId xmlns:a16="http://schemas.microsoft.com/office/drawing/2014/main" id="{25A27997-1A24-4E18-4E06-E9431A553754}"/>
              </a:ext>
            </a:extLst>
          </p:cNvPr>
          <p:cNvSpPr/>
          <p:nvPr/>
        </p:nvSpPr>
        <p:spPr>
          <a:xfrm>
            <a:off x="4809416" y="2902728"/>
            <a:ext cx="434495" cy="223487"/>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900" b="1" i="0" u="none" strike="noStrike" kern="1200" cap="none" spc="0" normalizeH="0" baseline="0" noProof="0" dirty="0">
                <a:ln>
                  <a:noFill/>
                </a:ln>
                <a:solidFill>
                  <a:schemeClr val="tx1"/>
                </a:solidFill>
                <a:effectLst/>
                <a:uLnTx/>
                <a:uFillTx/>
                <a:latin typeface="Meiryo UI" pitchFamily="50" charset="-128"/>
                <a:ea typeface="Meiryo UI" pitchFamily="50" charset="-128"/>
                <a:cs typeface="Meiryo UI" pitchFamily="50" charset="-128"/>
              </a:rPr>
              <a:t>Expert</a:t>
            </a:r>
            <a:endParaRPr kumimoji="1" lang="ja-JP" altLang="en-US" sz="900" b="1" i="0" u="none" strike="noStrike" kern="1200" cap="none" spc="0" normalizeH="0" baseline="0" noProof="0" dirty="0">
              <a:ln>
                <a:noFill/>
              </a:ln>
              <a:solidFill>
                <a:schemeClr val="tx1"/>
              </a:solidFill>
              <a:effectLst/>
              <a:uLnTx/>
              <a:uFillTx/>
              <a:latin typeface="Meiryo UI" pitchFamily="50" charset="-128"/>
              <a:ea typeface="Meiryo UI" pitchFamily="50" charset="-128"/>
              <a:cs typeface="Meiryo UI" pitchFamily="50" charset="-128"/>
            </a:endParaRPr>
          </a:p>
        </p:txBody>
      </p:sp>
      <p:sp>
        <p:nvSpPr>
          <p:cNvPr id="104" name="円/楕円 329">
            <a:extLst>
              <a:ext uri="{FF2B5EF4-FFF2-40B4-BE49-F238E27FC236}">
                <a16:creationId xmlns:a16="http://schemas.microsoft.com/office/drawing/2014/main" id="{3EE460C2-CEEB-9C81-FA89-4805F5355FB0}"/>
              </a:ext>
            </a:extLst>
          </p:cNvPr>
          <p:cNvSpPr/>
          <p:nvPr/>
        </p:nvSpPr>
        <p:spPr>
          <a:xfrm>
            <a:off x="5805273" y="2913236"/>
            <a:ext cx="434495" cy="223487"/>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900" b="1" i="0" u="none" strike="noStrike" kern="1200" cap="none" spc="0" normalizeH="0" baseline="0" noProof="0" dirty="0">
                <a:ln>
                  <a:noFill/>
                </a:ln>
                <a:solidFill>
                  <a:schemeClr val="tx1"/>
                </a:solidFill>
                <a:effectLst/>
                <a:uLnTx/>
                <a:uFillTx/>
                <a:latin typeface="Meiryo UI" pitchFamily="50" charset="-128"/>
                <a:ea typeface="Meiryo UI" pitchFamily="50" charset="-128"/>
                <a:cs typeface="Meiryo UI" pitchFamily="50" charset="-128"/>
              </a:rPr>
              <a:t>Expert</a:t>
            </a:r>
            <a:endParaRPr kumimoji="1" lang="ja-JP" altLang="en-US" sz="900" b="1" i="0" u="none" strike="noStrike" kern="1200" cap="none" spc="0" normalizeH="0" baseline="0" noProof="0" dirty="0">
              <a:ln>
                <a:noFill/>
              </a:ln>
              <a:solidFill>
                <a:schemeClr val="tx1"/>
              </a:solidFill>
              <a:effectLst/>
              <a:uLnTx/>
              <a:uFillTx/>
              <a:latin typeface="Meiryo UI" pitchFamily="50" charset="-128"/>
              <a:ea typeface="Meiryo UI" pitchFamily="50" charset="-128"/>
              <a:cs typeface="Meiryo UI" pitchFamily="50" charset="-128"/>
            </a:endParaRPr>
          </a:p>
        </p:txBody>
      </p:sp>
      <p:cxnSp>
        <p:nvCxnSpPr>
          <p:cNvPr id="106" name="直線コネクタ 105">
            <a:extLst>
              <a:ext uri="{FF2B5EF4-FFF2-40B4-BE49-F238E27FC236}">
                <a16:creationId xmlns:a16="http://schemas.microsoft.com/office/drawing/2014/main" id="{9D85312A-EABB-D0FF-BC90-D1B3D27B1BE7}"/>
              </a:ext>
            </a:extLst>
          </p:cNvPr>
          <p:cNvCxnSpPr/>
          <p:nvPr/>
        </p:nvCxnSpPr>
        <p:spPr bwMode="auto">
          <a:xfrm flipH="1">
            <a:off x="2766848" y="2804586"/>
            <a:ext cx="3479405" cy="0"/>
          </a:xfrm>
          <a:prstGeom prst="line">
            <a:avLst/>
          </a:prstGeom>
          <a:solidFill>
            <a:schemeClr val="accent1"/>
          </a:solidFill>
          <a:ln w="9525" cap="flat" cmpd="sng" algn="ctr">
            <a:solidFill>
              <a:schemeClr val="tx1"/>
            </a:solidFill>
            <a:prstDash val="solid"/>
            <a:round/>
            <a:headEnd type="oval" w="med" len="med"/>
            <a:tailEnd type="oval"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7" name="テキスト ボックス 106">
            <a:extLst>
              <a:ext uri="{FF2B5EF4-FFF2-40B4-BE49-F238E27FC236}">
                <a16:creationId xmlns:a16="http://schemas.microsoft.com/office/drawing/2014/main" id="{E351004D-E3D4-7987-573F-B682EE4A005C}"/>
              </a:ext>
            </a:extLst>
          </p:cNvPr>
          <p:cNvSpPr txBox="1"/>
          <p:nvPr/>
        </p:nvSpPr>
        <p:spPr>
          <a:xfrm>
            <a:off x="2593533" y="2878823"/>
            <a:ext cx="1705595" cy="246221"/>
          </a:xfrm>
          <a:prstGeom prst="rect">
            <a:avLst/>
          </a:prstGeom>
          <a:solidFill>
            <a:schemeClr val="bg1"/>
          </a:solidFill>
        </p:spPr>
        <p:txBody>
          <a:bodyPr wrap="none" lIns="0" tIns="0" rIns="0" bIns="0"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800" b="0" i="0" u="none" strike="noStrike" kern="1200" cap="none" spc="0" normalizeH="0" baseline="0" noProof="0" dirty="0">
                <a:ln>
                  <a:noFill/>
                </a:ln>
                <a:solidFill>
                  <a:prstClr val="black"/>
                </a:solidFill>
                <a:effectLst/>
                <a:uLnTx/>
                <a:uFillTx/>
                <a:latin typeface="Arial" panose="020B0604020202020204" pitchFamily="34" charset="0"/>
                <a:ea typeface="HGP創英角ｺﾞｼｯｸUB" pitchFamily="50" charset="-128"/>
                <a:cs typeface="Arial" panose="020B0604020202020204" pitchFamily="34" charset="0"/>
              </a:rPr>
              <a:t>Dataset release when PVER change </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800" b="0" i="0" u="none" strike="noStrike" kern="1200" cap="none" spc="0" normalizeH="0" baseline="0" noProof="0" dirty="0">
                <a:ln>
                  <a:noFill/>
                </a:ln>
                <a:solidFill>
                  <a:prstClr val="black"/>
                </a:solidFill>
                <a:effectLst/>
                <a:uLnTx/>
                <a:uFillTx/>
                <a:latin typeface="Arial" panose="020B0604020202020204" pitchFamily="34" charset="0"/>
                <a:ea typeface="HGP創英角ｺﾞｼｯｸUB" pitchFamily="50" charset="-128"/>
                <a:cs typeface="Arial" panose="020B0604020202020204" pitchFamily="34" charset="0"/>
              </a:rPr>
              <a:t>or calibration value change</a:t>
            </a:r>
            <a:endParaRPr kumimoji="1" lang="ja-JP" altLang="en-US" sz="800" b="0" i="0" u="none" strike="noStrike" kern="1200" cap="none" spc="0" normalizeH="0" baseline="0" noProof="0" dirty="0">
              <a:ln>
                <a:noFill/>
              </a:ln>
              <a:solidFill>
                <a:prstClr val="black"/>
              </a:solidFill>
              <a:effectLst/>
              <a:uLnTx/>
              <a:uFillTx/>
              <a:latin typeface="Arial" panose="020B0604020202020204" pitchFamily="34" charset="0"/>
              <a:ea typeface="HGP創英角ｺﾞｼｯｸUB" pitchFamily="50" charset="-128"/>
              <a:cs typeface="Arial" panose="020B0604020202020204" pitchFamily="34" charset="0"/>
            </a:endParaRPr>
          </a:p>
        </p:txBody>
      </p:sp>
      <p:sp>
        <p:nvSpPr>
          <p:cNvPr id="112" name="テキスト ボックス 111">
            <a:extLst>
              <a:ext uri="{FF2B5EF4-FFF2-40B4-BE49-F238E27FC236}">
                <a16:creationId xmlns:a16="http://schemas.microsoft.com/office/drawing/2014/main" id="{4BB1EAD9-13AB-5DC3-8C6E-8D59F7631825}"/>
              </a:ext>
            </a:extLst>
          </p:cNvPr>
          <p:cNvSpPr txBox="1"/>
          <p:nvPr/>
        </p:nvSpPr>
        <p:spPr>
          <a:xfrm>
            <a:off x="2223361" y="4359216"/>
            <a:ext cx="3416600" cy="369332"/>
          </a:xfrm>
          <a:prstGeom prst="rect">
            <a:avLst/>
          </a:prstGeom>
          <a:solidFill>
            <a:schemeClr val="bg1"/>
          </a:solidFill>
        </p:spPr>
        <p:txBody>
          <a:bodyPr wrap="square" lIns="0" tIns="0" rIns="0" bIns="0"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800" b="0" i="0" u="none" strike="noStrike" kern="1200" cap="none" spc="0" normalizeH="0" baseline="0" noProof="0" dirty="0">
                <a:ln>
                  <a:noFill/>
                </a:ln>
                <a:solidFill>
                  <a:prstClr val="black"/>
                </a:solidFill>
                <a:effectLst/>
                <a:uLnTx/>
                <a:uFillTx/>
                <a:latin typeface="Arial" panose="020B0604020202020204" pitchFamily="34" charset="0"/>
                <a:ea typeface="HGP創英角ｺﾞｼｯｸUB" pitchFamily="50" charset="-128"/>
                <a:cs typeface="Arial" panose="020B0604020202020204" pitchFamily="34" charset="0"/>
              </a:rPr>
              <a:t>Software</a:t>
            </a:r>
            <a:r>
              <a:rPr kumimoji="1" lang="ja-JP" altLang="en-US" sz="800" b="0" i="0" u="none" strike="noStrike" kern="1200" cap="none" spc="0" normalizeH="0" baseline="0" noProof="0" dirty="0">
                <a:ln>
                  <a:noFill/>
                </a:ln>
                <a:solidFill>
                  <a:prstClr val="black"/>
                </a:solidFill>
                <a:effectLst/>
                <a:uLnTx/>
                <a:uFillTx/>
                <a:latin typeface="Arial" panose="020B0604020202020204" pitchFamily="34" charset="0"/>
                <a:ea typeface="HGP創英角ｺﾞｼｯｸUB" pitchFamily="50" charset="-128"/>
                <a:cs typeface="Arial" panose="020B0604020202020204" pitchFamily="34" charset="0"/>
              </a:rPr>
              <a:t> </a:t>
            </a:r>
            <a:r>
              <a:rPr kumimoji="1" lang="en-US" altLang="ja-JP" sz="800" b="0" i="0" u="none" strike="noStrike" kern="1200" cap="none" spc="0" normalizeH="0" baseline="0" noProof="0" dirty="0">
                <a:ln>
                  <a:noFill/>
                </a:ln>
                <a:solidFill>
                  <a:prstClr val="black"/>
                </a:solidFill>
                <a:effectLst/>
                <a:uLnTx/>
                <a:uFillTx/>
                <a:latin typeface="Arial" panose="020B0604020202020204" pitchFamily="34" charset="0"/>
                <a:ea typeface="HGP創英角ｺﾞｼｯｸUB" pitchFamily="50" charset="-128"/>
                <a:cs typeface="Arial" panose="020B0604020202020204" pitchFamily="34" charset="0"/>
              </a:rPr>
              <a:t>PVER shall</a:t>
            </a:r>
            <a:r>
              <a:rPr kumimoji="1" lang="ja-JP" altLang="en-US" sz="800" b="0" i="0" u="none" strike="noStrike" kern="1200" cap="none" spc="0" normalizeH="0" baseline="0" noProof="0" dirty="0">
                <a:ln>
                  <a:noFill/>
                </a:ln>
                <a:solidFill>
                  <a:prstClr val="black"/>
                </a:solidFill>
                <a:effectLst/>
                <a:uLnTx/>
                <a:uFillTx/>
                <a:latin typeface="Arial" panose="020B0604020202020204" pitchFamily="34" charset="0"/>
                <a:ea typeface="HGP創英角ｺﾞｼｯｸUB" pitchFamily="50" charset="-128"/>
                <a:cs typeface="Arial" panose="020B0604020202020204" pitchFamily="34" charset="0"/>
              </a:rPr>
              <a:t> </a:t>
            </a:r>
            <a:r>
              <a:rPr kumimoji="1" lang="en-US" altLang="ja-JP" sz="800" b="0" i="0" u="none" strike="noStrike" kern="1200" cap="none" spc="0" normalizeH="0" baseline="0" noProof="0" dirty="0">
                <a:ln>
                  <a:noFill/>
                </a:ln>
                <a:solidFill>
                  <a:prstClr val="black"/>
                </a:solidFill>
                <a:effectLst/>
                <a:uLnTx/>
                <a:uFillTx/>
                <a:latin typeface="Arial" panose="020B0604020202020204" pitchFamily="34" charset="0"/>
                <a:ea typeface="HGP創英角ｺﾞｼｯｸUB" pitchFamily="50" charset="-128"/>
                <a:cs typeface="Arial" panose="020B0604020202020204" pitchFamily="34" charset="0"/>
              </a:rPr>
              <a:t>be fixed by </a:t>
            </a:r>
            <a:r>
              <a:rPr lang="en-US" altLang="ja-JP" sz="800" dirty="0">
                <a:solidFill>
                  <a:prstClr val="black"/>
                </a:solidFill>
                <a:latin typeface="Arial" panose="020B0604020202020204" pitchFamily="34" charset="0"/>
                <a:ea typeface="HGP創英角ｺﾞｼｯｸUB" pitchFamily="50" charset="-128"/>
                <a:cs typeface="Arial" panose="020B0604020202020204" pitchFamily="34" charset="0"/>
              </a:rPr>
              <a:t>A00-2</a:t>
            </a:r>
            <a:r>
              <a:rPr kumimoji="1" lang="en-US" altLang="ja-JP" sz="800" b="0" i="0" u="none" strike="noStrike" kern="1200" cap="none" spc="0" normalizeH="0" baseline="0" noProof="0" dirty="0">
                <a:ln>
                  <a:noFill/>
                </a:ln>
                <a:solidFill>
                  <a:prstClr val="black"/>
                </a:solidFill>
                <a:effectLst/>
                <a:uLnTx/>
                <a:uFillTx/>
                <a:latin typeface="Arial" panose="020B0604020202020204" pitchFamily="34" charset="0"/>
                <a:ea typeface="HGP創英角ｺﾞｼｯｸUB" pitchFamily="50" charset="-128"/>
                <a:cs typeface="Arial" panose="020B0604020202020204" pitchFamily="34" charset="0"/>
              </a:rPr>
              <a:t>. (Total 1 PVER  release planed)</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800" b="0" i="0" u="none" strike="noStrike" kern="1200" cap="none" spc="0" normalizeH="0" baseline="0" noProof="0" dirty="0">
                <a:ln>
                  <a:noFill/>
                </a:ln>
                <a:solidFill>
                  <a:prstClr val="black"/>
                </a:solidFill>
                <a:effectLst/>
                <a:uLnTx/>
                <a:uFillTx/>
                <a:latin typeface="Arial" panose="020B0604020202020204" pitchFamily="34" charset="0"/>
                <a:ea typeface="HGP創英角ｺﾞｼｯｸUB" pitchFamily="50" charset="-128"/>
                <a:cs typeface="Arial" panose="020B0604020202020204" pitchFamily="34" charset="0"/>
              </a:rPr>
              <a:t> *But please count  2 times PVER release (+1 time) only for SOW </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800" b="0" i="0" u="none" strike="noStrike" kern="1200" cap="none" spc="0" normalizeH="0" baseline="0" noProof="0" dirty="0">
                <a:ln>
                  <a:noFill/>
                </a:ln>
                <a:solidFill>
                  <a:prstClr val="black"/>
                </a:solidFill>
                <a:effectLst/>
                <a:uLnTx/>
                <a:uFillTx/>
                <a:latin typeface="Arial" panose="020B0604020202020204" pitchFamily="34" charset="0"/>
                <a:ea typeface="HGP創英角ｺﾞｼｯｸUB" pitchFamily="50" charset="-128"/>
                <a:cs typeface="Arial" panose="020B0604020202020204" pitchFamily="34" charset="0"/>
              </a:rPr>
              <a:t>as a back up cost preparation.</a:t>
            </a:r>
            <a:endParaRPr kumimoji="1" lang="ja-JP" altLang="en-US" sz="800" b="0" i="0" u="none" strike="noStrike" kern="1200" cap="none" spc="0" normalizeH="0" baseline="0" noProof="0" dirty="0">
              <a:ln>
                <a:noFill/>
              </a:ln>
              <a:solidFill>
                <a:prstClr val="black"/>
              </a:solidFill>
              <a:effectLst/>
              <a:uLnTx/>
              <a:uFillTx/>
              <a:latin typeface="Arial" panose="020B0604020202020204" pitchFamily="34" charset="0"/>
              <a:ea typeface="HGP創英角ｺﾞｼｯｸUB" pitchFamily="50" charset="-128"/>
              <a:cs typeface="Arial" panose="020B0604020202020204" pitchFamily="34" charset="0"/>
            </a:endParaRPr>
          </a:p>
        </p:txBody>
      </p:sp>
      <p:sp>
        <p:nvSpPr>
          <p:cNvPr id="57" name="テキスト ボックス 56">
            <a:extLst>
              <a:ext uri="{FF2B5EF4-FFF2-40B4-BE49-F238E27FC236}">
                <a16:creationId xmlns:a16="http://schemas.microsoft.com/office/drawing/2014/main" id="{93AAA50C-FFD9-416B-5D10-68FE790D536C}"/>
              </a:ext>
            </a:extLst>
          </p:cNvPr>
          <p:cNvSpPr txBox="1"/>
          <p:nvPr/>
        </p:nvSpPr>
        <p:spPr>
          <a:xfrm>
            <a:off x="657651" y="4263459"/>
            <a:ext cx="1321227" cy="369332"/>
          </a:xfrm>
          <a:prstGeom prst="rect">
            <a:avLst/>
          </a:prstGeom>
          <a:noFill/>
        </p:spPr>
        <p:txBody>
          <a:bodyPr wrap="square" rtlCol="0">
            <a:spAutoFit/>
          </a:bodyPr>
          <a:lstStyle/>
          <a:p>
            <a:r>
              <a:rPr kumimoji="1" lang="en-US" altLang="ja-JP" sz="900" dirty="0"/>
              <a:t>Please include Voltage monitoring.</a:t>
            </a:r>
            <a:endParaRPr kumimoji="1" lang="ja-JP" altLang="en-US" sz="900" dirty="0"/>
          </a:p>
        </p:txBody>
      </p:sp>
      <p:cxnSp>
        <p:nvCxnSpPr>
          <p:cNvPr id="113" name="直線矢印コネクタ 112">
            <a:extLst>
              <a:ext uri="{FF2B5EF4-FFF2-40B4-BE49-F238E27FC236}">
                <a16:creationId xmlns:a16="http://schemas.microsoft.com/office/drawing/2014/main" id="{91995EC4-143B-2DF4-9746-ABD57AB77907}"/>
              </a:ext>
            </a:extLst>
          </p:cNvPr>
          <p:cNvCxnSpPr/>
          <p:nvPr/>
        </p:nvCxnSpPr>
        <p:spPr bwMode="auto">
          <a:xfrm flipV="1">
            <a:off x="1510938" y="3962695"/>
            <a:ext cx="500635" cy="320276"/>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115" name="グループ化 114">
            <a:extLst>
              <a:ext uri="{FF2B5EF4-FFF2-40B4-BE49-F238E27FC236}">
                <a16:creationId xmlns:a16="http://schemas.microsoft.com/office/drawing/2014/main" id="{E19DB7CD-9EA5-4F53-EFBA-0CB1AF2CE2D7}"/>
              </a:ext>
            </a:extLst>
          </p:cNvPr>
          <p:cNvGrpSpPr/>
          <p:nvPr/>
        </p:nvGrpSpPr>
        <p:grpSpPr>
          <a:xfrm>
            <a:off x="3430110" y="3664530"/>
            <a:ext cx="575572" cy="634685"/>
            <a:chOff x="3283370" y="2616200"/>
            <a:chExt cx="575572" cy="634685"/>
          </a:xfrm>
        </p:grpSpPr>
        <p:graphicFrame>
          <p:nvGraphicFramePr>
            <p:cNvPr id="116" name="オブジェクト 115">
              <a:extLst>
                <a:ext uri="{FF2B5EF4-FFF2-40B4-BE49-F238E27FC236}">
                  <a16:creationId xmlns:a16="http://schemas.microsoft.com/office/drawing/2014/main" id="{471BE435-8F9B-D143-E428-B44BF0A63B85}"/>
                </a:ext>
              </a:extLst>
            </p:cNvPr>
            <p:cNvGraphicFramePr>
              <a:graphicFrameLocks noChangeAspect="1"/>
            </p:cNvGraphicFramePr>
            <p:nvPr/>
          </p:nvGraphicFramePr>
          <p:xfrm>
            <a:off x="3409134" y="2920896"/>
            <a:ext cx="192051" cy="198475"/>
          </p:xfrm>
          <a:graphic>
            <a:graphicData uri="http://schemas.openxmlformats.org/presentationml/2006/ole">
              <mc:AlternateContent xmlns:mc="http://schemas.openxmlformats.org/markup-compatibility/2006">
                <mc:Choice xmlns:v="urn:schemas-microsoft-com:vml" Requires="v">
                  <p:oleObj name="ｸﾘｯﾌﾟ" r:id="rId2" imgW="765353" imgH="790956" progId="MS_ClipArt_Gallery.2">
                    <p:embed/>
                  </p:oleObj>
                </mc:Choice>
                <mc:Fallback>
                  <p:oleObj name="ｸﾘｯﾌﾟ" r:id="rId2" imgW="765353" imgH="790956" progId="MS_ClipArt_Gallery.2">
                    <p:embed/>
                    <p:pic>
                      <p:nvPicPr>
                        <p:cNvPr id="116" name="オブジェクト 115">
                          <a:extLst>
                            <a:ext uri="{FF2B5EF4-FFF2-40B4-BE49-F238E27FC236}">
                              <a16:creationId xmlns:a16="http://schemas.microsoft.com/office/drawing/2014/main" id="{471BE435-8F9B-D143-E428-B44BF0A63B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09134" y="2920896"/>
                          <a:ext cx="192051" cy="198475"/>
                        </a:xfrm>
                        <a:prstGeom prst="rect">
                          <a:avLst/>
                        </a:prstGeom>
                        <a:noFill/>
                        <a:ln>
                          <a:noFill/>
                        </a:ln>
                      </p:spPr>
                    </p:pic>
                  </p:oleObj>
                </mc:Fallback>
              </mc:AlternateContent>
            </a:graphicData>
          </a:graphic>
        </p:graphicFrame>
        <p:sp>
          <p:nvSpPr>
            <p:cNvPr id="117" name="フリーフォーム 366">
              <a:extLst>
                <a:ext uri="{FF2B5EF4-FFF2-40B4-BE49-F238E27FC236}">
                  <a16:creationId xmlns:a16="http://schemas.microsoft.com/office/drawing/2014/main" id="{A24E4EC6-7CD3-71F3-1CA3-3AFA60702F4C}"/>
                </a:ext>
              </a:extLst>
            </p:cNvPr>
            <p:cNvSpPr/>
            <p:nvPr/>
          </p:nvSpPr>
          <p:spPr bwMode="auto">
            <a:xfrm>
              <a:off x="3772997" y="2616200"/>
              <a:ext cx="85945" cy="342900"/>
            </a:xfrm>
            <a:custGeom>
              <a:avLst/>
              <a:gdLst>
                <a:gd name="connsiteX0" fmla="*/ 0 w 1651379"/>
                <a:gd name="connsiteY0" fmla="*/ 122830 h 122830"/>
                <a:gd name="connsiteX1" fmla="*/ 1651379 w 1651379"/>
                <a:gd name="connsiteY1" fmla="*/ 122830 h 122830"/>
                <a:gd name="connsiteX2" fmla="*/ 1651379 w 1651379"/>
                <a:gd name="connsiteY2" fmla="*/ 0 h 122830"/>
              </a:gdLst>
              <a:ahLst/>
              <a:cxnLst>
                <a:cxn ang="0">
                  <a:pos x="connsiteX0" y="connsiteY0"/>
                </a:cxn>
                <a:cxn ang="0">
                  <a:pos x="connsiteX1" y="connsiteY1"/>
                </a:cxn>
                <a:cxn ang="0">
                  <a:pos x="connsiteX2" y="connsiteY2"/>
                </a:cxn>
              </a:cxnLst>
              <a:rect l="l" t="t" r="r" b="b"/>
              <a:pathLst>
                <a:path w="1651379" h="122830">
                  <a:moveTo>
                    <a:pt x="0" y="122830"/>
                  </a:moveTo>
                  <a:lnTo>
                    <a:pt x="1651379" y="122830"/>
                  </a:lnTo>
                  <a:lnTo>
                    <a:pt x="1651379" y="0"/>
                  </a:lnTo>
                </a:path>
              </a:pathLst>
            </a:custGeom>
            <a:noFill/>
            <a:ln w="9525" cap="flat" cmpd="sng" algn="ctr">
              <a:solidFill>
                <a:schemeClr val="tx1"/>
              </a:solidFill>
              <a:prstDash val="solid"/>
              <a:round/>
              <a:headEnd type="none" w="med" len="med"/>
              <a:tailEnd type="arrow"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ja-JP" altLang="en-US" sz="2400" b="0" i="0" u="none" strike="noStrike" kern="1200" cap="none" spc="0" normalizeH="0" baseline="0" noProof="0">
                <a:ln>
                  <a:noFill/>
                </a:ln>
                <a:solidFill>
                  <a:srgbClr val="000000"/>
                </a:solidFill>
                <a:effectLst/>
                <a:uLnTx/>
                <a:uFillTx/>
                <a:latin typeface="Times New Roman" pitchFamily="18" charset="0"/>
                <a:ea typeface="ＭＳ Ｐゴシック" pitchFamily="50" charset="-128"/>
                <a:cs typeface="+mn-cs"/>
              </a:endParaRPr>
            </a:p>
          </p:txBody>
        </p:sp>
        <p:sp>
          <p:nvSpPr>
            <p:cNvPr id="118" name="テキスト ボックス 117">
              <a:extLst>
                <a:ext uri="{FF2B5EF4-FFF2-40B4-BE49-F238E27FC236}">
                  <a16:creationId xmlns:a16="http://schemas.microsoft.com/office/drawing/2014/main" id="{C7FB05FC-305C-C1CF-7CE4-1DF3357A0909}"/>
                </a:ext>
              </a:extLst>
            </p:cNvPr>
            <p:cNvSpPr txBox="1"/>
            <p:nvPr/>
          </p:nvSpPr>
          <p:spPr>
            <a:xfrm>
              <a:off x="3283370" y="3127774"/>
              <a:ext cx="572273" cy="123111"/>
            </a:xfrm>
            <a:prstGeom prst="rect">
              <a:avLst/>
            </a:prstGeom>
            <a:solidFill>
              <a:schemeClr val="bg1"/>
            </a:solidFill>
          </p:spPr>
          <p:txBody>
            <a:bodyPr wrap="none" lIns="0" tIns="0" rIns="0" bIns="0"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800" b="0" i="0" u="none" strike="noStrike" kern="1200" cap="none" spc="0" normalizeH="0" baseline="0" noProof="0" dirty="0" err="1">
                  <a:ln>
                    <a:noFill/>
                  </a:ln>
                  <a:solidFill>
                    <a:prstClr val="black"/>
                  </a:solidFill>
                  <a:effectLst/>
                  <a:uLnTx/>
                  <a:uFillTx/>
                  <a:latin typeface="Arial" panose="020B0604020202020204" pitchFamily="34" charset="0"/>
                  <a:ea typeface="Tahoma" pitchFamily="34" charset="0"/>
                  <a:cs typeface="Arial" panose="020B0604020202020204" pitchFamily="34" charset="0"/>
                </a:rPr>
                <a:t>Vxxx_for</a:t>
              </a:r>
              <a:r>
                <a:rPr kumimoji="1" lang="en-US" altLang="ja-JP" sz="800" b="0" i="0" u="none" strike="noStrike" kern="1200" cap="none" spc="0" normalizeH="0" baseline="0" noProof="0" dirty="0">
                  <a:ln>
                    <a:noFill/>
                  </a:ln>
                  <a:solidFill>
                    <a:prstClr val="black"/>
                  </a:solidFill>
                  <a:effectLst/>
                  <a:uLnTx/>
                  <a:uFillTx/>
                  <a:latin typeface="Arial" panose="020B0604020202020204" pitchFamily="34" charset="0"/>
                  <a:ea typeface="Tahoma" pitchFamily="34" charset="0"/>
                  <a:cs typeface="Arial" panose="020B0604020202020204" pitchFamily="34" charset="0"/>
                </a:rPr>
                <a:t> CS</a:t>
              </a:r>
              <a:endParaRPr kumimoji="1" lang="ja-JP" altLang="en-US" sz="800" b="0" i="0" u="none" strike="noStrike" kern="1200" cap="none" spc="0" normalizeH="0" baseline="0" noProof="0" dirty="0">
                <a:ln>
                  <a:noFill/>
                </a:ln>
                <a:solidFill>
                  <a:prstClr val="black"/>
                </a:solidFill>
                <a:effectLst/>
                <a:uLnTx/>
                <a:uFillTx/>
                <a:latin typeface="Arial" panose="020B0604020202020204" pitchFamily="34" charset="0"/>
                <a:ea typeface="HGP創英角ｺﾞｼｯｸUB" pitchFamily="50" charset="-128"/>
                <a:cs typeface="Arial" panose="020B0604020202020204" pitchFamily="34" charset="0"/>
              </a:endParaRPr>
            </a:p>
          </p:txBody>
        </p:sp>
      </p:grpSp>
      <p:sp>
        <p:nvSpPr>
          <p:cNvPr id="119" name="テキスト ボックス 118">
            <a:extLst>
              <a:ext uri="{FF2B5EF4-FFF2-40B4-BE49-F238E27FC236}">
                <a16:creationId xmlns:a16="http://schemas.microsoft.com/office/drawing/2014/main" id="{48492AAF-4B87-FF04-B405-513A3C50D223}"/>
              </a:ext>
            </a:extLst>
          </p:cNvPr>
          <p:cNvSpPr txBox="1"/>
          <p:nvPr/>
        </p:nvSpPr>
        <p:spPr>
          <a:xfrm>
            <a:off x="6396646" y="3832571"/>
            <a:ext cx="2651783" cy="553998"/>
          </a:xfrm>
          <a:prstGeom prst="rect">
            <a:avLst/>
          </a:prstGeom>
          <a:noFill/>
        </p:spPr>
        <p:txBody>
          <a:bodyPr wrap="square" rtlCol="0">
            <a:spAutoFit/>
          </a:bodyPr>
          <a:lstStyle/>
          <a:p>
            <a:pPr algn="l"/>
            <a:r>
              <a:rPr lang="en-US" altLang="ja-JP" sz="1000" dirty="0"/>
              <a:t>Honda want the SW to be the same as the 62XS.</a:t>
            </a:r>
          </a:p>
          <a:p>
            <a:pPr algn="l"/>
            <a:r>
              <a:rPr kumimoji="1" lang="en-US" altLang="ja-JP" sz="1000" dirty="0"/>
              <a:t>So </a:t>
            </a:r>
            <a:r>
              <a:rPr lang="en-US" altLang="ja-JP" sz="1000" dirty="0"/>
              <a:t>i</a:t>
            </a:r>
            <a:r>
              <a:rPr kumimoji="1" lang="en-US" altLang="ja-JP" sz="1000" dirty="0"/>
              <a:t>f there is a SW modification in 62XS, 6WZZ MMC also needs to be changed.</a:t>
            </a:r>
            <a:endParaRPr kumimoji="1" lang="ja-JP" altLang="en-US" sz="1000" dirty="0"/>
          </a:p>
        </p:txBody>
      </p:sp>
      <p:sp>
        <p:nvSpPr>
          <p:cNvPr id="58" name="TextBox 57">
            <a:extLst>
              <a:ext uri="{FF2B5EF4-FFF2-40B4-BE49-F238E27FC236}">
                <a16:creationId xmlns:a16="http://schemas.microsoft.com/office/drawing/2014/main" id="{B4B886E9-7379-80C2-3A0C-228F68EB56EA}"/>
              </a:ext>
            </a:extLst>
          </p:cNvPr>
          <p:cNvSpPr txBox="1"/>
          <p:nvPr/>
        </p:nvSpPr>
        <p:spPr>
          <a:xfrm>
            <a:off x="8534131" y="570393"/>
            <a:ext cx="688009" cy="307777"/>
          </a:xfrm>
          <a:prstGeom prst="rect">
            <a:avLst/>
          </a:prstGeom>
          <a:noFill/>
        </p:spPr>
        <p:txBody>
          <a:bodyPr wrap="none" rtlCol="0">
            <a:spAutoFit/>
          </a:bodyPr>
          <a:lstStyle/>
          <a:p>
            <a:r>
              <a:rPr lang="en-US" sz="1400" dirty="0">
                <a:highlight>
                  <a:srgbClr val="FFFF00"/>
                </a:highlight>
                <a:latin typeface="Meiryo UI" panose="020B0604030504040204" pitchFamily="50" charset="-128"/>
                <a:ea typeface="Meiryo UI" panose="020B0604030504040204" pitchFamily="50" charset="-128"/>
              </a:rPr>
              <a:t>rev05</a:t>
            </a:r>
          </a:p>
        </p:txBody>
      </p:sp>
    </p:spTree>
    <p:extLst>
      <p:ext uri="{BB962C8B-B14F-4D97-AF65-F5344CB8AC3E}">
        <p14:creationId xmlns:p14="http://schemas.microsoft.com/office/powerpoint/2010/main" val="2883095244"/>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0720E7E8-CB04-B7E1-9674-9C95A177DB34}"/>
              </a:ext>
            </a:extLst>
          </p:cNvPr>
          <p:cNvPicPr>
            <a:picLocks noChangeAspect="1"/>
          </p:cNvPicPr>
          <p:nvPr/>
        </p:nvPicPr>
        <p:blipFill>
          <a:blip r:embed="rId2"/>
          <a:stretch>
            <a:fillRect/>
          </a:stretch>
        </p:blipFill>
        <p:spPr>
          <a:xfrm>
            <a:off x="6174074" y="3150182"/>
            <a:ext cx="2825175" cy="1592442"/>
          </a:xfrm>
          <a:prstGeom prst="rect">
            <a:avLst/>
          </a:prstGeom>
        </p:spPr>
      </p:pic>
      <p:sp>
        <p:nvSpPr>
          <p:cNvPr id="4" name="Text Box 2">
            <a:extLst>
              <a:ext uri="{FF2B5EF4-FFF2-40B4-BE49-F238E27FC236}">
                <a16:creationId xmlns:a16="http://schemas.microsoft.com/office/drawing/2014/main" id="{91F5BF2C-CCE6-A06C-2FFA-5A0F5F80ED89}"/>
              </a:ext>
            </a:extLst>
          </p:cNvPr>
          <p:cNvSpPr txBox="1">
            <a:spLocks noChangeArrowheads="1"/>
          </p:cNvSpPr>
          <p:nvPr/>
        </p:nvSpPr>
        <p:spPr bwMode="auto">
          <a:xfrm>
            <a:off x="71882" y="591013"/>
            <a:ext cx="9072122" cy="2306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457200" marR="0" lvl="0" indent="-457200" algn="l" defTabSz="914400" rtl="0" eaLnBrk="1" fontAlgn="base" latinLnBrk="0" hangingPunct="1">
              <a:lnSpc>
                <a:spcPct val="110000"/>
              </a:lnSpc>
              <a:spcBef>
                <a:spcPts val="300"/>
              </a:spcBef>
              <a:spcAft>
                <a:spcPct val="0"/>
              </a:spcAft>
              <a:buClrTx/>
              <a:buSzTx/>
              <a:buFontTx/>
              <a:buNone/>
              <a:tabLst/>
              <a:defRPr/>
            </a:pPr>
            <a:r>
              <a:rPr kumimoji="1" lang="en-US" altLang="ja-JP" sz="1600" b="1" i="0" u="sng" strike="noStrike" kern="1200" cap="none" spc="0" normalizeH="0" baseline="0" noProof="0">
                <a:ln>
                  <a:noFill/>
                </a:ln>
                <a:effectLst/>
                <a:uLnTx/>
                <a:uFillTx/>
                <a:latin typeface="Meiryo UI" panose="020B0604030504040204" pitchFamily="50" charset="-128"/>
                <a:ea typeface="Meiryo UI" panose="020B0604030504040204" pitchFamily="50" charset="-128"/>
              </a:rPr>
              <a:t>Honda-Bosch Emission</a:t>
            </a:r>
            <a:r>
              <a:rPr kumimoji="1" lang="ja-JP" altLang="en-US" sz="1600" b="1" i="0" u="sng" strike="noStrike" kern="1200" cap="none" spc="0" normalizeH="0" baseline="0" noProof="0">
                <a:ln>
                  <a:noFill/>
                </a:ln>
                <a:effectLst/>
                <a:uLnTx/>
                <a:uFillTx/>
                <a:latin typeface="Meiryo UI" panose="020B0604030504040204" pitchFamily="50" charset="-128"/>
                <a:ea typeface="Meiryo UI" panose="020B0604030504040204" pitchFamily="50" charset="-128"/>
              </a:rPr>
              <a:t>検証プロセスの紐づけ</a:t>
            </a:r>
          </a:p>
          <a:p>
            <a:pPr marL="466362" lvl="1" algn="l" eaLnBrk="1" hangingPunct="1">
              <a:lnSpc>
                <a:spcPct val="110000"/>
              </a:lnSpc>
              <a:spcBef>
                <a:spcPts val="600"/>
              </a:spcBef>
              <a:buFont typeface="Arial" panose="020B0604020202020204" pitchFamily="34" charset="0"/>
              <a:buChar char="•"/>
              <a:defRPr/>
            </a:pPr>
            <a:r>
              <a:rPr lang="ja-JP" altLang="en-US" sz="1400">
                <a:latin typeface="Meiryo UI" panose="020B0604030504040204" pitchFamily="50" charset="-128"/>
                <a:ea typeface="Meiryo UI" panose="020B0604030504040204" pitchFamily="50" charset="-128"/>
              </a:rPr>
              <a:t>開発開始前にお互いの開発</a:t>
            </a:r>
            <a:r>
              <a:rPr lang="en-US" altLang="ja-JP" sz="1400">
                <a:latin typeface="Meiryo UI" panose="020B0604030504040204" pitchFamily="50" charset="-128"/>
                <a:ea typeface="Meiryo UI" panose="020B0604030504040204" pitchFamily="50" charset="-128"/>
              </a:rPr>
              <a:t>event</a:t>
            </a:r>
            <a:r>
              <a:rPr lang="ja-JP" altLang="en-US" sz="1400">
                <a:latin typeface="Meiryo UI" panose="020B0604030504040204" pitchFamily="50" charset="-128"/>
                <a:ea typeface="Meiryo UI" panose="020B0604030504040204" pitchFamily="50" charset="-128"/>
              </a:rPr>
              <a:t>の紐づけを行い、両者で開発日程を合意すること。もし、お互いの開発</a:t>
            </a:r>
            <a:r>
              <a:rPr lang="en-US" altLang="ja-JP" sz="1400">
                <a:latin typeface="Meiryo UI" panose="020B0604030504040204" pitchFamily="50" charset="-128"/>
                <a:ea typeface="Meiryo UI" panose="020B0604030504040204" pitchFamily="50" charset="-128"/>
              </a:rPr>
              <a:t>event</a:t>
            </a:r>
            <a:r>
              <a:rPr lang="ja-JP" altLang="en-US" sz="1400">
                <a:latin typeface="Meiryo UI" panose="020B0604030504040204" pitchFamily="50" charset="-128"/>
                <a:ea typeface="Meiryo UI" panose="020B0604030504040204" pitchFamily="50" charset="-128"/>
              </a:rPr>
              <a:t>や開発実日程のずれが判明した際は、両者協力のもと</a:t>
            </a:r>
            <a:r>
              <a:rPr lang="en-US" altLang="ja-JP" sz="1400">
                <a:latin typeface="Meiryo UI" panose="020B0604030504040204" pitchFamily="50" charset="-128"/>
                <a:ea typeface="Meiryo UI" panose="020B0604030504040204" pitchFamily="50" charset="-128"/>
              </a:rPr>
              <a:t>Event</a:t>
            </a:r>
            <a:r>
              <a:rPr lang="ja-JP" altLang="en-US" sz="1400">
                <a:latin typeface="Meiryo UI" panose="020B0604030504040204" pitchFamily="50" charset="-128"/>
                <a:ea typeface="Meiryo UI" panose="020B0604030504040204" pitchFamily="50" charset="-128"/>
              </a:rPr>
              <a:t>日程や</a:t>
            </a:r>
            <a:r>
              <a:rPr lang="en-US" altLang="ja-JP" sz="1400">
                <a:latin typeface="Meiryo UI" panose="020B0604030504040204" pitchFamily="50" charset="-128"/>
                <a:ea typeface="Meiryo UI" panose="020B0604030504040204" pitchFamily="50" charset="-128"/>
              </a:rPr>
              <a:t>EM</a:t>
            </a:r>
            <a:r>
              <a:rPr lang="ja-JP" altLang="en-US" sz="1400">
                <a:latin typeface="Meiryo UI" panose="020B0604030504040204" pitchFamily="50" charset="-128"/>
                <a:ea typeface="Meiryo UI" panose="020B0604030504040204" pitchFamily="50" charset="-128"/>
              </a:rPr>
              <a:t>評価日程のすり合わせを行うこと。</a:t>
            </a:r>
            <a:endParaRPr lang="en-US" altLang="ja-JP" sz="1400">
              <a:latin typeface="Meiryo UI" panose="020B0604030504040204" pitchFamily="50" charset="-128"/>
              <a:ea typeface="Meiryo UI" panose="020B0604030504040204" pitchFamily="50" charset="-128"/>
            </a:endParaRPr>
          </a:p>
          <a:p>
            <a:pPr marL="466362" lvl="1" algn="l" eaLnBrk="1" hangingPunct="1">
              <a:lnSpc>
                <a:spcPct val="110000"/>
              </a:lnSpc>
              <a:spcBef>
                <a:spcPts val="600"/>
              </a:spcBef>
              <a:buFont typeface="Arial" panose="020B0604020202020204" pitchFamily="34" charset="0"/>
              <a:buChar char="•"/>
              <a:defRPr/>
            </a:pPr>
            <a:r>
              <a:rPr lang="ja-JP" altLang="en-US" sz="1400">
                <a:latin typeface="Meiryo UI" panose="020B0604030504040204" pitchFamily="50" charset="-128"/>
                <a:ea typeface="Meiryo UI" panose="020B0604030504040204" pitchFamily="50" charset="-128"/>
              </a:rPr>
              <a:t>下表は紐づけが必要な主な</a:t>
            </a:r>
            <a:r>
              <a:rPr lang="en-US" altLang="ja-JP" sz="1400">
                <a:latin typeface="Meiryo UI" panose="020B0604030504040204" pitchFamily="50" charset="-128"/>
                <a:ea typeface="Meiryo UI" panose="020B0604030504040204" pitchFamily="50" charset="-128"/>
              </a:rPr>
              <a:t>event</a:t>
            </a:r>
            <a:r>
              <a:rPr lang="ja-JP" altLang="en-US" sz="1400">
                <a:latin typeface="Meiryo UI" panose="020B0604030504040204" pitchFamily="50" charset="-128"/>
                <a:ea typeface="Meiryo UI" panose="020B0604030504040204" pitchFamily="50" charset="-128"/>
              </a:rPr>
              <a:t>である。両者で</a:t>
            </a:r>
            <a:r>
              <a:rPr lang="en-US" altLang="ja-JP" sz="1400">
                <a:latin typeface="Meiryo UI" panose="020B0604030504040204" pitchFamily="50" charset="-128"/>
                <a:ea typeface="Meiryo UI" panose="020B0604030504040204" pitchFamily="50" charset="-128"/>
              </a:rPr>
              <a:t>EM</a:t>
            </a:r>
            <a:r>
              <a:rPr lang="ja-JP" altLang="en-US" sz="1400">
                <a:latin typeface="Meiryo UI" panose="020B0604030504040204" pitchFamily="50" charset="-128"/>
                <a:ea typeface="Meiryo UI" panose="020B0604030504040204" pitchFamily="50" charset="-128"/>
              </a:rPr>
              <a:t>結果についてアセスメントのうえ</a:t>
            </a:r>
            <a:r>
              <a:rPr lang="en-US" altLang="ja-JP" sz="1400">
                <a:latin typeface="Meiryo UI" panose="020B0604030504040204" pitchFamily="50" charset="-128"/>
                <a:ea typeface="Meiryo UI" panose="020B0604030504040204" pitchFamily="50" charset="-128"/>
              </a:rPr>
              <a:t>Honda</a:t>
            </a:r>
            <a:r>
              <a:rPr lang="ja-JP" altLang="en-US" sz="1400">
                <a:latin typeface="Meiryo UI" panose="020B0604030504040204" pitchFamily="50" charset="-128"/>
                <a:ea typeface="Meiryo UI" panose="020B0604030504040204" pitchFamily="50" charset="-128"/>
              </a:rPr>
              <a:t>イベント前に報告内容を整合し、議事録に残すこと。もし両者認識に相違があり担当間での摺合せが困難な場合は、</a:t>
            </a:r>
            <a:r>
              <a:rPr lang="en-US" altLang="ja-JP" sz="1400">
                <a:latin typeface="Meiryo UI" panose="020B0604030504040204" pitchFamily="50" charset="-128"/>
                <a:ea typeface="Meiryo UI" panose="020B0604030504040204" pitchFamily="50" charset="-128"/>
              </a:rPr>
              <a:t>EM expert(CE/</a:t>
            </a:r>
            <a:r>
              <a:rPr lang="en-US" altLang="ja-JP" sz="1400" err="1">
                <a:latin typeface="Meiryo UI" panose="020B0604030504040204" pitchFamily="50" charset="-128"/>
                <a:ea typeface="Meiryo UI" panose="020B0604030504040204" pitchFamily="50" charset="-128"/>
              </a:rPr>
              <a:t>Mgr</a:t>
            </a:r>
            <a:r>
              <a:rPr lang="en-US" altLang="ja-JP" sz="1400">
                <a:latin typeface="Meiryo UI" panose="020B0604030504040204" pitchFamily="50" charset="-128"/>
                <a:ea typeface="Meiryo UI" panose="020B0604030504040204" pitchFamily="50" charset="-128"/>
              </a:rPr>
              <a:t>)</a:t>
            </a:r>
            <a:r>
              <a:rPr lang="ja-JP" altLang="en-US" sz="1400">
                <a:latin typeface="Meiryo UI" panose="020B0604030504040204" pitchFamily="50" charset="-128"/>
                <a:ea typeface="Meiryo UI" panose="020B0604030504040204" pitchFamily="50" charset="-128"/>
              </a:rPr>
              <a:t>を交えて整合を行い、必要に応じて上位者の判断を求めること。</a:t>
            </a:r>
            <a:r>
              <a:rPr lang="en-US" altLang="ja-JP" sz="1400">
                <a:latin typeface="Meiryo UI" panose="020B0604030504040204" pitchFamily="50" charset="-128"/>
                <a:ea typeface="Meiryo UI" panose="020B0604030504040204" pitchFamily="50" charset="-128"/>
              </a:rPr>
              <a:t>(</a:t>
            </a:r>
            <a:r>
              <a:rPr lang="ja-JP" altLang="en-US" sz="1400">
                <a:latin typeface="Meiryo UI" panose="020B0604030504040204" pitchFamily="50" charset="-128"/>
                <a:ea typeface="Meiryo UI" panose="020B0604030504040204" pitchFamily="50" charset="-128"/>
              </a:rPr>
              <a:t>添付</a:t>
            </a:r>
            <a:r>
              <a:rPr lang="en-US" altLang="ja-JP" sz="1400">
                <a:latin typeface="Meiryo UI" panose="020B0604030504040204" pitchFamily="50" charset="-128"/>
                <a:ea typeface="Meiryo UI" panose="020B0604030504040204" pitchFamily="50" charset="-128"/>
              </a:rPr>
              <a:t>Escalation path</a:t>
            </a:r>
            <a:r>
              <a:rPr lang="ja-JP" altLang="en-US" sz="1400">
                <a:latin typeface="Meiryo UI" panose="020B0604030504040204" pitchFamily="50" charset="-128"/>
                <a:ea typeface="Meiryo UI" panose="020B0604030504040204" pitchFamily="50" charset="-128"/>
              </a:rPr>
              <a:t>参照</a:t>
            </a:r>
            <a:r>
              <a:rPr lang="en-US" altLang="ja-JP" sz="1400">
                <a:latin typeface="Meiryo UI" panose="020B0604030504040204" pitchFamily="50" charset="-128"/>
                <a:ea typeface="Meiryo UI" panose="020B0604030504040204" pitchFamily="50" charset="-128"/>
              </a:rPr>
              <a:t>)</a:t>
            </a:r>
          </a:p>
          <a:p>
            <a:pPr marL="580662" lvl="2" indent="0" algn="l" eaLnBrk="1" hangingPunct="1">
              <a:lnSpc>
                <a:spcPct val="110000"/>
              </a:lnSpc>
              <a:spcBef>
                <a:spcPts val="600"/>
              </a:spcBef>
              <a:defRPr/>
            </a:pPr>
            <a:r>
              <a:rPr lang="ja-JP" altLang="en-US" sz="1400">
                <a:latin typeface="Meiryo UI" panose="020B0604030504040204" pitchFamily="50" charset="-128"/>
                <a:ea typeface="Meiryo UI" panose="020B0604030504040204" pitchFamily="50" charset="-128"/>
              </a:rPr>
              <a:t>例</a:t>
            </a:r>
            <a:r>
              <a:rPr lang="en-US" altLang="ja-JP" sz="1400">
                <a:latin typeface="Meiryo UI" panose="020B0604030504040204" pitchFamily="50" charset="-128"/>
                <a:ea typeface="Meiryo UI" panose="020B0604030504040204" pitchFamily="50" charset="-128"/>
              </a:rPr>
              <a:t>. ET</a:t>
            </a:r>
            <a:r>
              <a:rPr lang="ja-JP" altLang="en-US" sz="1400">
                <a:latin typeface="Meiryo UI" panose="020B0604030504040204" pitchFamily="50" charset="-128"/>
                <a:ea typeface="Meiryo UI" panose="020B0604030504040204" pitchFamily="50" charset="-128"/>
              </a:rPr>
              <a:t>達成にあたり</a:t>
            </a:r>
            <a:r>
              <a:rPr lang="en-US" altLang="ja-JP" sz="1400">
                <a:latin typeface="Meiryo UI" panose="020B0604030504040204" pitchFamily="50" charset="-128"/>
                <a:ea typeface="Meiryo UI" panose="020B0604030504040204" pitchFamily="50" charset="-128"/>
              </a:rPr>
              <a:t>HW</a:t>
            </a:r>
            <a:r>
              <a:rPr lang="ja-JP" altLang="en-US" sz="1400">
                <a:latin typeface="Meiryo UI" panose="020B0604030504040204" pitchFamily="50" charset="-128"/>
                <a:ea typeface="Meiryo UI" panose="020B0604030504040204" pitchFamily="50" charset="-128"/>
              </a:rPr>
              <a:t>変更要否の判断が異なる。</a:t>
            </a:r>
            <a:r>
              <a:rPr lang="en-US" altLang="ja-JP" sz="1400">
                <a:latin typeface="Meiryo UI" panose="020B0604030504040204" pitchFamily="50" charset="-128"/>
                <a:ea typeface="Meiryo UI" panose="020B0604030504040204" pitchFamily="50" charset="-128"/>
              </a:rPr>
              <a:t>(Honda-</a:t>
            </a:r>
            <a:r>
              <a:rPr lang="ja-JP" altLang="en-US" sz="1400">
                <a:latin typeface="Meiryo UI" panose="020B0604030504040204" pitchFamily="50" charset="-128"/>
                <a:ea typeface="Meiryo UI" panose="020B0604030504040204" pitchFamily="50" charset="-128"/>
              </a:rPr>
              <a:t>適合対策で達成可。</a:t>
            </a:r>
            <a:r>
              <a:rPr lang="en-US" altLang="ja-JP" sz="1400">
                <a:latin typeface="Meiryo UI" panose="020B0604030504040204" pitchFamily="50" charset="-128"/>
                <a:ea typeface="Meiryo UI" panose="020B0604030504040204" pitchFamily="50" charset="-128"/>
              </a:rPr>
              <a:t>Bosch-HW</a:t>
            </a:r>
            <a:r>
              <a:rPr lang="ja-JP" altLang="en-US" sz="1400">
                <a:latin typeface="Meiryo UI" panose="020B0604030504040204" pitchFamily="50" charset="-128"/>
                <a:ea typeface="Meiryo UI" panose="020B0604030504040204" pitchFamily="50" charset="-128"/>
              </a:rPr>
              <a:t>変更が必要</a:t>
            </a:r>
            <a:r>
              <a:rPr lang="en-US" altLang="ja-JP" sz="1400">
                <a:latin typeface="Meiryo UI" panose="020B0604030504040204" pitchFamily="50" charset="-128"/>
                <a:ea typeface="Meiryo UI" panose="020B0604030504040204" pitchFamily="50" charset="-128"/>
              </a:rPr>
              <a:t>)</a:t>
            </a:r>
          </a:p>
          <a:p>
            <a:pPr marL="180612" lvl="1" indent="0" algn="l" eaLnBrk="1" hangingPunct="1">
              <a:lnSpc>
                <a:spcPct val="110000"/>
              </a:lnSpc>
              <a:spcBef>
                <a:spcPts val="600"/>
              </a:spcBef>
              <a:defRPr/>
            </a:pPr>
            <a:endParaRPr lang="en-US" altLang="ja-JP" sz="1400">
              <a:latin typeface="Meiryo UI" panose="020B0604030504040204" pitchFamily="50" charset="-128"/>
              <a:ea typeface="Meiryo UI" panose="020B0604030504040204" pitchFamily="50" charset="-128"/>
            </a:endParaRPr>
          </a:p>
        </p:txBody>
      </p:sp>
      <p:sp>
        <p:nvSpPr>
          <p:cNvPr id="5" name="Text Box 2">
            <a:extLst>
              <a:ext uri="{FF2B5EF4-FFF2-40B4-BE49-F238E27FC236}">
                <a16:creationId xmlns:a16="http://schemas.microsoft.com/office/drawing/2014/main" id="{FEB6CBC1-D914-A3C4-613A-F64584AE9365}"/>
              </a:ext>
            </a:extLst>
          </p:cNvPr>
          <p:cNvSpPr txBox="1">
            <a:spLocks noChangeArrowheads="1"/>
          </p:cNvSpPr>
          <p:nvPr/>
        </p:nvSpPr>
        <p:spPr bwMode="auto">
          <a:xfrm>
            <a:off x="250829" y="44450"/>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20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22. Development schedule</a:t>
            </a:r>
            <a:endParaRPr kumimoji="1" lang="en-US" altLang="ja-JP" sz="1100" b="0" i="0" u="none" strike="noStrike" kern="1200" cap="none" spc="0" normalizeH="0" baseline="0" noProof="0">
              <a:ln>
                <a:noFill/>
              </a:ln>
              <a:solidFill>
                <a:srgbClr val="FFFFFF"/>
              </a:solidFill>
              <a:effectLst/>
              <a:uLnTx/>
              <a:uFillTx/>
              <a:latin typeface="HGPｺﾞｼｯｸE" pitchFamily="50" charset="-128"/>
              <a:ea typeface="HGPｺﾞｼｯｸE" pitchFamily="50" charset="-128"/>
              <a:cs typeface="Arial" pitchFamily="34" charset="0"/>
            </a:endParaRPr>
          </a:p>
        </p:txBody>
      </p:sp>
      <p:graphicFrame>
        <p:nvGraphicFramePr>
          <p:cNvPr id="6" name="表 6">
            <a:extLst>
              <a:ext uri="{FF2B5EF4-FFF2-40B4-BE49-F238E27FC236}">
                <a16:creationId xmlns:a16="http://schemas.microsoft.com/office/drawing/2014/main" id="{46825876-E27B-ACAB-0927-9608100507A4}"/>
              </a:ext>
            </a:extLst>
          </p:cNvPr>
          <p:cNvGraphicFramePr>
            <a:graphicFrameLocks noGrp="1"/>
          </p:cNvGraphicFramePr>
          <p:nvPr/>
        </p:nvGraphicFramePr>
        <p:xfrm>
          <a:off x="232582" y="2783747"/>
          <a:ext cx="5776904" cy="3824059"/>
        </p:xfrm>
        <a:graphic>
          <a:graphicData uri="http://schemas.openxmlformats.org/drawingml/2006/table">
            <a:tbl>
              <a:tblPr firstRow="1" bandRow="1">
                <a:tableStyleId>{93296810-A885-4BE3-A3E7-6D5BEEA58F35}</a:tableStyleId>
              </a:tblPr>
              <a:tblGrid>
                <a:gridCol w="212714">
                  <a:extLst>
                    <a:ext uri="{9D8B030D-6E8A-4147-A177-3AD203B41FA5}">
                      <a16:colId xmlns:a16="http://schemas.microsoft.com/office/drawing/2014/main" val="4022077070"/>
                    </a:ext>
                  </a:extLst>
                </a:gridCol>
                <a:gridCol w="1021058">
                  <a:extLst>
                    <a:ext uri="{9D8B030D-6E8A-4147-A177-3AD203B41FA5}">
                      <a16:colId xmlns:a16="http://schemas.microsoft.com/office/drawing/2014/main" val="2859626279"/>
                    </a:ext>
                  </a:extLst>
                </a:gridCol>
                <a:gridCol w="691344">
                  <a:extLst>
                    <a:ext uri="{9D8B030D-6E8A-4147-A177-3AD203B41FA5}">
                      <a16:colId xmlns:a16="http://schemas.microsoft.com/office/drawing/2014/main" val="3244604716"/>
                    </a:ext>
                  </a:extLst>
                </a:gridCol>
                <a:gridCol w="691344">
                  <a:extLst>
                    <a:ext uri="{9D8B030D-6E8A-4147-A177-3AD203B41FA5}">
                      <a16:colId xmlns:a16="http://schemas.microsoft.com/office/drawing/2014/main" val="3795177726"/>
                    </a:ext>
                  </a:extLst>
                </a:gridCol>
                <a:gridCol w="1580222">
                  <a:extLst>
                    <a:ext uri="{9D8B030D-6E8A-4147-A177-3AD203B41FA5}">
                      <a16:colId xmlns:a16="http://schemas.microsoft.com/office/drawing/2014/main" val="3675534990"/>
                    </a:ext>
                  </a:extLst>
                </a:gridCol>
                <a:gridCol w="1580222">
                  <a:extLst>
                    <a:ext uri="{9D8B030D-6E8A-4147-A177-3AD203B41FA5}">
                      <a16:colId xmlns:a16="http://schemas.microsoft.com/office/drawing/2014/main" val="3265794884"/>
                    </a:ext>
                  </a:extLst>
                </a:gridCol>
              </a:tblGrid>
              <a:tr h="574664">
                <a:tc>
                  <a:txBody>
                    <a:bodyPr/>
                    <a:lstStyle/>
                    <a:p>
                      <a:endParaRPr kumimoji="1" lang="ja-JP" altLang="en-US" sz="1100">
                        <a:latin typeface="Meiryo UI" panose="020B0604030504040204" pitchFamily="50" charset="-128"/>
                        <a:ea typeface="Meiryo UI" panose="020B0604030504040204" pitchFamily="50" charset="-128"/>
                      </a:endParaRPr>
                    </a:p>
                  </a:txBody>
                  <a:tcPr/>
                </a:tc>
                <a:tc>
                  <a:txBody>
                    <a:bodyPr/>
                    <a:lstStyle/>
                    <a:p>
                      <a:pPr algn="ctr"/>
                      <a:r>
                        <a:rPr kumimoji="1" lang="ja-JP" altLang="en-US" sz="1100">
                          <a:latin typeface="Meiryo UI" panose="020B0604030504040204" pitchFamily="50" charset="-128"/>
                          <a:ea typeface="Meiryo UI" panose="020B0604030504040204" pitchFamily="50" charset="-128"/>
                        </a:rPr>
                        <a:t>項目</a:t>
                      </a:r>
                    </a:p>
                  </a:txBody>
                  <a:tcPr anchor="ctr"/>
                </a:tc>
                <a:tc>
                  <a:txBody>
                    <a:bodyPr/>
                    <a:lstStyle/>
                    <a:p>
                      <a:pPr algn="ctr"/>
                      <a:r>
                        <a:rPr kumimoji="1" lang="en-US" altLang="ja-JP" sz="1100">
                          <a:latin typeface="Meiryo UI" panose="020B0604030504040204" pitchFamily="50" charset="-128"/>
                          <a:ea typeface="Meiryo UI" panose="020B0604030504040204" pitchFamily="50" charset="-128"/>
                        </a:rPr>
                        <a:t>Bosch event</a:t>
                      </a:r>
                      <a:endParaRPr kumimoji="1" lang="ja-JP" altLang="en-US" sz="1100">
                        <a:latin typeface="Meiryo UI" panose="020B0604030504040204" pitchFamily="50" charset="-128"/>
                        <a:ea typeface="Meiryo UI" panose="020B0604030504040204" pitchFamily="50" charset="-128"/>
                      </a:endParaRPr>
                    </a:p>
                  </a:txBody>
                  <a:tcPr anchor="ctr"/>
                </a:tc>
                <a:tc>
                  <a:txBody>
                    <a:bodyPr/>
                    <a:lstStyle/>
                    <a:p>
                      <a:pPr algn="ctr"/>
                      <a:r>
                        <a:rPr kumimoji="1" lang="en-US" altLang="ja-JP" sz="1100">
                          <a:latin typeface="Meiryo UI" panose="020B0604030504040204" pitchFamily="50" charset="-128"/>
                          <a:ea typeface="Meiryo UI" panose="020B0604030504040204" pitchFamily="50" charset="-128"/>
                        </a:rPr>
                        <a:t>Honda event</a:t>
                      </a:r>
                      <a:endParaRPr kumimoji="1" lang="ja-JP" altLang="en-US" sz="1100">
                        <a:latin typeface="Meiryo UI" panose="020B0604030504040204" pitchFamily="50" charset="-128"/>
                        <a:ea typeface="Meiryo UI" panose="020B0604030504040204" pitchFamily="50" charset="-128"/>
                      </a:endParaRPr>
                    </a:p>
                  </a:txBody>
                  <a:tcPr anchor="ctr"/>
                </a:tc>
                <a:tc>
                  <a:txBody>
                    <a:bodyPr/>
                    <a:lstStyle/>
                    <a:p>
                      <a:pPr algn="ctr"/>
                      <a:r>
                        <a:rPr kumimoji="1" lang="ja-JP" altLang="en-US" sz="1100">
                          <a:latin typeface="Meiryo UI" panose="020B0604030504040204" pitchFamily="50" charset="-128"/>
                          <a:ea typeface="Meiryo UI" panose="020B0604030504040204" pitchFamily="50" charset="-128"/>
                        </a:rPr>
                        <a:t>目的</a:t>
                      </a:r>
                    </a:p>
                  </a:txBody>
                  <a:tcPr anchor="ctr"/>
                </a:tc>
                <a:tc>
                  <a:txBody>
                    <a:bodyPr/>
                    <a:lstStyle/>
                    <a:p>
                      <a:pPr algn="ctr"/>
                      <a:r>
                        <a:rPr kumimoji="1" lang="ja-JP" altLang="en-US" sz="1100">
                          <a:latin typeface="Meiryo UI" panose="020B0604030504040204" pitchFamily="50" charset="-128"/>
                          <a:ea typeface="Meiryo UI" panose="020B0604030504040204" pitchFamily="50" charset="-128"/>
                        </a:rPr>
                        <a:t>備考</a:t>
                      </a:r>
                    </a:p>
                  </a:txBody>
                  <a:tcPr anchor="ctr"/>
                </a:tc>
                <a:extLst>
                  <a:ext uri="{0D108BD9-81ED-4DB2-BD59-A6C34878D82A}">
                    <a16:rowId xmlns:a16="http://schemas.microsoft.com/office/drawing/2014/main" val="2697966254"/>
                  </a:ext>
                </a:extLst>
              </a:tr>
              <a:tr h="988993">
                <a:tc>
                  <a:txBody>
                    <a:bodyPr/>
                    <a:lstStyle/>
                    <a:p>
                      <a:r>
                        <a:rPr kumimoji="1" lang="en-US" altLang="ja-JP" sz="1100">
                          <a:latin typeface="Meiryo UI" panose="020B0604030504040204" pitchFamily="50" charset="-128"/>
                          <a:ea typeface="Meiryo UI" panose="020B0604030504040204" pitchFamily="50" charset="-128"/>
                        </a:rPr>
                        <a:t>1</a:t>
                      </a:r>
                      <a:endParaRPr kumimoji="1" lang="ja-JP" altLang="en-US" sz="1100">
                        <a:latin typeface="Meiryo UI" panose="020B0604030504040204" pitchFamily="50" charset="-128"/>
                        <a:ea typeface="Meiryo UI" panose="020B0604030504040204" pitchFamily="50" charset="-128"/>
                      </a:endParaRPr>
                    </a:p>
                  </a:txBody>
                  <a:tcPr/>
                </a:tc>
                <a:tc>
                  <a:txBody>
                    <a:bodyPr/>
                    <a:lstStyle/>
                    <a:p>
                      <a:r>
                        <a:rPr kumimoji="1" lang="en-US" altLang="ja-JP" sz="1100">
                          <a:latin typeface="Meiryo UI" panose="020B0604030504040204" pitchFamily="50" charset="-128"/>
                          <a:ea typeface="Meiryo UI" panose="020B0604030504040204" pitchFamily="50" charset="-128"/>
                        </a:rPr>
                        <a:t>HW</a:t>
                      </a:r>
                      <a:r>
                        <a:rPr kumimoji="1" lang="ja-JP" altLang="en-US" sz="1100">
                          <a:latin typeface="Meiryo UI" panose="020B0604030504040204" pitchFamily="50" charset="-128"/>
                          <a:ea typeface="Meiryo UI" panose="020B0604030504040204" pitchFamily="50" charset="-128"/>
                        </a:rPr>
                        <a:t>フィジビリティ事前検証</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100">
                          <a:latin typeface="Meiryo UI" panose="020B0604030504040204" pitchFamily="50" charset="-128"/>
                          <a:ea typeface="Meiryo UI" panose="020B0604030504040204" pitchFamily="50" charset="-128"/>
                        </a:rPr>
                        <a:t>PFA</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100">
                          <a:latin typeface="Meiryo UI" panose="020B0604030504040204" pitchFamily="50" charset="-128"/>
                          <a:ea typeface="Meiryo UI" panose="020B0604030504040204" pitchFamily="50" charset="-128"/>
                        </a:rPr>
                        <a:t>(SoW</a:t>
                      </a:r>
                      <a:r>
                        <a:rPr kumimoji="1" lang="ja-JP" altLang="en-US" sz="1100">
                          <a:latin typeface="Meiryo UI" panose="020B0604030504040204" pitchFamily="50" charset="-128"/>
                          <a:ea typeface="Meiryo UI" panose="020B0604030504040204" pitchFamily="50" charset="-128"/>
                        </a:rPr>
                        <a:t>提出前</a:t>
                      </a:r>
                      <a:r>
                        <a:rPr kumimoji="1" lang="en-US" altLang="ja-JP" sz="1100">
                          <a:latin typeface="Meiryo UI" panose="020B0604030504040204" pitchFamily="50" charset="-128"/>
                          <a:ea typeface="Meiryo UI" panose="020B0604030504040204" pitchFamily="50" charset="-128"/>
                        </a:rPr>
                        <a:t>)</a:t>
                      </a:r>
                    </a:p>
                  </a:txBody>
                  <a:tcPr/>
                </a:tc>
                <a:tc>
                  <a:txBody>
                    <a:bodyPr/>
                    <a:lstStyle/>
                    <a:p>
                      <a:r>
                        <a:rPr kumimoji="1" lang="en-US" altLang="ja-JP" sz="1100" err="1">
                          <a:latin typeface="Meiryo UI" panose="020B0604030504040204" pitchFamily="50" charset="-128"/>
                          <a:ea typeface="Meiryo UI" panose="020B0604030504040204" pitchFamily="50" charset="-128"/>
                        </a:rPr>
                        <a:t>KoM</a:t>
                      </a:r>
                      <a:r>
                        <a:rPr kumimoji="1" lang="en-US" altLang="ja-JP" sz="1100">
                          <a:latin typeface="Meiryo UI" panose="020B0604030504040204" pitchFamily="50" charset="-128"/>
                          <a:ea typeface="Meiryo UI" panose="020B0604030504040204" pitchFamily="50" charset="-128"/>
                        </a:rPr>
                        <a:t>-</a:t>
                      </a:r>
                      <a:r>
                        <a:rPr kumimoji="1" lang="ja-JP" altLang="en-US" sz="1100">
                          <a:latin typeface="Meiryo UI" panose="020B0604030504040204" pitchFamily="50" charset="-128"/>
                          <a:ea typeface="Meiryo UI" panose="020B0604030504040204" pitchFamily="50" charset="-128"/>
                        </a:rPr>
                        <a:t>契約</a:t>
                      </a:r>
                    </a:p>
                  </a:txBody>
                  <a:tcPr/>
                </a:tc>
                <a:tc>
                  <a:txBody>
                    <a:bodyPr/>
                    <a:lstStyle/>
                    <a:p>
                      <a:r>
                        <a:rPr kumimoji="1" lang="en-US" altLang="ja-JP" sz="1100">
                          <a:latin typeface="Meiryo UI" panose="020B0604030504040204" pitchFamily="50" charset="-128"/>
                          <a:ea typeface="Meiryo UI" panose="020B0604030504040204" pitchFamily="50" charset="-128"/>
                        </a:rPr>
                        <a:t>EM</a:t>
                      </a:r>
                      <a:r>
                        <a:rPr kumimoji="1" lang="ja-JP" altLang="en-US" sz="1100">
                          <a:latin typeface="Meiryo UI" panose="020B0604030504040204" pitchFamily="50" charset="-128"/>
                          <a:ea typeface="Meiryo UI" panose="020B0604030504040204" pitchFamily="50" charset="-128"/>
                        </a:rPr>
                        <a:t>規制値</a:t>
                      </a:r>
                      <a:r>
                        <a:rPr kumimoji="1" lang="en-US" altLang="ja-JP" sz="1100">
                          <a:latin typeface="Meiryo UI" panose="020B0604030504040204" pitchFamily="50" charset="-128"/>
                          <a:ea typeface="Meiryo UI" panose="020B0604030504040204" pitchFamily="50" charset="-128"/>
                        </a:rPr>
                        <a:t>(ET)</a:t>
                      </a:r>
                      <a:r>
                        <a:rPr kumimoji="1" lang="ja-JP" altLang="en-US" sz="1100">
                          <a:latin typeface="Meiryo UI" panose="020B0604030504040204" pitchFamily="50" charset="-128"/>
                          <a:ea typeface="Meiryo UI" panose="020B0604030504040204" pitchFamily="50" charset="-128"/>
                        </a:rPr>
                        <a:t>を満足しうる</a:t>
                      </a:r>
                      <a:r>
                        <a:rPr kumimoji="1" lang="en-US" altLang="ja-JP" sz="1100" err="1">
                          <a:latin typeface="Meiryo UI" panose="020B0604030504040204" pitchFamily="50" charset="-128"/>
                          <a:ea typeface="Meiryo UI" panose="020B0604030504040204" pitchFamily="50" charset="-128"/>
                        </a:rPr>
                        <a:t>Eng</a:t>
                      </a:r>
                      <a:r>
                        <a:rPr kumimoji="1" lang="en-US" altLang="ja-JP" sz="1100">
                          <a:latin typeface="Meiryo UI" panose="020B0604030504040204" pitchFamily="50" charset="-128"/>
                          <a:ea typeface="Meiryo UI" panose="020B0604030504040204" pitchFamily="50" charset="-128"/>
                        </a:rPr>
                        <a:t> HW</a:t>
                      </a:r>
                      <a:r>
                        <a:rPr kumimoji="1" lang="ja-JP" altLang="en-US" sz="1100">
                          <a:latin typeface="Meiryo UI" panose="020B0604030504040204" pitchFamily="50" charset="-128"/>
                          <a:ea typeface="Meiryo UI" panose="020B0604030504040204" pitchFamily="50" charset="-128"/>
                        </a:rPr>
                        <a:t>かの事前確認を行う。</a:t>
                      </a:r>
                      <a:endParaRPr kumimoji="1" lang="en-US" altLang="ja-JP" sz="1100">
                        <a:latin typeface="Meiryo UI" panose="020B0604030504040204" pitchFamily="50" charset="-128"/>
                        <a:ea typeface="Meiryo UI" panose="020B0604030504040204" pitchFamily="50" charset="-128"/>
                      </a:endParaRPr>
                    </a:p>
                    <a:p>
                      <a:r>
                        <a:rPr kumimoji="1" lang="en-US" altLang="ja-JP" sz="1100">
                          <a:latin typeface="Meiryo UI" panose="020B0604030504040204" pitchFamily="50" charset="-128"/>
                          <a:ea typeface="Meiryo UI" panose="020B0604030504040204" pitchFamily="50" charset="-128"/>
                        </a:rPr>
                        <a:t>(</a:t>
                      </a:r>
                      <a:r>
                        <a:rPr kumimoji="1" lang="ja-JP" altLang="en-US" sz="1100">
                          <a:latin typeface="Meiryo UI" panose="020B0604030504040204" pitchFamily="50" charset="-128"/>
                          <a:ea typeface="Meiryo UI" panose="020B0604030504040204" pitchFamily="50" charset="-128"/>
                        </a:rPr>
                        <a:t>例</a:t>
                      </a:r>
                      <a:r>
                        <a:rPr kumimoji="1" lang="en-US" altLang="ja-JP" sz="1100">
                          <a:latin typeface="Meiryo UI" panose="020B0604030504040204" pitchFamily="50" charset="-128"/>
                          <a:ea typeface="Meiryo UI" panose="020B0604030504040204" pitchFamily="50" charset="-128"/>
                        </a:rPr>
                        <a:t>. CAT</a:t>
                      </a:r>
                      <a:r>
                        <a:rPr kumimoji="1" lang="ja-JP" altLang="en-US" sz="1100">
                          <a:latin typeface="Meiryo UI" panose="020B0604030504040204" pitchFamily="50" charset="-128"/>
                          <a:ea typeface="Meiryo UI" panose="020B0604030504040204" pitchFamily="50" charset="-128"/>
                        </a:rPr>
                        <a:t>貴金属</a:t>
                      </a:r>
                      <a:r>
                        <a:rPr kumimoji="1" lang="en-US" altLang="ja-JP" sz="1100">
                          <a:latin typeface="Meiryo UI" panose="020B0604030504040204" pitchFamily="50" charset="-128"/>
                          <a:ea typeface="Meiryo UI" panose="020B0604030504040204" pitchFamily="50" charset="-128"/>
                        </a:rPr>
                        <a:t>, GPF</a:t>
                      </a:r>
                      <a:r>
                        <a:rPr kumimoji="1" lang="ja-JP" altLang="en-US" sz="1100">
                          <a:latin typeface="Meiryo UI" panose="020B0604030504040204" pitchFamily="50" charset="-128"/>
                          <a:ea typeface="Meiryo UI" panose="020B0604030504040204" pitchFamily="50" charset="-128"/>
                        </a:rPr>
                        <a:t>捕集効率</a:t>
                      </a:r>
                      <a:r>
                        <a:rPr kumimoji="1" lang="en-US" altLang="ja-JP" sz="1100">
                          <a:latin typeface="Meiryo UI" panose="020B0604030504040204" pitchFamily="50" charset="-128"/>
                          <a:ea typeface="Meiryo UI" panose="020B0604030504040204" pitchFamily="50" charset="-128"/>
                        </a:rPr>
                        <a:t>)</a:t>
                      </a:r>
                      <a:endParaRPr kumimoji="1" lang="ja-JP" altLang="en-US" sz="1100">
                        <a:latin typeface="Meiryo UI" panose="020B0604030504040204" pitchFamily="50" charset="-128"/>
                        <a:ea typeface="Meiryo UI" panose="020B0604030504040204" pitchFamily="50" charset="-128"/>
                      </a:endParaRPr>
                    </a:p>
                  </a:txBody>
                  <a:tcPr/>
                </a:tc>
                <a:tc>
                  <a:txBody>
                    <a:bodyPr/>
                    <a:lstStyle/>
                    <a:p>
                      <a:r>
                        <a:rPr kumimoji="1" lang="en-US" altLang="ja-JP" sz="1100">
                          <a:latin typeface="Meiryo UI" panose="020B0604030504040204" pitchFamily="50" charset="-128"/>
                          <a:ea typeface="Meiryo UI" panose="020B0604030504040204" pitchFamily="50" charset="-128"/>
                        </a:rPr>
                        <a:t>PFA</a:t>
                      </a:r>
                      <a:r>
                        <a:rPr kumimoji="1" lang="ja-JP" altLang="en-US" sz="1100">
                          <a:latin typeface="Meiryo UI" panose="020B0604030504040204" pitchFamily="50" charset="-128"/>
                          <a:ea typeface="Meiryo UI" panose="020B0604030504040204" pitchFamily="50" charset="-128"/>
                        </a:rPr>
                        <a:t>事前検証が</a:t>
                      </a:r>
                      <a:r>
                        <a:rPr kumimoji="1" lang="en-US" altLang="ja-JP" sz="1100">
                          <a:latin typeface="Meiryo UI" panose="020B0604030504040204" pitchFamily="50" charset="-128"/>
                          <a:ea typeface="Meiryo UI" panose="020B0604030504040204" pitchFamily="50" charset="-128"/>
                        </a:rPr>
                        <a:t>NG</a:t>
                      </a:r>
                      <a:r>
                        <a:rPr kumimoji="1" lang="ja-JP" altLang="en-US" sz="1100">
                          <a:latin typeface="Meiryo UI" panose="020B0604030504040204" pitchFamily="50" charset="-128"/>
                          <a:ea typeface="Meiryo UI" panose="020B0604030504040204" pitchFamily="50" charset="-128"/>
                        </a:rPr>
                        <a:t>の場合は</a:t>
                      </a:r>
                      <a:r>
                        <a:rPr kumimoji="1" lang="en-US" altLang="ja-JP" sz="1100">
                          <a:latin typeface="Meiryo UI" panose="020B0604030504040204" pitchFamily="50" charset="-128"/>
                          <a:ea typeface="Meiryo UI" panose="020B0604030504040204" pitchFamily="50" charset="-128"/>
                        </a:rPr>
                        <a:t>SoW</a:t>
                      </a:r>
                      <a:r>
                        <a:rPr kumimoji="1" lang="ja-JP" altLang="en-US" sz="1100">
                          <a:latin typeface="Meiryo UI" panose="020B0604030504040204" pitchFamily="50" charset="-128"/>
                          <a:ea typeface="Meiryo UI" panose="020B0604030504040204" pitchFamily="50" charset="-128"/>
                        </a:rPr>
                        <a:t>提出</a:t>
                      </a:r>
                      <a:r>
                        <a:rPr kumimoji="1" lang="en-US" altLang="ja-JP" sz="1100">
                          <a:latin typeface="Meiryo UI" panose="020B0604030504040204" pitchFamily="50" charset="-128"/>
                          <a:ea typeface="Meiryo UI" panose="020B0604030504040204" pitchFamily="50" charset="-128"/>
                        </a:rPr>
                        <a:t>(</a:t>
                      </a:r>
                      <a:r>
                        <a:rPr kumimoji="1" lang="ja-JP" altLang="en-US" sz="1100">
                          <a:latin typeface="Meiryo UI" panose="020B0604030504040204" pitchFamily="50" charset="-128"/>
                          <a:ea typeface="Meiryo UI" panose="020B0604030504040204" pitchFamily="50" charset="-128"/>
                        </a:rPr>
                        <a:t>契約</a:t>
                      </a:r>
                      <a:r>
                        <a:rPr kumimoji="1" lang="en-US" altLang="ja-JP" sz="1100">
                          <a:latin typeface="Meiryo UI" panose="020B0604030504040204" pitchFamily="50" charset="-128"/>
                          <a:ea typeface="Meiryo UI" panose="020B0604030504040204" pitchFamily="50" charset="-128"/>
                        </a:rPr>
                        <a:t>)</a:t>
                      </a:r>
                      <a:r>
                        <a:rPr kumimoji="1" lang="ja-JP" altLang="en-US" sz="1100">
                          <a:latin typeface="Meiryo UI" panose="020B0604030504040204" pitchFamily="50" charset="-128"/>
                          <a:ea typeface="Meiryo UI" panose="020B0604030504040204" pitchFamily="50" charset="-128"/>
                        </a:rPr>
                        <a:t>不可のため、想定</a:t>
                      </a:r>
                      <a:r>
                        <a:rPr kumimoji="1" lang="en-US" altLang="ja-JP" sz="1100">
                          <a:latin typeface="Meiryo UI" panose="020B0604030504040204" pitchFamily="50" charset="-128"/>
                          <a:ea typeface="Meiryo UI" panose="020B0604030504040204" pitchFamily="50" charset="-128"/>
                        </a:rPr>
                        <a:t>HW</a:t>
                      </a:r>
                      <a:r>
                        <a:rPr kumimoji="1" lang="ja-JP" altLang="en-US" sz="1100">
                          <a:latin typeface="Meiryo UI" panose="020B0604030504040204" pitchFamily="50" charset="-128"/>
                          <a:ea typeface="Meiryo UI" panose="020B0604030504040204" pitchFamily="50" charset="-128"/>
                        </a:rPr>
                        <a:t>の改善が必要。</a:t>
                      </a:r>
                    </a:p>
                  </a:txBody>
                  <a:tcPr/>
                </a:tc>
                <a:extLst>
                  <a:ext uri="{0D108BD9-81ED-4DB2-BD59-A6C34878D82A}">
                    <a16:rowId xmlns:a16="http://schemas.microsoft.com/office/drawing/2014/main" val="3701136452"/>
                  </a:ext>
                </a:extLst>
              </a:tr>
              <a:tr h="632307">
                <a:tc>
                  <a:txBody>
                    <a:bodyPr/>
                    <a:lstStyle/>
                    <a:p>
                      <a:r>
                        <a:rPr kumimoji="1" lang="en-US" altLang="ja-JP" sz="1100">
                          <a:latin typeface="Meiryo UI" panose="020B0604030504040204" pitchFamily="50" charset="-128"/>
                          <a:ea typeface="Meiryo UI" panose="020B0604030504040204" pitchFamily="50" charset="-128"/>
                        </a:rPr>
                        <a:t>2</a:t>
                      </a:r>
                      <a:endParaRPr kumimoji="1" lang="ja-JP" altLang="en-US" sz="1100">
                        <a:latin typeface="Meiryo UI" panose="020B0604030504040204" pitchFamily="50" charset="-128"/>
                        <a:ea typeface="Meiryo UI" panose="020B0604030504040204" pitchFamily="50" charset="-128"/>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100">
                          <a:latin typeface="Meiryo UI" panose="020B0604030504040204" pitchFamily="50" charset="-128"/>
                          <a:ea typeface="Meiryo UI" panose="020B0604030504040204" pitchFamily="50" charset="-128"/>
                        </a:rPr>
                        <a:t>HW</a:t>
                      </a:r>
                      <a:r>
                        <a:rPr kumimoji="1" lang="ja-JP" altLang="en-US" sz="1100">
                          <a:latin typeface="Meiryo UI" panose="020B0604030504040204" pitchFamily="50" charset="-128"/>
                          <a:ea typeface="Meiryo UI" panose="020B0604030504040204" pitchFamily="50" charset="-128"/>
                        </a:rPr>
                        <a:t>フィジビリティ検証</a:t>
                      </a:r>
                    </a:p>
                  </a:txBody>
                  <a:tcPr/>
                </a:tc>
                <a:tc>
                  <a:txBody>
                    <a:bodyPr/>
                    <a:lstStyle/>
                    <a:p>
                      <a:r>
                        <a:rPr kumimoji="1" lang="en-US" altLang="ja-JP" sz="1100">
                          <a:latin typeface="Meiryo UI" panose="020B0604030504040204" pitchFamily="50" charset="-128"/>
                          <a:ea typeface="Meiryo UI" panose="020B0604030504040204" pitchFamily="50" charset="-128"/>
                        </a:rPr>
                        <a:t>EFG4</a:t>
                      </a:r>
                      <a:r>
                        <a:rPr kumimoji="1" lang="ja-JP" altLang="en-US" sz="1100">
                          <a:latin typeface="Meiryo UI" panose="020B0604030504040204" pitchFamily="50" charset="-128"/>
                          <a:ea typeface="Meiryo UI" panose="020B0604030504040204" pitchFamily="50" charset="-128"/>
                        </a:rPr>
                        <a:t>相当</a:t>
                      </a:r>
                    </a:p>
                  </a:txBody>
                  <a:tcPr/>
                </a:tc>
                <a:tc>
                  <a:txBody>
                    <a:bodyPr/>
                    <a:lstStyle/>
                    <a:p>
                      <a:r>
                        <a:rPr kumimoji="1" lang="en-US" altLang="ja-JP" sz="1100">
                          <a:latin typeface="Meiryo UI" panose="020B0604030504040204" pitchFamily="50" charset="-128"/>
                          <a:ea typeface="Meiryo UI" panose="020B0604030504040204" pitchFamily="50" charset="-128"/>
                        </a:rPr>
                        <a:t>F2</a:t>
                      </a:r>
                      <a:endParaRPr kumimoji="1" lang="ja-JP" altLang="en-US" sz="1100">
                        <a:latin typeface="Meiryo UI" panose="020B0604030504040204" pitchFamily="50" charset="-128"/>
                        <a:ea typeface="Meiryo UI" panose="020B0604030504040204" pitchFamily="50" charset="-128"/>
                      </a:endParaRPr>
                    </a:p>
                  </a:txBody>
                  <a:tcPr/>
                </a:tc>
                <a:tc>
                  <a:txBody>
                    <a:bodyPr/>
                    <a:lstStyle/>
                    <a:p>
                      <a:r>
                        <a:rPr kumimoji="1" lang="en-US" altLang="ja-JP" sz="1100">
                          <a:latin typeface="Meiryo UI" panose="020B0604030504040204" pitchFamily="50" charset="-128"/>
                          <a:ea typeface="Meiryo UI" panose="020B0604030504040204" pitchFamily="50" charset="-128"/>
                        </a:rPr>
                        <a:t>ETB</a:t>
                      </a:r>
                      <a:r>
                        <a:rPr kumimoji="1" lang="ja-JP" altLang="en-US" sz="1100">
                          <a:latin typeface="Meiryo UI" panose="020B0604030504040204" pitchFamily="50" charset="-128"/>
                          <a:ea typeface="Meiryo UI" panose="020B0604030504040204" pitchFamily="50" charset="-128"/>
                        </a:rPr>
                        <a:t> </a:t>
                      </a:r>
                      <a:r>
                        <a:rPr kumimoji="1" lang="en-US" altLang="ja-JP" sz="1100">
                          <a:latin typeface="Meiryo UI" panose="020B0604030504040204" pitchFamily="50" charset="-128"/>
                          <a:ea typeface="Meiryo UI" panose="020B0604030504040204" pitchFamily="50" charset="-128"/>
                        </a:rPr>
                        <a:t>CAL</a:t>
                      </a:r>
                      <a:r>
                        <a:rPr kumimoji="1" lang="ja-JP" altLang="en-US" sz="1100">
                          <a:latin typeface="Meiryo UI" panose="020B0604030504040204" pitchFamily="50" charset="-128"/>
                          <a:ea typeface="Meiryo UI" panose="020B0604030504040204" pitchFamily="50" charset="-128"/>
                        </a:rPr>
                        <a:t>後、車両で</a:t>
                      </a:r>
                      <a:r>
                        <a:rPr kumimoji="1" lang="en-US" altLang="ja-JP" sz="1100">
                          <a:latin typeface="Meiryo UI" panose="020B0604030504040204" pitchFamily="50" charset="-128"/>
                          <a:ea typeface="Meiryo UI" panose="020B0604030504040204" pitchFamily="50" charset="-128"/>
                        </a:rPr>
                        <a:t>EM</a:t>
                      </a:r>
                      <a:r>
                        <a:rPr kumimoji="1" lang="ja-JP" altLang="en-US" sz="1100">
                          <a:latin typeface="Meiryo UI" panose="020B0604030504040204" pitchFamily="50" charset="-128"/>
                          <a:ea typeface="Meiryo UI" panose="020B0604030504040204" pitchFamily="50" charset="-128"/>
                        </a:rPr>
                        <a:t>計測を行い、</a:t>
                      </a:r>
                      <a:r>
                        <a:rPr kumimoji="1" lang="en-US" altLang="ja-JP" sz="1100">
                          <a:latin typeface="Meiryo UI" panose="020B0604030504040204" pitchFamily="50" charset="-128"/>
                          <a:ea typeface="Meiryo UI" panose="020B0604030504040204" pitchFamily="50" charset="-128"/>
                        </a:rPr>
                        <a:t>HW</a:t>
                      </a:r>
                      <a:r>
                        <a:rPr kumimoji="1" lang="ja-JP" altLang="en-US" sz="1100">
                          <a:latin typeface="Meiryo UI" panose="020B0604030504040204" pitchFamily="50" charset="-128"/>
                          <a:ea typeface="Meiryo UI" panose="020B0604030504040204" pitchFamily="50" charset="-128"/>
                        </a:rPr>
                        <a:t>のフィジビリティを確認する。</a:t>
                      </a:r>
                    </a:p>
                  </a:txBody>
                  <a:tcPr/>
                </a:tc>
                <a:tc>
                  <a:txBody>
                    <a:bodyPr/>
                    <a:lstStyle/>
                    <a:p>
                      <a:r>
                        <a:rPr kumimoji="1" lang="ja-JP" altLang="en-US" sz="1100">
                          <a:latin typeface="Meiryo UI" panose="020B0604030504040204" pitchFamily="50" charset="-128"/>
                          <a:ea typeface="Meiryo UI" panose="020B0604030504040204" pitchFamily="50" charset="-128"/>
                        </a:rPr>
                        <a:t>前モデルから</a:t>
                      </a:r>
                      <a:r>
                        <a:rPr kumimoji="1" lang="en-US" altLang="ja-JP" sz="1100">
                          <a:latin typeface="Meiryo UI" panose="020B0604030504040204" pitchFamily="50" charset="-128"/>
                          <a:ea typeface="Meiryo UI" panose="020B0604030504040204" pitchFamily="50" charset="-128"/>
                        </a:rPr>
                        <a:t>EM</a:t>
                      </a:r>
                      <a:r>
                        <a:rPr kumimoji="1" lang="ja-JP" altLang="en-US" sz="1100">
                          <a:latin typeface="Meiryo UI" panose="020B0604030504040204" pitchFamily="50" charset="-128"/>
                          <a:ea typeface="Meiryo UI" panose="020B0604030504040204" pitchFamily="50" charset="-128"/>
                        </a:rPr>
                        <a:t>規制に変更ない場合においても</a:t>
                      </a:r>
                      <a:r>
                        <a:rPr kumimoji="1" lang="en-US" altLang="ja-JP" sz="1100">
                          <a:latin typeface="Meiryo UI" panose="020B0604030504040204" pitchFamily="50" charset="-128"/>
                          <a:ea typeface="Meiryo UI" panose="020B0604030504040204" pitchFamily="50" charset="-128"/>
                        </a:rPr>
                        <a:t>F2</a:t>
                      </a:r>
                      <a:r>
                        <a:rPr kumimoji="1" lang="ja-JP" altLang="en-US" sz="1100">
                          <a:latin typeface="Meiryo UI" panose="020B0604030504040204" pitchFamily="50" charset="-128"/>
                          <a:ea typeface="Meiryo UI" panose="020B0604030504040204" pitchFamily="50" charset="-128"/>
                        </a:rPr>
                        <a:t>時点で</a:t>
                      </a:r>
                      <a:r>
                        <a:rPr kumimoji="1" lang="en-US" altLang="ja-JP" sz="1100">
                          <a:latin typeface="Meiryo UI" panose="020B0604030504040204" pitchFamily="50" charset="-128"/>
                          <a:ea typeface="Meiryo UI" panose="020B0604030504040204" pitchFamily="50" charset="-128"/>
                        </a:rPr>
                        <a:t>EM</a:t>
                      </a:r>
                      <a:r>
                        <a:rPr kumimoji="1" lang="ja-JP" altLang="en-US" sz="1100">
                          <a:latin typeface="Meiryo UI" panose="020B0604030504040204" pitchFamily="50" charset="-128"/>
                          <a:ea typeface="Meiryo UI" panose="020B0604030504040204" pitchFamily="50" charset="-128"/>
                        </a:rPr>
                        <a:t>検証は必ず行う。</a:t>
                      </a:r>
                    </a:p>
                  </a:txBody>
                  <a:tcPr/>
                </a:tc>
                <a:extLst>
                  <a:ext uri="{0D108BD9-81ED-4DB2-BD59-A6C34878D82A}">
                    <a16:rowId xmlns:a16="http://schemas.microsoft.com/office/drawing/2014/main" val="1184843031"/>
                  </a:ext>
                </a:extLst>
              </a:tr>
              <a:tr h="810650">
                <a:tc>
                  <a:txBody>
                    <a:bodyPr/>
                    <a:lstStyle/>
                    <a:p>
                      <a:r>
                        <a:rPr kumimoji="1" lang="en-US" altLang="ja-JP" sz="1100">
                          <a:latin typeface="Meiryo UI" panose="020B0604030504040204" pitchFamily="50" charset="-128"/>
                          <a:ea typeface="Meiryo UI" panose="020B0604030504040204" pitchFamily="50" charset="-128"/>
                        </a:rPr>
                        <a:t>3</a:t>
                      </a:r>
                      <a:endParaRPr kumimoji="1" lang="ja-JP" altLang="en-US" sz="1100">
                        <a:latin typeface="Meiryo UI" panose="020B0604030504040204" pitchFamily="50" charset="-128"/>
                        <a:ea typeface="Meiryo UI" panose="020B0604030504040204" pitchFamily="50" charset="-128"/>
                      </a:endParaRPr>
                    </a:p>
                  </a:txBody>
                  <a:tcPr/>
                </a:tc>
                <a:tc>
                  <a:txBody>
                    <a:bodyPr/>
                    <a:lstStyle/>
                    <a:p>
                      <a:r>
                        <a:rPr kumimoji="1" lang="en-US" altLang="ja-JP" sz="1100" err="1">
                          <a:latin typeface="Meiryo UI" panose="020B0604030504040204" pitchFamily="50" charset="-128"/>
                          <a:ea typeface="Meiryo UI" panose="020B0604030504040204" pitchFamily="50" charset="-128"/>
                        </a:rPr>
                        <a:t>Eng</a:t>
                      </a:r>
                      <a:r>
                        <a:rPr kumimoji="1" lang="en-US" altLang="ja-JP" sz="1100">
                          <a:latin typeface="Meiryo UI" panose="020B0604030504040204" pitchFamily="50" charset="-128"/>
                          <a:ea typeface="Meiryo UI" panose="020B0604030504040204" pitchFamily="50" charset="-128"/>
                        </a:rPr>
                        <a:t>, </a:t>
                      </a:r>
                      <a:r>
                        <a:rPr kumimoji="1" lang="ja-JP" altLang="en-US" sz="1100">
                          <a:latin typeface="Meiryo UI" panose="020B0604030504040204" pitchFamily="50" charset="-128"/>
                          <a:ea typeface="Meiryo UI" panose="020B0604030504040204" pitchFamily="50" charset="-128"/>
                        </a:rPr>
                        <a:t>車両 </a:t>
                      </a:r>
                      <a:r>
                        <a:rPr kumimoji="1" lang="en-US" altLang="ja-JP" sz="1100">
                          <a:latin typeface="Meiryo UI" panose="020B0604030504040204" pitchFamily="50" charset="-128"/>
                          <a:ea typeface="Meiryo UI" panose="020B0604030504040204" pitchFamily="50" charset="-128"/>
                        </a:rPr>
                        <a:t>HW fix</a:t>
                      </a:r>
                      <a:endParaRPr kumimoji="1" lang="ja-JP" altLang="en-US" sz="1100">
                        <a:latin typeface="Meiryo UI" panose="020B0604030504040204" pitchFamily="50" charset="-128"/>
                        <a:ea typeface="Meiryo UI" panose="020B0604030504040204" pitchFamily="50" charset="-128"/>
                      </a:endParaRPr>
                    </a:p>
                  </a:txBody>
                  <a:tcPr/>
                </a:tc>
                <a:tc>
                  <a:txBody>
                    <a:bodyPr/>
                    <a:lstStyle/>
                    <a:p>
                      <a:r>
                        <a:rPr kumimoji="1" lang="en-US" altLang="ja-JP" sz="1100">
                          <a:latin typeface="Meiryo UI" panose="020B0604030504040204" pitchFamily="50" charset="-128"/>
                          <a:ea typeface="Meiryo UI" panose="020B0604030504040204" pitchFamily="50" charset="-128"/>
                        </a:rPr>
                        <a:t>EFG5</a:t>
                      </a:r>
                      <a:r>
                        <a:rPr kumimoji="1" lang="ja-JP" altLang="en-US" sz="1100">
                          <a:latin typeface="Meiryo UI" panose="020B0604030504040204" pitchFamily="50" charset="-128"/>
                          <a:ea typeface="Meiryo UI" panose="020B0604030504040204" pitchFamily="50" charset="-128"/>
                        </a:rPr>
                        <a:t>相当</a:t>
                      </a:r>
                    </a:p>
                  </a:txBody>
                  <a:tcPr/>
                </a:tc>
                <a:tc>
                  <a:txBody>
                    <a:bodyPr/>
                    <a:lstStyle/>
                    <a:p>
                      <a:r>
                        <a:rPr kumimoji="1" lang="en-US" altLang="ja-JP" sz="1100">
                          <a:latin typeface="Meiryo UI" panose="020B0604030504040204" pitchFamily="50" charset="-128"/>
                          <a:ea typeface="Meiryo UI" panose="020B0604030504040204" pitchFamily="50" charset="-128"/>
                        </a:rPr>
                        <a:t>V1/V2</a:t>
                      </a:r>
                      <a:endParaRPr kumimoji="1" lang="ja-JP" altLang="en-US" sz="1100">
                        <a:latin typeface="Meiryo UI" panose="020B0604030504040204" pitchFamily="50" charset="-128"/>
                        <a:ea typeface="Meiryo UI" panose="020B0604030504040204" pitchFamily="50" charset="-128"/>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100" err="1">
                          <a:latin typeface="Meiryo UI" panose="020B0604030504040204" pitchFamily="50" charset="-128"/>
                          <a:ea typeface="Meiryo UI" panose="020B0604030504040204" pitchFamily="50" charset="-128"/>
                        </a:rPr>
                        <a:t>Eng</a:t>
                      </a:r>
                      <a:r>
                        <a:rPr kumimoji="1" lang="en-US" altLang="ja-JP" sz="1100">
                          <a:latin typeface="Meiryo UI" panose="020B0604030504040204" pitchFamily="50" charset="-128"/>
                          <a:ea typeface="Meiryo UI" panose="020B0604030504040204" pitchFamily="50" charset="-128"/>
                        </a:rPr>
                        <a:t>, </a:t>
                      </a:r>
                      <a:r>
                        <a:rPr kumimoji="1" lang="ja-JP" altLang="en-US" sz="1100">
                          <a:latin typeface="Meiryo UI" panose="020B0604030504040204" pitchFamily="50" charset="-128"/>
                          <a:ea typeface="Meiryo UI" panose="020B0604030504040204" pitchFamily="50" charset="-128"/>
                        </a:rPr>
                        <a:t>車両 </a:t>
                      </a:r>
                      <a:r>
                        <a:rPr kumimoji="1" lang="en-US" altLang="ja-JP" sz="1100">
                          <a:latin typeface="Meiryo UI" panose="020B0604030504040204" pitchFamily="50" charset="-128"/>
                          <a:ea typeface="Meiryo UI" panose="020B0604030504040204" pitchFamily="50" charset="-128"/>
                        </a:rPr>
                        <a:t>HW fix</a:t>
                      </a:r>
                      <a:r>
                        <a:rPr kumimoji="1" lang="ja-JP" altLang="en-US" sz="1100">
                          <a:latin typeface="Meiryo UI" panose="020B0604030504040204" pitchFamily="50" charset="-128"/>
                          <a:ea typeface="Meiryo UI" panose="020B0604030504040204" pitchFamily="50" charset="-128"/>
                        </a:rPr>
                        <a:t>のタイミングのため、既存</a:t>
                      </a:r>
                      <a:r>
                        <a:rPr kumimoji="1" lang="en-US" altLang="ja-JP" sz="1100">
                          <a:latin typeface="Meiryo UI" panose="020B0604030504040204" pitchFamily="50" charset="-128"/>
                          <a:ea typeface="Meiryo UI" panose="020B0604030504040204" pitchFamily="50" charset="-128"/>
                        </a:rPr>
                        <a:t>HW</a:t>
                      </a:r>
                      <a:r>
                        <a:rPr kumimoji="1" lang="ja-JP" altLang="en-US" sz="1100">
                          <a:latin typeface="Meiryo UI" panose="020B0604030504040204" pitchFamily="50" charset="-128"/>
                          <a:ea typeface="Meiryo UI" panose="020B0604030504040204" pitchFamily="50" charset="-128"/>
                        </a:rPr>
                        <a:t>で</a:t>
                      </a:r>
                      <a:r>
                        <a:rPr kumimoji="1" lang="en-US" altLang="ja-JP" sz="1100">
                          <a:latin typeface="Meiryo UI" panose="020B0604030504040204" pitchFamily="50" charset="-128"/>
                          <a:ea typeface="Meiryo UI" panose="020B0604030504040204" pitchFamily="50" charset="-128"/>
                        </a:rPr>
                        <a:t>EM ET</a:t>
                      </a:r>
                      <a:r>
                        <a:rPr kumimoji="1" lang="ja-JP" altLang="en-US" sz="1100">
                          <a:latin typeface="Meiryo UI" panose="020B0604030504040204" pitchFamily="50" charset="-128"/>
                          <a:ea typeface="Meiryo UI" panose="020B0604030504040204" pitchFamily="50" charset="-128"/>
                        </a:rPr>
                        <a:t>達成可能か、量産可能かの事前判断を行う。</a:t>
                      </a:r>
                      <a:endParaRPr kumimoji="1" lang="en-US" altLang="ja-JP" sz="1100">
                        <a:latin typeface="Meiryo UI" panose="020B0604030504040204" pitchFamily="50" charset="-128"/>
                        <a:ea typeface="Meiryo UI" panose="020B0604030504040204" pitchFamily="50" charset="-128"/>
                      </a:endParaRPr>
                    </a:p>
                  </a:txBody>
                  <a:tcPr/>
                </a:tc>
                <a:tc>
                  <a:txBody>
                    <a:bodyPr/>
                    <a:lstStyle/>
                    <a:p>
                      <a:r>
                        <a:rPr kumimoji="1" lang="ja-JP" altLang="en-US" sz="1100">
                          <a:latin typeface="Meiryo UI" panose="020B0604030504040204" pitchFamily="50" charset="-128"/>
                          <a:ea typeface="Meiryo UI" panose="020B0604030504040204" pitchFamily="50" charset="-128"/>
                        </a:rPr>
                        <a:t>基本的に以降の</a:t>
                      </a:r>
                      <a:r>
                        <a:rPr kumimoji="1" lang="en-US" altLang="ja-JP" sz="1100">
                          <a:latin typeface="Meiryo UI" panose="020B0604030504040204" pitchFamily="50" charset="-128"/>
                          <a:ea typeface="Meiryo UI" panose="020B0604030504040204" pitchFamily="50" charset="-128"/>
                        </a:rPr>
                        <a:t>HW</a:t>
                      </a:r>
                      <a:r>
                        <a:rPr kumimoji="1" lang="ja-JP" altLang="en-US" sz="1100">
                          <a:latin typeface="Meiryo UI" panose="020B0604030504040204" pitchFamily="50" charset="-128"/>
                          <a:ea typeface="Meiryo UI" panose="020B0604030504040204" pitchFamily="50" charset="-128"/>
                        </a:rPr>
                        <a:t>変更は不可。この時点で</a:t>
                      </a:r>
                      <a:r>
                        <a:rPr kumimoji="1" lang="en-US" altLang="ja-JP" sz="1100">
                          <a:latin typeface="Meiryo UI" panose="020B0604030504040204" pitchFamily="50" charset="-128"/>
                          <a:ea typeface="Meiryo UI" panose="020B0604030504040204" pitchFamily="50" charset="-128"/>
                        </a:rPr>
                        <a:t>RB-CRP</a:t>
                      </a:r>
                      <a:r>
                        <a:rPr kumimoji="1" lang="ja-JP" altLang="en-US" sz="1100">
                          <a:latin typeface="Meiryo UI" panose="020B0604030504040204" pitchFamily="50" charset="-128"/>
                          <a:ea typeface="Meiryo UI" panose="020B0604030504040204" pitchFamily="50" charset="-128"/>
                        </a:rPr>
                        <a:t>が達成見込みであることの確認が必要。</a:t>
                      </a:r>
                    </a:p>
                  </a:txBody>
                  <a:tcPr/>
                </a:tc>
                <a:extLst>
                  <a:ext uri="{0D108BD9-81ED-4DB2-BD59-A6C34878D82A}">
                    <a16:rowId xmlns:a16="http://schemas.microsoft.com/office/drawing/2014/main" val="3188641015"/>
                  </a:ext>
                </a:extLst>
              </a:tr>
              <a:tr h="568762">
                <a:tc>
                  <a:txBody>
                    <a:bodyPr/>
                    <a:lstStyle/>
                    <a:p>
                      <a:r>
                        <a:rPr kumimoji="1" lang="en-US" altLang="ja-JP" sz="1100">
                          <a:latin typeface="Meiryo UI" panose="020B0604030504040204" pitchFamily="50" charset="-128"/>
                          <a:ea typeface="Meiryo UI" panose="020B0604030504040204" pitchFamily="50" charset="-128"/>
                        </a:rPr>
                        <a:t>4</a:t>
                      </a:r>
                      <a:endParaRPr kumimoji="1" lang="ja-JP" altLang="en-US" sz="1100">
                        <a:latin typeface="Meiryo UI" panose="020B0604030504040204" pitchFamily="50" charset="-128"/>
                        <a:ea typeface="Meiryo UI" panose="020B0604030504040204" pitchFamily="50" charset="-128"/>
                      </a:endParaRPr>
                    </a:p>
                  </a:txBody>
                  <a:tcPr/>
                </a:tc>
                <a:tc>
                  <a:txBody>
                    <a:bodyPr/>
                    <a:lstStyle/>
                    <a:p>
                      <a:r>
                        <a:rPr kumimoji="1" lang="en-US" altLang="ja-JP" sz="1100">
                          <a:latin typeface="Meiryo UI" panose="020B0604030504040204" pitchFamily="50" charset="-128"/>
                          <a:ea typeface="Meiryo UI" panose="020B0604030504040204" pitchFamily="50" charset="-128"/>
                        </a:rPr>
                        <a:t>Emission data fix</a:t>
                      </a:r>
                      <a:endParaRPr kumimoji="1" lang="ja-JP" altLang="en-US" sz="1100">
                        <a:latin typeface="Meiryo UI" panose="020B0604030504040204" pitchFamily="50" charset="-128"/>
                        <a:ea typeface="Meiryo UI" panose="020B0604030504040204" pitchFamily="50" charset="-128"/>
                      </a:endParaRPr>
                    </a:p>
                  </a:txBody>
                  <a:tcPr/>
                </a:tc>
                <a:tc>
                  <a:txBody>
                    <a:bodyPr/>
                    <a:lstStyle/>
                    <a:p>
                      <a:r>
                        <a:rPr kumimoji="1" lang="en-US" altLang="ja-JP" sz="1100">
                          <a:latin typeface="Meiryo UI" panose="020B0604030504040204" pitchFamily="50" charset="-128"/>
                          <a:ea typeface="Meiryo UI" panose="020B0604030504040204" pitchFamily="50" charset="-128"/>
                        </a:rPr>
                        <a:t>CRP</a:t>
                      </a:r>
                      <a:endParaRPr kumimoji="1" lang="ja-JP" altLang="en-US" sz="1100">
                        <a:latin typeface="Meiryo UI" panose="020B0604030504040204" pitchFamily="50" charset="-128"/>
                        <a:ea typeface="Meiryo UI" panose="020B0604030504040204" pitchFamily="50" charset="-128"/>
                      </a:endParaRPr>
                    </a:p>
                  </a:txBody>
                  <a:tcPr/>
                </a:tc>
                <a:tc>
                  <a:txBody>
                    <a:bodyPr/>
                    <a:lstStyle/>
                    <a:p>
                      <a:r>
                        <a:rPr kumimoji="1" lang="en-US" altLang="ja-JP" sz="1100">
                          <a:latin typeface="Meiryo UI" panose="020B0604030504040204" pitchFamily="50" charset="-128"/>
                          <a:ea typeface="Meiryo UI" panose="020B0604030504040204" pitchFamily="50" charset="-128"/>
                        </a:rPr>
                        <a:t>V3</a:t>
                      </a:r>
                      <a:endParaRPr kumimoji="1" lang="ja-JP" altLang="en-US" sz="1100">
                        <a:latin typeface="Meiryo UI" panose="020B0604030504040204" pitchFamily="50" charset="-128"/>
                        <a:ea typeface="Meiryo UI" panose="020B0604030504040204" pitchFamily="50" charset="-128"/>
                      </a:endParaRPr>
                    </a:p>
                  </a:txBody>
                  <a:tcPr/>
                </a:tc>
                <a:tc>
                  <a:txBody>
                    <a:bodyPr/>
                    <a:lstStyle/>
                    <a:p>
                      <a:r>
                        <a:rPr kumimoji="1" lang="ja-JP" altLang="en-US" sz="1100">
                          <a:latin typeface="Meiryo UI" panose="020B0604030504040204" pitchFamily="50" charset="-128"/>
                          <a:ea typeface="Meiryo UI" panose="020B0604030504040204" pitchFamily="50" charset="-128"/>
                        </a:rPr>
                        <a:t>マスク発行にあたってのエミッション最終検証</a:t>
                      </a:r>
                    </a:p>
                  </a:txBody>
                  <a:tcPr/>
                </a:tc>
                <a:tc>
                  <a:txBody>
                    <a:bodyPr/>
                    <a:lstStyle/>
                    <a:p>
                      <a:endParaRPr kumimoji="1" lang="ja-JP" altLang="en-US" sz="1100">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3335029967"/>
                  </a:ext>
                </a:extLst>
              </a:tr>
            </a:tbl>
          </a:graphicData>
        </a:graphic>
      </p:graphicFrame>
      <p:pic>
        <p:nvPicPr>
          <p:cNvPr id="8" name="図 7">
            <a:extLst>
              <a:ext uri="{FF2B5EF4-FFF2-40B4-BE49-F238E27FC236}">
                <a16:creationId xmlns:a16="http://schemas.microsoft.com/office/drawing/2014/main" id="{589863F9-A110-02E3-55D9-0AFCA63FA365}"/>
              </a:ext>
            </a:extLst>
          </p:cNvPr>
          <p:cNvPicPr>
            <a:picLocks noChangeAspect="1"/>
          </p:cNvPicPr>
          <p:nvPr/>
        </p:nvPicPr>
        <p:blipFill>
          <a:blip r:embed="rId3"/>
          <a:stretch>
            <a:fillRect/>
          </a:stretch>
        </p:blipFill>
        <p:spPr>
          <a:xfrm>
            <a:off x="6170186" y="4962617"/>
            <a:ext cx="2829063" cy="1592442"/>
          </a:xfrm>
          <a:prstGeom prst="rect">
            <a:avLst/>
          </a:prstGeom>
        </p:spPr>
      </p:pic>
      <p:sp>
        <p:nvSpPr>
          <p:cNvPr id="9" name="Text Box 2">
            <a:extLst>
              <a:ext uri="{FF2B5EF4-FFF2-40B4-BE49-F238E27FC236}">
                <a16:creationId xmlns:a16="http://schemas.microsoft.com/office/drawing/2014/main" id="{FF9698DA-D9DF-82C4-1858-5D0EEBF242CC}"/>
              </a:ext>
            </a:extLst>
          </p:cNvPr>
          <p:cNvSpPr txBox="1">
            <a:spLocks noChangeArrowheads="1"/>
          </p:cNvSpPr>
          <p:nvPr/>
        </p:nvSpPr>
        <p:spPr bwMode="auto">
          <a:xfrm>
            <a:off x="6170187" y="2773746"/>
            <a:ext cx="2573764" cy="5231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457200" marR="0" lvl="0" indent="-457200" algn="l" defTabSz="914400" rtl="0" eaLnBrk="1" fontAlgn="base" latinLnBrk="0" hangingPunct="1">
              <a:lnSpc>
                <a:spcPct val="110000"/>
              </a:lnSpc>
              <a:spcBef>
                <a:spcPts val="300"/>
              </a:spcBef>
              <a:spcAft>
                <a:spcPct val="0"/>
              </a:spcAft>
              <a:buClrTx/>
              <a:buSzTx/>
              <a:buFontTx/>
              <a:buNone/>
              <a:tabLst/>
              <a:defRPr/>
            </a:pPr>
            <a:r>
              <a:rPr kumimoji="1" lang="en-US" altLang="ja-JP" sz="1100" i="0" u="sng" strike="noStrike" kern="1200" cap="none" spc="0" normalizeH="0" baseline="0" noProof="0">
                <a:ln>
                  <a:noFill/>
                </a:ln>
                <a:effectLst/>
                <a:uLnTx/>
                <a:uFillTx/>
                <a:latin typeface="Meiryo UI" panose="020B0604030504040204" pitchFamily="50" charset="-128"/>
                <a:ea typeface="Meiryo UI" panose="020B0604030504040204" pitchFamily="50" charset="-128"/>
              </a:rPr>
              <a:t>66VA PN GPF</a:t>
            </a:r>
            <a:r>
              <a:rPr kumimoji="1" lang="ja-JP" altLang="en-US" sz="1100" i="0" u="sng" strike="noStrike" kern="1200" cap="none" spc="0" normalizeH="0" baseline="0" noProof="0">
                <a:ln>
                  <a:noFill/>
                </a:ln>
                <a:effectLst/>
                <a:uLnTx/>
                <a:uFillTx/>
                <a:latin typeface="Meiryo UI" panose="020B0604030504040204" pitchFamily="50" charset="-128"/>
                <a:ea typeface="Meiryo UI" panose="020B0604030504040204" pitchFamily="50" charset="-128"/>
              </a:rPr>
              <a:t>変更 </a:t>
            </a:r>
            <a:r>
              <a:rPr kumimoji="1" lang="en-US" altLang="ja-JP" sz="1100" i="0" u="sng" strike="noStrike" kern="1200" cap="none" spc="0" normalizeH="0" baseline="0" noProof="0">
                <a:ln>
                  <a:noFill/>
                </a:ln>
                <a:effectLst/>
                <a:uLnTx/>
                <a:uFillTx/>
                <a:latin typeface="Meiryo UI" panose="020B0604030504040204" pitchFamily="50" charset="-128"/>
                <a:ea typeface="Meiryo UI" panose="020B0604030504040204" pitchFamily="50" charset="-128"/>
              </a:rPr>
              <a:t>Lessons Learned</a:t>
            </a:r>
            <a:endParaRPr lang="en-US" altLang="ja-JP" sz="1050">
              <a:latin typeface="Meiryo UI" panose="020B0604030504040204" pitchFamily="50" charset="-128"/>
              <a:ea typeface="Meiryo UI" panose="020B0604030504040204" pitchFamily="50" charset="-128"/>
            </a:endParaRPr>
          </a:p>
          <a:p>
            <a:pPr marL="180612" lvl="1" indent="0" algn="l" eaLnBrk="1" hangingPunct="1">
              <a:lnSpc>
                <a:spcPct val="110000"/>
              </a:lnSpc>
              <a:spcBef>
                <a:spcPts val="600"/>
              </a:spcBef>
              <a:defRPr/>
            </a:pPr>
            <a:endParaRPr lang="en-US" altLang="ja-JP" sz="105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3725216009"/>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2">
            <a:extLst>
              <a:ext uri="{FF2B5EF4-FFF2-40B4-BE49-F238E27FC236}">
                <a16:creationId xmlns:a16="http://schemas.microsoft.com/office/drawing/2014/main" id="{FEB6CBC1-D914-A3C4-613A-F64584AE9365}"/>
              </a:ext>
            </a:extLst>
          </p:cNvPr>
          <p:cNvSpPr txBox="1">
            <a:spLocks noChangeArrowheads="1"/>
          </p:cNvSpPr>
          <p:nvPr/>
        </p:nvSpPr>
        <p:spPr bwMode="auto">
          <a:xfrm>
            <a:off x="1331123" y="890588"/>
            <a:ext cx="6669881"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ctr" eaLnBrk="1" fontAlgn="base" hangingPunct="1">
              <a:spcBef>
                <a:spcPct val="0"/>
              </a:spcBef>
              <a:spcAft>
                <a:spcPct val="0"/>
              </a:spcAft>
              <a:defRPr/>
            </a:pPr>
            <a:r>
              <a:rPr lang="en-US" altLang="ja-JP" sz="1500">
                <a:solidFill>
                  <a:srgbClr val="FFFFFF"/>
                </a:solidFill>
                <a:latin typeface="Meiryo UI" panose="020B0604030504040204" pitchFamily="50" charset="-128"/>
                <a:ea typeface="Meiryo UI" panose="020B0604030504040204" pitchFamily="50" charset="-128"/>
                <a:cs typeface="Arial" pitchFamily="34" charset="0"/>
              </a:rPr>
              <a:t>22. Development schedule</a:t>
            </a:r>
            <a:endParaRPr lang="en-US" altLang="ja-JP" sz="825">
              <a:solidFill>
                <a:srgbClr val="FFFFFF"/>
              </a:solidFill>
              <a:latin typeface="HGPｺﾞｼｯｸE" pitchFamily="50" charset="-128"/>
              <a:ea typeface="HGPｺﾞｼｯｸE" pitchFamily="50" charset="-128"/>
              <a:cs typeface="Arial" pitchFamily="34" charset="0"/>
            </a:endParaRPr>
          </a:p>
        </p:txBody>
      </p:sp>
      <p:graphicFrame>
        <p:nvGraphicFramePr>
          <p:cNvPr id="6" name="表 6">
            <a:extLst>
              <a:ext uri="{FF2B5EF4-FFF2-40B4-BE49-F238E27FC236}">
                <a16:creationId xmlns:a16="http://schemas.microsoft.com/office/drawing/2014/main" id="{46825876-E27B-ACAB-0927-9608100507A4}"/>
              </a:ext>
            </a:extLst>
          </p:cNvPr>
          <p:cNvGraphicFramePr>
            <a:graphicFrameLocks noGrp="1"/>
          </p:cNvGraphicFramePr>
          <p:nvPr/>
        </p:nvGraphicFramePr>
        <p:xfrm>
          <a:off x="147202" y="2894674"/>
          <a:ext cx="5878233" cy="3695700"/>
        </p:xfrm>
        <a:graphic>
          <a:graphicData uri="http://schemas.openxmlformats.org/drawingml/2006/table">
            <a:tbl>
              <a:tblPr firstRow="1" bandRow="1">
                <a:tableStyleId>{93296810-A885-4BE3-A3E7-6D5BEEA58F35}</a:tableStyleId>
              </a:tblPr>
              <a:tblGrid>
                <a:gridCol w="220394">
                  <a:extLst>
                    <a:ext uri="{9D8B030D-6E8A-4147-A177-3AD203B41FA5}">
                      <a16:colId xmlns:a16="http://schemas.microsoft.com/office/drawing/2014/main" val="4022077070"/>
                    </a:ext>
                  </a:extLst>
                </a:gridCol>
                <a:gridCol w="896166">
                  <a:extLst>
                    <a:ext uri="{9D8B030D-6E8A-4147-A177-3AD203B41FA5}">
                      <a16:colId xmlns:a16="http://schemas.microsoft.com/office/drawing/2014/main" val="2859626279"/>
                    </a:ext>
                  </a:extLst>
                </a:gridCol>
                <a:gridCol w="845057">
                  <a:extLst>
                    <a:ext uri="{9D8B030D-6E8A-4147-A177-3AD203B41FA5}">
                      <a16:colId xmlns:a16="http://schemas.microsoft.com/office/drawing/2014/main" val="3244604716"/>
                    </a:ext>
                  </a:extLst>
                </a:gridCol>
                <a:gridCol w="702980">
                  <a:extLst>
                    <a:ext uri="{9D8B030D-6E8A-4147-A177-3AD203B41FA5}">
                      <a16:colId xmlns:a16="http://schemas.microsoft.com/office/drawing/2014/main" val="3795177726"/>
                    </a:ext>
                  </a:extLst>
                </a:gridCol>
                <a:gridCol w="1606818">
                  <a:extLst>
                    <a:ext uri="{9D8B030D-6E8A-4147-A177-3AD203B41FA5}">
                      <a16:colId xmlns:a16="http://schemas.microsoft.com/office/drawing/2014/main" val="3675534990"/>
                    </a:ext>
                  </a:extLst>
                </a:gridCol>
                <a:gridCol w="1606818">
                  <a:extLst>
                    <a:ext uri="{9D8B030D-6E8A-4147-A177-3AD203B41FA5}">
                      <a16:colId xmlns:a16="http://schemas.microsoft.com/office/drawing/2014/main" val="3265794884"/>
                    </a:ext>
                  </a:extLst>
                </a:gridCol>
              </a:tblGrid>
              <a:tr h="338065">
                <a:tc>
                  <a:txBody>
                    <a:bodyPr/>
                    <a:lstStyle/>
                    <a:p>
                      <a:endParaRPr kumimoji="1" lang="ja-JP" altLang="en-US" sz="1000" dirty="0">
                        <a:latin typeface="Arial" panose="020B0604020202020204" pitchFamily="34" charset="0"/>
                        <a:ea typeface="Meiryo UI" panose="020B0604030504040204" pitchFamily="50" charset="-128"/>
                        <a:cs typeface="Arial" panose="020B0604020202020204" pitchFamily="34" charset="0"/>
                      </a:endParaRPr>
                    </a:p>
                  </a:txBody>
                  <a:tcPr marL="68580" marR="68580" marT="34290" marB="34290"/>
                </a:tc>
                <a:tc>
                  <a:txBody>
                    <a:bodyPr/>
                    <a:lstStyle/>
                    <a:p>
                      <a:pPr algn="ctr"/>
                      <a:r>
                        <a:rPr kumimoji="1" lang="en-US" altLang="ja-JP" sz="1000">
                          <a:latin typeface="Arial" panose="020B0604020202020204" pitchFamily="34" charset="0"/>
                          <a:ea typeface="Meiryo UI" panose="020B0604030504040204" pitchFamily="50" charset="-128"/>
                          <a:cs typeface="Arial" panose="020B0604020202020204" pitchFamily="34" charset="0"/>
                        </a:rPr>
                        <a:t>Item</a:t>
                      </a:r>
                      <a:endParaRPr kumimoji="1" lang="ja-JP" altLang="en-US" sz="1000">
                        <a:latin typeface="Arial" panose="020B0604020202020204" pitchFamily="34" charset="0"/>
                        <a:ea typeface="Meiryo UI" panose="020B0604030504040204" pitchFamily="50" charset="-128"/>
                        <a:cs typeface="Arial" panose="020B0604020202020204" pitchFamily="34" charset="0"/>
                      </a:endParaRPr>
                    </a:p>
                  </a:txBody>
                  <a:tcPr marL="68580" marR="68580" marT="34290" marB="34290" anchor="ctr"/>
                </a:tc>
                <a:tc>
                  <a:txBody>
                    <a:bodyPr/>
                    <a:lstStyle/>
                    <a:p>
                      <a:pPr algn="ctr"/>
                      <a:r>
                        <a:rPr kumimoji="1" lang="en-US" altLang="ja-JP" sz="1000">
                          <a:latin typeface="Arial" panose="020B0604020202020204" pitchFamily="34" charset="0"/>
                          <a:ea typeface="Meiryo UI" panose="020B0604030504040204" pitchFamily="50" charset="-128"/>
                          <a:cs typeface="Arial" panose="020B0604020202020204" pitchFamily="34" charset="0"/>
                        </a:rPr>
                        <a:t>Bosch event</a:t>
                      </a:r>
                      <a:endParaRPr kumimoji="1" lang="ja-JP" altLang="en-US" sz="1000">
                        <a:latin typeface="Arial" panose="020B0604020202020204" pitchFamily="34" charset="0"/>
                        <a:ea typeface="Meiryo UI" panose="020B0604030504040204" pitchFamily="50" charset="-128"/>
                        <a:cs typeface="Arial" panose="020B0604020202020204" pitchFamily="34" charset="0"/>
                      </a:endParaRPr>
                    </a:p>
                  </a:txBody>
                  <a:tcPr marL="68580" marR="68580" marT="34290" marB="34290" anchor="ctr"/>
                </a:tc>
                <a:tc>
                  <a:txBody>
                    <a:bodyPr/>
                    <a:lstStyle/>
                    <a:p>
                      <a:pPr algn="ctr"/>
                      <a:r>
                        <a:rPr kumimoji="1" lang="en-US" altLang="ja-JP" sz="1000">
                          <a:latin typeface="Arial" panose="020B0604020202020204" pitchFamily="34" charset="0"/>
                          <a:ea typeface="Meiryo UI" panose="020B0604030504040204" pitchFamily="50" charset="-128"/>
                          <a:cs typeface="Arial" panose="020B0604020202020204" pitchFamily="34" charset="0"/>
                        </a:rPr>
                        <a:t>Honda event</a:t>
                      </a:r>
                      <a:endParaRPr kumimoji="1" lang="ja-JP" altLang="en-US" sz="1000">
                        <a:latin typeface="Arial" panose="020B0604020202020204" pitchFamily="34" charset="0"/>
                        <a:ea typeface="Meiryo UI" panose="020B0604030504040204" pitchFamily="50" charset="-128"/>
                        <a:cs typeface="Arial" panose="020B0604020202020204" pitchFamily="34" charset="0"/>
                      </a:endParaRPr>
                    </a:p>
                  </a:txBody>
                  <a:tcPr marL="68580" marR="68580" marT="34290" marB="34290" anchor="ctr"/>
                </a:tc>
                <a:tc>
                  <a:txBody>
                    <a:bodyPr/>
                    <a:lstStyle/>
                    <a:p>
                      <a:pPr algn="ctr"/>
                      <a:r>
                        <a:rPr kumimoji="1" lang="en-US" altLang="ja-JP" sz="1000">
                          <a:latin typeface="Arial" panose="020B0604020202020204" pitchFamily="34" charset="0"/>
                          <a:ea typeface="Meiryo UI" panose="020B0604030504040204" pitchFamily="50" charset="-128"/>
                          <a:cs typeface="Arial" panose="020B0604020202020204" pitchFamily="34" charset="0"/>
                        </a:rPr>
                        <a:t>Purpose</a:t>
                      </a:r>
                      <a:endParaRPr kumimoji="1" lang="ja-JP" altLang="en-US" sz="1000">
                        <a:latin typeface="Arial" panose="020B0604020202020204" pitchFamily="34" charset="0"/>
                        <a:ea typeface="Meiryo UI" panose="020B0604030504040204" pitchFamily="50" charset="-128"/>
                        <a:cs typeface="Arial" panose="020B0604020202020204" pitchFamily="34" charset="0"/>
                      </a:endParaRPr>
                    </a:p>
                  </a:txBody>
                  <a:tcPr marL="68580" marR="68580" marT="34290" marB="34290" anchor="ctr"/>
                </a:tc>
                <a:tc>
                  <a:txBody>
                    <a:bodyPr/>
                    <a:lstStyle/>
                    <a:p>
                      <a:pPr algn="ctr"/>
                      <a:r>
                        <a:rPr kumimoji="1" lang="en-US" altLang="ja-JP" sz="1000">
                          <a:latin typeface="Arial" panose="020B0604020202020204" pitchFamily="34" charset="0"/>
                          <a:ea typeface="Meiryo UI" panose="020B0604030504040204" pitchFamily="50" charset="-128"/>
                          <a:cs typeface="Arial" panose="020B0604020202020204" pitchFamily="34" charset="0"/>
                        </a:rPr>
                        <a:t>Remarks</a:t>
                      </a:r>
                      <a:endParaRPr kumimoji="1" lang="ja-JP" altLang="en-US" sz="1000">
                        <a:latin typeface="Arial" panose="020B0604020202020204" pitchFamily="34" charset="0"/>
                        <a:ea typeface="Meiryo UI" panose="020B0604030504040204" pitchFamily="50" charset="-128"/>
                        <a:cs typeface="Arial" panose="020B0604020202020204" pitchFamily="34" charset="0"/>
                      </a:endParaRPr>
                    </a:p>
                  </a:txBody>
                  <a:tcPr marL="68580" marR="68580" marT="34290" marB="34290" anchor="ctr"/>
                </a:tc>
                <a:extLst>
                  <a:ext uri="{0D108BD9-81ED-4DB2-BD59-A6C34878D82A}">
                    <a16:rowId xmlns:a16="http://schemas.microsoft.com/office/drawing/2014/main" val="2697966254"/>
                  </a:ext>
                </a:extLst>
              </a:tr>
              <a:tr h="639535">
                <a:tc>
                  <a:txBody>
                    <a:bodyPr/>
                    <a:lstStyle/>
                    <a:p>
                      <a:r>
                        <a:rPr kumimoji="1" lang="en-US" altLang="ja-JP" sz="1000">
                          <a:latin typeface="Arial" panose="020B0604020202020204" pitchFamily="34" charset="0"/>
                          <a:ea typeface="Meiryo UI" panose="020B0604030504040204" pitchFamily="50" charset="-128"/>
                          <a:cs typeface="Arial" panose="020B0604020202020204" pitchFamily="34" charset="0"/>
                        </a:rPr>
                        <a:t>1</a:t>
                      </a:r>
                      <a:endParaRPr kumimoji="1" lang="ja-JP" altLang="en-US" sz="1000">
                        <a:latin typeface="Arial" panose="020B0604020202020204" pitchFamily="34" charset="0"/>
                        <a:ea typeface="Meiryo UI" panose="020B0604030504040204" pitchFamily="50" charset="-128"/>
                        <a:cs typeface="Arial" panose="020B0604020202020204" pitchFamily="34" charset="0"/>
                      </a:endParaRPr>
                    </a:p>
                  </a:txBody>
                  <a:tcPr marL="68580" marR="68580" marT="34290" marB="34290"/>
                </a:tc>
                <a:tc>
                  <a:txBody>
                    <a:bodyPr/>
                    <a:lstStyle/>
                    <a:p>
                      <a:r>
                        <a:rPr kumimoji="1" lang="en-US" altLang="ja-JP" sz="1000">
                          <a:latin typeface="Arial" panose="020B0604020202020204" pitchFamily="34" charset="0"/>
                          <a:ea typeface="Meiryo UI" panose="020B0604030504040204" pitchFamily="50" charset="-128"/>
                          <a:cs typeface="Arial" panose="020B0604020202020204" pitchFamily="34" charset="0"/>
                        </a:rPr>
                        <a:t>HW Feasibility</a:t>
                      </a:r>
                    </a:p>
                    <a:p>
                      <a:r>
                        <a:rPr kumimoji="1" lang="en-US" altLang="ja-JP" sz="1000">
                          <a:latin typeface="Arial" panose="020B0604020202020204" pitchFamily="34" charset="0"/>
                          <a:ea typeface="Meiryo UI" panose="020B0604030504040204" pitchFamily="50" charset="-128"/>
                          <a:cs typeface="Arial" panose="020B0604020202020204" pitchFamily="34" charset="0"/>
                        </a:rPr>
                        <a:t>Advance-verification </a:t>
                      </a:r>
                      <a:endParaRPr kumimoji="1" lang="ja-JP" altLang="en-US" sz="1000">
                        <a:latin typeface="Arial" panose="020B0604020202020204" pitchFamily="34" charset="0"/>
                        <a:ea typeface="Meiryo UI" panose="020B0604030504040204" pitchFamily="50" charset="-128"/>
                        <a:cs typeface="Arial" panose="020B0604020202020204" pitchFamily="34" charset="0"/>
                      </a:endParaRPr>
                    </a:p>
                  </a:txBody>
                  <a:tcPr marL="68580" marR="68580" marT="34290" marB="3429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a:latin typeface="Arial" panose="020B0604020202020204" pitchFamily="34" charset="0"/>
                          <a:ea typeface="Meiryo UI" panose="020B0604030504040204" pitchFamily="50" charset="-128"/>
                          <a:cs typeface="Arial" panose="020B0604020202020204" pitchFamily="34" charset="0"/>
                        </a:rPr>
                        <a:t>PFA</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a:latin typeface="Arial" panose="020B0604020202020204" pitchFamily="34" charset="0"/>
                          <a:ea typeface="Meiryo UI" panose="020B0604030504040204" pitchFamily="50" charset="-128"/>
                          <a:cs typeface="Arial" panose="020B0604020202020204" pitchFamily="34" charset="0"/>
                        </a:rPr>
                        <a:t>(prior to SoW submission)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000">
                        <a:solidFill>
                          <a:schemeClr val="tx1"/>
                        </a:solidFill>
                        <a:latin typeface="Arial" panose="020B0604020202020204" pitchFamily="34" charset="0"/>
                        <a:ea typeface="Meiryo UI" panose="020B0604030504040204" pitchFamily="50" charset="-128"/>
                        <a:cs typeface="Arial" panose="020B0604020202020204" pitchFamily="34" charset="0"/>
                      </a:endParaRPr>
                    </a:p>
                  </a:txBody>
                  <a:tcPr marL="68580" marR="68580" marT="34290" marB="34290"/>
                </a:tc>
                <a:tc>
                  <a:txBody>
                    <a:bodyPr/>
                    <a:lstStyle/>
                    <a:p>
                      <a:r>
                        <a:rPr kumimoji="1" lang="en-US" altLang="ja-JP" sz="1000" err="1">
                          <a:latin typeface="Arial" panose="020B0604020202020204" pitchFamily="34" charset="0"/>
                          <a:ea typeface="Meiryo UI" panose="020B0604030504040204" pitchFamily="50" charset="-128"/>
                          <a:cs typeface="Arial" panose="020B0604020202020204" pitchFamily="34" charset="0"/>
                        </a:rPr>
                        <a:t>KoM</a:t>
                      </a:r>
                      <a:r>
                        <a:rPr kumimoji="1" lang="en-US" altLang="ja-JP" sz="1000">
                          <a:latin typeface="Arial" panose="020B0604020202020204" pitchFamily="34" charset="0"/>
                          <a:ea typeface="Meiryo UI" panose="020B0604030504040204" pitchFamily="50" charset="-128"/>
                          <a:cs typeface="Arial" panose="020B0604020202020204" pitchFamily="34" charset="0"/>
                        </a:rPr>
                        <a:t>-Contract</a:t>
                      </a:r>
                      <a:endParaRPr kumimoji="1" lang="ja-JP" altLang="en-US" sz="1000">
                        <a:latin typeface="Arial" panose="020B0604020202020204" pitchFamily="34" charset="0"/>
                        <a:ea typeface="Meiryo UI" panose="020B0604030504040204" pitchFamily="50" charset="-128"/>
                        <a:cs typeface="Arial" panose="020B0604020202020204" pitchFamily="34" charset="0"/>
                      </a:endParaRPr>
                    </a:p>
                  </a:txBody>
                  <a:tcPr marL="68580" marR="68580" marT="34290" marB="34290"/>
                </a:tc>
                <a:tc>
                  <a:txBody>
                    <a:bodyPr/>
                    <a:lstStyle/>
                    <a:p>
                      <a:r>
                        <a:rPr kumimoji="1" lang="en-US" altLang="ja-JP" sz="1000" dirty="0">
                          <a:latin typeface="Arial" panose="020B0604020202020204" pitchFamily="34" charset="0"/>
                          <a:ea typeface="Meiryo UI" panose="020B0604030504040204" pitchFamily="50" charset="-128"/>
                          <a:cs typeface="Arial" panose="020B0604020202020204" pitchFamily="34" charset="0"/>
                        </a:rPr>
                        <a:t>Advance-confirmation of whether the Engine HW can satisfy the EM regulation values (ET)
(e.g. CAT precious metal, GPF filtration ratio).</a:t>
                      </a:r>
                      <a:endParaRPr kumimoji="1" lang="ja-JP" altLang="en-US" sz="1000" dirty="0">
                        <a:latin typeface="Arial" panose="020B0604020202020204" pitchFamily="34" charset="0"/>
                        <a:ea typeface="Meiryo UI" panose="020B0604030504040204" pitchFamily="50" charset="-128"/>
                        <a:cs typeface="Arial" panose="020B0604020202020204" pitchFamily="34" charset="0"/>
                      </a:endParaRPr>
                    </a:p>
                  </a:txBody>
                  <a:tcPr marL="68580" marR="68580" marT="34290" marB="3429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a:latin typeface="Arial" panose="020B0604020202020204" pitchFamily="34" charset="0"/>
                          <a:ea typeface="Meiryo UI" panose="020B0604030504040204" pitchFamily="50" charset="-128"/>
                          <a:cs typeface="Arial" panose="020B0604020202020204" pitchFamily="34" charset="0"/>
                        </a:rPr>
                        <a:t>If PFA verification result is failed, SoW submission (contract) is impossible. In that case improvement on </a:t>
                      </a:r>
                      <a:r>
                        <a:rPr kumimoji="1" lang="en-US" altLang="ja-JP" sz="1000">
                          <a:solidFill>
                            <a:schemeClr val="tx1"/>
                          </a:solidFill>
                          <a:latin typeface="Arial" panose="020B0604020202020204" pitchFamily="34" charset="0"/>
                          <a:ea typeface="Meiryo UI" panose="020B0604030504040204" pitchFamily="50" charset="-128"/>
                          <a:cs typeface="Arial" panose="020B0604020202020204" pitchFamily="34" charset="0"/>
                        </a:rPr>
                        <a:t>the target HW is n</a:t>
                      </a:r>
                      <a:r>
                        <a:rPr kumimoji="1" lang="en-US" altLang="ja-JP" sz="1000">
                          <a:latin typeface="Arial" panose="020B0604020202020204" pitchFamily="34" charset="0"/>
                          <a:ea typeface="Meiryo UI" panose="020B0604030504040204" pitchFamily="50" charset="-128"/>
                          <a:cs typeface="Arial" panose="020B0604020202020204" pitchFamily="34" charset="0"/>
                        </a:rPr>
                        <a:t>eeded.</a:t>
                      </a:r>
                    </a:p>
                  </a:txBody>
                  <a:tcPr marL="68580" marR="68580" marT="34290" marB="34290"/>
                </a:tc>
                <a:extLst>
                  <a:ext uri="{0D108BD9-81ED-4DB2-BD59-A6C34878D82A}">
                    <a16:rowId xmlns:a16="http://schemas.microsoft.com/office/drawing/2014/main" val="3701136452"/>
                  </a:ext>
                </a:extLst>
              </a:tr>
              <a:tr h="555857">
                <a:tc>
                  <a:txBody>
                    <a:bodyPr/>
                    <a:lstStyle/>
                    <a:p>
                      <a:r>
                        <a:rPr kumimoji="1" lang="en-US" altLang="ja-JP" sz="1000">
                          <a:latin typeface="Arial" panose="020B0604020202020204" pitchFamily="34" charset="0"/>
                          <a:ea typeface="Meiryo UI" panose="020B0604030504040204" pitchFamily="50" charset="-128"/>
                          <a:cs typeface="Arial" panose="020B0604020202020204" pitchFamily="34" charset="0"/>
                        </a:rPr>
                        <a:t>2</a:t>
                      </a:r>
                      <a:endParaRPr kumimoji="1" lang="ja-JP" altLang="en-US" sz="1000">
                        <a:latin typeface="Arial" panose="020B0604020202020204" pitchFamily="34" charset="0"/>
                        <a:ea typeface="Meiryo UI" panose="020B0604030504040204" pitchFamily="50" charset="-128"/>
                        <a:cs typeface="Arial" panose="020B0604020202020204" pitchFamily="34" charset="0"/>
                      </a:endParaRPr>
                    </a:p>
                  </a:txBody>
                  <a:tcPr marL="68580" marR="68580" marT="34290" marB="3429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a:latin typeface="Arial" panose="020B0604020202020204" pitchFamily="34" charset="0"/>
                          <a:ea typeface="Meiryo UI" panose="020B0604030504040204" pitchFamily="50" charset="-128"/>
                          <a:cs typeface="Arial" panose="020B0604020202020204" pitchFamily="34" charset="0"/>
                        </a:rPr>
                        <a:t>HW Feasibility</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a:latin typeface="Arial" panose="020B0604020202020204" pitchFamily="34" charset="0"/>
                          <a:ea typeface="Meiryo UI" panose="020B0604030504040204" pitchFamily="50" charset="-128"/>
                          <a:cs typeface="Arial" panose="020B0604020202020204" pitchFamily="34" charset="0"/>
                        </a:rPr>
                        <a:t> Verification </a:t>
                      </a:r>
                      <a:endParaRPr kumimoji="1" lang="ja-JP" altLang="en-US" sz="1000">
                        <a:latin typeface="Arial" panose="020B0604020202020204" pitchFamily="34" charset="0"/>
                        <a:ea typeface="Meiryo UI" panose="020B0604030504040204" pitchFamily="50" charset="-128"/>
                        <a:cs typeface="Arial" panose="020B0604020202020204" pitchFamily="34" charset="0"/>
                      </a:endParaRPr>
                    </a:p>
                  </a:txBody>
                  <a:tcPr marL="68580" marR="68580" marT="34290" marB="34290"/>
                </a:tc>
                <a:tc>
                  <a:txBody>
                    <a:bodyPr/>
                    <a:lstStyle/>
                    <a:p>
                      <a:r>
                        <a:rPr kumimoji="1" lang="en-US" altLang="ja-JP" sz="1000">
                          <a:latin typeface="Arial" panose="020B0604020202020204" pitchFamily="34" charset="0"/>
                          <a:ea typeface="Meiryo UI" panose="020B0604030504040204" pitchFamily="50" charset="-128"/>
                          <a:cs typeface="Arial" panose="020B0604020202020204" pitchFamily="34" charset="0"/>
                        </a:rPr>
                        <a:t>EFG4</a:t>
                      </a:r>
                      <a:endParaRPr kumimoji="1" lang="ja-JP" altLang="en-US" sz="1000">
                        <a:latin typeface="Arial" panose="020B0604020202020204" pitchFamily="34" charset="0"/>
                        <a:ea typeface="Meiryo UI" panose="020B0604030504040204" pitchFamily="50" charset="-128"/>
                        <a:cs typeface="Arial" panose="020B0604020202020204" pitchFamily="34" charset="0"/>
                      </a:endParaRPr>
                    </a:p>
                  </a:txBody>
                  <a:tcPr marL="68580" marR="68580" marT="34290" marB="34290"/>
                </a:tc>
                <a:tc>
                  <a:txBody>
                    <a:bodyPr/>
                    <a:lstStyle/>
                    <a:p>
                      <a:r>
                        <a:rPr kumimoji="1" lang="en-US" altLang="ja-JP" sz="1000">
                          <a:latin typeface="Arial" panose="020B0604020202020204" pitchFamily="34" charset="0"/>
                          <a:ea typeface="Meiryo UI" panose="020B0604030504040204" pitchFamily="50" charset="-128"/>
                          <a:cs typeface="Arial" panose="020B0604020202020204" pitchFamily="34" charset="0"/>
                        </a:rPr>
                        <a:t>F2</a:t>
                      </a:r>
                      <a:endParaRPr kumimoji="1" lang="ja-JP" altLang="en-US" sz="1000">
                        <a:latin typeface="Arial" panose="020B0604020202020204" pitchFamily="34" charset="0"/>
                        <a:ea typeface="Meiryo UI" panose="020B0604030504040204" pitchFamily="50" charset="-128"/>
                        <a:cs typeface="Arial" panose="020B0604020202020204" pitchFamily="34" charset="0"/>
                      </a:endParaRPr>
                    </a:p>
                  </a:txBody>
                  <a:tcPr marL="68580" marR="68580" marT="34290" marB="34290"/>
                </a:tc>
                <a:tc>
                  <a:txBody>
                    <a:bodyPr/>
                    <a:lstStyle/>
                    <a:p>
                      <a:r>
                        <a:rPr kumimoji="1" lang="en-US" altLang="ja-JP" sz="1000">
                          <a:latin typeface="Arial" panose="020B0604020202020204" pitchFamily="34" charset="0"/>
                          <a:ea typeface="Meiryo UI" panose="020B0604030504040204" pitchFamily="50" charset="-128"/>
                          <a:cs typeface="Arial" panose="020B0604020202020204" pitchFamily="34" charset="0"/>
                        </a:rPr>
                        <a:t>Confirmation of the HW feasibility by conducting EM measurement on the vehicle after ETB calibration.</a:t>
                      </a:r>
                      <a:endParaRPr kumimoji="1" lang="ja-JP" altLang="en-US" sz="1000">
                        <a:latin typeface="Arial" panose="020B0604020202020204" pitchFamily="34" charset="0"/>
                        <a:ea typeface="Meiryo UI" panose="020B0604030504040204" pitchFamily="50" charset="-128"/>
                        <a:cs typeface="Arial" panose="020B0604020202020204" pitchFamily="34" charset="0"/>
                      </a:endParaRPr>
                    </a:p>
                  </a:txBody>
                  <a:tcPr marL="68580" marR="68580" marT="34290" marB="34290"/>
                </a:tc>
                <a:tc>
                  <a:txBody>
                    <a:bodyPr/>
                    <a:lstStyle/>
                    <a:p>
                      <a:r>
                        <a:rPr kumimoji="1" lang="en-US" altLang="ja-JP" sz="1000">
                          <a:latin typeface="Arial" panose="020B0604020202020204" pitchFamily="34" charset="0"/>
                          <a:ea typeface="Meiryo UI" panose="020B0604030504040204" pitchFamily="50" charset="-128"/>
                          <a:cs typeface="Arial" panose="020B0604020202020204" pitchFamily="34" charset="0"/>
                        </a:rPr>
                        <a:t>EM verification shall be conducted </a:t>
                      </a:r>
                      <a:r>
                        <a:rPr kumimoji="1" lang="en-US" altLang="ja-JP" sz="1000">
                          <a:solidFill>
                            <a:schemeClr val="tx1"/>
                          </a:solidFill>
                          <a:latin typeface="Arial" panose="020B0604020202020204" pitchFamily="34" charset="0"/>
                          <a:ea typeface="Meiryo UI" panose="020B0604030504040204" pitchFamily="50" charset="-128"/>
                          <a:cs typeface="Arial" panose="020B0604020202020204" pitchFamily="34" charset="0"/>
                        </a:rPr>
                        <a:t>at F2 </a:t>
                      </a:r>
                      <a:r>
                        <a:rPr kumimoji="1" lang="en-US" altLang="ja-JP" sz="1000">
                          <a:latin typeface="Arial" panose="020B0604020202020204" pitchFamily="34" charset="0"/>
                          <a:ea typeface="Meiryo UI" panose="020B0604030504040204" pitchFamily="50" charset="-128"/>
                          <a:cs typeface="Arial" panose="020B0604020202020204" pitchFamily="34" charset="0"/>
                        </a:rPr>
                        <a:t>event even if the EM regulations are not changed from that of the previous model.</a:t>
                      </a:r>
                      <a:endParaRPr kumimoji="1" lang="ja-JP" altLang="en-US" sz="1000">
                        <a:latin typeface="Arial" panose="020B0604020202020204" pitchFamily="34" charset="0"/>
                        <a:ea typeface="Meiryo UI" panose="020B0604030504040204" pitchFamily="50" charset="-128"/>
                        <a:cs typeface="Arial" panose="020B0604020202020204" pitchFamily="34" charset="0"/>
                      </a:endParaRPr>
                    </a:p>
                  </a:txBody>
                  <a:tcPr marL="68580" marR="68580" marT="34290" marB="34290"/>
                </a:tc>
                <a:extLst>
                  <a:ext uri="{0D108BD9-81ED-4DB2-BD59-A6C34878D82A}">
                    <a16:rowId xmlns:a16="http://schemas.microsoft.com/office/drawing/2014/main" val="1184843031"/>
                  </a:ext>
                </a:extLst>
              </a:tr>
              <a:tr h="639535">
                <a:tc>
                  <a:txBody>
                    <a:bodyPr/>
                    <a:lstStyle/>
                    <a:p>
                      <a:r>
                        <a:rPr kumimoji="1" lang="en-US" altLang="ja-JP" sz="1000">
                          <a:latin typeface="Arial" panose="020B0604020202020204" pitchFamily="34" charset="0"/>
                          <a:ea typeface="Meiryo UI" panose="020B0604030504040204" pitchFamily="50" charset="-128"/>
                          <a:cs typeface="Arial" panose="020B0604020202020204" pitchFamily="34" charset="0"/>
                        </a:rPr>
                        <a:t>3</a:t>
                      </a:r>
                      <a:endParaRPr kumimoji="1" lang="ja-JP" altLang="en-US" sz="1000">
                        <a:latin typeface="Arial" panose="020B0604020202020204" pitchFamily="34" charset="0"/>
                        <a:ea typeface="Meiryo UI" panose="020B0604030504040204" pitchFamily="50" charset="-128"/>
                        <a:cs typeface="Arial" panose="020B0604020202020204" pitchFamily="34" charset="0"/>
                      </a:endParaRPr>
                    </a:p>
                  </a:txBody>
                  <a:tcPr marL="68580" marR="68580" marT="34290" marB="34290"/>
                </a:tc>
                <a:tc>
                  <a:txBody>
                    <a:bodyPr/>
                    <a:lstStyle/>
                    <a:p>
                      <a:r>
                        <a:rPr kumimoji="1" lang="en-US" altLang="ja-JP" sz="1000">
                          <a:latin typeface="Arial" panose="020B0604020202020204" pitchFamily="34" charset="0"/>
                          <a:ea typeface="Meiryo UI" panose="020B0604030504040204" pitchFamily="50" charset="-128"/>
                          <a:cs typeface="Arial" panose="020B0604020202020204" pitchFamily="34" charset="0"/>
                        </a:rPr>
                        <a:t>Eng, Vehicle HW fix</a:t>
                      </a:r>
                      <a:r>
                        <a:rPr kumimoji="1" lang="ja-JP" altLang="en-US" sz="1000">
                          <a:latin typeface="Arial" panose="020B0604020202020204" pitchFamily="34" charset="0"/>
                          <a:ea typeface="Meiryo UI" panose="020B0604030504040204" pitchFamily="50" charset="-128"/>
                          <a:cs typeface="Arial" panose="020B0604020202020204" pitchFamily="34" charset="0"/>
                        </a:rPr>
                        <a:t> </a:t>
                      </a:r>
                      <a:endParaRPr kumimoji="1" lang="en-US" altLang="ja-JP" sz="1000">
                        <a:latin typeface="Arial" panose="020B0604020202020204" pitchFamily="34" charset="0"/>
                        <a:ea typeface="Meiryo UI" panose="020B0604030504040204" pitchFamily="50" charset="-128"/>
                        <a:cs typeface="Arial" panose="020B0604020202020204" pitchFamily="34" charset="0"/>
                      </a:endParaRPr>
                    </a:p>
                    <a:p>
                      <a:endParaRPr kumimoji="1" lang="ja-JP" altLang="en-US" sz="1000">
                        <a:latin typeface="Arial" panose="020B0604020202020204" pitchFamily="34" charset="0"/>
                        <a:ea typeface="Meiryo UI" panose="020B0604030504040204" pitchFamily="50" charset="-128"/>
                        <a:cs typeface="Arial" panose="020B0604020202020204" pitchFamily="34" charset="0"/>
                      </a:endParaRPr>
                    </a:p>
                  </a:txBody>
                  <a:tcPr marL="68580" marR="68580" marT="34290" marB="34290"/>
                </a:tc>
                <a:tc>
                  <a:txBody>
                    <a:bodyPr/>
                    <a:lstStyle/>
                    <a:p>
                      <a:r>
                        <a:rPr kumimoji="1" lang="en-US" altLang="ja-JP" sz="1000">
                          <a:latin typeface="Arial" panose="020B0604020202020204" pitchFamily="34" charset="0"/>
                          <a:ea typeface="Meiryo UI" panose="020B0604030504040204" pitchFamily="50" charset="-128"/>
                          <a:cs typeface="Arial" panose="020B0604020202020204" pitchFamily="34" charset="0"/>
                        </a:rPr>
                        <a:t>EFG5</a:t>
                      </a:r>
                      <a:endParaRPr kumimoji="1" lang="ja-JP" altLang="en-US" sz="1000">
                        <a:latin typeface="Arial" panose="020B0604020202020204" pitchFamily="34" charset="0"/>
                        <a:ea typeface="Meiryo UI" panose="020B0604030504040204" pitchFamily="50" charset="-128"/>
                        <a:cs typeface="Arial" panose="020B0604020202020204" pitchFamily="34" charset="0"/>
                      </a:endParaRPr>
                    </a:p>
                  </a:txBody>
                  <a:tcPr marL="68580" marR="68580" marT="34290" marB="34290"/>
                </a:tc>
                <a:tc>
                  <a:txBody>
                    <a:bodyPr/>
                    <a:lstStyle/>
                    <a:p>
                      <a:r>
                        <a:rPr kumimoji="1" lang="en-US" altLang="ja-JP" sz="1000">
                          <a:latin typeface="Arial" panose="020B0604020202020204" pitchFamily="34" charset="0"/>
                          <a:ea typeface="Meiryo UI" panose="020B0604030504040204" pitchFamily="50" charset="-128"/>
                          <a:cs typeface="Arial" panose="020B0604020202020204" pitchFamily="34" charset="0"/>
                        </a:rPr>
                        <a:t>V1/V2</a:t>
                      </a:r>
                      <a:endParaRPr kumimoji="1" lang="ja-JP" altLang="en-US" sz="1000">
                        <a:latin typeface="Arial" panose="020B0604020202020204" pitchFamily="34" charset="0"/>
                        <a:ea typeface="Meiryo UI" panose="020B0604030504040204" pitchFamily="50" charset="-128"/>
                        <a:cs typeface="Arial" panose="020B0604020202020204" pitchFamily="34" charset="0"/>
                      </a:endParaRPr>
                    </a:p>
                  </a:txBody>
                  <a:tcPr marL="68580" marR="68580" marT="34290" marB="3429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a:latin typeface="Arial" panose="020B0604020202020204" pitchFamily="34" charset="0"/>
                          <a:ea typeface="Meiryo UI" panose="020B0604030504040204" pitchFamily="50" charset="-128"/>
                          <a:cs typeface="Arial" panose="020B0604020202020204" pitchFamily="34" charset="0"/>
                        </a:rPr>
                        <a:t>Advance-judgment whether</a:t>
                      </a:r>
                      <a:r>
                        <a:rPr kumimoji="1" lang="ja-JP" altLang="en-US" sz="1000">
                          <a:latin typeface="Arial" panose="020B0604020202020204" pitchFamily="34" charset="0"/>
                          <a:ea typeface="Meiryo UI" panose="020B0604030504040204" pitchFamily="50" charset="-128"/>
                          <a:cs typeface="Arial" panose="020B0604020202020204" pitchFamily="34" charset="0"/>
                        </a:rPr>
                        <a:t> </a:t>
                      </a:r>
                      <a:r>
                        <a:rPr kumimoji="1" lang="en-US" altLang="ja-JP" sz="1000">
                          <a:latin typeface="Arial" panose="020B0604020202020204" pitchFamily="34" charset="0"/>
                          <a:ea typeface="Meiryo UI" panose="020B0604030504040204" pitchFamily="50" charset="-128"/>
                          <a:cs typeface="Arial" panose="020B0604020202020204" pitchFamily="34" charset="0"/>
                        </a:rPr>
                        <a:t>EM ET to be achievable and Mass Production is possible with the existing HW, since it is the timing to fix Engine/Vehicle HW.</a:t>
                      </a:r>
                    </a:p>
                  </a:txBody>
                  <a:tcPr marL="68580" marR="68580" marT="34290" marB="34290"/>
                </a:tc>
                <a:tc>
                  <a:txBody>
                    <a:bodyPr/>
                    <a:lstStyle/>
                    <a:p>
                      <a:r>
                        <a:rPr kumimoji="1" lang="en-US" altLang="ja-JP" sz="1000">
                          <a:latin typeface="Arial" panose="020B0604020202020204" pitchFamily="34" charset="0"/>
                          <a:ea typeface="Meiryo UI" panose="020B0604030504040204" pitchFamily="50" charset="-128"/>
                          <a:cs typeface="Arial" panose="020B0604020202020204" pitchFamily="34" charset="0"/>
                        </a:rPr>
                        <a:t>Basically, HW change after this timing is not allowed.  </a:t>
                      </a:r>
                    </a:p>
                    <a:p>
                      <a:r>
                        <a:rPr kumimoji="1" lang="en-US" altLang="ja-JP" sz="1000">
                          <a:latin typeface="Arial" panose="020B0604020202020204" pitchFamily="34" charset="0"/>
                          <a:ea typeface="Meiryo UI" panose="020B0604030504040204" pitchFamily="50" charset="-128"/>
                          <a:cs typeface="Arial" panose="020B0604020202020204" pitchFamily="34" charset="0"/>
                        </a:rPr>
                        <a:t>RB-CRP needs to be prospected achievable as of this timing.</a:t>
                      </a:r>
                      <a:endParaRPr kumimoji="1" lang="ja-JP" altLang="en-US" sz="1000">
                        <a:latin typeface="Arial" panose="020B0604020202020204" pitchFamily="34" charset="0"/>
                        <a:ea typeface="Meiryo UI" panose="020B0604030504040204" pitchFamily="50" charset="-128"/>
                        <a:cs typeface="Arial" panose="020B0604020202020204" pitchFamily="34" charset="0"/>
                      </a:endParaRPr>
                    </a:p>
                  </a:txBody>
                  <a:tcPr marL="68580" marR="68580" marT="34290" marB="34290"/>
                </a:tc>
                <a:extLst>
                  <a:ext uri="{0D108BD9-81ED-4DB2-BD59-A6C34878D82A}">
                    <a16:rowId xmlns:a16="http://schemas.microsoft.com/office/drawing/2014/main" val="3188641015"/>
                  </a:ext>
                </a:extLst>
              </a:tr>
              <a:tr h="334594">
                <a:tc>
                  <a:txBody>
                    <a:bodyPr/>
                    <a:lstStyle/>
                    <a:p>
                      <a:r>
                        <a:rPr kumimoji="1" lang="en-US" altLang="ja-JP" sz="1000">
                          <a:latin typeface="Arial" panose="020B0604020202020204" pitchFamily="34" charset="0"/>
                          <a:ea typeface="Meiryo UI" panose="020B0604030504040204" pitchFamily="50" charset="-128"/>
                          <a:cs typeface="Arial" panose="020B0604020202020204" pitchFamily="34" charset="0"/>
                        </a:rPr>
                        <a:t>4</a:t>
                      </a:r>
                      <a:endParaRPr kumimoji="1" lang="ja-JP" altLang="en-US" sz="1000">
                        <a:latin typeface="Arial" panose="020B0604020202020204" pitchFamily="34" charset="0"/>
                        <a:ea typeface="Meiryo UI" panose="020B0604030504040204" pitchFamily="50" charset="-128"/>
                        <a:cs typeface="Arial" panose="020B0604020202020204" pitchFamily="34" charset="0"/>
                      </a:endParaRPr>
                    </a:p>
                  </a:txBody>
                  <a:tcPr marL="68580" marR="68580" marT="34290" marB="34290"/>
                </a:tc>
                <a:tc>
                  <a:txBody>
                    <a:bodyPr/>
                    <a:lstStyle/>
                    <a:p>
                      <a:r>
                        <a:rPr kumimoji="1" lang="en-US" altLang="ja-JP" sz="1000">
                          <a:latin typeface="Arial" panose="020B0604020202020204" pitchFamily="34" charset="0"/>
                          <a:ea typeface="Meiryo UI" panose="020B0604030504040204" pitchFamily="50" charset="-128"/>
                          <a:cs typeface="Arial" panose="020B0604020202020204" pitchFamily="34" charset="0"/>
                        </a:rPr>
                        <a:t>Data Fix for</a:t>
                      </a:r>
                    </a:p>
                    <a:p>
                      <a:r>
                        <a:rPr kumimoji="1" lang="en-US" altLang="ja-JP" sz="1000">
                          <a:latin typeface="Arial" panose="020B0604020202020204" pitchFamily="34" charset="0"/>
                          <a:ea typeface="Meiryo UI" panose="020B0604030504040204" pitchFamily="50" charset="-128"/>
                          <a:cs typeface="Arial" panose="020B0604020202020204" pitchFamily="34" charset="0"/>
                        </a:rPr>
                        <a:t>Emission</a:t>
                      </a:r>
                      <a:endParaRPr kumimoji="1" lang="ja-JP" altLang="en-US" sz="1000">
                        <a:latin typeface="Arial" panose="020B0604020202020204" pitchFamily="34" charset="0"/>
                        <a:ea typeface="Meiryo UI" panose="020B0604030504040204" pitchFamily="50" charset="-128"/>
                        <a:cs typeface="Arial" panose="020B0604020202020204" pitchFamily="34" charset="0"/>
                      </a:endParaRPr>
                    </a:p>
                  </a:txBody>
                  <a:tcPr marL="68580" marR="68580" marT="34290" marB="34290"/>
                </a:tc>
                <a:tc>
                  <a:txBody>
                    <a:bodyPr/>
                    <a:lstStyle/>
                    <a:p>
                      <a:r>
                        <a:rPr kumimoji="1" lang="en-US" altLang="ja-JP" sz="1000">
                          <a:latin typeface="Arial" panose="020B0604020202020204" pitchFamily="34" charset="0"/>
                          <a:ea typeface="Meiryo UI" panose="020B0604030504040204" pitchFamily="50" charset="-128"/>
                          <a:cs typeface="Arial" panose="020B0604020202020204" pitchFamily="34" charset="0"/>
                        </a:rPr>
                        <a:t>CRP</a:t>
                      </a:r>
                      <a:endParaRPr kumimoji="1" lang="ja-JP" altLang="en-US" sz="1000">
                        <a:latin typeface="Arial" panose="020B0604020202020204" pitchFamily="34" charset="0"/>
                        <a:ea typeface="Meiryo UI" panose="020B0604030504040204" pitchFamily="50" charset="-128"/>
                        <a:cs typeface="Arial" panose="020B0604020202020204" pitchFamily="34" charset="0"/>
                      </a:endParaRPr>
                    </a:p>
                  </a:txBody>
                  <a:tcPr marL="68580" marR="68580" marT="34290" marB="34290"/>
                </a:tc>
                <a:tc>
                  <a:txBody>
                    <a:bodyPr/>
                    <a:lstStyle/>
                    <a:p>
                      <a:r>
                        <a:rPr kumimoji="1" lang="en-US" altLang="ja-JP" sz="1000">
                          <a:latin typeface="Arial" panose="020B0604020202020204" pitchFamily="34" charset="0"/>
                          <a:ea typeface="Meiryo UI" panose="020B0604030504040204" pitchFamily="50" charset="-128"/>
                          <a:cs typeface="Arial" panose="020B0604020202020204" pitchFamily="34" charset="0"/>
                        </a:rPr>
                        <a:t>V3</a:t>
                      </a:r>
                      <a:endParaRPr kumimoji="1" lang="ja-JP" altLang="en-US" sz="1000">
                        <a:latin typeface="Arial" panose="020B0604020202020204" pitchFamily="34" charset="0"/>
                        <a:ea typeface="Meiryo UI" panose="020B0604030504040204" pitchFamily="50" charset="-128"/>
                        <a:cs typeface="Arial" panose="020B0604020202020204" pitchFamily="34" charset="0"/>
                      </a:endParaRPr>
                    </a:p>
                  </a:txBody>
                  <a:tcPr marL="68580" marR="68580" marT="34290" marB="34290"/>
                </a:tc>
                <a:tc>
                  <a:txBody>
                    <a:bodyPr/>
                    <a:lstStyle/>
                    <a:p>
                      <a:r>
                        <a:rPr kumimoji="1" lang="en-US" altLang="ja-JP" sz="1000">
                          <a:latin typeface="Arial" panose="020B0604020202020204" pitchFamily="34" charset="0"/>
                          <a:ea typeface="Meiryo UI" panose="020B0604030504040204" pitchFamily="50" charset="-128"/>
                          <a:cs typeface="Arial" panose="020B0604020202020204" pitchFamily="34" charset="0"/>
                        </a:rPr>
                        <a:t>Final EM verification to issue MP container.</a:t>
                      </a:r>
                      <a:endParaRPr kumimoji="1" lang="ja-JP" altLang="en-US" sz="1000">
                        <a:latin typeface="Arial" panose="020B0604020202020204" pitchFamily="34" charset="0"/>
                        <a:ea typeface="Meiryo UI" panose="020B0604030504040204" pitchFamily="50" charset="-128"/>
                        <a:cs typeface="Arial" panose="020B0604020202020204" pitchFamily="34" charset="0"/>
                      </a:endParaRPr>
                    </a:p>
                  </a:txBody>
                  <a:tcPr marL="68580" marR="68580" marT="34290" marB="34290"/>
                </a:tc>
                <a:tc>
                  <a:txBody>
                    <a:bodyPr/>
                    <a:lstStyle/>
                    <a:p>
                      <a:endParaRPr kumimoji="1" lang="ja-JP" altLang="en-US" sz="1000">
                        <a:latin typeface="Arial" panose="020B0604020202020204" pitchFamily="34" charset="0"/>
                        <a:ea typeface="Meiryo UI" panose="020B0604030504040204" pitchFamily="50" charset="-128"/>
                        <a:cs typeface="Arial" panose="020B0604020202020204" pitchFamily="34" charset="0"/>
                      </a:endParaRPr>
                    </a:p>
                  </a:txBody>
                  <a:tcPr marL="68580" marR="68580" marT="34290" marB="34290"/>
                </a:tc>
                <a:extLst>
                  <a:ext uri="{0D108BD9-81ED-4DB2-BD59-A6C34878D82A}">
                    <a16:rowId xmlns:a16="http://schemas.microsoft.com/office/drawing/2014/main" val="3335029967"/>
                  </a:ext>
                </a:extLst>
              </a:tr>
            </a:tbl>
          </a:graphicData>
        </a:graphic>
      </p:graphicFrame>
      <p:sp>
        <p:nvSpPr>
          <p:cNvPr id="4" name="テキスト ボックス 3">
            <a:extLst>
              <a:ext uri="{FF2B5EF4-FFF2-40B4-BE49-F238E27FC236}">
                <a16:creationId xmlns:a16="http://schemas.microsoft.com/office/drawing/2014/main" id="{A21E6A44-A6D9-3614-8345-6590B035CE27}"/>
              </a:ext>
            </a:extLst>
          </p:cNvPr>
          <p:cNvSpPr txBox="1"/>
          <p:nvPr/>
        </p:nvSpPr>
        <p:spPr>
          <a:xfrm>
            <a:off x="60385" y="564948"/>
            <a:ext cx="9083615" cy="2663293"/>
          </a:xfrm>
          <a:prstGeom prst="rect">
            <a:avLst/>
          </a:prstGeom>
          <a:noFill/>
        </p:spPr>
        <p:txBody>
          <a:bodyPr wrap="square" rtlCol="0">
            <a:spAutoFit/>
          </a:bodyPr>
          <a:lstStyle/>
          <a:p>
            <a:pPr algn="l" eaLnBrk="1" hangingPunct="1">
              <a:lnSpc>
                <a:spcPct val="110000"/>
              </a:lnSpc>
              <a:spcBef>
                <a:spcPts val="225"/>
              </a:spcBef>
              <a:defRPr/>
            </a:pPr>
            <a:r>
              <a:rPr lang="en-US" altLang="ja-JP" sz="1600" b="1" u="sng">
                <a:latin typeface="Arial" panose="020B0604020202020204" pitchFamily="34" charset="0"/>
                <a:ea typeface="Meiryo UI" panose="020B0604030504040204" pitchFamily="50" charset="-128"/>
                <a:cs typeface="Arial" panose="020B0604020202020204" pitchFamily="34" charset="0"/>
              </a:rPr>
              <a:t>Linking Honda-Bosch Emission Verification Process</a:t>
            </a:r>
            <a:endParaRPr lang="en-US" altLang="ja-JP" b="1" u="sng">
              <a:latin typeface="Arial" panose="020B0604020202020204" pitchFamily="34" charset="0"/>
              <a:ea typeface="Meiryo UI" panose="020B0604030504040204" pitchFamily="50" charset="-128"/>
              <a:cs typeface="Arial" panose="020B0604020202020204" pitchFamily="34" charset="0"/>
            </a:endParaRPr>
          </a:p>
          <a:p>
            <a:pPr marL="285750" indent="-285750" algn="l" eaLnBrk="1" hangingPunct="1">
              <a:lnSpc>
                <a:spcPct val="110000"/>
              </a:lnSpc>
              <a:spcBef>
                <a:spcPts val="225"/>
              </a:spcBef>
              <a:buFont typeface="Arial" panose="020B0604020202020204" pitchFamily="34" charset="0"/>
              <a:buChar char="•"/>
              <a:defRPr/>
            </a:pPr>
            <a:r>
              <a:rPr lang="en-US" altLang="ja-JP" sz="1200">
                <a:latin typeface="Arial" panose="020B0604020202020204" pitchFamily="34" charset="0"/>
                <a:ea typeface="Meiryo UI" panose="020B0604030504040204" pitchFamily="50" charset="-128"/>
                <a:cs typeface="Arial" panose="020B0604020202020204" pitchFamily="34" charset="0"/>
              </a:rPr>
              <a:t>Each development event should be linked between Honda and Bosch and development schedule shall be agreed by both parties before starting the development. In case it is found that development events and actual development schedule are deviated each other, the event and EM verification schedule should be aligned with the cooperation of both parties.</a:t>
            </a:r>
          </a:p>
          <a:p>
            <a:pPr marL="285750" indent="-285750" algn="l" eaLnBrk="1" hangingPunct="1">
              <a:lnSpc>
                <a:spcPct val="110000"/>
              </a:lnSpc>
              <a:spcBef>
                <a:spcPts val="225"/>
              </a:spcBef>
              <a:buFont typeface="Arial" panose="020B0604020202020204" pitchFamily="34" charset="0"/>
              <a:buChar char="•"/>
              <a:defRPr/>
            </a:pPr>
            <a:r>
              <a:rPr lang="en-US" altLang="ja-JP" sz="1200">
                <a:latin typeface="Arial" panose="020B0604020202020204" pitchFamily="34" charset="0"/>
                <a:ea typeface="Meiryo UI" panose="020B0604030504040204" pitchFamily="50" charset="-128"/>
                <a:cs typeface="Arial" panose="020B0604020202020204" pitchFamily="34" charset="0"/>
              </a:rPr>
              <a:t>The table below shows the main events that need to be linked.</a:t>
            </a:r>
            <a:r>
              <a:rPr lang="en-US" altLang="ja-JP" sz="1200">
                <a:solidFill>
                  <a:srgbClr val="000000"/>
                </a:solidFill>
                <a:latin typeface="Arial" panose="020B0604020202020204" pitchFamily="34" charset="0"/>
                <a:ea typeface="Meiryo UI" panose="020B0604030504040204" pitchFamily="50" charset="-128"/>
                <a:cs typeface="Arial" panose="020B0604020202020204" pitchFamily="34" charset="0"/>
              </a:rPr>
              <a:t> Reporting contents shall be aligned prior to Honda event based on joint assessment of emission </a:t>
            </a:r>
            <a:r>
              <a:rPr lang="en-US" altLang="ja-JP" sz="1200">
                <a:latin typeface="Arial" panose="020B0604020202020204" pitchFamily="34" charset="0"/>
                <a:ea typeface="Meiryo UI" panose="020B0604030504040204" pitchFamily="50" charset="-128"/>
                <a:cs typeface="Arial" panose="020B0604020202020204" pitchFamily="34" charset="0"/>
              </a:rPr>
              <a:t>results</a:t>
            </a:r>
            <a:r>
              <a:rPr lang="ja-JP" altLang="en-US" sz="1200">
                <a:latin typeface="Arial" panose="020B0604020202020204" pitchFamily="34" charset="0"/>
                <a:ea typeface="Meiryo UI" panose="020B0604030504040204" pitchFamily="50" charset="-128"/>
                <a:cs typeface="Arial" panose="020B0604020202020204" pitchFamily="34" charset="0"/>
              </a:rPr>
              <a:t> </a:t>
            </a:r>
            <a:r>
              <a:rPr lang="en-US" altLang="ja-JP" sz="1200">
                <a:latin typeface="Arial" panose="020B0604020202020204" pitchFamily="34" charset="0"/>
                <a:ea typeface="Meiryo UI" panose="020B0604030504040204" pitchFamily="50" charset="-128"/>
                <a:cs typeface="Arial" panose="020B0604020202020204" pitchFamily="34" charset="0"/>
              </a:rPr>
              <a:t>and</a:t>
            </a:r>
            <a:r>
              <a:rPr lang="ja-JP" altLang="en-US" sz="1200">
                <a:latin typeface="Arial" panose="020B0604020202020204" pitchFamily="34" charset="0"/>
                <a:ea typeface="Meiryo UI" panose="020B0604030504040204" pitchFamily="50" charset="-128"/>
                <a:cs typeface="Arial" panose="020B0604020202020204" pitchFamily="34" charset="0"/>
              </a:rPr>
              <a:t> </a:t>
            </a:r>
            <a:r>
              <a:rPr lang="en-US" altLang="ja-JP" sz="1200">
                <a:latin typeface="Arial" panose="020B0604020202020204" pitchFamily="34" charset="0"/>
                <a:ea typeface="Meiryo UI" panose="020B0604030504040204" pitchFamily="50" charset="-128"/>
                <a:cs typeface="Arial" panose="020B0604020202020204" pitchFamily="34" charset="0"/>
              </a:rPr>
              <a:t>documented in the minutes. If it is difficult to reach a mutual agreement by the PICs due to different understanding, then emission experts (CE/Mgr.) should be involved. However, if it is still not concluded, escalation to upper management will be arranged as needed for their decision.  (Please refer to the attached “Escalation path”) </a:t>
            </a:r>
          </a:p>
          <a:p>
            <a:pPr algn="l" eaLnBrk="1" hangingPunct="1">
              <a:lnSpc>
                <a:spcPct val="110000"/>
              </a:lnSpc>
              <a:spcBef>
                <a:spcPts val="225"/>
              </a:spcBef>
              <a:defRPr/>
            </a:pPr>
            <a:r>
              <a:rPr lang="en-US" altLang="ja-JP" sz="1200">
                <a:latin typeface="Arial" panose="020B0604020202020204" pitchFamily="34" charset="0"/>
                <a:ea typeface="Meiryo UI" panose="020B0604030504040204" pitchFamily="50" charset="-128"/>
                <a:cs typeface="Arial" panose="020B0604020202020204" pitchFamily="34" charset="0"/>
              </a:rPr>
              <a:t>    </a:t>
            </a:r>
            <a:r>
              <a:rPr lang="ja-JP" altLang="en-US" sz="1200">
                <a:latin typeface="Arial" panose="020B0604020202020204" pitchFamily="34" charset="0"/>
                <a:ea typeface="Meiryo UI" panose="020B0604030504040204" pitchFamily="50" charset="-128"/>
                <a:cs typeface="Arial" panose="020B0604020202020204" pitchFamily="34" charset="0"/>
              </a:rPr>
              <a:t>　　　</a:t>
            </a:r>
            <a:r>
              <a:rPr lang="en-US" altLang="ja-JP" sz="1200">
                <a:latin typeface="Arial" panose="020B0604020202020204" pitchFamily="34" charset="0"/>
                <a:ea typeface="Meiryo UI" panose="020B0604030504040204" pitchFamily="50" charset="-128"/>
                <a:cs typeface="Arial" panose="020B0604020202020204" pitchFamily="34" charset="0"/>
              </a:rPr>
              <a:t>e.g. Different Judgment on whether to change HW to achieve the Emission Target (ET).</a:t>
            </a:r>
          </a:p>
          <a:p>
            <a:pPr algn="l" eaLnBrk="1" hangingPunct="1">
              <a:lnSpc>
                <a:spcPct val="110000"/>
              </a:lnSpc>
              <a:spcBef>
                <a:spcPts val="225"/>
              </a:spcBef>
              <a:defRPr/>
            </a:pPr>
            <a:r>
              <a:rPr lang="en-US" altLang="ja-JP" sz="1200">
                <a:latin typeface="Arial" panose="020B0604020202020204" pitchFamily="34" charset="0"/>
                <a:ea typeface="Meiryo UI" panose="020B0604030504040204" pitchFamily="50" charset="-128"/>
                <a:cs typeface="Arial" panose="020B0604020202020204" pitchFamily="34" charset="0"/>
              </a:rPr>
              <a:t>	 (Honda: Achievable by </a:t>
            </a:r>
            <a:r>
              <a:rPr lang="en-US" altLang="ja-JP" sz="1200" err="1">
                <a:latin typeface="Arial" panose="020B0604020202020204" pitchFamily="34" charset="0"/>
                <a:ea typeface="Meiryo UI" panose="020B0604030504040204" pitchFamily="50" charset="-128"/>
                <a:cs typeface="Arial" panose="020B0604020202020204" pitchFamily="34" charset="0"/>
              </a:rPr>
              <a:t>calib</a:t>
            </a:r>
            <a:r>
              <a:rPr lang="en-US" altLang="ja-JP" sz="1200">
                <a:latin typeface="Arial" panose="020B0604020202020204" pitchFamily="34" charset="0"/>
                <a:ea typeface="Meiryo UI" panose="020B0604030504040204" pitchFamily="50" charset="-128"/>
                <a:cs typeface="Arial" panose="020B0604020202020204" pitchFamily="34" charset="0"/>
              </a:rPr>
              <a:t>.  Bosch: HW change is necessary)</a:t>
            </a:r>
          </a:p>
          <a:p>
            <a:endParaRPr kumimoji="1" lang="ja-JP" altLang="en-US"/>
          </a:p>
        </p:txBody>
      </p:sp>
      <p:pic>
        <p:nvPicPr>
          <p:cNvPr id="12" name="図 11">
            <a:extLst>
              <a:ext uri="{FF2B5EF4-FFF2-40B4-BE49-F238E27FC236}">
                <a16:creationId xmlns:a16="http://schemas.microsoft.com/office/drawing/2014/main" id="{64490AB2-2246-85C1-B6BD-0B5CBC21F6B6}"/>
              </a:ext>
            </a:extLst>
          </p:cNvPr>
          <p:cNvPicPr>
            <a:picLocks noChangeAspect="1"/>
          </p:cNvPicPr>
          <p:nvPr/>
        </p:nvPicPr>
        <p:blipFill>
          <a:blip r:embed="rId2"/>
          <a:stretch>
            <a:fillRect/>
          </a:stretch>
        </p:blipFill>
        <p:spPr>
          <a:xfrm>
            <a:off x="6174074" y="3150182"/>
            <a:ext cx="2825175" cy="1592442"/>
          </a:xfrm>
          <a:prstGeom prst="rect">
            <a:avLst/>
          </a:prstGeom>
        </p:spPr>
      </p:pic>
      <p:pic>
        <p:nvPicPr>
          <p:cNvPr id="14" name="図 13">
            <a:extLst>
              <a:ext uri="{FF2B5EF4-FFF2-40B4-BE49-F238E27FC236}">
                <a16:creationId xmlns:a16="http://schemas.microsoft.com/office/drawing/2014/main" id="{5E01D43B-C3BE-A9AB-75C2-F6EF1044AEDC}"/>
              </a:ext>
            </a:extLst>
          </p:cNvPr>
          <p:cNvPicPr>
            <a:picLocks noChangeAspect="1"/>
          </p:cNvPicPr>
          <p:nvPr/>
        </p:nvPicPr>
        <p:blipFill>
          <a:blip r:embed="rId3"/>
          <a:stretch>
            <a:fillRect/>
          </a:stretch>
        </p:blipFill>
        <p:spPr>
          <a:xfrm>
            <a:off x="6170186" y="4962617"/>
            <a:ext cx="2829063" cy="1592442"/>
          </a:xfrm>
          <a:prstGeom prst="rect">
            <a:avLst/>
          </a:prstGeom>
        </p:spPr>
      </p:pic>
      <p:sp>
        <p:nvSpPr>
          <p:cNvPr id="15" name="Text Box 2">
            <a:extLst>
              <a:ext uri="{FF2B5EF4-FFF2-40B4-BE49-F238E27FC236}">
                <a16:creationId xmlns:a16="http://schemas.microsoft.com/office/drawing/2014/main" id="{A8AB1890-C0E3-8359-4320-8BCA5587387D}"/>
              </a:ext>
            </a:extLst>
          </p:cNvPr>
          <p:cNvSpPr txBox="1">
            <a:spLocks noChangeArrowheads="1"/>
          </p:cNvSpPr>
          <p:nvPr/>
        </p:nvSpPr>
        <p:spPr bwMode="auto">
          <a:xfrm>
            <a:off x="5954956" y="2772378"/>
            <a:ext cx="3258485" cy="5155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lnSpc>
                <a:spcPct val="110000"/>
              </a:lnSpc>
              <a:spcBef>
                <a:spcPts val="225"/>
              </a:spcBef>
              <a:defRPr/>
            </a:pPr>
            <a:r>
              <a:rPr lang="en-US" altLang="ja-JP" sz="1100" u="sng">
                <a:latin typeface="Meiryo UI" panose="020B0604030504040204" pitchFamily="50" charset="-128"/>
                <a:ea typeface="Meiryo UI" panose="020B0604030504040204" pitchFamily="50" charset="-128"/>
              </a:rPr>
              <a:t>Lessons Learned from 66VA PN GPF Change</a:t>
            </a:r>
            <a:endParaRPr lang="en-US" altLang="ja-JP" sz="1100">
              <a:latin typeface="Meiryo UI" panose="020B0604030504040204" pitchFamily="50" charset="-128"/>
              <a:ea typeface="Meiryo UI" panose="020B0604030504040204" pitchFamily="50" charset="-128"/>
            </a:endParaRPr>
          </a:p>
          <a:p>
            <a:pPr marL="180612" lvl="1" indent="0" algn="l" eaLnBrk="1" hangingPunct="1">
              <a:lnSpc>
                <a:spcPct val="110000"/>
              </a:lnSpc>
              <a:spcBef>
                <a:spcPts val="600"/>
              </a:spcBef>
              <a:defRPr/>
            </a:pPr>
            <a:endParaRPr lang="en-US" altLang="ja-JP" sz="105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1637530196"/>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ext Box 2"/>
          <p:cNvSpPr txBox="1">
            <a:spLocks noChangeArrowheads="1"/>
          </p:cNvSpPr>
          <p:nvPr/>
        </p:nvSpPr>
        <p:spPr bwMode="auto">
          <a:xfrm>
            <a:off x="5017111" y="571728"/>
            <a:ext cx="4126889" cy="61247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キックオフミーティングの目的</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委託開発適用範囲</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委託元と</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Bosch</a:t>
            </a:r>
            <a:endPar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基本コンセプト</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成果物</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委託業務役割責任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RASIC</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要約）</a:t>
            </a: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前提条件</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判断（評価判断、委託完了判断・対価の判断）およびタイミング</a:t>
            </a:r>
            <a:b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b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支払い基準</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開発費定義　　　　　　　　　　　　　　　　　　　　　　　　　　　　　　　　　　　　　　　　　　　　　　</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プロジェクトマネージメント</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概要・基本諸元説明</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適用法規概要</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Engine</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Management</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System</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概要</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構成部品（</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Bosch</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部品）</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仕様差</a:t>
            </a:r>
            <a:b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b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・プロジェクト情報</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関連部品</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Spec</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説明</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車載機能・装備説明</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信頼性保証要件</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要求＆ＣＲ</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成果物検証・品質検証</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シート</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エキスパート</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MTG</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について</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サポート業務</a:t>
            </a: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その他の開発ガイドライン</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開発日程</a:t>
            </a:r>
            <a:endPar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開発体制表</a:t>
            </a:r>
            <a:endParaRPr kumimoji="1" lang="en-US" altLang="ja-JP" sz="14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endParaRPr>
          </a:p>
        </p:txBody>
      </p:sp>
      <p:sp>
        <p:nvSpPr>
          <p:cNvPr id="6" name="Text Box 2"/>
          <p:cNvSpPr txBox="1">
            <a:spLocks noChangeArrowheads="1"/>
          </p:cNvSpPr>
          <p:nvPr/>
        </p:nvSpPr>
        <p:spPr bwMode="auto">
          <a:xfrm>
            <a:off x="133262" y="44450"/>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20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Contents</a:t>
            </a:r>
            <a:r>
              <a:rPr kumimoji="1" lang="ja-JP" altLang="en-US" sz="20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　（目次）</a:t>
            </a:r>
            <a:endParaRPr kumimoji="1" lang="en-US" altLang="ja-JP" sz="1100" b="0" i="0" u="none" strike="noStrike" kern="1200" cap="none" spc="0" normalizeH="0" baseline="0" noProof="0">
              <a:ln>
                <a:noFill/>
              </a:ln>
              <a:solidFill>
                <a:srgbClr val="FFFFFF"/>
              </a:solidFill>
              <a:effectLst/>
              <a:uLnTx/>
              <a:uFillTx/>
              <a:latin typeface="HGPｺﾞｼｯｸE" pitchFamily="50" charset="-128"/>
              <a:ea typeface="HGPｺﾞｼｯｸE" pitchFamily="50" charset="-128"/>
              <a:cs typeface="Arial" pitchFamily="34" charset="0"/>
            </a:endParaRPr>
          </a:p>
        </p:txBody>
      </p:sp>
      <p:sp>
        <p:nvSpPr>
          <p:cNvPr id="7" name="Text Box 2"/>
          <p:cNvSpPr txBox="1">
            <a:spLocks noChangeArrowheads="1"/>
          </p:cNvSpPr>
          <p:nvPr/>
        </p:nvSpPr>
        <p:spPr bwMode="auto">
          <a:xfrm>
            <a:off x="106623" y="571728"/>
            <a:ext cx="4910488" cy="5909310"/>
          </a:xfrm>
          <a:prstGeom prst="rect">
            <a:avLst/>
          </a:prstGeom>
          <a:noFill/>
          <a:ln>
            <a:noFill/>
          </a:ln>
          <a:effec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Purpose of</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Kick-off Meeting</a:t>
            </a:r>
            <a:endPar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Scope of Development Work</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err="1">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Entrustor</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and </a:t>
            </a:r>
            <a:r>
              <a:rPr kumimoji="1" lang="en-US" altLang="ja-JP" sz="1400" b="0" i="0" u="none" strike="noStrike" kern="1200" cap="none" spc="0" normalizeH="0" baseline="0" noProof="0" dirty="0" err="1">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Entrustee</a:t>
            </a:r>
            <a:endPar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Basic Concept / Deliverables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Role</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&amp;</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Responsibility (Samples of RASIC)</a:t>
            </a:r>
            <a:endPar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Preconditions</a:t>
            </a:r>
          </a:p>
          <a:p>
            <a:pPr marL="450850" marR="0" lvl="0" indent="-45085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Judgments (on Evaluation, Completion of Development Work Entrusted by Honda and  Payment Amount) and Timings</a:t>
            </a:r>
            <a:b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b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Payment Criteria / Definition of Development Fee </a:t>
            </a:r>
          </a:p>
          <a:p>
            <a:pPr marL="450850" marR="0" lvl="0" indent="-45085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Project Management </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Engine Overview</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and</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Basic Specification </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Applicable Regulations Overview</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Engine</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Management</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System Overview</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 Components</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(Bosch components)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Engine Spec Comparison from Base Model</a:t>
            </a:r>
            <a:b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b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Project information / Non-Bosch</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Components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In-Vehicle</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Functions</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Relating</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ECU and Features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Reliability</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Assurance</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 Requirement and CR </a:t>
            </a:r>
            <a:endParaRPr kumimoji="1" lang="ja-JP" altLang="en-US" sz="1400" b="0" i="0" u="none" strike="dbl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anose="020B0604020202020204" pitchFamily="34" charset="0"/>
              </a:rPr>
              <a:t>EMS Report Maturity and Quality Verification</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anose="020B0604020202020204" pitchFamily="34" charset="0"/>
              </a:rPr>
              <a:t>EMS Sheet</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anose="020B0604020202020204" pitchFamily="34" charset="0"/>
              </a:rPr>
              <a:t>Expert Meeting</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anose="020B0604020202020204" pitchFamily="34" charset="0"/>
              </a:rPr>
              <a:t>Necessary</a:t>
            </a:r>
            <a:r>
              <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Support</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Miscellaneous Guidelines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Development Schedule</a:t>
            </a:r>
            <a:endParaRPr kumimoji="1" lang="ja-JP" altLang="en-US" sz="1400" b="0" i="0" u="none" strike="noStrike" kern="1200" cap="none" spc="0" normalizeH="0" baseline="0" noProof="0" dirty="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Development Organization Chart</a:t>
            </a:r>
          </a:p>
        </p:txBody>
      </p:sp>
    </p:spTree>
    <p:extLst>
      <p:ext uri="{BB962C8B-B14F-4D97-AF65-F5344CB8AC3E}">
        <p14:creationId xmlns:p14="http://schemas.microsoft.com/office/powerpoint/2010/main" val="1584693214"/>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6" name="Text Box 2"/>
          <p:cNvSpPr txBox="1">
            <a:spLocks noChangeArrowheads="1"/>
          </p:cNvSpPr>
          <p:nvPr/>
        </p:nvSpPr>
        <p:spPr bwMode="auto">
          <a:xfrm>
            <a:off x="250829" y="44450"/>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ctr" eaLnBrk="1" fontAlgn="base" hangingPunct="1">
              <a:spcBef>
                <a:spcPct val="0"/>
              </a:spcBef>
              <a:spcAft>
                <a:spcPct val="0"/>
              </a:spcAft>
            </a:pPr>
            <a:r>
              <a:rPr lang="en-US" altLang="ja-JP" sz="2000" dirty="0">
                <a:solidFill>
                  <a:srgbClr val="FFFFFF"/>
                </a:solidFill>
                <a:latin typeface="Meiryo UI" panose="020B0604030504040204" pitchFamily="50" charset="-128"/>
                <a:ea typeface="Meiryo UI" panose="020B0604030504040204" pitchFamily="50" charset="-128"/>
                <a:cs typeface="Arial" pitchFamily="34" charset="0"/>
              </a:rPr>
              <a:t>23. Development</a:t>
            </a:r>
            <a:r>
              <a:rPr lang="ja-JP" altLang="en-US" sz="2000" dirty="0">
                <a:solidFill>
                  <a:srgbClr val="FFFFFF"/>
                </a:solidFill>
                <a:latin typeface="Meiryo UI" panose="020B0604030504040204" pitchFamily="50" charset="-128"/>
                <a:ea typeface="Meiryo UI" panose="020B0604030504040204" pitchFamily="50" charset="-128"/>
                <a:cs typeface="Arial" pitchFamily="34" charset="0"/>
              </a:rPr>
              <a:t> </a:t>
            </a:r>
            <a:r>
              <a:rPr lang="en-US" altLang="ja-JP" sz="2000" dirty="0">
                <a:solidFill>
                  <a:srgbClr val="FFFFFF"/>
                </a:solidFill>
                <a:latin typeface="Meiryo UI" panose="020B0604030504040204" pitchFamily="50" charset="-128"/>
                <a:ea typeface="Meiryo UI" panose="020B0604030504040204" pitchFamily="50" charset="-128"/>
                <a:cs typeface="Arial" pitchFamily="34" charset="0"/>
              </a:rPr>
              <a:t>organization</a:t>
            </a:r>
            <a:r>
              <a:rPr lang="ja-JP" altLang="en-US" sz="2000" dirty="0">
                <a:solidFill>
                  <a:srgbClr val="FFFFFF"/>
                </a:solidFill>
                <a:latin typeface="Meiryo UI" panose="020B0604030504040204" pitchFamily="50" charset="-128"/>
                <a:ea typeface="Meiryo UI" panose="020B0604030504040204" pitchFamily="50" charset="-128"/>
                <a:cs typeface="Arial" pitchFamily="34" charset="0"/>
              </a:rPr>
              <a:t> </a:t>
            </a:r>
            <a:r>
              <a:rPr lang="en-US" altLang="ja-JP" sz="2000" dirty="0">
                <a:solidFill>
                  <a:srgbClr val="FFFFFF"/>
                </a:solidFill>
                <a:latin typeface="Meiryo UI" panose="020B0604030504040204" pitchFamily="50" charset="-128"/>
                <a:ea typeface="Meiryo UI" panose="020B0604030504040204" pitchFamily="50" charset="-128"/>
                <a:cs typeface="Arial" pitchFamily="34" charset="0"/>
              </a:rPr>
              <a:t>(1/3)</a:t>
            </a:r>
            <a:endParaRPr lang="en-US" altLang="ja-JP" sz="1100" dirty="0">
              <a:solidFill>
                <a:srgbClr val="FFFFFF"/>
              </a:solidFill>
              <a:latin typeface="HGPｺﾞｼｯｸE" pitchFamily="50" charset="-128"/>
              <a:ea typeface="HGPｺﾞｼｯｸE" pitchFamily="50" charset="-128"/>
              <a:cs typeface="Arial" pitchFamily="34" charset="0"/>
            </a:endParaRPr>
          </a:p>
        </p:txBody>
      </p:sp>
      <p:pic>
        <p:nvPicPr>
          <p:cNvPr id="103" name="Picture 2"/>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6976786" y="637024"/>
            <a:ext cx="2134048" cy="29854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5" name="Text Box 5"/>
          <p:cNvSpPr txBox="1">
            <a:spLocks noChangeArrowheads="1"/>
          </p:cNvSpPr>
          <p:nvPr/>
        </p:nvSpPr>
        <p:spPr bwMode="auto">
          <a:xfrm>
            <a:off x="3502356" y="2287938"/>
            <a:ext cx="2132341" cy="855944"/>
          </a:xfrm>
          <a:prstGeom prst="rect">
            <a:avLst/>
          </a:prstGeom>
          <a:noFill/>
          <a:ln w="9525">
            <a:solidFill>
              <a:sysClr val="windowText" lastClr="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rm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機能統括</a:t>
            </a:r>
            <a:endParaRPr kumimoji="1" lang="en-US" altLang="ja-JP" sz="1400" b="0"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Function</a:t>
            </a:r>
            <a:r>
              <a:rPr kumimoji="1" lang="ja-JP" altLang="en-US" sz="900" b="0"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 </a:t>
            </a:r>
            <a:r>
              <a:rPr kumimoji="1" lang="en-US" altLang="ja-JP" sz="900" b="0"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Leader</a:t>
            </a:r>
          </a:p>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1400" kern="0" dirty="0">
                <a:solidFill>
                  <a:srgbClr val="000000"/>
                </a:solidFill>
                <a:latin typeface="Meiryo UI" pitchFamily="50" charset="-128"/>
                <a:ea typeface="Meiryo UI" pitchFamily="50" charset="-128"/>
                <a:cs typeface="Meiryo UI" pitchFamily="50" charset="-128"/>
              </a:rPr>
              <a:t>飯生</a:t>
            </a:r>
            <a:r>
              <a:rPr kumimoji="1" lang="en-US" altLang="ja-JP" sz="1400" b="0"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a:t>
            </a:r>
            <a:r>
              <a:rPr lang="ja-JP" altLang="en-US" sz="1400" kern="0" dirty="0">
                <a:solidFill>
                  <a:srgbClr val="000000"/>
                </a:solidFill>
                <a:latin typeface="Meiryo UI" pitchFamily="50" charset="-128"/>
                <a:ea typeface="Meiryo UI" pitchFamily="50" charset="-128"/>
                <a:cs typeface="Meiryo UI" pitchFamily="50" charset="-128"/>
              </a:rPr>
              <a:t>尾島</a:t>
            </a:r>
            <a:endParaRPr kumimoji="1" lang="en-US" altLang="ja-JP" sz="1400" b="0"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endParaRPr>
          </a:p>
        </p:txBody>
      </p:sp>
      <p:sp>
        <p:nvSpPr>
          <p:cNvPr id="106" name="Text Box 65"/>
          <p:cNvSpPr txBox="1">
            <a:spLocks noChangeArrowheads="1"/>
          </p:cNvSpPr>
          <p:nvPr/>
        </p:nvSpPr>
        <p:spPr bwMode="auto">
          <a:xfrm>
            <a:off x="7115652" y="4343220"/>
            <a:ext cx="978153" cy="540000"/>
          </a:xfrm>
          <a:prstGeom prst="rect">
            <a:avLst/>
          </a:prstGeom>
          <a:noFill/>
          <a:ln w="9525">
            <a:solidFill>
              <a:sysClr val="windowText" lastClr="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電装デバイス</a:t>
            </a:r>
            <a:endParaRPr kumimoji="1" lang="en-US" altLang="ja-JP" sz="1200" b="0"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800" b="0"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Electrical</a:t>
            </a:r>
            <a:r>
              <a:rPr kumimoji="1" lang="ja-JP" altLang="en-US" sz="800" b="0"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 </a:t>
            </a:r>
            <a:r>
              <a:rPr kumimoji="1" lang="en-US" altLang="ja-JP" sz="800" b="0"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device</a:t>
            </a:r>
            <a:endParaRPr kumimoji="1" lang="ja-JP" altLang="en-US" sz="800" b="0"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endParaRPr>
          </a:p>
        </p:txBody>
      </p:sp>
      <p:sp>
        <p:nvSpPr>
          <p:cNvPr id="107" name="Text Box 66"/>
          <p:cNvSpPr txBox="1">
            <a:spLocks noChangeArrowheads="1"/>
          </p:cNvSpPr>
          <p:nvPr/>
        </p:nvSpPr>
        <p:spPr bwMode="auto">
          <a:xfrm>
            <a:off x="5050816" y="4343220"/>
            <a:ext cx="1040105" cy="540000"/>
          </a:xfrm>
          <a:prstGeom prst="rect">
            <a:avLst/>
          </a:prstGeom>
          <a:noFill/>
          <a:ln w="9525">
            <a:solidFill>
              <a:sysClr val="windowText" lastClr="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吸排燃 設計</a:t>
            </a:r>
            <a:endParaRPr kumimoji="1" lang="en-US" altLang="ja-JP" sz="1200" b="0"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800" b="0"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In/Ex/Fuel</a:t>
            </a:r>
            <a:r>
              <a:rPr kumimoji="1" lang="ja-JP" altLang="en-US" sz="800" b="0"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 </a:t>
            </a:r>
            <a:r>
              <a:rPr kumimoji="1" lang="en-US" altLang="ja-JP" sz="800" b="0"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Design</a:t>
            </a:r>
            <a:endParaRPr kumimoji="1" lang="ja-JP" altLang="en-US" sz="800" b="0"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endParaRPr>
          </a:p>
        </p:txBody>
      </p:sp>
      <p:sp>
        <p:nvSpPr>
          <p:cNvPr id="109" name="Text Box 71"/>
          <p:cNvSpPr txBox="1">
            <a:spLocks noChangeArrowheads="1"/>
          </p:cNvSpPr>
          <p:nvPr/>
        </p:nvSpPr>
        <p:spPr bwMode="auto">
          <a:xfrm>
            <a:off x="5803464" y="5241625"/>
            <a:ext cx="49244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1200" dirty="0">
                <a:solidFill>
                  <a:srgbClr val="000000"/>
                </a:solidFill>
                <a:latin typeface="Meiryo UI" pitchFamily="50" charset="-128"/>
                <a:ea typeface="Meiryo UI" pitchFamily="50" charset="-128"/>
                <a:cs typeface="Meiryo UI" pitchFamily="50" charset="-128"/>
              </a:rPr>
              <a:t>尾島</a:t>
            </a:r>
            <a:endParaRPr kumimoji="1" lang="en-US" altLang="ja-JP" sz="12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800" dirty="0" err="1">
                <a:solidFill>
                  <a:srgbClr val="000000"/>
                </a:solidFill>
                <a:latin typeface="Meiryo UI" pitchFamily="50" charset="-128"/>
                <a:ea typeface="Meiryo UI" pitchFamily="50" charset="-128"/>
                <a:cs typeface="Meiryo UI" pitchFamily="50" charset="-128"/>
              </a:rPr>
              <a:t>Ojima</a:t>
            </a:r>
            <a:endParaRPr kumimoji="1" lang="ja-JP" altLang="en-US" sz="8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endParaRPr>
          </a:p>
        </p:txBody>
      </p:sp>
      <p:sp>
        <p:nvSpPr>
          <p:cNvPr id="110" name="Text Box 74"/>
          <p:cNvSpPr txBox="1">
            <a:spLocks noChangeArrowheads="1"/>
          </p:cNvSpPr>
          <p:nvPr/>
        </p:nvSpPr>
        <p:spPr bwMode="auto">
          <a:xfrm>
            <a:off x="3284" y="4343220"/>
            <a:ext cx="837602" cy="540000"/>
          </a:xfrm>
          <a:prstGeom prst="rect">
            <a:avLst/>
          </a:prstGeom>
          <a:noFill/>
          <a:ln w="9525">
            <a:solidFill>
              <a:sysClr val="windowText" lastClr="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商品性</a:t>
            </a:r>
            <a:endParaRPr kumimoji="1" lang="en-US" altLang="ja-JP" sz="1200" b="0"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800" b="0"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Marketability</a:t>
            </a:r>
          </a:p>
        </p:txBody>
      </p:sp>
      <p:sp>
        <p:nvSpPr>
          <p:cNvPr id="111" name="Text Box 76"/>
          <p:cNvSpPr txBox="1">
            <a:spLocks noChangeArrowheads="1"/>
          </p:cNvSpPr>
          <p:nvPr/>
        </p:nvSpPr>
        <p:spPr bwMode="auto">
          <a:xfrm>
            <a:off x="7243094" y="5241625"/>
            <a:ext cx="72327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山本</a:t>
            </a:r>
            <a:endParaRPr kumimoji="1" lang="en-US" altLang="ja-JP" sz="12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8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Yamamoto</a:t>
            </a:r>
            <a:endParaRPr kumimoji="1" lang="ja-JP" altLang="en-US" sz="8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endParaRPr>
          </a:p>
        </p:txBody>
      </p:sp>
      <p:cxnSp>
        <p:nvCxnSpPr>
          <p:cNvPr id="112" name="AutoShape 82"/>
          <p:cNvCxnSpPr>
            <a:cxnSpLocks noChangeShapeType="1"/>
            <a:stCxn id="231" idx="2"/>
            <a:endCxn id="110" idx="0"/>
          </p:cNvCxnSpPr>
          <p:nvPr/>
        </p:nvCxnSpPr>
        <p:spPr bwMode="auto">
          <a:xfrm rot="5400000">
            <a:off x="646102" y="3735407"/>
            <a:ext cx="383797" cy="831829"/>
          </a:xfrm>
          <a:prstGeom prst="bentConnector3">
            <a:avLst>
              <a:gd name="adj1" fmla="val 50000"/>
            </a:avLst>
          </a:prstGeom>
          <a:noFill/>
          <a:ln w="9525">
            <a:solidFill>
              <a:sysClr val="windowText" lastClr="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3" name="AutoShape 84"/>
          <p:cNvCxnSpPr>
            <a:cxnSpLocks noChangeShapeType="1"/>
            <a:stCxn id="232" idx="2"/>
            <a:endCxn id="107" idx="0"/>
          </p:cNvCxnSpPr>
          <p:nvPr/>
        </p:nvCxnSpPr>
        <p:spPr bwMode="auto">
          <a:xfrm rot="5400000">
            <a:off x="5812811" y="3717484"/>
            <a:ext cx="383795" cy="867677"/>
          </a:xfrm>
          <a:prstGeom prst="bentConnector3">
            <a:avLst>
              <a:gd name="adj1" fmla="val 50000"/>
            </a:avLst>
          </a:prstGeom>
          <a:noFill/>
          <a:ln w="9525">
            <a:solidFill>
              <a:sysClr val="windowText" lastClr="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4" name="AutoShape 85"/>
          <p:cNvCxnSpPr>
            <a:cxnSpLocks noChangeShapeType="1"/>
            <a:stCxn id="105" idx="2"/>
            <a:endCxn id="257" idx="0"/>
          </p:cNvCxnSpPr>
          <p:nvPr/>
        </p:nvCxnSpPr>
        <p:spPr bwMode="auto">
          <a:xfrm rot="16200000" flipH="1">
            <a:off x="5906845" y="1805563"/>
            <a:ext cx="358588" cy="3035225"/>
          </a:xfrm>
          <a:prstGeom prst="bentConnector3">
            <a:avLst>
              <a:gd name="adj1" fmla="val 50000"/>
            </a:avLst>
          </a:prstGeom>
          <a:noFill/>
          <a:ln w="9525">
            <a:solidFill>
              <a:sysClr val="windowText" lastClr="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2" name="Text Box 108"/>
          <p:cNvSpPr txBox="1">
            <a:spLocks noChangeArrowheads="1"/>
          </p:cNvSpPr>
          <p:nvPr/>
        </p:nvSpPr>
        <p:spPr bwMode="auto">
          <a:xfrm>
            <a:off x="3037198" y="4343220"/>
            <a:ext cx="673262" cy="540000"/>
          </a:xfrm>
          <a:prstGeom prst="rect">
            <a:avLst/>
          </a:prstGeom>
          <a:noFill/>
          <a:ln w="9525">
            <a:solidFill>
              <a:sysClr val="windowText" lastClr="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性能</a:t>
            </a:r>
            <a:endParaRPr kumimoji="1" lang="en-US" altLang="ja-JP" sz="1200" b="0"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800" b="0"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Performance</a:t>
            </a:r>
            <a:endParaRPr kumimoji="1" lang="ja-JP" altLang="en-US" sz="1200" b="0"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endParaRPr>
          </a:p>
        </p:txBody>
      </p:sp>
      <p:cxnSp>
        <p:nvCxnSpPr>
          <p:cNvPr id="136" name="AutoShape 111"/>
          <p:cNvCxnSpPr>
            <a:cxnSpLocks noChangeShapeType="1"/>
            <a:stCxn id="122" idx="0"/>
            <a:endCxn id="290" idx="2"/>
          </p:cNvCxnSpPr>
          <p:nvPr/>
        </p:nvCxnSpPr>
        <p:spPr bwMode="auto">
          <a:xfrm rot="5400000" flipH="1" flipV="1">
            <a:off x="3165701" y="4131632"/>
            <a:ext cx="419716" cy="3461"/>
          </a:xfrm>
          <a:prstGeom prst="bentConnector3">
            <a:avLst>
              <a:gd name="adj1" fmla="val 50000"/>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7" name="Text Box 66"/>
          <p:cNvSpPr txBox="1">
            <a:spLocks noChangeArrowheads="1"/>
          </p:cNvSpPr>
          <p:nvPr/>
        </p:nvSpPr>
        <p:spPr bwMode="auto">
          <a:xfrm>
            <a:off x="2187349" y="1043627"/>
            <a:ext cx="668773" cy="307777"/>
          </a:xfrm>
          <a:prstGeom prst="rect">
            <a:avLst/>
          </a:prstGeom>
          <a:noFill/>
          <a:ln w="9525">
            <a:solidFill>
              <a:sysClr val="windowText" lastClr="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HRAP</a:t>
            </a:r>
            <a:endParaRPr kumimoji="1" lang="ja-JP" altLang="en-US" sz="1400" b="0"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endParaRPr>
          </a:p>
        </p:txBody>
      </p:sp>
      <p:sp>
        <p:nvSpPr>
          <p:cNvPr id="138" name="Text Box 65"/>
          <p:cNvSpPr txBox="1">
            <a:spLocks noChangeArrowheads="1"/>
          </p:cNvSpPr>
          <p:nvPr/>
        </p:nvSpPr>
        <p:spPr bwMode="auto">
          <a:xfrm>
            <a:off x="3758287" y="4343220"/>
            <a:ext cx="518091" cy="540000"/>
          </a:xfrm>
          <a:prstGeom prst="rect">
            <a:avLst/>
          </a:prstGeom>
          <a:noFill/>
          <a:ln w="9525">
            <a:solidFill>
              <a:sysClr val="windowText" lastClr="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NVH</a:t>
            </a:r>
          </a:p>
        </p:txBody>
      </p:sp>
      <p:cxnSp>
        <p:nvCxnSpPr>
          <p:cNvPr id="142" name="AutoShape 111"/>
          <p:cNvCxnSpPr>
            <a:cxnSpLocks noChangeShapeType="1"/>
            <a:stCxn id="105" idx="1"/>
            <a:endCxn id="308" idx="2"/>
          </p:cNvCxnSpPr>
          <p:nvPr/>
        </p:nvCxnSpPr>
        <p:spPr bwMode="auto">
          <a:xfrm rot="10800000">
            <a:off x="583528" y="2579848"/>
            <a:ext cx="2918829" cy="136063"/>
          </a:xfrm>
          <a:prstGeom prst="bentConnector2">
            <a:avLst/>
          </a:prstGeom>
          <a:noFill/>
          <a:ln w="9525">
            <a:solidFill>
              <a:sysClr val="windowText" lastClr="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3" name="AutoShape 86"/>
          <p:cNvCxnSpPr>
            <a:cxnSpLocks noChangeShapeType="1"/>
            <a:stCxn id="290" idx="2"/>
            <a:endCxn id="138" idx="0"/>
          </p:cNvCxnSpPr>
          <p:nvPr/>
        </p:nvCxnSpPr>
        <p:spPr bwMode="auto">
          <a:xfrm rot="16200000" flipH="1">
            <a:off x="3487453" y="3813340"/>
            <a:ext cx="419716" cy="640043"/>
          </a:xfrm>
          <a:prstGeom prst="bentConnector3">
            <a:avLst>
              <a:gd name="adj1" fmla="val 50000"/>
            </a:avLst>
          </a:prstGeom>
          <a:noFill/>
          <a:ln w="9525">
            <a:solidFill>
              <a:schemeClr val="tx1"/>
            </a:solidFill>
            <a:prstDash val="solid"/>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4" name="Text Box 65"/>
          <p:cNvSpPr txBox="1">
            <a:spLocks noChangeArrowheads="1"/>
          </p:cNvSpPr>
          <p:nvPr/>
        </p:nvSpPr>
        <p:spPr bwMode="auto">
          <a:xfrm>
            <a:off x="4324034" y="4343220"/>
            <a:ext cx="600689" cy="540000"/>
          </a:xfrm>
          <a:prstGeom prst="rect">
            <a:avLst/>
          </a:prstGeom>
          <a:noFill/>
          <a:ln w="9525">
            <a:solidFill>
              <a:sysClr val="windowText" lastClr="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信頼性</a:t>
            </a:r>
            <a:endParaRPr kumimoji="1" lang="en-US" altLang="ja-JP" sz="1200" b="0"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800" b="0"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Reliability</a:t>
            </a:r>
            <a:endParaRPr kumimoji="1" lang="ja-JP" altLang="en-US" sz="800" b="0"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endParaRPr>
          </a:p>
        </p:txBody>
      </p:sp>
      <p:cxnSp>
        <p:nvCxnSpPr>
          <p:cNvPr id="145" name="AutoShape 84"/>
          <p:cNvCxnSpPr>
            <a:cxnSpLocks noChangeShapeType="1"/>
            <a:stCxn id="290" idx="2"/>
            <a:endCxn id="144" idx="0"/>
          </p:cNvCxnSpPr>
          <p:nvPr/>
        </p:nvCxnSpPr>
        <p:spPr bwMode="auto">
          <a:xfrm rot="16200000" flipH="1">
            <a:off x="3790976" y="3509817"/>
            <a:ext cx="419716" cy="1247089"/>
          </a:xfrm>
          <a:prstGeom prst="bentConnector3">
            <a:avLst>
              <a:gd name="adj1" fmla="val 50000"/>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8" name="テキスト ボックス 158"/>
          <p:cNvSpPr txBox="1"/>
          <p:nvPr/>
        </p:nvSpPr>
        <p:spPr>
          <a:xfrm>
            <a:off x="4148761" y="2909627"/>
            <a:ext cx="901209" cy="230832"/>
          </a:xfrm>
          <a:prstGeom prst="rect">
            <a:avLst/>
          </a:prstGeom>
          <a:noFill/>
        </p:spPr>
        <p:txBody>
          <a:bodyPr wrap="non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 </a:t>
            </a:r>
            <a:r>
              <a:rPr lang="en-US" altLang="ja-JP" sz="900" dirty="0">
                <a:solidFill>
                  <a:srgbClr val="000000"/>
                </a:solidFill>
                <a:latin typeface="Meiryo UI" pitchFamily="50" charset="-128"/>
                <a:ea typeface="Meiryo UI" pitchFamily="50" charset="-128"/>
                <a:cs typeface="Meiryo UI" pitchFamily="50" charset="-128"/>
              </a:rPr>
              <a:t>Iino</a:t>
            </a:r>
            <a:r>
              <a:rPr kumimoji="1" lang="en-US" altLang="ja-JP" sz="9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 / </a:t>
            </a:r>
            <a:r>
              <a:rPr kumimoji="1" lang="en-US" altLang="ja-JP" sz="900" b="0" i="0" u="none" strike="noStrike" kern="1200" cap="none" spc="0" normalizeH="0" baseline="0" noProof="0" dirty="0" err="1">
                <a:ln>
                  <a:noFill/>
                </a:ln>
                <a:solidFill>
                  <a:srgbClr val="000000"/>
                </a:solidFill>
                <a:effectLst/>
                <a:uLnTx/>
                <a:uFillTx/>
                <a:latin typeface="Meiryo UI" pitchFamily="50" charset="-128"/>
                <a:ea typeface="Meiryo UI" pitchFamily="50" charset="-128"/>
                <a:cs typeface="Meiryo UI" pitchFamily="50" charset="-128"/>
              </a:rPr>
              <a:t>Ojima</a:t>
            </a:r>
            <a:endParaRPr kumimoji="1" lang="ja-JP" altLang="en-US" sz="9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endParaRPr>
          </a:p>
        </p:txBody>
      </p:sp>
      <p:sp>
        <p:nvSpPr>
          <p:cNvPr id="159" name="テキスト ボックス 160"/>
          <p:cNvSpPr txBox="1"/>
          <p:nvPr/>
        </p:nvSpPr>
        <p:spPr>
          <a:xfrm>
            <a:off x="993646" y="1061991"/>
            <a:ext cx="1277914" cy="253916"/>
          </a:xfrm>
          <a:prstGeom prst="rect">
            <a:avLst/>
          </a:prstGeom>
          <a:noFill/>
        </p:spPr>
        <p:txBody>
          <a:bodyPr wrap="non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50" b="0" i="0" u="none" strike="noStrike" kern="1200" cap="none" spc="0" normalizeH="0" baseline="0" noProof="0" dirty="0">
                <a:ln>
                  <a:noFill/>
                </a:ln>
                <a:solidFill>
                  <a:prstClr val="black"/>
                </a:solidFill>
                <a:effectLst/>
                <a:uLnTx/>
                <a:uFillTx/>
                <a:latin typeface="Meiryo UI" pitchFamily="50" charset="-128"/>
                <a:ea typeface="Meiryo UI" pitchFamily="50" charset="-128"/>
                <a:cs typeface="Meiryo UI" pitchFamily="50" charset="-128"/>
              </a:rPr>
              <a:t>Parent Company</a:t>
            </a:r>
            <a:endParaRPr kumimoji="1" lang="ja-JP" altLang="en-US" sz="1050" b="0" i="0" u="none" strike="noStrike" kern="1200" cap="none" spc="0" normalizeH="0" baseline="0" noProof="0" dirty="0">
              <a:ln>
                <a:noFill/>
              </a:ln>
              <a:solidFill>
                <a:prstClr val="black"/>
              </a:solidFill>
              <a:effectLst/>
              <a:uLnTx/>
              <a:uFillTx/>
              <a:latin typeface="Meiryo UI" pitchFamily="50" charset="-128"/>
              <a:ea typeface="Meiryo UI" pitchFamily="50" charset="-128"/>
              <a:cs typeface="Meiryo UI" pitchFamily="50" charset="-128"/>
            </a:endParaRPr>
          </a:p>
        </p:txBody>
      </p:sp>
      <p:sp>
        <p:nvSpPr>
          <p:cNvPr id="165" name="Text Box 5"/>
          <p:cNvSpPr txBox="1">
            <a:spLocks noChangeArrowheads="1"/>
          </p:cNvSpPr>
          <p:nvPr/>
        </p:nvSpPr>
        <p:spPr bwMode="auto">
          <a:xfrm>
            <a:off x="1195018" y="1664212"/>
            <a:ext cx="1213794" cy="492443"/>
          </a:xfrm>
          <a:prstGeom prst="rect">
            <a:avLst/>
          </a:prstGeom>
          <a:noFill/>
          <a:ln w="9525">
            <a:solidFill>
              <a:sysClr val="windowText" lastClr="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HRAP Regal</a:t>
            </a:r>
            <a:endParaRPr kumimoji="1" lang="en-US" altLang="ja-JP" sz="900" b="0"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1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Phaijittra</a:t>
            </a:r>
            <a:endParaRPr kumimoji="1" lang="en-US" altLang="ja-JP" sz="500" b="0"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endParaRPr>
          </a:p>
        </p:txBody>
      </p:sp>
      <p:cxnSp>
        <p:nvCxnSpPr>
          <p:cNvPr id="168" name="AutoShape 111"/>
          <p:cNvCxnSpPr>
            <a:cxnSpLocks noChangeShapeType="1"/>
            <a:stCxn id="105" idx="1"/>
            <a:endCxn id="165" idx="2"/>
          </p:cNvCxnSpPr>
          <p:nvPr/>
        </p:nvCxnSpPr>
        <p:spPr bwMode="auto">
          <a:xfrm rot="10800000">
            <a:off x="1801916" y="2156656"/>
            <a:ext cx="1700441" cy="559255"/>
          </a:xfrm>
          <a:prstGeom prst="bentConnector2">
            <a:avLst/>
          </a:prstGeom>
          <a:noFill/>
          <a:ln w="9525">
            <a:solidFill>
              <a:sysClr val="windowText" lastClr="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7" name="Text Box 102"/>
          <p:cNvSpPr txBox="1">
            <a:spLocks noChangeArrowheads="1"/>
          </p:cNvSpPr>
          <p:nvPr/>
        </p:nvSpPr>
        <p:spPr bwMode="auto">
          <a:xfrm>
            <a:off x="35054" y="6051994"/>
            <a:ext cx="795411" cy="3847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1000" dirty="0" err="1">
                <a:solidFill>
                  <a:srgbClr val="000000"/>
                </a:solidFill>
                <a:latin typeface="Meiryo UI" pitchFamily="50" charset="-128"/>
                <a:ea typeface="Meiryo UI" pitchFamily="50" charset="-128"/>
                <a:cs typeface="Meiryo UI" pitchFamily="50" charset="-128"/>
              </a:rPr>
              <a:t>Junkgrit</a:t>
            </a:r>
            <a:endParaRPr kumimoji="1" lang="en-US" altLang="ja-JP" sz="10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(EMS26-2)</a:t>
            </a:r>
            <a:endParaRPr kumimoji="1" lang="en-US" altLang="ja-JP" sz="10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endParaRPr>
          </a:p>
        </p:txBody>
      </p:sp>
      <p:cxnSp>
        <p:nvCxnSpPr>
          <p:cNvPr id="180" name="AutoShape 87"/>
          <p:cNvCxnSpPr>
            <a:cxnSpLocks noChangeShapeType="1"/>
            <a:stCxn id="235" idx="2"/>
            <a:endCxn id="177" idx="0"/>
          </p:cNvCxnSpPr>
          <p:nvPr/>
        </p:nvCxnSpPr>
        <p:spPr bwMode="auto">
          <a:xfrm rot="5400000">
            <a:off x="612644" y="5400297"/>
            <a:ext cx="471814" cy="831581"/>
          </a:xfrm>
          <a:prstGeom prst="bentConnector3">
            <a:avLst>
              <a:gd name="adj1" fmla="val 50000"/>
            </a:avLst>
          </a:prstGeom>
          <a:noFill/>
          <a:ln w="9525">
            <a:solidFill>
              <a:sysClr val="windowText" lastClr="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7" name="Text Box 65"/>
          <p:cNvSpPr txBox="1">
            <a:spLocks noChangeArrowheads="1"/>
          </p:cNvSpPr>
          <p:nvPr/>
        </p:nvSpPr>
        <p:spPr bwMode="auto">
          <a:xfrm>
            <a:off x="861373" y="4343220"/>
            <a:ext cx="799677" cy="540000"/>
          </a:xfrm>
          <a:prstGeom prst="rect">
            <a:avLst/>
          </a:prstGeom>
          <a:noFill/>
          <a:ln w="9525">
            <a:solidFill>
              <a:sysClr val="windowText" lastClr="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環境</a:t>
            </a:r>
            <a:endParaRPr kumimoji="1" lang="en-US" altLang="ja-JP" sz="1200" b="0"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800" b="0"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EM/FE/OBD</a:t>
            </a:r>
          </a:p>
        </p:txBody>
      </p:sp>
      <p:cxnSp>
        <p:nvCxnSpPr>
          <p:cNvPr id="205" name="AutoShape 85"/>
          <p:cNvCxnSpPr>
            <a:cxnSpLocks noChangeShapeType="1"/>
            <a:stCxn id="231" idx="2"/>
            <a:endCxn id="187" idx="0"/>
          </p:cNvCxnSpPr>
          <p:nvPr/>
        </p:nvCxnSpPr>
        <p:spPr bwMode="auto">
          <a:xfrm rot="16200000" flipH="1">
            <a:off x="1065665" y="4147672"/>
            <a:ext cx="383797" cy="7298"/>
          </a:xfrm>
          <a:prstGeom prst="bentConnector3">
            <a:avLst>
              <a:gd name="adj1" fmla="val 50000"/>
            </a:avLst>
          </a:prstGeom>
          <a:noFill/>
          <a:ln w="9525">
            <a:solidFill>
              <a:sysClr val="windowText" lastClr="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06" name="Text Box 5"/>
          <p:cNvSpPr txBox="1">
            <a:spLocks noChangeArrowheads="1"/>
          </p:cNvSpPr>
          <p:nvPr/>
        </p:nvSpPr>
        <p:spPr bwMode="auto">
          <a:xfrm>
            <a:off x="5108227" y="1043627"/>
            <a:ext cx="2333377" cy="661720"/>
          </a:xfrm>
          <a:prstGeom prst="rect">
            <a:avLst/>
          </a:prstGeom>
          <a:noFill/>
          <a:ln w="9525">
            <a:solidFill>
              <a:sysClr val="windowText" lastClr="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機種統括</a:t>
            </a:r>
            <a:endParaRPr kumimoji="1" lang="en-US" altLang="ja-JP" sz="1400" b="0"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Vehicle</a:t>
            </a:r>
            <a:r>
              <a:rPr kumimoji="1" lang="ja-JP" altLang="en-US" sz="900" b="0"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 </a:t>
            </a:r>
            <a:r>
              <a:rPr kumimoji="1" lang="en-US" altLang="ja-JP" sz="900" b="0"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development</a:t>
            </a:r>
            <a:r>
              <a:rPr kumimoji="1" lang="ja-JP" altLang="en-US" sz="900" b="0"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 </a:t>
            </a:r>
            <a:r>
              <a:rPr kumimoji="1" lang="en-US" altLang="ja-JP" sz="900" b="0"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Leader</a:t>
            </a:r>
          </a:p>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1400" kern="0" dirty="0">
                <a:solidFill>
                  <a:srgbClr val="000000"/>
                </a:solidFill>
                <a:latin typeface="Meiryo UI" pitchFamily="50" charset="-128"/>
                <a:ea typeface="Meiryo UI" pitchFamily="50" charset="-128"/>
                <a:cs typeface="Meiryo UI" pitchFamily="50" charset="-128"/>
              </a:rPr>
              <a:t>平村　亘　</a:t>
            </a:r>
            <a:r>
              <a:rPr kumimoji="1" lang="en-US" altLang="ja-JP" sz="1400" b="0"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LPL</a:t>
            </a:r>
            <a:r>
              <a:rPr kumimoji="1" lang="ja-JP" altLang="en-US" sz="1400" b="0"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　</a:t>
            </a:r>
            <a:r>
              <a:rPr kumimoji="1" lang="en-US" altLang="ja-JP" sz="1400" b="0"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(HRAP)</a:t>
            </a:r>
          </a:p>
        </p:txBody>
      </p:sp>
      <p:sp>
        <p:nvSpPr>
          <p:cNvPr id="207" name="Text Box 65"/>
          <p:cNvSpPr txBox="1">
            <a:spLocks noChangeArrowheads="1"/>
          </p:cNvSpPr>
          <p:nvPr/>
        </p:nvSpPr>
        <p:spPr bwMode="auto">
          <a:xfrm>
            <a:off x="5760442" y="2558084"/>
            <a:ext cx="1067921" cy="307777"/>
          </a:xfrm>
          <a:prstGeom prst="rect">
            <a:avLst/>
          </a:prstGeom>
          <a:noFill/>
          <a:ln w="9525">
            <a:solidFill>
              <a:sysClr val="windowText" lastClr="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ISO26262</a:t>
            </a:r>
            <a:endParaRPr kumimoji="1" lang="ja-JP" altLang="en-US" sz="1400" b="0"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endParaRPr>
          </a:p>
        </p:txBody>
      </p:sp>
      <p:cxnSp>
        <p:nvCxnSpPr>
          <p:cNvPr id="208" name="AutoShape 111"/>
          <p:cNvCxnSpPr>
            <a:cxnSpLocks noChangeShapeType="1"/>
            <a:stCxn id="105" idx="3"/>
            <a:endCxn id="207" idx="1"/>
          </p:cNvCxnSpPr>
          <p:nvPr/>
        </p:nvCxnSpPr>
        <p:spPr bwMode="auto">
          <a:xfrm flipV="1">
            <a:off x="5634697" y="2711973"/>
            <a:ext cx="125745" cy="3937"/>
          </a:xfrm>
          <a:prstGeom prst="bentConnector3">
            <a:avLst>
              <a:gd name="adj1" fmla="val 50000"/>
            </a:avLst>
          </a:prstGeom>
          <a:noFill/>
          <a:ln w="9525">
            <a:solidFill>
              <a:sysClr val="windowText" lastClr="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8" name="AutoShape 111"/>
          <p:cNvCxnSpPr>
            <a:cxnSpLocks noChangeShapeType="1"/>
            <a:stCxn id="206" idx="1"/>
            <a:endCxn id="105" idx="0"/>
          </p:cNvCxnSpPr>
          <p:nvPr/>
        </p:nvCxnSpPr>
        <p:spPr bwMode="auto">
          <a:xfrm rot="10800000" flipV="1">
            <a:off x="4568527" y="1374486"/>
            <a:ext cx="539700" cy="913451"/>
          </a:xfrm>
          <a:prstGeom prst="bentConnector2">
            <a:avLst/>
          </a:prstGeom>
          <a:noFill/>
          <a:ln w="9525">
            <a:solidFill>
              <a:sysClr val="windowText" lastClr="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23" name="Text Box 67"/>
          <p:cNvSpPr txBox="1">
            <a:spLocks noChangeArrowheads="1"/>
          </p:cNvSpPr>
          <p:nvPr/>
        </p:nvSpPr>
        <p:spPr bwMode="auto">
          <a:xfrm>
            <a:off x="3916765" y="3505346"/>
            <a:ext cx="1923053" cy="48559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Design PL : Thanakorn</a:t>
            </a:r>
            <a:endParaRPr lang="en-US" altLang="ja-JP" sz="1200" dirty="0">
              <a:solidFill>
                <a:srgbClr val="000000"/>
              </a:solidFill>
              <a:latin typeface="Meiryo UI" pitchFamily="50" charset="-128"/>
              <a:ea typeface="Meiryo UI" pitchFamily="50" charset="-128"/>
              <a:cs typeface="Meiryo UI"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Test PL : Jirapipat</a:t>
            </a:r>
          </a:p>
        </p:txBody>
      </p:sp>
      <p:sp>
        <p:nvSpPr>
          <p:cNvPr id="231" name="角丸四角形 230"/>
          <p:cNvSpPr/>
          <p:nvPr/>
        </p:nvSpPr>
        <p:spPr>
          <a:xfrm>
            <a:off x="768865" y="3502470"/>
            <a:ext cx="970098" cy="456953"/>
          </a:xfrm>
          <a:prstGeom prst="roundRect">
            <a:avLst/>
          </a:prstGeom>
          <a:solidFill>
            <a:srgbClr val="4F81BD"/>
          </a:solidFill>
          <a:ln w="25400" cap="flat" cmpd="sng" algn="ctr">
            <a:solidFill>
              <a:srgbClr val="4F81BD">
                <a:shade val="5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dirty="0">
                <a:ln>
                  <a:noFill/>
                </a:ln>
                <a:solidFill>
                  <a:srgbClr val="FFFFFF"/>
                </a:solidFill>
                <a:effectLst/>
                <a:uLnTx/>
                <a:uFillTx/>
                <a:latin typeface="Calibri"/>
                <a:ea typeface="ＭＳ Ｐゴシック"/>
                <a:cs typeface="+mn-cs"/>
              </a:rPr>
              <a:t>HRAP</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dirty="0">
                <a:ln>
                  <a:noFill/>
                </a:ln>
                <a:solidFill>
                  <a:srgbClr val="FFFFFF"/>
                </a:solidFill>
                <a:effectLst/>
                <a:uLnTx/>
                <a:uFillTx/>
                <a:latin typeface="Calibri"/>
                <a:ea typeface="ＭＳ Ｐゴシック"/>
                <a:cs typeface="+mn-cs"/>
              </a:rPr>
              <a:t>PU-DV</a:t>
            </a:r>
            <a:endParaRPr kumimoji="0" lang="ja-JP" altLang="en-US" sz="1400" b="1" i="0" u="none" strike="noStrike" kern="0" cap="none" spc="0" normalizeH="0" baseline="0" noProof="0" dirty="0">
              <a:ln>
                <a:noFill/>
              </a:ln>
              <a:solidFill>
                <a:srgbClr val="FFFFFF"/>
              </a:solidFill>
              <a:effectLst/>
              <a:uLnTx/>
              <a:uFillTx/>
              <a:latin typeface="Calibri"/>
              <a:ea typeface="ＭＳ Ｐゴシック"/>
              <a:cs typeface="+mn-cs"/>
            </a:endParaRPr>
          </a:p>
        </p:txBody>
      </p:sp>
      <p:sp>
        <p:nvSpPr>
          <p:cNvPr id="232" name="角丸四角形 231"/>
          <p:cNvSpPr/>
          <p:nvPr/>
        </p:nvSpPr>
        <p:spPr>
          <a:xfrm>
            <a:off x="5987537" y="3502470"/>
            <a:ext cx="902018" cy="456955"/>
          </a:xfrm>
          <a:prstGeom prst="roundRect">
            <a:avLst/>
          </a:prstGeom>
          <a:solidFill>
            <a:srgbClr val="4F81BD"/>
          </a:solidFill>
          <a:ln w="25400" cap="flat" cmpd="sng" algn="ctr">
            <a:solidFill>
              <a:srgbClr val="4F81BD">
                <a:shade val="5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dirty="0">
                <a:ln>
                  <a:noFill/>
                </a:ln>
                <a:solidFill>
                  <a:srgbClr val="FFFFFF"/>
                </a:solidFill>
                <a:effectLst/>
                <a:uLnTx/>
                <a:uFillTx/>
                <a:latin typeface="Calibri"/>
                <a:ea typeface="ＭＳ Ｐゴシック"/>
                <a:cs typeface="+mn-cs"/>
              </a:rPr>
              <a:t>HRAP</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dirty="0">
                <a:ln>
                  <a:noFill/>
                </a:ln>
                <a:solidFill>
                  <a:srgbClr val="FFFFFF"/>
                </a:solidFill>
                <a:effectLst/>
                <a:uLnTx/>
                <a:uFillTx/>
                <a:latin typeface="Calibri"/>
                <a:ea typeface="ＭＳ Ｐゴシック"/>
                <a:cs typeface="+mn-cs"/>
              </a:rPr>
              <a:t>PU-DS</a:t>
            </a:r>
            <a:endParaRPr kumimoji="0" lang="ja-JP" altLang="en-US" sz="1400" b="1" i="0" u="none" strike="noStrike" kern="0" cap="none" spc="0" normalizeH="0" baseline="0" noProof="0" dirty="0">
              <a:ln>
                <a:noFill/>
              </a:ln>
              <a:solidFill>
                <a:srgbClr val="FFFFFF"/>
              </a:solidFill>
              <a:effectLst/>
              <a:uLnTx/>
              <a:uFillTx/>
              <a:latin typeface="Calibri"/>
              <a:ea typeface="ＭＳ Ｐゴシック"/>
              <a:cs typeface="+mn-cs"/>
            </a:endParaRPr>
          </a:p>
        </p:txBody>
      </p:sp>
      <p:cxnSp>
        <p:nvCxnSpPr>
          <p:cNvPr id="233" name="カギ線コネクタ 232"/>
          <p:cNvCxnSpPr>
            <a:stCxn id="232" idx="0"/>
            <a:endCxn id="105" idx="2"/>
          </p:cNvCxnSpPr>
          <p:nvPr/>
        </p:nvCxnSpPr>
        <p:spPr>
          <a:xfrm rot="16200000" flipV="1">
            <a:off x="5324243" y="2388166"/>
            <a:ext cx="358588" cy="1870019"/>
          </a:xfrm>
          <a:prstGeom prst="bentConnector3">
            <a:avLst>
              <a:gd name="adj1" fmla="val 50000"/>
            </a:avLst>
          </a:prstGeom>
          <a:noFill/>
          <a:ln w="9525" cap="flat" cmpd="sng" algn="ctr">
            <a:solidFill>
              <a:schemeClr val="tx1"/>
            </a:solidFill>
            <a:prstDash val="solid"/>
          </a:ln>
          <a:effectLst/>
        </p:spPr>
      </p:cxnSp>
      <p:cxnSp>
        <p:nvCxnSpPr>
          <p:cNvPr id="234" name="AutoShape 82"/>
          <p:cNvCxnSpPr>
            <a:cxnSpLocks noChangeShapeType="1"/>
            <a:stCxn id="105" idx="2"/>
            <a:endCxn id="231" idx="0"/>
          </p:cNvCxnSpPr>
          <p:nvPr/>
        </p:nvCxnSpPr>
        <p:spPr bwMode="auto">
          <a:xfrm rot="5400000">
            <a:off x="2731927" y="1665870"/>
            <a:ext cx="358588" cy="3314613"/>
          </a:xfrm>
          <a:prstGeom prst="bentConnector3">
            <a:avLst>
              <a:gd name="adj1" fmla="val 50000"/>
            </a:avLst>
          </a:prstGeom>
          <a:noFill/>
          <a:ln w="9525">
            <a:solidFill>
              <a:sysClr val="windowText" lastClr="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35" name="Text Box 75"/>
          <p:cNvSpPr txBox="1">
            <a:spLocks noChangeArrowheads="1"/>
          </p:cNvSpPr>
          <p:nvPr/>
        </p:nvSpPr>
        <p:spPr bwMode="auto">
          <a:xfrm>
            <a:off x="771866" y="5303181"/>
            <a:ext cx="98495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1200" dirty="0">
                <a:solidFill>
                  <a:srgbClr val="000000"/>
                </a:solidFill>
                <a:latin typeface="Meiryo UI" pitchFamily="50" charset="-128"/>
                <a:ea typeface="Meiryo UI" pitchFamily="50" charset="-128"/>
                <a:cs typeface="Meiryo UI" pitchFamily="50" charset="-128"/>
              </a:rPr>
              <a:t>Songyouth</a:t>
            </a:r>
            <a:endParaRPr kumimoji="1" lang="en-US" altLang="ja-JP" sz="12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endParaRPr>
          </a:p>
        </p:txBody>
      </p:sp>
      <p:cxnSp>
        <p:nvCxnSpPr>
          <p:cNvPr id="236" name="AutoShape 87"/>
          <p:cNvCxnSpPr>
            <a:cxnSpLocks noChangeShapeType="1"/>
            <a:stCxn id="110" idx="2"/>
            <a:endCxn id="235" idx="0"/>
          </p:cNvCxnSpPr>
          <p:nvPr/>
        </p:nvCxnSpPr>
        <p:spPr bwMode="auto">
          <a:xfrm rot="16200000" flipH="1">
            <a:off x="633233" y="4672072"/>
            <a:ext cx="419961" cy="842256"/>
          </a:xfrm>
          <a:prstGeom prst="bentConnector3">
            <a:avLst>
              <a:gd name="adj1" fmla="val 50000"/>
            </a:avLst>
          </a:prstGeom>
          <a:noFill/>
          <a:ln w="9525">
            <a:solidFill>
              <a:sysClr val="windowText" lastClr="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8" name="AutoShape 87"/>
          <p:cNvCxnSpPr>
            <a:cxnSpLocks noChangeShapeType="1"/>
            <a:stCxn id="187" idx="2"/>
            <a:endCxn id="235" idx="0"/>
          </p:cNvCxnSpPr>
          <p:nvPr/>
        </p:nvCxnSpPr>
        <p:spPr bwMode="auto">
          <a:xfrm rot="16200000" flipH="1">
            <a:off x="1052796" y="5091635"/>
            <a:ext cx="419961" cy="3129"/>
          </a:xfrm>
          <a:prstGeom prst="bentConnector3">
            <a:avLst>
              <a:gd name="adj1" fmla="val 50000"/>
            </a:avLst>
          </a:prstGeom>
          <a:noFill/>
          <a:ln w="9525">
            <a:solidFill>
              <a:sysClr val="windowText" lastClr="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9" name="直線コネクタ 238"/>
          <p:cNvCxnSpPr>
            <a:stCxn id="257" idx="2"/>
            <a:endCxn id="106" idx="0"/>
          </p:cNvCxnSpPr>
          <p:nvPr/>
        </p:nvCxnSpPr>
        <p:spPr bwMode="auto">
          <a:xfrm>
            <a:off x="7603752" y="3959425"/>
            <a:ext cx="977" cy="383795"/>
          </a:xfrm>
          <a:prstGeom prst="line">
            <a:avLst/>
          </a:prstGeom>
          <a:solidFill>
            <a:srgbClr val="4F81BD"/>
          </a:solidFill>
          <a:ln w="9525" cap="flat" cmpd="sng" algn="ctr">
            <a:solidFill>
              <a:sysClr val="windowText" lastClr="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0" name="Text Box 66"/>
          <p:cNvSpPr txBox="1">
            <a:spLocks noChangeArrowheads="1"/>
          </p:cNvSpPr>
          <p:nvPr/>
        </p:nvSpPr>
        <p:spPr bwMode="auto">
          <a:xfrm>
            <a:off x="6133840" y="4343220"/>
            <a:ext cx="913733" cy="540000"/>
          </a:xfrm>
          <a:prstGeom prst="rect">
            <a:avLst/>
          </a:prstGeom>
          <a:noFill/>
          <a:ln w="9525">
            <a:solidFill>
              <a:sysClr val="windowText" lastClr="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制御設計</a:t>
            </a:r>
            <a:endParaRPr kumimoji="1" lang="en-US" altLang="ja-JP" sz="1200" b="0"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800" b="0"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Control Design</a:t>
            </a:r>
            <a:r>
              <a:rPr kumimoji="1" lang="ja-JP" altLang="en-US" sz="800" b="0"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 </a:t>
            </a:r>
          </a:p>
        </p:txBody>
      </p:sp>
      <p:cxnSp>
        <p:nvCxnSpPr>
          <p:cNvPr id="241" name="AutoShape 84"/>
          <p:cNvCxnSpPr>
            <a:cxnSpLocks noChangeShapeType="1"/>
            <a:stCxn id="232" idx="2"/>
            <a:endCxn id="240" idx="0"/>
          </p:cNvCxnSpPr>
          <p:nvPr/>
        </p:nvCxnSpPr>
        <p:spPr bwMode="auto">
          <a:xfrm rot="16200000" flipH="1">
            <a:off x="6322729" y="4075241"/>
            <a:ext cx="383795" cy="152161"/>
          </a:xfrm>
          <a:prstGeom prst="bentConnector3">
            <a:avLst>
              <a:gd name="adj1" fmla="val 50000"/>
            </a:avLst>
          </a:prstGeom>
          <a:noFill/>
          <a:ln w="9525">
            <a:solidFill>
              <a:sysClr val="windowText" lastClr="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2" name="Text Box 5"/>
          <p:cNvSpPr txBox="1">
            <a:spLocks noChangeArrowheads="1"/>
          </p:cNvSpPr>
          <p:nvPr/>
        </p:nvSpPr>
        <p:spPr bwMode="auto">
          <a:xfrm>
            <a:off x="2463840" y="1664212"/>
            <a:ext cx="1521570" cy="477054"/>
          </a:xfrm>
          <a:prstGeom prst="rect">
            <a:avLst/>
          </a:prstGeom>
          <a:noFill/>
          <a:ln w="9525">
            <a:solidFill>
              <a:sysClr val="windowText" lastClr="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HRAP Purchase</a:t>
            </a:r>
            <a:endParaRPr kumimoji="1" lang="en-US" altLang="ja-JP" sz="1100" b="0"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100" b="0" i="0" u="none" strike="noStrike" kern="0" cap="none" spc="0" normalizeH="0" baseline="0" noProof="0" dirty="0" err="1">
                <a:ln>
                  <a:noFill/>
                </a:ln>
                <a:solidFill>
                  <a:srgbClr val="000000"/>
                </a:solidFill>
                <a:effectLst/>
                <a:uLnTx/>
                <a:uFillTx/>
                <a:latin typeface="Meiryo UI" pitchFamily="50" charset="-128"/>
                <a:ea typeface="Meiryo UI" pitchFamily="50" charset="-128"/>
                <a:cs typeface="Meiryo UI" pitchFamily="50" charset="-128"/>
              </a:rPr>
              <a:t>Pornnarong</a:t>
            </a:r>
            <a:endParaRPr kumimoji="1" lang="ja-JP" altLang="en-US" sz="1100" b="0"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endParaRPr>
          </a:p>
        </p:txBody>
      </p:sp>
      <p:cxnSp>
        <p:nvCxnSpPr>
          <p:cNvPr id="243" name="AutoShape 111"/>
          <p:cNvCxnSpPr>
            <a:cxnSpLocks noChangeShapeType="1"/>
            <a:stCxn id="105" idx="1"/>
            <a:endCxn id="242" idx="2"/>
          </p:cNvCxnSpPr>
          <p:nvPr/>
        </p:nvCxnSpPr>
        <p:spPr bwMode="auto">
          <a:xfrm rot="10800000">
            <a:off x="3224626" y="2141266"/>
            <a:ext cx="277731" cy="574644"/>
          </a:xfrm>
          <a:prstGeom prst="bentConnector2">
            <a:avLst/>
          </a:prstGeom>
          <a:noFill/>
          <a:ln w="9525">
            <a:solidFill>
              <a:sysClr val="windowText" lastClr="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4" name="Text Box 67"/>
          <p:cNvSpPr txBox="1">
            <a:spLocks noChangeArrowheads="1"/>
          </p:cNvSpPr>
          <p:nvPr/>
        </p:nvSpPr>
        <p:spPr bwMode="auto">
          <a:xfrm>
            <a:off x="7281770" y="2030224"/>
            <a:ext cx="1386918" cy="4462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400" dirty="0">
                <a:solidFill>
                  <a:srgbClr val="000000"/>
                </a:solidFill>
                <a:latin typeface="Meiryo UI" pitchFamily="50" charset="-128"/>
                <a:ea typeface="Meiryo UI" pitchFamily="50" charset="-128"/>
                <a:cs typeface="Meiryo UI" pitchFamily="50" charset="-128"/>
              </a:rPr>
              <a:t>飯生</a:t>
            </a:r>
            <a:r>
              <a:rPr kumimoji="1" lang="ja-JP" altLang="en-US" sz="14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a:t>
            </a:r>
            <a:r>
              <a:rPr kumimoji="1" lang="en-US" altLang="ja-JP" sz="14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HRAP</a:t>
            </a:r>
            <a:r>
              <a:rPr kumimoji="1" lang="ja-JP" altLang="en-US" sz="14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a:t>
            </a:r>
            <a:endParaRPr kumimoji="1" lang="en-US" altLang="ja-JP" sz="14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900" dirty="0">
                <a:solidFill>
                  <a:srgbClr val="000000"/>
                </a:solidFill>
                <a:latin typeface="Meiryo UI" pitchFamily="50" charset="-128"/>
                <a:ea typeface="Meiryo UI" pitchFamily="50" charset="-128"/>
                <a:cs typeface="Meiryo UI" pitchFamily="50" charset="-128"/>
              </a:rPr>
              <a:t>Iino</a:t>
            </a:r>
            <a:endParaRPr kumimoji="1" lang="en-US" altLang="ja-JP" sz="9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endParaRPr>
          </a:p>
        </p:txBody>
      </p:sp>
      <p:sp>
        <p:nvSpPr>
          <p:cNvPr id="245" name="テキスト ボックス 222"/>
          <p:cNvSpPr txBox="1"/>
          <p:nvPr/>
        </p:nvSpPr>
        <p:spPr>
          <a:xfrm>
            <a:off x="7009837" y="1872431"/>
            <a:ext cx="603050" cy="261610"/>
          </a:xfrm>
          <a:prstGeom prst="rect">
            <a:avLst/>
          </a:prstGeom>
          <a:noFill/>
        </p:spPr>
        <p:txBody>
          <a:bodyPr wrap="non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100" b="0" i="0" u="none" strike="noStrike" kern="1200" cap="none" spc="0" normalizeH="0" baseline="0" noProof="0" dirty="0">
                <a:ln>
                  <a:noFill/>
                </a:ln>
                <a:solidFill>
                  <a:prstClr val="black"/>
                </a:solidFill>
                <a:effectLst/>
                <a:uLnTx/>
                <a:uFillTx/>
                <a:latin typeface="Calibri"/>
                <a:ea typeface="ＭＳ Ｐゴシック"/>
                <a:cs typeface="+mn-cs"/>
              </a:rPr>
              <a:t>Vehicle</a:t>
            </a:r>
            <a:endParaRPr kumimoji="1" lang="ja-JP" altLang="en-US" sz="1100" b="0" i="0" u="none" strike="noStrike" kern="1200" cap="none" spc="0" normalizeH="0" baseline="0" noProof="0" dirty="0">
              <a:ln>
                <a:noFill/>
              </a:ln>
              <a:solidFill>
                <a:prstClr val="black"/>
              </a:solidFill>
              <a:effectLst/>
              <a:uLnTx/>
              <a:uFillTx/>
              <a:latin typeface="Calibri"/>
              <a:ea typeface="ＭＳ Ｐゴシック"/>
              <a:cs typeface="+mn-cs"/>
            </a:endParaRPr>
          </a:p>
        </p:txBody>
      </p:sp>
      <p:cxnSp>
        <p:nvCxnSpPr>
          <p:cNvPr id="246" name="AutoShape 111"/>
          <p:cNvCxnSpPr>
            <a:cxnSpLocks noChangeShapeType="1"/>
            <a:stCxn id="207" idx="3"/>
            <a:endCxn id="244" idx="1"/>
          </p:cNvCxnSpPr>
          <p:nvPr/>
        </p:nvCxnSpPr>
        <p:spPr bwMode="auto">
          <a:xfrm flipV="1">
            <a:off x="6828363" y="2253362"/>
            <a:ext cx="453407" cy="458611"/>
          </a:xfrm>
          <a:prstGeom prst="bentConnector3">
            <a:avLst>
              <a:gd name="adj1" fmla="val 50000"/>
            </a:avLst>
          </a:prstGeom>
          <a:noFill/>
          <a:ln w="9525">
            <a:solidFill>
              <a:sysClr val="windowText" lastClr="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7" name="Text Box 67"/>
          <p:cNvSpPr txBox="1">
            <a:spLocks noChangeArrowheads="1"/>
          </p:cNvSpPr>
          <p:nvPr/>
        </p:nvSpPr>
        <p:spPr bwMode="auto">
          <a:xfrm>
            <a:off x="7281770" y="2468505"/>
            <a:ext cx="1994457" cy="4462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原（</a:t>
            </a:r>
            <a:r>
              <a:rPr lang="en-US" altLang="ja-JP" sz="1400" dirty="0">
                <a:solidFill>
                  <a:srgbClr val="000000"/>
                </a:solidFill>
                <a:latin typeface="Meiryo UI" pitchFamily="50" charset="-128"/>
                <a:ea typeface="Meiryo UI" pitchFamily="50" charset="-128"/>
                <a:cs typeface="Meiryo UI" pitchFamily="50" charset="-128"/>
              </a:rPr>
              <a:t>GO-ADC</a:t>
            </a:r>
            <a:r>
              <a:rPr kumimoji="1" lang="en-US" altLang="ja-JP" sz="14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 </a:t>
            </a:r>
            <a:r>
              <a:rPr lang="en-US" altLang="ja-JP" sz="1400" dirty="0">
                <a:solidFill>
                  <a:srgbClr val="000000"/>
                </a:solidFill>
                <a:latin typeface="Meiryo UI" pitchFamily="50" charset="-128"/>
                <a:ea typeface="Meiryo UI" pitchFamily="50" charset="-128"/>
                <a:cs typeface="Meiryo UI" pitchFamily="50" charset="-128"/>
              </a:rPr>
              <a:t>MLPU</a:t>
            </a:r>
            <a:r>
              <a:rPr kumimoji="1" lang="ja-JP" altLang="en-US" sz="14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a:t>
            </a:r>
            <a:endParaRPr kumimoji="1" lang="en-US" altLang="ja-JP" sz="14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Hara</a:t>
            </a:r>
          </a:p>
        </p:txBody>
      </p:sp>
      <p:sp>
        <p:nvSpPr>
          <p:cNvPr id="248" name="テキスト ボックス 225"/>
          <p:cNvSpPr txBox="1"/>
          <p:nvPr/>
        </p:nvSpPr>
        <p:spPr>
          <a:xfrm>
            <a:off x="7022900" y="2413894"/>
            <a:ext cx="418704" cy="261610"/>
          </a:xfrm>
          <a:prstGeom prst="rect">
            <a:avLst/>
          </a:prstGeom>
          <a:noFill/>
        </p:spPr>
        <p:txBody>
          <a:bodyPr wrap="non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100" b="0" i="0" u="none" strike="noStrike" kern="1200" cap="none" spc="0" normalizeH="0" baseline="0" noProof="0" dirty="0">
                <a:ln>
                  <a:noFill/>
                </a:ln>
                <a:solidFill>
                  <a:prstClr val="black"/>
                </a:solidFill>
                <a:effectLst/>
                <a:uLnTx/>
                <a:uFillTx/>
                <a:latin typeface="Calibri"/>
                <a:ea typeface="ＭＳ Ｐゴシック"/>
                <a:cs typeface="+mn-cs"/>
              </a:rPr>
              <a:t>ECU</a:t>
            </a:r>
            <a:endParaRPr kumimoji="1" lang="ja-JP" altLang="en-US" sz="1100" b="0" i="0" u="none" strike="noStrike" kern="1200" cap="none" spc="0" normalizeH="0" baseline="0" noProof="0" dirty="0">
              <a:ln>
                <a:noFill/>
              </a:ln>
              <a:solidFill>
                <a:prstClr val="black"/>
              </a:solidFill>
              <a:effectLst/>
              <a:uLnTx/>
              <a:uFillTx/>
              <a:latin typeface="Calibri"/>
              <a:ea typeface="ＭＳ Ｐゴシック"/>
              <a:cs typeface="+mn-cs"/>
            </a:endParaRPr>
          </a:p>
        </p:txBody>
      </p:sp>
      <p:cxnSp>
        <p:nvCxnSpPr>
          <p:cNvPr id="249" name="AutoShape 111"/>
          <p:cNvCxnSpPr>
            <a:cxnSpLocks noChangeShapeType="1"/>
            <a:stCxn id="207" idx="3"/>
            <a:endCxn id="247" idx="1"/>
          </p:cNvCxnSpPr>
          <p:nvPr/>
        </p:nvCxnSpPr>
        <p:spPr bwMode="auto">
          <a:xfrm flipV="1">
            <a:off x="6828363" y="2691643"/>
            <a:ext cx="453407" cy="20330"/>
          </a:xfrm>
          <a:prstGeom prst="bentConnector3">
            <a:avLst>
              <a:gd name="adj1" fmla="val 50000"/>
            </a:avLst>
          </a:prstGeom>
          <a:noFill/>
          <a:ln w="9525">
            <a:solidFill>
              <a:sysClr val="windowText" lastClr="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0" name="直線コネクタ 249"/>
          <p:cNvCxnSpPr>
            <a:stCxn id="106" idx="2"/>
            <a:endCxn id="111" idx="0"/>
          </p:cNvCxnSpPr>
          <p:nvPr/>
        </p:nvCxnSpPr>
        <p:spPr bwMode="auto">
          <a:xfrm>
            <a:off x="7604729" y="4883220"/>
            <a:ext cx="3" cy="358405"/>
          </a:xfrm>
          <a:prstGeom prst="line">
            <a:avLst/>
          </a:prstGeom>
          <a:solidFill>
            <a:srgbClr val="4F81BD"/>
          </a:solidFill>
          <a:ln w="9525" cap="flat" cmpd="sng" algn="ctr">
            <a:solidFill>
              <a:sysClr val="windowText" lastClr="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1" name="AutoShape 87"/>
          <p:cNvCxnSpPr>
            <a:cxnSpLocks noChangeShapeType="1"/>
            <a:stCxn id="107" idx="2"/>
            <a:endCxn id="109" idx="0"/>
          </p:cNvCxnSpPr>
          <p:nvPr/>
        </p:nvCxnSpPr>
        <p:spPr bwMode="auto">
          <a:xfrm rot="16200000" flipH="1">
            <a:off x="5631075" y="4823013"/>
            <a:ext cx="358405" cy="478817"/>
          </a:xfrm>
          <a:prstGeom prst="bentConnector3">
            <a:avLst>
              <a:gd name="adj1" fmla="val 50000"/>
            </a:avLst>
          </a:prstGeom>
          <a:noFill/>
          <a:ln w="9525">
            <a:solidFill>
              <a:sysClr val="windowText" lastClr="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2" name="AutoShape 87"/>
          <p:cNvCxnSpPr>
            <a:cxnSpLocks noChangeShapeType="1"/>
            <a:stCxn id="240" idx="2"/>
            <a:endCxn id="109" idx="0"/>
          </p:cNvCxnSpPr>
          <p:nvPr/>
        </p:nvCxnSpPr>
        <p:spPr bwMode="auto">
          <a:xfrm rot="5400000">
            <a:off x="6140995" y="4791912"/>
            <a:ext cx="358405" cy="541021"/>
          </a:xfrm>
          <a:prstGeom prst="bentConnector3">
            <a:avLst>
              <a:gd name="adj1" fmla="val 50000"/>
            </a:avLst>
          </a:prstGeom>
          <a:noFill/>
          <a:ln w="9525">
            <a:solidFill>
              <a:sysClr val="windowText" lastClr="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57" name="角丸四角形 256"/>
          <p:cNvSpPr/>
          <p:nvPr/>
        </p:nvSpPr>
        <p:spPr>
          <a:xfrm>
            <a:off x="7210461" y="3502470"/>
            <a:ext cx="786582" cy="456955"/>
          </a:xfrm>
          <a:prstGeom prst="roundRect">
            <a:avLst/>
          </a:prstGeom>
          <a:solidFill>
            <a:srgbClr val="4F81BD"/>
          </a:solidFill>
          <a:ln w="25400" cap="flat" cmpd="sng" algn="ctr">
            <a:solidFill>
              <a:srgbClr val="4F81BD">
                <a:shade val="5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dirty="0">
                <a:ln>
                  <a:noFill/>
                </a:ln>
                <a:solidFill>
                  <a:srgbClr val="FFFFFF"/>
                </a:solidFill>
                <a:effectLst/>
                <a:uLnTx/>
                <a:uFillTx/>
                <a:latin typeface="Calibri"/>
                <a:ea typeface="ＭＳ Ｐゴシック"/>
                <a:cs typeface="+mn-cs"/>
              </a:rPr>
              <a:t>HRAP</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dirty="0">
                <a:ln>
                  <a:noFill/>
                </a:ln>
                <a:solidFill>
                  <a:srgbClr val="FFFFFF"/>
                </a:solidFill>
                <a:effectLst/>
                <a:uLnTx/>
                <a:uFillTx/>
                <a:latin typeface="Calibri"/>
                <a:ea typeface="ＭＳ Ｐゴシック"/>
                <a:cs typeface="+mn-cs"/>
              </a:rPr>
              <a:t>APD2</a:t>
            </a:r>
            <a:endParaRPr kumimoji="0" lang="ja-JP" altLang="en-US" sz="1400" b="1" i="0" u="none" strike="noStrike" kern="0" cap="none" spc="0" normalizeH="0" baseline="0" noProof="0" dirty="0">
              <a:ln>
                <a:noFill/>
              </a:ln>
              <a:solidFill>
                <a:srgbClr val="FFFFFF"/>
              </a:solidFill>
              <a:effectLst/>
              <a:uLnTx/>
              <a:uFillTx/>
              <a:latin typeface="Calibri"/>
              <a:ea typeface="ＭＳ Ｐゴシック"/>
              <a:cs typeface="+mn-cs"/>
            </a:endParaRPr>
          </a:p>
        </p:txBody>
      </p:sp>
      <p:cxnSp>
        <p:nvCxnSpPr>
          <p:cNvPr id="258" name="AutoShape 111"/>
          <p:cNvCxnSpPr>
            <a:cxnSpLocks noChangeShapeType="1"/>
            <a:stCxn id="242" idx="0"/>
            <a:endCxn id="137" idx="2"/>
          </p:cNvCxnSpPr>
          <p:nvPr/>
        </p:nvCxnSpPr>
        <p:spPr bwMode="auto">
          <a:xfrm rot="16200000" flipV="1">
            <a:off x="2716777" y="1156363"/>
            <a:ext cx="312808" cy="702889"/>
          </a:xfrm>
          <a:prstGeom prst="bentConnector3">
            <a:avLst>
              <a:gd name="adj1" fmla="val 50000"/>
            </a:avLst>
          </a:prstGeom>
          <a:noFill/>
          <a:ln w="9525">
            <a:solidFill>
              <a:sysClr val="windowText" lastClr="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59" name="Text Box 102"/>
          <p:cNvSpPr txBox="1">
            <a:spLocks noChangeArrowheads="1"/>
          </p:cNvSpPr>
          <p:nvPr/>
        </p:nvSpPr>
        <p:spPr bwMode="auto">
          <a:xfrm>
            <a:off x="861255" y="6051994"/>
            <a:ext cx="795411" cy="3847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1000" dirty="0">
                <a:solidFill>
                  <a:srgbClr val="000000"/>
                </a:solidFill>
                <a:latin typeface="Meiryo UI" pitchFamily="50" charset="-128"/>
                <a:ea typeface="Meiryo UI" pitchFamily="50" charset="-128"/>
                <a:cs typeface="Meiryo UI" pitchFamily="50" charset="-128"/>
              </a:rPr>
              <a:t>Suttipong</a:t>
            </a:r>
            <a:endParaRPr kumimoji="1" lang="en-US" altLang="ja-JP" sz="10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a:t>
            </a:r>
            <a:r>
              <a:rPr lang="en-US" altLang="ja-JP" sz="900" dirty="0">
                <a:solidFill>
                  <a:srgbClr val="000000"/>
                </a:solidFill>
                <a:latin typeface="Meiryo UI" pitchFamily="50" charset="-128"/>
                <a:ea typeface="Meiryo UI" pitchFamily="50" charset="-128"/>
                <a:cs typeface="Meiryo UI" pitchFamily="50" charset="-128"/>
              </a:rPr>
              <a:t>EMS26-3</a:t>
            </a:r>
            <a:r>
              <a:rPr kumimoji="1" lang="en-US" altLang="ja-JP" sz="9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a:t>
            </a:r>
            <a:endParaRPr kumimoji="1" lang="en-US" altLang="ja-JP" sz="10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endParaRPr>
          </a:p>
        </p:txBody>
      </p:sp>
      <p:cxnSp>
        <p:nvCxnSpPr>
          <p:cNvPr id="260" name="AutoShape 91"/>
          <p:cNvCxnSpPr>
            <a:cxnSpLocks noChangeShapeType="1"/>
            <a:stCxn id="235" idx="2"/>
            <a:endCxn id="259" idx="0"/>
          </p:cNvCxnSpPr>
          <p:nvPr/>
        </p:nvCxnSpPr>
        <p:spPr bwMode="auto">
          <a:xfrm rot="5400000">
            <a:off x="1025744" y="5813397"/>
            <a:ext cx="471814" cy="5380"/>
          </a:xfrm>
          <a:prstGeom prst="bentConnector3">
            <a:avLst>
              <a:gd name="adj1" fmla="val 50000"/>
            </a:avLst>
          </a:prstGeom>
          <a:noFill/>
          <a:ln w="9525">
            <a:solidFill>
              <a:sysClr val="windowText" lastClr="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62" name="Text Box 105"/>
          <p:cNvSpPr txBox="1">
            <a:spLocks noChangeArrowheads="1"/>
          </p:cNvSpPr>
          <p:nvPr/>
        </p:nvSpPr>
        <p:spPr bwMode="auto">
          <a:xfrm>
            <a:off x="951837" y="6483008"/>
            <a:ext cx="588623"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5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大久保</a:t>
            </a:r>
            <a:endParaRPr kumimoji="1" lang="en-US" altLang="ja-JP" sz="105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6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Okubo</a:t>
            </a:r>
            <a:endParaRPr kumimoji="1" lang="ja-JP" altLang="en-US" sz="6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endParaRPr>
          </a:p>
        </p:txBody>
      </p:sp>
      <p:sp>
        <p:nvSpPr>
          <p:cNvPr id="263" name="Text Box 105"/>
          <p:cNvSpPr txBox="1">
            <a:spLocks noChangeArrowheads="1"/>
          </p:cNvSpPr>
          <p:nvPr/>
        </p:nvSpPr>
        <p:spPr bwMode="auto">
          <a:xfrm>
            <a:off x="3010590" y="6051994"/>
            <a:ext cx="72648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1200" dirty="0">
                <a:solidFill>
                  <a:srgbClr val="000000"/>
                </a:solidFill>
                <a:latin typeface="Meiryo UI" pitchFamily="50" charset="-128"/>
                <a:ea typeface="Meiryo UI" pitchFamily="50" charset="-128"/>
                <a:cs typeface="Meiryo UI" pitchFamily="50" charset="-128"/>
              </a:rPr>
              <a:t>中島</a:t>
            </a:r>
            <a:endParaRPr kumimoji="1" lang="en-US" altLang="ja-JP" sz="12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800" dirty="0">
                <a:solidFill>
                  <a:srgbClr val="000000"/>
                </a:solidFill>
                <a:latin typeface="Meiryo UI" pitchFamily="50" charset="-128"/>
                <a:ea typeface="Meiryo UI" pitchFamily="50" charset="-128"/>
                <a:cs typeface="Meiryo UI" pitchFamily="50" charset="-128"/>
              </a:rPr>
              <a:t>Nakajima</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8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(EMS26-1)</a:t>
            </a:r>
            <a:endParaRPr kumimoji="1" lang="ja-JP" altLang="en-US" sz="8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endParaRPr>
          </a:p>
        </p:txBody>
      </p:sp>
      <p:cxnSp>
        <p:nvCxnSpPr>
          <p:cNvPr id="264" name="AutoShape 91"/>
          <p:cNvCxnSpPr>
            <a:cxnSpLocks noChangeShapeType="1"/>
            <a:stCxn id="109" idx="2"/>
            <a:endCxn id="265" idx="0"/>
          </p:cNvCxnSpPr>
          <p:nvPr/>
        </p:nvCxnSpPr>
        <p:spPr bwMode="auto">
          <a:xfrm rot="5400000">
            <a:off x="5464379" y="5352866"/>
            <a:ext cx="296439" cy="874177"/>
          </a:xfrm>
          <a:prstGeom prst="bentConnector3">
            <a:avLst>
              <a:gd name="adj1" fmla="val 50000"/>
            </a:avLst>
          </a:prstGeom>
          <a:noFill/>
          <a:ln w="9525">
            <a:solidFill>
              <a:sysClr val="windowText" lastClr="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65" name="Text Box 78"/>
          <p:cNvSpPr txBox="1">
            <a:spLocks noChangeArrowheads="1"/>
          </p:cNvSpPr>
          <p:nvPr/>
        </p:nvSpPr>
        <p:spPr bwMode="auto">
          <a:xfrm>
            <a:off x="4943715" y="5938174"/>
            <a:ext cx="463588" cy="2000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7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Intake</a:t>
            </a:r>
            <a:endParaRPr kumimoji="1" lang="ja-JP" altLang="en-US" sz="7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endParaRPr>
          </a:p>
        </p:txBody>
      </p:sp>
      <p:sp>
        <p:nvSpPr>
          <p:cNvPr id="266" name="Text Box 78"/>
          <p:cNvSpPr txBox="1">
            <a:spLocks noChangeArrowheads="1"/>
          </p:cNvSpPr>
          <p:nvPr/>
        </p:nvSpPr>
        <p:spPr bwMode="auto">
          <a:xfrm>
            <a:off x="5824987" y="5930479"/>
            <a:ext cx="393056"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8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Fuel</a:t>
            </a:r>
          </a:p>
        </p:txBody>
      </p:sp>
      <p:cxnSp>
        <p:nvCxnSpPr>
          <p:cNvPr id="267" name="AutoShape 90"/>
          <p:cNvCxnSpPr>
            <a:cxnSpLocks noChangeShapeType="1"/>
            <a:stCxn id="109" idx="2"/>
            <a:endCxn id="266" idx="0"/>
          </p:cNvCxnSpPr>
          <p:nvPr/>
        </p:nvCxnSpPr>
        <p:spPr bwMode="auto">
          <a:xfrm rot="5400000">
            <a:off x="5891229" y="5772022"/>
            <a:ext cx="288744" cy="28171"/>
          </a:xfrm>
          <a:prstGeom prst="bentConnector3">
            <a:avLst>
              <a:gd name="adj1" fmla="val 50000"/>
            </a:avLst>
          </a:prstGeom>
          <a:noFill/>
          <a:ln w="9525">
            <a:solidFill>
              <a:sysClr val="windowText" lastClr="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68" name="Text Box 78"/>
          <p:cNvSpPr txBox="1">
            <a:spLocks noChangeArrowheads="1"/>
          </p:cNvSpPr>
          <p:nvPr/>
        </p:nvSpPr>
        <p:spPr bwMode="auto">
          <a:xfrm>
            <a:off x="5342465" y="5938174"/>
            <a:ext cx="532518" cy="2000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7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Exhaust</a:t>
            </a:r>
            <a:endParaRPr kumimoji="1" lang="ja-JP" altLang="en-US" sz="7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endParaRPr>
          </a:p>
        </p:txBody>
      </p:sp>
      <p:sp>
        <p:nvSpPr>
          <p:cNvPr id="269" name="Text Box 78"/>
          <p:cNvSpPr txBox="1">
            <a:spLocks noChangeArrowheads="1"/>
          </p:cNvSpPr>
          <p:nvPr/>
        </p:nvSpPr>
        <p:spPr bwMode="auto">
          <a:xfrm>
            <a:off x="6621688" y="5938174"/>
            <a:ext cx="367408" cy="2000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7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ECU</a:t>
            </a:r>
            <a:endParaRPr kumimoji="1" lang="ja-JP" altLang="en-US" sz="7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endParaRPr>
          </a:p>
        </p:txBody>
      </p:sp>
      <p:sp>
        <p:nvSpPr>
          <p:cNvPr id="270" name="Text Box 78"/>
          <p:cNvSpPr txBox="1">
            <a:spLocks noChangeArrowheads="1"/>
          </p:cNvSpPr>
          <p:nvPr/>
        </p:nvSpPr>
        <p:spPr bwMode="auto">
          <a:xfrm>
            <a:off x="6198240" y="5938174"/>
            <a:ext cx="484428" cy="2000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7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Sensor</a:t>
            </a:r>
            <a:endParaRPr kumimoji="1" lang="ja-JP" altLang="en-US" sz="7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endParaRPr>
          </a:p>
        </p:txBody>
      </p:sp>
      <p:cxnSp>
        <p:nvCxnSpPr>
          <p:cNvPr id="271" name="AutoShape 91"/>
          <p:cNvCxnSpPr>
            <a:cxnSpLocks noChangeShapeType="1"/>
            <a:stCxn id="109" idx="2"/>
            <a:endCxn id="269" idx="0"/>
          </p:cNvCxnSpPr>
          <p:nvPr/>
        </p:nvCxnSpPr>
        <p:spPr bwMode="auto">
          <a:xfrm rot="16200000" flipH="1">
            <a:off x="6279320" y="5412101"/>
            <a:ext cx="296439" cy="755706"/>
          </a:xfrm>
          <a:prstGeom prst="bentConnector3">
            <a:avLst>
              <a:gd name="adj1" fmla="val 50000"/>
            </a:avLst>
          </a:prstGeom>
          <a:noFill/>
          <a:ln w="9525">
            <a:solidFill>
              <a:sysClr val="windowText" lastClr="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2" name="AutoShape 90"/>
          <p:cNvCxnSpPr>
            <a:cxnSpLocks noChangeShapeType="1"/>
            <a:stCxn id="109" idx="2"/>
            <a:endCxn id="270" idx="0"/>
          </p:cNvCxnSpPr>
          <p:nvPr/>
        </p:nvCxnSpPr>
        <p:spPr bwMode="auto">
          <a:xfrm rot="16200000" flipH="1">
            <a:off x="6096851" y="5594570"/>
            <a:ext cx="296439" cy="390768"/>
          </a:xfrm>
          <a:prstGeom prst="bentConnector3">
            <a:avLst>
              <a:gd name="adj1" fmla="val 50000"/>
            </a:avLst>
          </a:prstGeom>
          <a:noFill/>
          <a:ln w="9525">
            <a:solidFill>
              <a:sysClr val="windowText" lastClr="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3" name="AutoShape 91"/>
          <p:cNvCxnSpPr>
            <a:cxnSpLocks noChangeShapeType="1"/>
            <a:stCxn id="109" idx="2"/>
            <a:endCxn id="268" idx="0"/>
          </p:cNvCxnSpPr>
          <p:nvPr/>
        </p:nvCxnSpPr>
        <p:spPr bwMode="auto">
          <a:xfrm rot="5400000">
            <a:off x="5680986" y="5569473"/>
            <a:ext cx="296439" cy="440962"/>
          </a:xfrm>
          <a:prstGeom prst="bentConnector3">
            <a:avLst>
              <a:gd name="adj1" fmla="val 50000"/>
            </a:avLst>
          </a:prstGeom>
          <a:noFill/>
          <a:ln w="9525">
            <a:solidFill>
              <a:sysClr val="windowText" lastClr="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74" name="Text Box 78"/>
          <p:cNvSpPr txBox="1">
            <a:spLocks noChangeArrowheads="1"/>
          </p:cNvSpPr>
          <p:nvPr/>
        </p:nvSpPr>
        <p:spPr bwMode="auto">
          <a:xfrm>
            <a:off x="5527224" y="6483008"/>
            <a:ext cx="553357"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5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村上</a:t>
            </a:r>
            <a:endParaRPr kumimoji="1" lang="en-US" altLang="ja-JP" sz="6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6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Murakami</a:t>
            </a:r>
            <a:endParaRPr kumimoji="1" lang="ja-JP" altLang="en-US" sz="6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endParaRPr>
          </a:p>
        </p:txBody>
      </p:sp>
      <p:sp>
        <p:nvSpPr>
          <p:cNvPr id="275" name="Text Box 78"/>
          <p:cNvSpPr txBox="1">
            <a:spLocks noChangeArrowheads="1"/>
          </p:cNvSpPr>
          <p:nvPr/>
        </p:nvSpPr>
        <p:spPr bwMode="auto">
          <a:xfrm>
            <a:off x="6493439" y="6121244"/>
            <a:ext cx="643125" cy="6155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Tutiya</a:t>
            </a:r>
          </a:p>
          <a:p>
            <a:pPr algn="ctr" fontAlgn="auto">
              <a:spcBef>
                <a:spcPts val="0"/>
              </a:spcBef>
              <a:spcAft>
                <a:spcPts val="0"/>
              </a:spcAft>
              <a:defRPr/>
            </a:pPr>
            <a:r>
              <a:rPr lang="en-US" altLang="ja-JP" sz="900" dirty="0">
                <a:solidFill>
                  <a:srgbClr val="000000"/>
                </a:solidFill>
                <a:latin typeface="Meiryo UI" pitchFamily="50" charset="-128"/>
                <a:ea typeface="Meiryo UI" pitchFamily="50" charset="-128"/>
                <a:cs typeface="Meiryo UI" pitchFamily="50" charset="-128"/>
              </a:rPr>
              <a:t>(EMS1)</a:t>
            </a:r>
            <a:endParaRPr kumimoji="1" lang="en-US" altLang="ja-JP" sz="20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2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endParaRPr>
          </a:p>
        </p:txBody>
      </p:sp>
      <p:sp>
        <p:nvSpPr>
          <p:cNvPr id="276" name="フリーフォーム 275"/>
          <p:cNvSpPr/>
          <p:nvPr/>
        </p:nvSpPr>
        <p:spPr bwMode="auto">
          <a:xfrm>
            <a:off x="4996087" y="6075086"/>
            <a:ext cx="1631674" cy="77277"/>
          </a:xfrm>
          <a:custGeom>
            <a:avLst/>
            <a:gdLst>
              <a:gd name="connsiteX0" fmla="*/ 0 w 1776549"/>
              <a:gd name="connsiteY0" fmla="*/ 13063 h 182880"/>
              <a:gd name="connsiteX1" fmla="*/ 0 w 1776549"/>
              <a:gd name="connsiteY1" fmla="*/ 13063 h 182880"/>
              <a:gd name="connsiteX2" fmla="*/ 0 w 1776549"/>
              <a:gd name="connsiteY2" fmla="*/ 182880 h 182880"/>
              <a:gd name="connsiteX3" fmla="*/ 1776549 w 1776549"/>
              <a:gd name="connsiteY3" fmla="*/ 182880 h 182880"/>
              <a:gd name="connsiteX4" fmla="*/ 1776549 w 1776549"/>
              <a:gd name="connsiteY4" fmla="*/ 0 h 1828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6549" h="182880">
                <a:moveTo>
                  <a:pt x="0" y="13063"/>
                </a:moveTo>
                <a:lnTo>
                  <a:pt x="0" y="13063"/>
                </a:lnTo>
                <a:lnTo>
                  <a:pt x="0" y="182880"/>
                </a:lnTo>
                <a:lnTo>
                  <a:pt x="1776549" y="182880"/>
                </a:lnTo>
                <a:lnTo>
                  <a:pt x="1776549" y="0"/>
                </a:lnTo>
              </a:path>
            </a:pathLst>
          </a:custGeom>
          <a:noFill/>
          <a:ln w="9525" cap="flat" cmpd="sng" algn="ctr">
            <a:solidFill>
              <a:schemeClr val="bg1">
                <a:lumMod val="65000"/>
              </a:schemeClr>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ja-JP" altLang="en-US" sz="2400" b="0" i="0" u="none" strike="noStrike" kern="1200" cap="none" spc="0" normalizeH="0" baseline="0" noProof="0">
              <a:ln>
                <a:noFill/>
              </a:ln>
              <a:solidFill>
                <a:srgbClr val="000000"/>
              </a:solidFill>
              <a:effectLst/>
              <a:uLnTx/>
              <a:uFillTx/>
              <a:latin typeface="Times New Roman" pitchFamily="18" charset="0"/>
              <a:ea typeface="ＭＳ Ｐゴシック" pitchFamily="50" charset="-128"/>
              <a:cs typeface="+mn-cs"/>
            </a:endParaRPr>
          </a:p>
        </p:txBody>
      </p:sp>
      <p:sp>
        <p:nvSpPr>
          <p:cNvPr id="279" name="Text Box 105"/>
          <p:cNvSpPr txBox="1">
            <a:spLocks noChangeArrowheads="1"/>
          </p:cNvSpPr>
          <p:nvPr/>
        </p:nvSpPr>
        <p:spPr bwMode="auto">
          <a:xfrm>
            <a:off x="3654093" y="6051994"/>
            <a:ext cx="726481" cy="646331"/>
          </a:xfrm>
          <a:prstGeom prst="rect">
            <a:avLst/>
          </a:prstGeom>
          <a:noFill/>
          <a:ln>
            <a:noFill/>
          </a:ln>
          <a:effectLst/>
        </p:spPr>
        <p:txBody>
          <a:bodyPr wrap="non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清水</a:t>
            </a:r>
            <a:endParaRPr kumimoji="1" lang="en-US" altLang="ja-JP" sz="12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8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Shimizu</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800" dirty="0">
                <a:solidFill>
                  <a:srgbClr val="000000"/>
                </a:solidFill>
                <a:latin typeface="Meiryo UI" pitchFamily="50" charset="-128"/>
                <a:ea typeface="Meiryo UI" pitchFamily="50" charset="-128"/>
                <a:cs typeface="Meiryo UI" pitchFamily="50" charset="-128"/>
              </a:rPr>
              <a:t>(EMS31-1)</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800" dirty="0">
                <a:solidFill>
                  <a:srgbClr val="000000"/>
                </a:solidFill>
                <a:latin typeface="Meiryo UI" pitchFamily="50" charset="-128"/>
                <a:ea typeface="Meiryo UI" pitchFamily="50" charset="-128"/>
                <a:cs typeface="Meiryo UI" pitchFamily="50" charset="-128"/>
              </a:rPr>
              <a:t>(EMS32-4)</a:t>
            </a:r>
            <a:endParaRPr kumimoji="1" lang="ja-JP" altLang="en-US" sz="8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endParaRPr>
          </a:p>
        </p:txBody>
      </p:sp>
      <p:sp>
        <p:nvSpPr>
          <p:cNvPr id="280" name="Text Box 105"/>
          <p:cNvSpPr txBox="1">
            <a:spLocks noChangeArrowheads="1"/>
          </p:cNvSpPr>
          <p:nvPr/>
        </p:nvSpPr>
        <p:spPr bwMode="auto">
          <a:xfrm>
            <a:off x="4261138" y="6044300"/>
            <a:ext cx="726481" cy="646331"/>
          </a:xfrm>
          <a:prstGeom prst="rect">
            <a:avLst/>
          </a:prstGeom>
          <a:noFill/>
          <a:ln>
            <a:noFill/>
          </a:ln>
          <a:effectLst/>
        </p:spPr>
        <p:txBody>
          <a:bodyPr wrap="non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永井</a:t>
            </a:r>
            <a:endParaRPr kumimoji="1" lang="en-US" altLang="ja-JP" sz="12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8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Nagai</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800" dirty="0">
                <a:solidFill>
                  <a:srgbClr val="000000"/>
                </a:solidFill>
                <a:latin typeface="Meiryo UI" pitchFamily="50" charset="-128"/>
                <a:ea typeface="Meiryo UI" pitchFamily="50" charset="-128"/>
                <a:cs typeface="Meiryo UI" pitchFamily="50" charset="-128"/>
              </a:rPr>
              <a:t>(EMS27-1)</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800" dirty="0">
                <a:solidFill>
                  <a:srgbClr val="000000"/>
                </a:solidFill>
                <a:latin typeface="Meiryo UI" pitchFamily="50" charset="-128"/>
                <a:ea typeface="Meiryo UI" pitchFamily="50" charset="-128"/>
                <a:cs typeface="Meiryo UI" pitchFamily="50" charset="-128"/>
              </a:rPr>
              <a:t>(EMS27-3)</a:t>
            </a:r>
            <a:endParaRPr kumimoji="1" lang="ja-JP" altLang="en-US" sz="8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endParaRPr>
          </a:p>
        </p:txBody>
      </p:sp>
      <p:sp>
        <p:nvSpPr>
          <p:cNvPr id="281" name="Text Box 75"/>
          <p:cNvSpPr txBox="1">
            <a:spLocks noChangeArrowheads="1"/>
          </p:cNvSpPr>
          <p:nvPr/>
        </p:nvSpPr>
        <p:spPr bwMode="auto">
          <a:xfrm>
            <a:off x="4312432" y="5241625"/>
            <a:ext cx="623890" cy="400110"/>
          </a:xfrm>
          <a:prstGeom prst="rect">
            <a:avLst/>
          </a:prstGeom>
          <a:noFill/>
          <a:ln>
            <a:noFill/>
          </a:ln>
          <a:effectLst/>
        </p:spPr>
        <p:txBody>
          <a:bodyPr wrap="non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1200" dirty="0">
                <a:solidFill>
                  <a:srgbClr val="000000"/>
                </a:solidFill>
                <a:latin typeface="Meiryo UI" pitchFamily="50" charset="-128"/>
                <a:ea typeface="Meiryo UI" pitchFamily="50" charset="-128"/>
                <a:cs typeface="Meiryo UI" pitchFamily="50" charset="-128"/>
              </a:rPr>
              <a:t>赤澤</a:t>
            </a:r>
            <a:endParaRPr kumimoji="1" lang="ja-JP" altLang="en-US" sz="12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800" noProof="0" dirty="0">
                <a:solidFill>
                  <a:srgbClr val="000000"/>
                </a:solidFill>
                <a:latin typeface="Meiryo UI" pitchFamily="50" charset="-128"/>
                <a:ea typeface="Meiryo UI" pitchFamily="50" charset="-128"/>
                <a:cs typeface="Meiryo UI" pitchFamily="50" charset="-128"/>
              </a:rPr>
              <a:t>Akazawa</a:t>
            </a:r>
            <a:endParaRPr kumimoji="1" lang="ja-JP" altLang="en-US" sz="8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endParaRPr>
          </a:p>
        </p:txBody>
      </p:sp>
      <p:sp>
        <p:nvSpPr>
          <p:cNvPr id="282" name="Text Box 105"/>
          <p:cNvSpPr txBox="1">
            <a:spLocks noChangeArrowheads="1"/>
          </p:cNvSpPr>
          <p:nvPr/>
        </p:nvSpPr>
        <p:spPr bwMode="auto">
          <a:xfrm>
            <a:off x="7241490" y="6051994"/>
            <a:ext cx="72648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1200" dirty="0">
                <a:solidFill>
                  <a:srgbClr val="000000"/>
                </a:solidFill>
                <a:latin typeface="Meiryo UI" pitchFamily="50" charset="-128"/>
                <a:ea typeface="Meiryo UI" pitchFamily="50" charset="-128"/>
                <a:cs typeface="Meiryo UI" pitchFamily="50" charset="-128"/>
              </a:rPr>
              <a:t>長谷川</a:t>
            </a:r>
            <a:endParaRPr kumimoji="1" lang="en-US" altLang="ja-JP" sz="12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8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Hasegawa</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800" dirty="0">
                <a:solidFill>
                  <a:srgbClr val="000000"/>
                </a:solidFill>
                <a:latin typeface="Meiryo UI" pitchFamily="50" charset="-128"/>
                <a:ea typeface="Meiryo UI" pitchFamily="50" charset="-128"/>
                <a:cs typeface="Meiryo UI" pitchFamily="50" charset="-128"/>
              </a:rPr>
              <a:t>(EMS36-2)</a:t>
            </a:r>
            <a:endParaRPr kumimoji="1" lang="ja-JP" altLang="en-US" sz="8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endParaRPr>
          </a:p>
        </p:txBody>
      </p:sp>
      <p:cxnSp>
        <p:nvCxnSpPr>
          <p:cNvPr id="283" name="AutoShape 111"/>
          <p:cNvCxnSpPr>
            <a:cxnSpLocks noChangeShapeType="1"/>
            <a:stCxn id="165" idx="0"/>
            <a:endCxn id="137" idx="2"/>
          </p:cNvCxnSpPr>
          <p:nvPr/>
        </p:nvCxnSpPr>
        <p:spPr bwMode="auto">
          <a:xfrm rot="5400000" flipH="1" flipV="1">
            <a:off x="2005421" y="1147898"/>
            <a:ext cx="312808" cy="719821"/>
          </a:xfrm>
          <a:prstGeom prst="bentConnector3">
            <a:avLst>
              <a:gd name="adj1" fmla="val 50000"/>
            </a:avLst>
          </a:prstGeom>
          <a:noFill/>
          <a:ln w="9525">
            <a:solidFill>
              <a:sysClr val="windowText" lastClr="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4" name="Text Box 65"/>
          <p:cNvSpPr txBox="1">
            <a:spLocks noChangeArrowheads="1"/>
          </p:cNvSpPr>
          <p:nvPr/>
        </p:nvSpPr>
        <p:spPr bwMode="auto">
          <a:xfrm>
            <a:off x="8159020" y="4343220"/>
            <a:ext cx="936475" cy="540000"/>
          </a:xfrm>
          <a:prstGeom prst="rect">
            <a:avLst/>
          </a:prstGeom>
          <a:noFill/>
          <a:ln w="9525">
            <a:solidFill>
              <a:sysClr val="windowText" lastClr="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統合制御</a:t>
            </a:r>
            <a:endParaRPr kumimoji="1" lang="en-US" altLang="ja-JP" sz="1200" b="0"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800" b="0"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Control system</a:t>
            </a:r>
            <a:endParaRPr kumimoji="1" lang="ja-JP" altLang="en-US" sz="800" b="0"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endParaRPr>
          </a:p>
        </p:txBody>
      </p:sp>
      <p:sp>
        <p:nvSpPr>
          <p:cNvPr id="285" name="角丸四角形 284"/>
          <p:cNvSpPr/>
          <p:nvPr/>
        </p:nvSpPr>
        <p:spPr>
          <a:xfrm>
            <a:off x="8177206" y="3502470"/>
            <a:ext cx="900102" cy="421034"/>
          </a:xfrm>
          <a:prstGeom prst="roundRect">
            <a:avLst/>
          </a:prstGeom>
          <a:solidFill>
            <a:srgbClr val="FFC000"/>
          </a:solidFill>
          <a:ln w="25400" cap="flat" cmpd="sng" algn="ctr">
            <a:solidFill>
              <a:srgbClr val="4F81BD">
                <a:shade val="5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dirty="0">
                <a:ln>
                  <a:noFill/>
                </a:ln>
                <a:solidFill>
                  <a:srgbClr val="000000"/>
                </a:solidFill>
                <a:effectLst/>
                <a:uLnTx/>
                <a:uFillTx/>
                <a:latin typeface="Calibri"/>
                <a:ea typeface="ＭＳ Ｐゴシック"/>
                <a:cs typeface="+mn-cs"/>
              </a:rPr>
              <a:t>GO-ADC</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dirty="0">
                <a:ln>
                  <a:noFill/>
                </a:ln>
                <a:solidFill>
                  <a:srgbClr val="000000"/>
                </a:solidFill>
                <a:effectLst/>
                <a:uLnTx/>
                <a:uFillTx/>
                <a:latin typeface="Calibri"/>
                <a:ea typeface="ＭＳ Ｐゴシック"/>
                <a:cs typeface="+mn-cs"/>
              </a:rPr>
              <a:t>ELS ELS2</a:t>
            </a:r>
            <a:endParaRPr kumimoji="0" lang="ja-JP" altLang="en-US" sz="1400" b="1" i="0" u="none" strike="noStrike" kern="0" cap="none" spc="0" normalizeH="0" baseline="0" noProof="0" dirty="0">
              <a:ln>
                <a:noFill/>
              </a:ln>
              <a:solidFill>
                <a:srgbClr val="000000"/>
              </a:solidFill>
              <a:effectLst/>
              <a:uLnTx/>
              <a:uFillTx/>
              <a:latin typeface="Calibri"/>
              <a:ea typeface="ＭＳ Ｐゴシック"/>
              <a:cs typeface="+mn-cs"/>
            </a:endParaRPr>
          </a:p>
        </p:txBody>
      </p:sp>
      <p:cxnSp>
        <p:nvCxnSpPr>
          <p:cNvPr id="286" name="直線コネクタ 285"/>
          <p:cNvCxnSpPr/>
          <p:nvPr/>
        </p:nvCxnSpPr>
        <p:spPr bwMode="auto">
          <a:xfrm>
            <a:off x="8627257" y="3923504"/>
            <a:ext cx="1" cy="419716"/>
          </a:xfrm>
          <a:prstGeom prst="line">
            <a:avLst/>
          </a:prstGeom>
          <a:solidFill>
            <a:srgbClr val="4F81BD"/>
          </a:solidFill>
          <a:ln w="9525" cap="flat" cmpd="sng" algn="ctr">
            <a:solidFill>
              <a:sysClr val="windowText" lastClr="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7" name="Text Box 76"/>
          <p:cNvSpPr txBox="1">
            <a:spLocks noChangeArrowheads="1"/>
          </p:cNvSpPr>
          <p:nvPr/>
        </p:nvSpPr>
        <p:spPr bwMode="auto">
          <a:xfrm>
            <a:off x="8315313" y="5241625"/>
            <a:ext cx="62388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土屋</a:t>
            </a:r>
            <a:endParaRPr kumimoji="1" lang="en-US" altLang="ja-JP" sz="12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8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Tsuchiya</a:t>
            </a:r>
            <a:endParaRPr kumimoji="1" lang="ja-JP" altLang="en-US" sz="8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endParaRPr>
          </a:p>
        </p:txBody>
      </p:sp>
      <p:cxnSp>
        <p:nvCxnSpPr>
          <p:cNvPr id="288" name="直線コネクタ 287"/>
          <p:cNvCxnSpPr/>
          <p:nvPr/>
        </p:nvCxnSpPr>
        <p:spPr bwMode="auto">
          <a:xfrm>
            <a:off x="8627257" y="4883220"/>
            <a:ext cx="0" cy="358405"/>
          </a:xfrm>
          <a:prstGeom prst="line">
            <a:avLst/>
          </a:prstGeom>
          <a:solidFill>
            <a:srgbClr val="4F81BD"/>
          </a:solidFill>
          <a:ln w="9525" cap="flat" cmpd="sng" algn="ctr">
            <a:solidFill>
              <a:sysClr val="windowText" lastClr="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9" name="Text Box 65"/>
          <p:cNvSpPr txBox="1">
            <a:spLocks noChangeArrowheads="1"/>
          </p:cNvSpPr>
          <p:nvPr/>
        </p:nvSpPr>
        <p:spPr bwMode="auto">
          <a:xfrm>
            <a:off x="1688399" y="4343220"/>
            <a:ext cx="695223" cy="540000"/>
          </a:xfrm>
          <a:prstGeom prst="rect">
            <a:avLst/>
          </a:prstGeom>
          <a:noFill/>
          <a:ln w="9525">
            <a:solidFill>
              <a:sysClr val="windowText" lastClr="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デバイス</a:t>
            </a:r>
            <a:endParaRPr kumimoji="1" lang="en-US" altLang="ja-JP" sz="1200" b="0"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800" b="0"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Device</a:t>
            </a:r>
            <a:endParaRPr kumimoji="1" lang="ja-JP" altLang="en-US" sz="800" b="0"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endParaRPr>
          </a:p>
        </p:txBody>
      </p:sp>
      <p:sp>
        <p:nvSpPr>
          <p:cNvPr id="290" name="角丸四角形 289"/>
          <p:cNvSpPr/>
          <p:nvPr/>
        </p:nvSpPr>
        <p:spPr>
          <a:xfrm>
            <a:off x="2946463" y="3502470"/>
            <a:ext cx="861653" cy="421034"/>
          </a:xfrm>
          <a:prstGeom prst="roundRect">
            <a:avLst/>
          </a:prstGeom>
          <a:solidFill>
            <a:srgbClr val="FF99FF"/>
          </a:solidFill>
          <a:ln w="25400" cap="flat" cmpd="sng" algn="ctr">
            <a:solidFill>
              <a:srgbClr val="4F81BD">
                <a:shade val="5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1400" b="1" kern="0" dirty="0">
                <a:solidFill>
                  <a:srgbClr val="000000"/>
                </a:solidFill>
                <a:latin typeface="Calibri"/>
                <a:ea typeface="ＭＳ Ｐゴシック"/>
              </a:rPr>
              <a:t>GO-ADC</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1100" b="1" i="0" u="none" strike="noStrike" kern="0" cap="none" spc="0" normalizeH="0" baseline="0" noProof="0" dirty="0">
                <a:ln>
                  <a:noFill/>
                </a:ln>
                <a:solidFill>
                  <a:srgbClr val="000000"/>
                </a:solidFill>
                <a:effectLst/>
                <a:uLnTx/>
                <a:uFillTx/>
                <a:latin typeface="Calibri"/>
                <a:ea typeface="ＭＳ Ｐゴシック"/>
                <a:cs typeface="+mn-cs"/>
              </a:rPr>
              <a:t>MLPU/SEU</a:t>
            </a:r>
            <a:endParaRPr kumimoji="0" lang="en-US" altLang="ja-JP" sz="1400" b="1" i="0" u="none" strike="noStrike" kern="0" cap="none" spc="0" normalizeH="0" baseline="0" noProof="0" dirty="0">
              <a:ln>
                <a:noFill/>
              </a:ln>
              <a:solidFill>
                <a:srgbClr val="000000"/>
              </a:solidFill>
              <a:effectLst/>
              <a:uLnTx/>
              <a:uFillTx/>
              <a:latin typeface="Calibri"/>
              <a:ea typeface="ＭＳ Ｐゴシック"/>
              <a:cs typeface="+mn-cs"/>
            </a:endParaRPr>
          </a:p>
        </p:txBody>
      </p:sp>
      <p:cxnSp>
        <p:nvCxnSpPr>
          <p:cNvPr id="291" name="AutoShape 85"/>
          <p:cNvCxnSpPr>
            <a:cxnSpLocks noChangeShapeType="1"/>
            <a:stCxn id="231" idx="2"/>
            <a:endCxn id="289" idx="0"/>
          </p:cNvCxnSpPr>
          <p:nvPr/>
        </p:nvCxnSpPr>
        <p:spPr bwMode="auto">
          <a:xfrm rot="16200000" flipH="1">
            <a:off x="1453064" y="3760272"/>
            <a:ext cx="383797" cy="782097"/>
          </a:xfrm>
          <a:prstGeom prst="bentConnector3">
            <a:avLst>
              <a:gd name="adj1" fmla="val 50000"/>
            </a:avLst>
          </a:prstGeom>
          <a:noFill/>
          <a:ln w="9525">
            <a:solidFill>
              <a:sysClr val="windowText" lastClr="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92" name="Text Box 105"/>
          <p:cNvSpPr txBox="1">
            <a:spLocks noChangeArrowheads="1"/>
          </p:cNvSpPr>
          <p:nvPr/>
        </p:nvSpPr>
        <p:spPr bwMode="auto">
          <a:xfrm>
            <a:off x="1542747" y="6051994"/>
            <a:ext cx="795411" cy="3847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err="1">
                <a:ln>
                  <a:noFill/>
                </a:ln>
                <a:solidFill>
                  <a:srgbClr val="000000"/>
                </a:solidFill>
                <a:effectLst/>
                <a:uLnTx/>
                <a:uFillTx/>
                <a:latin typeface="Meiryo UI" pitchFamily="50" charset="-128"/>
                <a:ea typeface="Meiryo UI" pitchFamily="50" charset="-128"/>
                <a:cs typeface="Meiryo UI" pitchFamily="50" charset="-128"/>
              </a:rPr>
              <a:t>Inotuch</a:t>
            </a:r>
            <a:endParaRPr kumimoji="1" lang="en-US" altLang="ja-JP" sz="10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(EMS27-2)</a:t>
            </a:r>
            <a:endParaRPr kumimoji="1" lang="ja-JP" altLang="en-US" sz="10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endParaRPr>
          </a:p>
        </p:txBody>
      </p:sp>
      <p:cxnSp>
        <p:nvCxnSpPr>
          <p:cNvPr id="293" name="AutoShape 90"/>
          <p:cNvCxnSpPr>
            <a:cxnSpLocks noChangeShapeType="1"/>
            <a:stCxn id="235" idx="2"/>
            <a:endCxn id="292" idx="0"/>
          </p:cNvCxnSpPr>
          <p:nvPr/>
        </p:nvCxnSpPr>
        <p:spPr bwMode="auto">
          <a:xfrm rot="16200000" flipH="1">
            <a:off x="1366490" y="5478031"/>
            <a:ext cx="471814" cy="676112"/>
          </a:xfrm>
          <a:prstGeom prst="bentConnector3">
            <a:avLst>
              <a:gd name="adj1" fmla="val 50000"/>
            </a:avLst>
          </a:prstGeom>
          <a:noFill/>
          <a:ln w="9525">
            <a:solidFill>
              <a:sysClr val="windowText" lastClr="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4" name="AutoShape 87"/>
          <p:cNvCxnSpPr>
            <a:cxnSpLocks noChangeShapeType="1"/>
            <a:stCxn id="289" idx="2"/>
            <a:endCxn id="235" idx="0"/>
          </p:cNvCxnSpPr>
          <p:nvPr/>
        </p:nvCxnSpPr>
        <p:spPr bwMode="auto">
          <a:xfrm rot="5400000">
            <a:off x="1440196" y="4707365"/>
            <a:ext cx="419961" cy="771670"/>
          </a:xfrm>
          <a:prstGeom prst="bentConnector3">
            <a:avLst>
              <a:gd name="adj1" fmla="val 50000"/>
            </a:avLst>
          </a:prstGeom>
          <a:noFill/>
          <a:ln w="9525">
            <a:solidFill>
              <a:sysClr val="windowText" lastClr="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5" name="AutoShape 85"/>
          <p:cNvCxnSpPr>
            <a:cxnSpLocks noChangeShapeType="1"/>
            <a:stCxn id="105" idx="2"/>
            <a:endCxn id="285" idx="0"/>
          </p:cNvCxnSpPr>
          <p:nvPr/>
        </p:nvCxnSpPr>
        <p:spPr bwMode="auto">
          <a:xfrm rot="16200000" flipH="1">
            <a:off x="6418598" y="1293811"/>
            <a:ext cx="358588" cy="4058730"/>
          </a:xfrm>
          <a:prstGeom prst="bentConnector3">
            <a:avLst>
              <a:gd name="adj1" fmla="val 50000"/>
            </a:avLst>
          </a:prstGeom>
          <a:noFill/>
          <a:ln w="9525">
            <a:solidFill>
              <a:sysClr val="windowText" lastClr="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6" name="AutoShape 85"/>
          <p:cNvCxnSpPr>
            <a:cxnSpLocks noChangeShapeType="1"/>
            <a:stCxn id="105" idx="2"/>
            <a:endCxn id="290" idx="0"/>
          </p:cNvCxnSpPr>
          <p:nvPr/>
        </p:nvCxnSpPr>
        <p:spPr bwMode="auto">
          <a:xfrm rot="5400000">
            <a:off x="3793615" y="2727558"/>
            <a:ext cx="358588" cy="1191237"/>
          </a:xfrm>
          <a:prstGeom prst="bentConnector3">
            <a:avLst>
              <a:gd name="adj1" fmla="val 50000"/>
            </a:avLst>
          </a:prstGeom>
          <a:noFill/>
          <a:ln w="9525">
            <a:solidFill>
              <a:sysClr val="windowText" lastClr="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7" name="AutoShape 85"/>
          <p:cNvCxnSpPr>
            <a:cxnSpLocks noChangeShapeType="1"/>
            <a:stCxn id="105" idx="2"/>
            <a:endCxn id="223" idx="0"/>
          </p:cNvCxnSpPr>
          <p:nvPr/>
        </p:nvCxnSpPr>
        <p:spPr bwMode="auto">
          <a:xfrm rot="16200000" flipH="1">
            <a:off x="4542677" y="3169731"/>
            <a:ext cx="361464" cy="309765"/>
          </a:xfrm>
          <a:prstGeom prst="bentConnector3">
            <a:avLst>
              <a:gd name="adj1" fmla="val 50000"/>
            </a:avLst>
          </a:prstGeom>
          <a:noFill/>
          <a:ln w="9525">
            <a:solidFill>
              <a:sysClr val="windowText" lastClr="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8" name="直線コネクタ 297"/>
          <p:cNvCxnSpPr>
            <a:stCxn id="111" idx="2"/>
            <a:endCxn id="282" idx="0"/>
          </p:cNvCxnSpPr>
          <p:nvPr/>
        </p:nvCxnSpPr>
        <p:spPr bwMode="auto">
          <a:xfrm flipH="1">
            <a:off x="7604731" y="5641735"/>
            <a:ext cx="1" cy="410259"/>
          </a:xfrm>
          <a:prstGeom prst="line">
            <a:avLst/>
          </a:prstGeom>
          <a:solidFill>
            <a:srgbClr val="4F81BD"/>
          </a:solidFill>
          <a:ln w="9525" cap="flat" cmpd="sng" algn="ctr">
            <a:solidFill>
              <a:sysClr val="windowText" lastClr="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99" name="Text Box 67"/>
          <p:cNvSpPr txBox="1">
            <a:spLocks noChangeArrowheads="1"/>
          </p:cNvSpPr>
          <p:nvPr/>
        </p:nvSpPr>
        <p:spPr bwMode="auto">
          <a:xfrm>
            <a:off x="5749833" y="2862168"/>
            <a:ext cx="1212191" cy="2539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5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Safety Manager</a:t>
            </a:r>
            <a:endParaRPr kumimoji="1" lang="en-US" altLang="ja-JP" sz="6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endParaRPr>
          </a:p>
        </p:txBody>
      </p:sp>
      <p:sp>
        <p:nvSpPr>
          <p:cNvPr id="300" name="Text Box 78"/>
          <p:cNvSpPr txBox="1">
            <a:spLocks noChangeArrowheads="1"/>
          </p:cNvSpPr>
          <p:nvPr/>
        </p:nvSpPr>
        <p:spPr bwMode="auto">
          <a:xfrm>
            <a:off x="5503980" y="6121244"/>
            <a:ext cx="599844" cy="415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1200" dirty="0">
                <a:solidFill>
                  <a:srgbClr val="000000"/>
                </a:solidFill>
                <a:latin typeface="Meiryo UI" pitchFamily="50" charset="-128"/>
                <a:ea typeface="Meiryo UI" pitchFamily="50" charset="-128"/>
                <a:cs typeface="Meiryo UI" pitchFamily="50" charset="-128"/>
              </a:rPr>
              <a:t>Pasit</a:t>
            </a:r>
            <a:endParaRPr kumimoji="1" lang="en-US" altLang="ja-JP" sz="12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900" dirty="0">
                <a:solidFill>
                  <a:srgbClr val="000000"/>
                </a:solidFill>
                <a:latin typeface="Meiryo UI" pitchFamily="50" charset="-128"/>
                <a:ea typeface="Meiryo UI" pitchFamily="50" charset="-128"/>
                <a:cs typeface="Meiryo UI" pitchFamily="50" charset="-128"/>
              </a:rPr>
              <a:t>(EMS1)</a:t>
            </a:r>
            <a:endParaRPr kumimoji="1" lang="en-US" altLang="ja-JP" sz="12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endParaRPr>
          </a:p>
        </p:txBody>
      </p:sp>
      <p:sp>
        <p:nvSpPr>
          <p:cNvPr id="302" name="Text Box 65"/>
          <p:cNvSpPr txBox="1">
            <a:spLocks noChangeArrowheads="1"/>
          </p:cNvSpPr>
          <p:nvPr/>
        </p:nvSpPr>
        <p:spPr bwMode="auto">
          <a:xfrm>
            <a:off x="2418253" y="4343220"/>
            <a:ext cx="554557" cy="540000"/>
          </a:xfrm>
          <a:prstGeom prst="rect">
            <a:avLst/>
          </a:prstGeom>
          <a:noFill/>
          <a:ln w="9525">
            <a:solidFill>
              <a:sysClr val="windowText" lastClr="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制御</a:t>
            </a:r>
            <a:endParaRPr kumimoji="1" lang="en-US" altLang="ja-JP" sz="1200" b="0"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800" b="0"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Control</a:t>
            </a:r>
            <a:r>
              <a:rPr kumimoji="1" lang="ja-JP" altLang="en-US" sz="800" b="0"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 </a:t>
            </a:r>
            <a:r>
              <a:rPr kumimoji="1" lang="en-US" altLang="ja-JP" sz="800" b="0"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system</a:t>
            </a:r>
            <a:r>
              <a:rPr kumimoji="1" lang="ja-JP" altLang="en-US" sz="800" b="0"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 </a:t>
            </a:r>
          </a:p>
        </p:txBody>
      </p:sp>
      <p:cxnSp>
        <p:nvCxnSpPr>
          <p:cNvPr id="303" name="AutoShape 85"/>
          <p:cNvCxnSpPr>
            <a:cxnSpLocks noChangeShapeType="1"/>
            <a:stCxn id="231" idx="2"/>
            <a:endCxn id="302" idx="0"/>
          </p:cNvCxnSpPr>
          <p:nvPr/>
        </p:nvCxnSpPr>
        <p:spPr bwMode="auto">
          <a:xfrm rot="16200000" flipH="1">
            <a:off x="1782825" y="3430512"/>
            <a:ext cx="383797" cy="1441618"/>
          </a:xfrm>
          <a:prstGeom prst="bentConnector3">
            <a:avLst>
              <a:gd name="adj1" fmla="val 50000"/>
            </a:avLst>
          </a:prstGeom>
          <a:noFill/>
          <a:ln w="9525">
            <a:solidFill>
              <a:sysClr val="windowText" lastClr="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4" name="AutoShape 87"/>
          <p:cNvCxnSpPr>
            <a:cxnSpLocks noChangeShapeType="1"/>
            <a:stCxn id="302" idx="2"/>
            <a:endCxn id="235" idx="0"/>
          </p:cNvCxnSpPr>
          <p:nvPr/>
        </p:nvCxnSpPr>
        <p:spPr bwMode="auto">
          <a:xfrm rot="5400000">
            <a:off x="1769957" y="4377605"/>
            <a:ext cx="419961" cy="1431191"/>
          </a:xfrm>
          <a:prstGeom prst="bentConnector3">
            <a:avLst>
              <a:gd name="adj1" fmla="val 50000"/>
            </a:avLst>
          </a:prstGeom>
          <a:noFill/>
          <a:ln w="9525">
            <a:solidFill>
              <a:sysClr val="windowText" lastClr="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5" name="AutoShape 87"/>
          <p:cNvCxnSpPr>
            <a:cxnSpLocks noChangeShapeType="1"/>
            <a:stCxn id="235" idx="2"/>
            <a:endCxn id="306" idx="0"/>
          </p:cNvCxnSpPr>
          <p:nvPr/>
        </p:nvCxnSpPr>
        <p:spPr bwMode="auto">
          <a:xfrm rot="16200000" flipH="1">
            <a:off x="1723427" y="5121094"/>
            <a:ext cx="471814" cy="1389986"/>
          </a:xfrm>
          <a:prstGeom prst="bentConnector3">
            <a:avLst>
              <a:gd name="adj1" fmla="val 50000"/>
            </a:avLst>
          </a:prstGeom>
          <a:noFill/>
          <a:ln w="9525">
            <a:solidFill>
              <a:sysClr val="windowText" lastClr="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06" name="Text Box 102"/>
          <p:cNvSpPr txBox="1">
            <a:spLocks noChangeArrowheads="1"/>
          </p:cNvSpPr>
          <p:nvPr/>
        </p:nvSpPr>
        <p:spPr bwMode="auto">
          <a:xfrm>
            <a:off x="2228569" y="6051994"/>
            <a:ext cx="851515" cy="3847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1000" dirty="0">
                <a:solidFill>
                  <a:srgbClr val="000000"/>
                </a:solidFill>
                <a:latin typeface="Meiryo UI" pitchFamily="50" charset="-128"/>
                <a:ea typeface="Meiryo UI" pitchFamily="50" charset="-128"/>
                <a:cs typeface="Meiryo UI" pitchFamily="50" charset="-128"/>
              </a:rPr>
              <a:t>Chanakarn</a:t>
            </a:r>
            <a:endParaRPr kumimoji="1" lang="en-US" altLang="ja-JP" sz="10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a:t>
            </a:r>
            <a:r>
              <a:rPr lang="en-US" altLang="ja-JP" sz="900" dirty="0">
                <a:solidFill>
                  <a:srgbClr val="000000"/>
                </a:solidFill>
                <a:latin typeface="Meiryo UI" pitchFamily="50" charset="-128"/>
                <a:ea typeface="Meiryo UI" pitchFamily="50" charset="-128"/>
                <a:cs typeface="Meiryo UI" pitchFamily="50" charset="-128"/>
              </a:rPr>
              <a:t>EMS6-1</a:t>
            </a:r>
            <a:r>
              <a:rPr kumimoji="1" lang="en-US" altLang="ja-JP" sz="9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a:t>
            </a:r>
          </a:p>
        </p:txBody>
      </p:sp>
      <p:sp>
        <p:nvSpPr>
          <p:cNvPr id="308" name="Text Box 5"/>
          <p:cNvSpPr txBox="1">
            <a:spLocks noChangeArrowheads="1"/>
          </p:cNvSpPr>
          <p:nvPr/>
        </p:nvSpPr>
        <p:spPr bwMode="auto">
          <a:xfrm>
            <a:off x="85634" y="1664212"/>
            <a:ext cx="995785" cy="915635"/>
          </a:xfrm>
          <a:prstGeom prst="rect">
            <a:avLst/>
          </a:prstGeom>
          <a:solidFill>
            <a:sysClr val="window" lastClr="FFFFFF"/>
          </a:solidFill>
          <a:ln w="9525">
            <a:solidFill>
              <a:sysClr val="windowText" lastClr="000000"/>
            </a:solidFill>
            <a:miter lim="800000"/>
            <a:headEnd/>
            <a:tailEnd/>
          </a:ln>
          <a:effectLst/>
        </p:spPr>
        <p:txBody>
          <a:bodyPr wrap="non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50" b="0"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委託コミッティー</a:t>
            </a:r>
            <a:endParaRPr kumimoji="1" lang="en-US" altLang="ja-JP" sz="1050" b="0"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Consignment</a:t>
            </a:r>
            <a:r>
              <a:rPr kumimoji="1" lang="ja-JP" altLang="en-US" sz="900" b="0"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 </a:t>
            </a:r>
            <a:endParaRPr kumimoji="1" lang="en-US" altLang="ja-JP" sz="900" b="0"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Committee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千葉</a:t>
            </a:r>
            <a:endParaRPr kumimoji="1" lang="en-US" altLang="ja-JP" sz="1400" b="0"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Chiba</a:t>
            </a:r>
            <a:endParaRPr kumimoji="1" lang="en-US" altLang="ja-JP" sz="900" b="0"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endParaRPr>
          </a:p>
        </p:txBody>
      </p:sp>
      <p:sp>
        <p:nvSpPr>
          <p:cNvPr id="309" name="Text Box 75"/>
          <p:cNvSpPr txBox="1">
            <a:spLocks noChangeArrowheads="1"/>
          </p:cNvSpPr>
          <p:nvPr/>
        </p:nvSpPr>
        <p:spPr bwMode="auto">
          <a:xfrm>
            <a:off x="3034634" y="5241625"/>
            <a:ext cx="67839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柿沼</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8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Kakinuma</a:t>
            </a:r>
            <a:endParaRPr kumimoji="1" lang="ja-JP" altLang="en-US" sz="8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endParaRPr>
          </a:p>
        </p:txBody>
      </p:sp>
      <p:sp>
        <p:nvSpPr>
          <p:cNvPr id="311" name="Text Box 67"/>
          <p:cNvSpPr txBox="1">
            <a:spLocks noChangeArrowheads="1"/>
          </p:cNvSpPr>
          <p:nvPr/>
        </p:nvSpPr>
        <p:spPr bwMode="auto">
          <a:xfrm>
            <a:off x="7281770" y="2906786"/>
            <a:ext cx="2007281" cy="4462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400" noProof="0" dirty="0">
                <a:solidFill>
                  <a:srgbClr val="000000"/>
                </a:solidFill>
                <a:latin typeface="Meiryo UI" pitchFamily="50" charset="-128"/>
                <a:ea typeface="Meiryo UI" pitchFamily="50" charset="-128"/>
                <a:cs typeface="Meiryo UI" pitchFamily="50" charset="-128"/>
              </a:rPr>
              <a:t>土屋</a:t>
            </a:r>
            <a:r>
              <a:rPr kumimoji="1" lang="ja-JP" altLang="en-US" sz="14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a:t>
            </a:r>
            <a:r>
              <a:rPr kumimoji="1" lang="en-US" altLang="ja-JP" sz="14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GO-ADC EPF</a:t>
            </a:r>
            <a:r>
              <a:rPr kumimoji="1" lang="ja-JP" altLang="en-US" sz="14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a:t>
            </a:r>
            <a:endParaRPr kumimoji="1" lang="en-US" altLang="ja-JP" sz="14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Tsuchiya</a:t>
            </a:r>
          </a:p>
        </p:txBody>
      </p:sp>
      <p:cxnSp>
        <p:nvCxnSpPr>
          <p:cNvPr id="312" name="AutoShape 111"/>
          <p:cNvCxnSpPr>
            <a:cxnSpLocks noChangeShapeType="1"/>
            <a:stCxn id="207" idx="3"/>
            <a:endCxn id="311" idx="1"/>
          </p:cNvCxnSpPr>
          <p:nvPr/>
        </p:nvCxnSpPr>
        <p:spPr bwMode="auto">
          <a:xfrm>
            <a:off x="6828363" y="2711973"/>
            <a:ext cx="453407" cy="417951"/>
          </a:xfrm>
          <a:prstGeom prst="bentConnector3">
            <a:avLst>
              <a:gd name="adj1" fmla="val 50000"/>
            </a:avLst>
          </a:prstGeom>
          <a:noFill/>
          <a:ln w="9525">
            <a:solidFill>
              <a:sysClr val="windowText" lastClr="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14" name="テキスト ボックス 313"/>
          <p:cNvSpPr txBox="1"/>
          <p:nvPr/>
        </p:nvSpPr>
        <p:spPr>
          <a:xfrm>
            <a:off x="7934439" y="4131022"/>
            <a:ext cx="761747" cy="246221"/>
          </a:xfrm>
          <a:prstGeom prst="rect">
            <a:avLst/>
          </a:prstGeom>
          <a:noFill/>
        </p:spPr>
        <p:txBody>
          <a:bodyPr wrap="none" rtlCol="0">
            <a:spAutoFit/>
          </a:bodyPr>
          <a:lstStyle/>
          <a:p>
            <a:pPr fontAlgn="auto">
              <a:spcBef>
                <a:spcPts val="0"/>
              </a:spcBef>
              <a:spcAft>
                <a:spcPts val="0"/>
              </a:spcAft>
            </a:pPr>
            <a:r>
              <a:rPr lang="en-US" altLang="ja-JP" sz="1000" dirty="0">
                <a:solidFill>
                  <a:prstClr val="black"/>
                </a:solidFill>
                <a:latin typeface="Meiryo UI" panose="020B0604030504040204" pitchFamily="50" charset="-128"/>
                <a:ea typeface="Meiryo UI" panose="020B0604030504040204" pitchFamily="50" charset="-128"/>
              </a:rPr>
              <a:t>HW/BSW</a:t>
            </a:r>
            <a:endParaRPr lang="ja-JP" altLang="en-US" sz="1000" dirty="0">
              <a:solidFill>
                <a:prstClr val="black"/>
              </a:solidFill>
              <a:latin typeface="Meiryo UI" panose="020B0604030504040204" pitchFamily="50" charset="-128"/>
              <a:ea typeface="Meiryo UI" panose="020B0604030504040204" pitchFamily="50" charset="-128"/>
            </a:endParaRPr>
          </a:p>
        </p:txBody>
      </p:sp>
      <p:sp>
        <p:nvSpPr>
          <p:cNvPr id="315" name="Text Box 81"/>
          <p:cNvSpPr txBox="1">
            <a:spLocks noChangeArrowheads="1"/>
          </p:cNvSpPr>
          <p:nvPr/>
        </p:nvSpPr>
        <p:spPr bwMode="auto">
          <a:xfrm>
            <a:off x="8091694" y="6051994"/>
            <a:ext cx="1071127" cy="800219"/>
          </a:xfrm>
          <a:prstGeom prst="rect">
            <a:avLst/>
          </a:prstGeom>
          <a:noFill/>
          <a:ln>
            <a:noFill/>
          </a:ln>
          <a:effectLst/>
        </p:spPr>
        <p:txBody>
          <a:bodyPr wrap="non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fontAlgn="auto" hangingPunct="1">
              <a:spcBef>
                <a:spcPts val="0"/>
              </a:spcBef>
              <a:spcAft>
                <a:spcPts val="0"/>
              </a:spcAft>
            </a:pPr>
            <a:r>
              <a:rPr lang="ja-JP" altLang="en-US" sz="1400" dirty="0">
                <a:solidFill>
                  <a:srgbClr val="000000"/>
                </a:solidFill>
                <a:latin typeface="Meiryo UI" pitchFamily="50" charset="-128"/>
                <a:ea typeface="Meiryo UI" pitchFamily="50" charset="-128"/>
                <a:cs typeface="Meiryo UI" pitchFamily="50" charset="-128"/>
              </a:rPr>
              <a:t>秋澤</a:t>
            </a:r>
            <a:r>
              <a:rPr lang="en-US" altLang="ja-JP" sz="1400" dirty="0">
                <a:solidFill>
                  <a:srgbClr val="000000"/>
                </a:solidFill>
                <a:latin typeface="Meiryo UI" pitchFamily="50" charset="-128"/>
                <a:ea typeface="Meiryo UI" pitchFamily="50" charset="-128"/>
                <a:cs typeface="Meiryo UI" pitchFamily="50" charset="-128"/>
              </a:rPr>
              <a:t>/</a:t>
            </a:r>
            <a:r>
              <a:rPr lang="ja-JP" altLang="en-US" sz="1400" dirty="0">
                <a:solidFill>
                  <a:srgbClr val="000000"/>
                </a:solidFill>
                <a:latin typeface="Meiryo UI" pitchFamily="50" charset="-128"/>
                <a:ea typeface="Meiryo UI" pitchFamily="50" charset="-128"/>
                <a:cs typeface="Meiryo UI" pitchFamily="50" charset="-128"/>
              </a:rPr>
              <a:t>田中</a:t>
            </a:r>
            <a:endParaRPr lang="en-US" altLang="ja-JP" sz="900" dirty="0">
              <a:solidFill>
                <a:srgbClr val="000000"/>
              </a:solidFill>
              <a:latin typeface="Meiryo UI" pitchFamily="50" charset="-128"/>
              <a:ea typeface="Meiryo UI" pitchFamily="50" charset="-128"/>
              <a:cs typeface="Meiryo UI" pitchFamily="50" charset="-128"/>
            </a:endParaRPr>
          </a:p>
          <a:p>
            <a:pPr eaLnBrk="1" fontAlgn="auto" hangingPunct="1">
              <a:spcBef>
                <a:spcPts val="0"/>
              </a:spcBef>
              <a:spcAft>
                <a:spcPts val="0"/>
              </a:spcAft>
            </a:pPr>
            <a:r>
              <a:rPr lang="en-US" altLang="ja-JP" sz="800" dirty="0">
                <a:solidFill>
                  <a:srgbClr val="000000"/>
                </a:solidFill>
                <a:latin typeface="Meiryo UI" pitchFamily="50" charset="-128"/>
                <a:ea typeface="Meiryo UI" pitchFamily="50" charset="-128"/>
                <a:cs typeface="Meiryo UI" pitchFamily="50" charset="-128"/>
              </a:rPr>
              <a:t>Akisawa / Tanaka</a:t>
            </a:r>
          </a:p>
          <a:p>
            <a:pPr eaLnBrk="1" fontAlgn="auto" hangingPunct="1">
              <a:spcBef>
                <a:spcPts val="0"/>
              </a:spcBef>
              <a:spcAft>
                <a:spcPts val="0"/>
              </a:spcAft>
            </a:pPr>
            <a:r>
              <a:rPr lang="en-US" altLang="ja-JP" sz="800" dirty="0">
                <a:solidFill>
                  <a:srgbClr val="000000"/>
                </a:solidFill>
                <a:latin typeface="Meiryo UI" pitchFamily="50" charset="-128"/>
                <a:ea typeface="Meiryo UI" pitchFamily="50" charset="-128"/>
                <a:cs typeface="Meiryo UI" pitchFamily="50" charset="-128"/>
              </a:rPr>
              <a:t>(EMS36-4)</a:t>
            </a:r>
            <a:endParaRPr kumimoji="1" lang="ja-JP" altLang="en-US" sz="8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endParaRPr>
          </a:p>
          <a:p>
            <a:pPr eaLnBrk="1" fontAlgn="auto" hangingPunct="1">
              <a:spcBef>
                <a:spcPts val="0"/>
              </a:spcBef>
              <a:spcAft>
                <a:spcPts val="0"/>
              </a:spcAft>
            </a:pPr>
            <a:r>
              <a:rPr lang="en-US" altLang="ja-JP" sz="800" dirty="0">
                <a:solidFill>
                  <a:srgbClr val="000000"/>
                </a:solidFill>
                <a:latin typeface="Meiryo UI" pitchFamily="50" charset="-128"/>
                <a:ea typeface="Meiryo UI" pitchFamily="50" charset="-128"/>
                <a:cs typeface="Meiryo UI" pitchFamily="50" charset="-128"/>
              </a:rPr>
              <a:t>(EMS3-1)</a:t>
            </a:r>
          </a:p>
          <a:p>
            <a:pPr eaLnBrk="1" fontAlgn="auto" hangingPunct="1">
              <a:spcBef>
                <a:spcPts val="0"/>
              </a:spcBef>
              <a:spcAft>
                <a:spcPts val="0"/>
              </a:spcAft>
            </a:pPr>
            <a:r>
              <a:rPr lang="en-US" altLang="ja-JP" sz="800" dirty="0">
                <a:solidFill>
                  <a:srgbClr val="000000"/>
                </a:solidFill>
                <a:latin typeface="Meiryo UI" pitchFamily="50" charset="-128"/>
                <a:ea typeface="Meiryo UI" pitchFamily="50" charset="-128"/>
                <a:cs typeface="Meiryo UI" pitchFamily="50" charset="-128"/>
              </a:rPr>
              <a:t>(EMS6-1)</a:t>
            </a:r>
            <a:endParaRPr lang="ja-JP" altLang="en-US" sz="800" dirty="0">
              <a:solidFill>
                <a:srgbClr val="000000"/>
              </a:solidFill>
              <a:latin typeface="Meiryo UI" pitchFamily="50" charset="-128"/>
              <a:ea typeface="Meiryo UI" pitchFamily="50" charset="-128"/>
              <a:cs typeface="Meiryo UI" pitchFamily="50" charset="-128"/>
            </a:endParaRPr>
          </a:p>
        </p:txBody>
      </p:sp>
      <p:cxnSp>
        <p:nvCxnSpPr>
          <p:cNvPr id="318" name="直線コネクタ 317"/>
          <p:cNvCxnSpPr>
            <a:stCxn id="309" idx="2"/>
            <a:endCxn id="263" idx="0"/>
          </p:cNvCxnSpPr>
          <p:nvPr/>
        </p:nvCxnSpPr>
        <p:spPr bwMode="auto">
          <a:xfrm>
            <a:off x="3373830" y="5641735"/>
            <a:ext cx="1" cy="410259"/>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9" name="直線コネクタ 318"/>
          <p:cNvCxnSpPr>
            <a:stCxn id="122" idx="2"/>
            <a:endCxn id="309" idx="0"/>
          </p:cNvCxnSpPr>
          <p:nvPr/>
        </p:nvCxnSpPr>
        <p:spPr bwMode="auto">
          <a:xfrm>
            <a:off x="3373829" y="4883220"/>
            <a:ext cx="1" cy="358405"/>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1" name="直線コネクタ 130">
            <a:extLst>
              <a:ext uri="{FF2B5EF4-FFF2-40B4-BE49-F238E27FC236}">
                <a16:creationId xmlns:a16="http://schemas.microsoft.com/office/drawing/2014/main" id="{4097F6B5-44A9-463F-84D2-7D44905C6743}"/>
              </a:ext>
            </a:extLst>
          </p:cNvPr>
          <p:cNvCxnSpPr>
            <a:stCxn id="144" idx="2"/>
            <a:endCxn id="281" idx="0"/>
          </p:cNvCxnSpPr>
          <p:nvPr/>
        </p:nvCxnSpPr>
        <p:spPr bwMode="auto">
          <a:xfrm flipH="1">
            <a:off x="4624377" y="4883220"/>
            <a:ext cx="2" cy="358405"/>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4" name="直線コネクタ 133">
            <a:extLst>
              <a:ext uri="{FF2B5EF4-FFF2-40B4-BE49-F238E27FC236}">
                <a16:creationId xmlns:a16="http://schemas.microsoft.com/office/drawing/2014/main" id="{F536E9B3-253C-48E4-A87A-F72662B5F993}"/>
              </a:ext>
            </a:extLst>
          </p:cNvPr>
          <p:cNvCxnSpPr>
            <a:stCxn id="280" idx="0"/>
            <a:endCxn id="281" idx="2"/>
          </p:cNvCxnSpPr>
          <p:nvPr/>
        </p:nvCxnSpPr>
        <p:spPr bwMode="auto">
          <a:xfrm flipH="1" flipV="1">
            <a:off x="4624377" y="5641735"/>
            <a:ext cx="2" cy="402565"/>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9" name="Text Box 75">
            <a:extLst>
              <a:ext uri="{FF2B5EF4-FFF2-40B4-BE49-F238E27FC236}">
                <a16:creationId xmlns:a16="http://schemas.microsoft.com/office/drawing/2014/main" id="{6B67282A-3464-41D9-8634-155F0A9D86B3}"/>
              </a:ext>
            </a:extLst>
          </p:cNvPr>
          <p:cNvSpPr txBox="1">
            <a:spLocks noChangeArrowheads="1"/>
          </p:cNvSpPr>
          <p:nvPr/>
        </p:nvSpPr>
        <p:spPr bwMode="auto">
          <a:xfrm>
            <a:off x="3760692" y="5241625"/>
            <a:ext cx="513282" cy="400110"/>
          </a:xfrm>
          <a:prstGeom prst="rect">
            <a:avLst/>
          </a:prstGeom>
          <a:noFill/>
          <a:ln>
            <a:noFill/>
          </a:ln>
          <a:effectLst/>
        </p:spPr>
        <p:txBody>
          <a:bodyPr wrap="non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1200">
                <a:solidFill>
                  <a:srgbClr val="000000"/>
                </a:solidFill>
                <a:latin typeface="Meiryo UI" pitchFamily="50" charset="-128"/>
                <a:ea typeface="Meiryo UI" pitchFamily="50" charset="-128"/>
                <a:cs typeface="Meiryo UI" pitchFamily="50" charset="-128"/>
              </a:rPr>
              <a:t>平野</a:t>
            </a:r>
            <a:endParaRPr lang="en-US" altLang="ja-JP" sz="1200">
              <a:solidFill>
                <a:srgbClr val="000000"/>
              </a:solidFill>
              <a:latin typeface="Meiryo UI" pitchFamily="50" charset="-128"/>
              <a:ea typeface="Meiryo UI" pitchFamily="50" charset="-128"/>
              <a:cs typeface="Meiryo UI"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8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Hirano</a:t>
            </a:r>
          </a:p>
        </p:txBody>
      </p:sp>
      <p:cxnSp>
        <p:nvCxnSpPr>
          <p:cNvPr id="141" name="直線コネクタ 140">
            <a:extLst>
              <a:ext uri="{FF2B5EF4-FFF2-40B4-BE49-F238E27FC236}">
                <a16:creationId xmlns:a16="http://schemas.microsoft.com/office/drawing/2014/main" id="{C3BA4179-2365-4C24-90D3-84383B03DD95}"/>
              </a:ext>
            </a:extLst>
          </p:cNvPr>
          <p:cNvCxnSpPr>
            <a:stCxn id="138" idx="2"/>
            <a:endCxn id="139" idx="0"/>
          </p:cNvCxnSpPr>
          <p:nvPr/>
        </p:nvCxnSpPr>
        <p:spPr bwMode="auto">
          <a:xfrm>
            <a:off x="4017333" y="4883220"/>
            <a:ext cx="0" cy="358405"/>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6" name="直線コネクタ 145">
            <a:extLst>
              <a:ext uri="{FF2B5EF4-FFF2-40B4-BE49-F238E27FC236}">
                <a16:creationId xmlns:a16="http://schemas.microsoft.com/office/drawing/2014/main" id="{3E9026E5-EF21-42C6-A99F-C1FA3DC94963}"/>
              </a:ext>
            </a:extLst>
          </p:cNvPr>
          <p:cNvCxnSpPr>
            <a:stCxn id="279" idx="0"/>
            <a:endCxn id="139" idx="2"/>
          </p:cNvCxnSpPr>
          <p:nvPr/>
        </p:nvCxnSpPr>
        <p:spPr bwMode="auto">
          <a:xfrm flipH="1" flipV="1">
            <a:off x="4017333" y="5641735"/>
            <a:ext cx="1" cy="410259"/>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 name="Text Box 78">
            <a:extLst>
              <a:ext uri="{FF2B5EF4-FFF2-40B4-BE49-F238E27FC236}">
                <a16:creationId xmlns:a16="http://schemas.microsoft.com/office/drawing/2014/main" id="{28132F21-D297-A1E0-AE36-F5514F2BB0D7}"/>
              </a:ext>
            </a:extLst>
          </p:cNvPr>
          <p:cNvSpPr txBox="1">
            <a:spLocks noChangeArrowheads="1"/>
          </p:cNvSpPr>
          <p:nvPr/>
        </p:nvSpPr>
        <p:spPr bwMode="auto">
          <a:xfrm>
            <a:off x="6551949" y="6483008"/>
            <a:ext cx="526105"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5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森住</a:t>
            </a:r>
            <a:endParaRPr kumimoji="1" lang="en-US" altLang="ja-JP" sz="6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6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Morizumi</a:t>
            </a:r>
            <a:endParaRPr kumimoji="1" lang="ja-JP" altLang="en-US" sz="6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endParaRPr>
          </a:p>
        </p:txBody>
      </p:sp>
      <p:sp>
        <p:nvSpPr>
          <p:cNvPr id="35" name="フリーフォーム 275">
            <a:extLst>
              <a:ext uri="{FF2B5EF4-FFF2-40B4-BE49-F238E27FC236}">
                <a16:creationId xmlns:a16="http://schemas.microsoft.com/office/drawing/2014/main" id="{540D6D8E-D64F-0117-C17B-5D37F59D2B05}"/>
              </a:ext>
            </a:extLst>
          </p:cNvPr>
          <p:cNvSpPr/>
          <p:nvPr/>
        </p:nvSpPr>
        <p:spPr bwMode="auto">
          <a:xfrm>
            <a:off x="87181" y="6412096"/>
            <a:ext cx="2908108" cy="59614"/>
          </a:xfrm>
          <a:custGeom>
            <a:avLst/>
            <a:gdLst>
              <a:gd name="connsiteX0" fmla="*/ 0 w 1776549"/>
              <a:gd name="connsiteY0" fmla="*/ 13063 h 182880"/>
              <a:gd name="connsiteX1" fmla="*/ 0 w 1776549"/>
              <a:gd name="connsiteY1" fmla="*/ 13063 h 182880"/>
              <a:gd name="connsiteX2" fmla="*/ 0 w 1776549"/>
              <a:gd name="connsiteY2" fmla="*/ 182880 h 182880"/>
              <a:gd name="connsiteX3" fmla="*/ 1776549 w 1776549"/>
              <a:gd name="connsiteY3" fmla="*/ 182880 h 182880"/>
              <a:gd name="connsiteX4" fmla="*/ 1776549 w 1776549"/>
              <a:gd name="connsiteY4" fmla="*/ 0 h 1828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6549" h="182880">
                <a:moveTo>
                  <a:pt x="0" y="13063"/>
                </a:moveTo>
                <a:lnTo>
                  <a:pt x="0" y="13063"/>
                </a:lnTo>
                <a:lnTo>
                  <a:pt x="0" y="182880"/>
                </a:lnTo>
                <a:lnTo>
                  <a:pt x="1776549" y="182880"/>
                </a:lnTo>
                <a:lnTo>
                  <a:pt x="1776549" y="0"/>
                </a:lnTo>
              </a:path>
            </a:pathLst>
          </a:custGeom>
          <a:noFill/>
          <a:ln w="9525" cap="flat" cmpd="sng" algn="ctr">
            <a:solidFill>
              <a:schemeClr val="bg1">
                <a:lumMod val="65000"/>
              </a:schemeClr>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ja-JP" altLang="en-US" sz="2400" b="0" i="0" u="none" strike="noStrike" kern="1200" cap="none" spc="0" normalizeH="0" baseline="0" noProof="0">
              <a:ln>
                <a:noFill/>
              </a:ln>
              <a:solidFill>
                <a:srgbClr val="000000"/>
              </a:solidFill>
              <a:effectLst/>
              <a:uLnTx/>
              <a:uFillTx/>
              <a:latin typeface="Times New Roman" pitchFamily="18" charset="0"/>
              <a:ea typeface="ＭＳ Ｐゴシック" pitchFamily="50" charset="-128"/>
              <a:cs typeface="+mn-cs"/>
            </a:endParaRPr>
          </a:p>
        </p:txBody>
      </p:sp>
      <p:cxnSp>
        <p:nvCxnSpPr>
          <p:cNvPr id="36" name="直線コネクタ 35">
            <a:extLst>
              <a:ext uri="{FF2B5EF4-FFF2-40B4-BE49-F238E27FC236}">
                <a16:creationId xmlns:a16="http://schemas.microsoft.com/office/drawing/2014/main" id="{4509C26A-01FC-B238-AE31-9FB51C29D01D}"/>
              </a:ext>
            </a:extLst>
          </p:cNvPr>
          <p:cNvCxnSpPr/>
          <p:nvPr/>
        </p:nvCxnSpPr>
        <p:spPr bwMode="auto">
          <a:xfrm>
            <a:off x="8627257" y="5641735"/>
            <a:ext cx="0" cy="410259"/>
          </a:xfrm>
          <a:prstGeom prst="line">
            <a:avLst/>
          </a:prstGeom>
          <a:solidFill>
            <a:srgbClr val="4F81BD"/>
          </a:solidFill>
          <a:ln w="9525" cap="flat" cmpd="sng" algn="ctr">
            <a:solidFill>
              <a:sysClr val="windowText" lastClr="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9" name="テキスト ボックス 38">
            <a:extLst>
              <a:ext uri="{FF2B5EF4-FFF2-40B4-BE49-F238E27FC236}">
                <a16:creationId xmlns:a16="http://schemas.microsoft.com/office/drawing/2014/main" id="{00CFE4C5-9E71-1B36-57A6-BE4AB269EFBB}"/>
              </a:ext>
            </a:extLst>
          </p:cNvPr>
          <p:cNvSpPr txBox="1"/>
          <p:nvPr/>
        </p:nvSpPr>
        <p:spPr>
          <a:xfrm>
            <a:off x="-17219" y="742916"/>
            <a:ext cx="5658049"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400" b="1" dirty="0">
                <a:solidFill>
                  <a:prstClr val="black"/>
                </a:solidFill>
                <a:latin typeface="Meiryo UI" pitchFamily="50" charset="-128"/>
                <a:ea typeface="Meiryo UI" pitchFamily="50" charset="-128"/>
                <a:cs typeface="Meiryo UI" pitchFamily="50" charset="-128"/>
              </a:rPr>
              <a:t>6WZX</a:t>
            </a:r>
            <a:r>
              <a:rPr kumimoji="1" lang="en-US" altLang="ja-JP" sz="1400" b="1" i="0" u="none" strike="noStrike" kern="1200" cap="none" spc="0" normalizeH="0" baseline="0" noProof="0" dirty="0">
                <a:ln>
                  <a:noFill/>
                </a:ln>
                <a:solidFill>
                  <a:prstClr val="black"/>
                </a:solidFill>
                <a:effectLst/>
                <a:uLnTx/>
                <a:uFillTx/>
                <a:latin typeface="Meiryo UI" pitchFamily="50" charset="-128"/>
                <a:ea typeface="Meiryo UI" pitchFamily="50" charset="-128"/>
                <a:cs typeface="Meiryo UI" pitchFamily="50" charset="-128"/>
              </a:rPr>
              <a:t> EMS related member</a:t>
            </a:r>
            <a:endParaRPr kumimoji="1" lang="ja-JP" altLang="en-US" sz="1400" b="1" i="0" u="none" strike="noStrike" kern="1200" cap="none" spc="0" normalizeH="0" baseline="0" noProof="0" dirty="0">
              <a:ln>
                <a:noFill/>
              </a:ln>
              <a:solidFill>
                <a:prstClr val="black"/>
              </a:solidFill>
              <a:effectLst/>
              <a:uLnTx/>
              <a:uFillTx/>
              <a:latin typeface="Meiryo UI" pitchFamily="50" charset="-128"/>
              <a:ea typeface="Meiryo UI" pitchFamily="50" charset="-128"/>
              <a:cs typeface="Meiryo UI" pitchFamily="50" charset="-128"/>
            </a:endParaRPr>
          </a:p>
        </p:txBody>
      </p:sp>
      <p:sp>
        <p:nvSpPr>
          <p:cNvPr id="40" name="Text Box 2">
            <a:extLst>
              <a:ext uri="{FF2B5EF4-FFF2-40B4-BE49-F238E27FC236}">
                <a16:creationId xmlns:a16="http://schemas.microsoft.com/office/drawing/2014/main" id="{59259102-3946-C1B3-6EBB-9E0FF16E3CC9}"/>
              </a:ext>
            </a:extLst>
          </p:cNvPr>
          <p:cNvSpPr txBox="1">
            <a:spLocks noChangeArrowheads="1"/>
          </p:cNvSpPr>
          <p:nvPr/>
        </p:nvSpPr>
        <p:spPr bwMode="auto">
          <a:xfrm>
            <a:off x="-17219" y="532326"/>
            <a:ext cx="3226295"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ja-JP" sz="16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6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関連メンバー</a:t>
            </a:r>
            <a:endParaRPr kumimoji="1" lang="en-US" altLang="ja-JP" sz="1600" b="0" i="0" u="none" strike="noStrike" kern="1200" cap="none" spc="0" normalizeH="0" baseline="0" noProof="0" dirty="0">
              <a:ln>
                <a:noFill/>
              </a:ln>
              <a:solidFill>
                <a:srgbClr val="000000"/>
              </a:solidFill>
              <a:effectLst/>
              <a:uLnTx/>
              <a:uFillTx/>
              <a:latin typeface="HGPｺﾞｼｯｸE" pitchFamily="50" charset="-128"/>
              <a:ea typeface="HGPｺﾞｼｯｸE" pitchFamily="50" charset="-128"/>
              <a:cs typeface="Arial" pitchFamily="34" charset="0"/>
            </a:endParaRPr>
          </a:p>
        </p:txBody>
      </p:sp>
    </p:spTree>
    <p:extLst>
      <p:ext uri="{BB962C8B-B14F-4D97-AF65-F5344CB8AC3E}">
        <p14:creationId xmlns:p14="http://schemas.microsoft.com/office/powerpoint/2010/main" val="346785081"/>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Text Box 2"/>
          <p:cNvSpPr txBox="1">
            <a:spLocks noChangeArrowheads="1"/>
          </p:cNvSpPr>
          <p:nvPr/>
        </p:nvSpPr>
        <p:spPr bwMode="auto">
          <a:xfrm>
            <a:off x="250829" y="31750"/>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ctr" eaLnBrk="1" fontAlgn="base" hangingPunct="1">
              <a:spcBef>
                <a:spcPct val="0"/>
              </a:spcBef>
              <a:spcAft>
                <a:spcPct val="0"/>
              </a:spcAft>
            </a:pPr>
            <a:r>
              <a:rPr lang="en-US" altLang="ja-JP" sz="2000" dirty="0">
                <a:solidFill>
                  <a:srgbClr val="FFFFFF"/>
                </a:solidFill>
                <a:latin typeface="Meiryo UI" panose="020B0604030504040204" pitchFamily="50" charset="-128"/>
                <a:ea typeface="Meiryo UI" panose="020B0604030504040204" pitchFamily="50" charset="-128"/>
                <a:cs typeface="Arial" pitchFamily="34" charset="0"/>
              </a:rPr>
              <a:t>23. Development</a:t>
            </a:r>
            <a:r>
              <a:rPr lang="ja-JP" altLang="en-US" sz="2000" dirty="0">
                <a:solidFill>
                  <a:srgbClr val="FFFFFF"/>
                </a:solidFill>
                <a:latin typeface="Meiryo UI" panose="020B0604030504040204" pitchFamily="50" charset="-128"/>
                <a:ea typeface="Meiryo UI" panose="020B0604030504040204" pitchFamily="50" charset="-128"/>
                <a:cs typeface="Arial" pitchFamily="34" charset="0"/>
              </a:rPr>
              <a:t> </a:t>
            </a:r>
            <a:r>
              <a:rPr lang="en-US" altLang="ja-JP" sz="2000" dirty="0">
                <a:solidFill>
                  <a:srgbClr val="FFFFFF"/>
                </a:solidFill>
                <a:latin typeface="Meiryo UI" panose="020B0604030504040204" pitchFamily="50" charset="-128"/>
                <a:ea typeface="Meiryo UI" panose="020B0604030504040204" pitchFamily="50" charset="-128"/>
                <a:cs typeface="Arial" pitchFamily="34" charset="0"/>
              </a:rPr>
              <a:t>organization</a:t>
            </a:r>
            <a:r>
              <a:rPr lang="ja-JP" altLang="en-US" sz="2000" dirty="0">
                <a:solidFill>
                  <a:srgbClr val="FFFFFF"/>
                </a:solidFill>
                <a:latin typeface="Meiryo UI" panose="020B0604030504040204" pitchFamily="50" charset="-128"/>
                <a:ea typeface="Meiryo UI" panose="020B0604030504040204" pitchFamily="50" charset="-128"/>
                <a:cs typeface="Arial" pitchFamily="34" charset="0"/>
              </a:rPr>
              <a:t> </a:t>
            </a:r>
            <a:r>
              <a:rPr lang="en-US" altLang="ja-JP" sz="2000" dirty="0">
                <a:solidFill>
                  <a:srgbClr val="FFFFFF"/>
                </a:solidFill>
                <a:latin typeface="Meiryo UI" panose="020B0604030504040204" pitchFamily="50" charset="-128"/>
                <a:ea typeface="Meiryo UI" panose="020B0604030504040204" pitchFamily="50" charset="-128"/>
                <a:cs typeface="Arial" pitchFamily="34" charset="0"/>
              </a:rPr>
              <a:t>(2/3)</a:t>
            </a:r>
            <a:endParaRPr lang="en-US" altLang="ja-JP" sz="1100" dirty="0">
              <a:solidFill>
                <a:srgbClr val="FFFFFF"/>
              </a:solidFill>
              <a:latin typeface="HGPｺﾞｼｯｸE" pitchFamily="50" charset="-128"/>
              <a:ea typeface="HGPｺﾞｼｯｸE" pitchFamily="50" charset="-128"/>
              <a:cs typeface="Arial" pitchFamily="34" charset="0"/>
            </a:endParaRPr>
          </a:p>
        </p:txBody>
      </p:sp>
      <p:sp>
        <p:nvSpPr>
          <p:cNvPr id="61" name="Text Box 2"/>
          <p:cNvSpPr txBox="1">
            <a:spLocks noChangeArrowheads="1"/>
          </p:cNvSpPr>
          <p:nvPr/>
        </p:nvSpPr>
        <p:spPr bwMode="auto">
          <a:xfrm>
            <a:off x="78696" y="597016"/>
            <a:ext cx="2242151"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ja-JP" altLang="en-US" sz="16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車体制御関連メンバー</a:t>
            </a:r>
            <a:endParaRPr kumimoji="1" lang="en-US" altLang="ja-JP" sz="1600" b="0" i="0" u="none" strike="noStrike" kern="1200" cap="none" spc="0" normalizeH="0" baseline="0" noProof="0" dirty="0">
              <a:ln>
                <a:noFill/>
              </a:ln>
              <a:solidFill>
                <a:srgbClr val="000000"/>
              </a:solidFill>
              <a:effectLst/>
              <a:uLnTx/>
              <a:uFillTx/>
              <a:latin typeface="HGPｺﾞｼｯｸE" pitchFamily="50" charset="-128"/>
              <a:ea typeface="HGPｺﾞｼｯｸE" pitchFamily="50" charset="-128"/>
              <a:cs typeface="Arial" pitchFamily="34" charset="0"/>
            </a:endParaRPr>
          </a:p>
        </p:txBody>
      </p:sp>
      <p:sp>
        <p:nvSpPr>
          <p:cNvPr id="62" name="テキスト ボックス 61"/>
          <p:cNvSpPr txBox="1"/>
          <p:nvPr/>
        </p:nvSpPr>
        <p:spPr>
          <a:xfrm>
            <a:off x="78696" y="883367"/>
            <a:ext cx="4207856"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b="1" i="0" u="none" strike="noStrike" kern="1200" cap="none" spc="0" normalizeH="0" baseline="0" noProof="0" dirty="0">
                <a:ln>
                  <a:noFill/>
                </a:ln>
                <a:solidFill>
                  <a:prstClr val="black"/>
                </a:solidFill>
                <a:effectLst/>
                <a:uLnTx/>
                <a:uFillTx/>
                <a:latin typeface="Meiryo UI" pitchFamily="50" charset="-128"/>
                <a:ea typeface="Meiryo UI" pitchFamily="50" charset="-128"/>
                <a:cs typeface="Meiryo UI" pitchFamily="50" charset="-128"/>
              </a:rPr>
              <a:t>Project team and Vehicle control members</a:t>
            </a:r>
            <a:endParaRPr kumimoji="1" lang="ja-JP" altLang="en-US" sz="1400" b="1" i="0" u="none" strike="noStrike" kern="1200" cap="none" spc="0" normalizeH="0" baseline="0" noProof="0" dirty="0">
              <a:ln>
                <a:noFill/>
              </a:ln>
              <a:solidFill>
                <a:prstClr val="black"/>
              </a:solidFill>
              <a:effectLst/>
              <a:uLnTx/>
              <a:uFillTx/>
              <a:latin typeface="Meiryo UI" pitchFamily="50" charset="-128"/>
              <a:ea typeface="Meiryo UI" pitchFamily="50" charset="-128"/>
              <a:cs typeface="Meiryo UI" pitchFamily="50" charset="-128"/>
            </a:endParaRPr>
          </a:p>
        </p:txBody>
      </p:sp>
      <p:sp>
        <p:nvSpPr>
          <p:cNvPr id="63" name="Text Box 74"/>
          <p:cNvSpPr txBox="1">
            <a:spLocks noChangeArrowheads="1"/>
          </p:cNvSpPr>
          <p:nvPr/>
        </p:nvSpPr>
        <p:spPr bwMode="auto">
          <a:xfrm>
            <a:off x="7090803" y="2613742"/>
            <a:ext cx="962473" cy="1200620"/>
          </a:xfrm>
          <a:prstGeom prst="rect">
            <a:avLst/>
          </a:prstGeom>
          <a:noFill/>
          <a:ln w="9525">
            <a:solidFill>
              <a:sysClr val="windowText" lastClr="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o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1"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AC</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(GO-ADC)</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200" b="0"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ED-A</a:t>
            </a:r>
            <a:endParaRPr kumimoji="1" lang="ja-JP" altLang="en-US" sz="1200" b="0"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endParaRPr>
          </a:p>
          <a:p>
            <a:pPr lvl="0" eaLnBrk="1" fontAlgn="auto" hangingPunct="1">
              <a:spcBef>
                <a:spcPts val="0"/>
              </a:spcBef>
              <a:spcAft>
                <a:spcPts val="0"/>
              </a:spcAft>
              <a:defRPr/>
            </a:pPr>
            <a:r>
              <a:rPr lang="en-US" altLang="ja-JP" sz="1200" kern="0" dirty="0">
                <a:solidFill>
                  <a:srgbClr val="000000"/>
                </a:solidFill>
                <a:latin typeface="Meiryo UI" pitchFamily="50" charset="-128"/>
                <a:ea typeface="Meiryo UI" pitchFamily="50" charset="-128"/>
                <a:cs typeface="Meiryo UI" pitchFamily="50" charset="-128"/>
              </a:rPr>
              <a:t>Anurak</a:t>
            </a:r>
          </a:p>
          <a:p>
            <a:pPr lvl="0" eaLnBrk="1" fontAlgn="auto" hangingPunct="1">
              <a:spcBef>
                <a:spcPts val="0"/>
              </a:spcBef>
              <a:spcAft>
                <a:spcPts val="0"/>
              </a:spcAft>
              <a:defRPr/>
            </a:pPr>
            <a:r>
              <a:rPr lang="en-US" altLang="ja-JP" sz="1200" kern="0" dirty="0">
                <a:solidFill>
                  <a:srgbClr val="000000"/>
                </a:solidFill>
                <a:latin typeface="Meiryo UI" pitchFamily="50" charset="-128"/>
                <a:ea typeface="Meiryo UI" pitchFamily="50" charset="-128"/>
                <a:cs typeface="Meiryo UI" pitchFamily="50" charset="-128"/>
              </a:rPr>
              <a:t>(PL)</a:t>
            </a:r>
            <a:endParaRPr kumimoji="1" lang="en-US" altLang="ja-JP" sz="1200" b="0"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endParaRPr>
          </a:p>
        </p:txBody>
      </p:sp>
      <p:cxnSp>
        <p:nvCxnSpPr>
          <p:cNvPr id="64" name="AutoShape 82"/>
          <p:cNvCxnSpPr>
            <a:cxnSpLocks noChangeShapeType="1"/>
            <a:stCxn id="80" idx="2"/>
            <a:endCxn id="63" idx="0"/>
          </p:cNvCxnSpPr>
          <p:nvPr/>
        </p:nvCxnSpPr>
        <p:spPr bwMode="auto">
          <a:xfrm rot="16200000" flipH="1">
            <a:off x="5770588" y="812290"/>
            <a:ext cx="600578" cy="3002326"/>
          </a:xfrm>
          <a:prstGeom prst="bentConnector3">
            <a:avLst>
              <a:gd name="adj1" fmla="val 50000"/>
            </a:avLst>
          </a:prstGeom>
          <a:noFill/>
          <a:ln w="9525">
            <a:solidFill>
              <a:sysClr val="windowText" lastClr="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5" name="AutoShape 83"/>
          <p:cNvCxnSpPr>
            <a:cxnSpLocks noChangeShapeType="1"/>
            <a:stCxn id="80" idx="2"/>
            <a:endCxn id="103" idx="0"/>
          </p:cNvCxnSpPr>
          <p:nvPr/>
        </p:nvCxnSpPr>
        <p:spPr bwMode="auto">
          <a:xfrm rot="5400000">
            <a:off x="3263494" y="1307522"/>
            <a:ext cx="600578" cy="2011863"/>
          </a:xfrm>
          <a:prstGeom prst="bentConnector3">
            <a:avLst>
              <a:gd name="adj1" fmla="val 50000"/>
            </a:avLst>
          </a:prstGeom>
          <a:noFill/>
          <a:ln w="9525">
            <a:solidFill>
              <a:sysClr val="windowText" lastClr="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7" name="AutoShape 85"/>
          <p:cNvCxnSpPr>
            <a:cxnSpLocks noChangeShapeType="1"/>
            <a:stCxn id="80" idx="2"/>
            <a:endCxn id="82" idx="0"/>
          </p:cNvCxnSpPr>
          <p:nvPr/>
        </p:nvCxnSpPr>
        <p:spPr bwMode="auto">
          <a:xfrm rot="5400000">
            <a:off x="2763610" y="807638"/>
            <a:ext cx="600578" cy="3011631"/>
          </a:xfrm>
          <a:prstGeom prst="bentConnector3">
            <a:avLst>
              <a:gd name="adj1" fmla="val 50000"/>
            </a:avLst>
          </a:prstGeom>
          <a:noFill/>
          <a:ln w="9525">
            <a:solidFill>
              <a:sysClr val="windowText" lastClr="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8" name="Text Box 108"/>
          <p:cNvSpPr txBox="1">
            <a:spLocks noChangeArrowheads="1"/>
          </p:cNvSpPr>
          <p:nvPr/>
        </p:nvSpPr>
        <p:spPr bwMode="auto">
          <a:xfrm>
            <a:off x="3078403" y="2613742"/>
            <a:ext cx="962473" cy="1200620"/>
          </a:xfrm>
          <a:prstGeom prst="rect">
            <a:avLst/>
          </a:prstGeom>
          <a:noFill/>
          <a:ln w="9525">
            <a:solidFill>
              <a:sysClr val="windowText" lastClr="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o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1"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BM</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1000" kern="0" dirty="0">
                <a:solidFill>
                  <a:srgbClr val="000000"/>
                </a:solidFill>
                <a:latin typeface="Meiryo UI" pitchFamily="50" charset="-128"/>
                <a:ea typeface="Meiryo UI" pitchFamily="50" charset="-128"/>
                <a:cs typeface="Meiryo UI" pitchFamily="50" charset="-128"/>
              </a:rPr>
              <a:t>(GO-ADC)</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200" b="0"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1200" kern="0" dirty="0">
                <a:solidFill>
                  <a:srgbClr val="000000"/>
                </a:solidFill>
                <a:latin typeface="Meiryo UI" pitchFamily="50" charset="-128"/>
                <a:ea typeface="Meiryo UI" pitchFamily="50" charset="-128"/>
                <a:cs typeface="Meiryo UI" pitchFamily="50" charset="-128"/>
              </a:rPr>
              <a:t>ELS2</a:t>
            </a:r>
            <a:endParaRPr kumimoji="1" lang="en-US" altLang="ja-JP" sz="1200" b="0"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endParaRPr>
          </a:p>
        </p:txBody>
      </p:sp>
      <p:cxnSp>
        <p:nvCxnSpPr>
          <p:cNvPr id="79" name="AutoShape 111"/>
          <p:cNvCxnSpPr>
            <a:cxnSpLocks noChangeShapeType="1"/>
            <a:stCxn id="78" idx="0"/>
            <a:endCxn id="80" idx="2"/>
          </p:cNvCxnSpPr>
          <p:nvPr/>
        </p:nvCxnSpPr>
        <p:spPr bwMode="auto">
          <a:xfrm rot="5400000" flipH="1" flipV="1">
            <a:off x="3764388" y="1808416"/>
            <a:ext cx="600578" cy="1010074"/>
          </a:xfrm>
          <a:prstGeom prst="bentConnector3">
            <a:avLst>
              <a:gd name="adj1" fmla="val 50000"/>
            </a:avLst>
          </a:prstGeom>
          <a:noFill/>
          <a:ln w="9525">
            <a:solidFill>
              <a:sysClr val="windowText" lastClr="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0" name="Text Box 5"/>
          <p:cNvSpPr txBox="1">
            <a:spLocks noChangeArrowheads="1"/>
          </p:cNvSpPr>
          <p:nvPr/>
        </p:nvSpPr>
        <p:spPr bwMode="auto">
          <a:xfrm>
            <a:off x="3326647" y="1212945"/>
            <a:ext cx="2486134" cy="800219"/>
          </a:xfrm>
          <a:prstGeom prst="rect">
            <a:avLst/>
          </a:prstGeom>
          <a:noFill/>
          <a:ln w="9525">
            <a:solidFill>
              <a:sysClr val="windowText" lastClr="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車体制御統括</a:t>
            </a:r>
            <a:endParaRPr kumimoji="1" lang="en-US" altLang="ja-JP" sz="1400" b="0"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Vehicle</a:t>
            </a:r>
            <a:r>
              <a:rPr kumimoji="1" lang="ja-JP" altLang="en-US" sz="900" b="0"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 </a:t>
            </a:r>
            <a:r>
              <a:rPr kumimoji="1" lang="en-US" altLang="ja-JP" sz="900" b="0"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development</a:t>
            </a:r>
            <a:r>
              <a:rPr kumimoji="1" lang="ja-JP" altLang="en-US" sz="900" b="0"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 </a:t>
            </a:r>
            <a:r>
              <a:rPr kumimoji="1" lang="en-US" altLang="ja-JP" sz="900" b="0"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Unification</a:t>
            </a:r>
          </a:p>
          <a:p>
            <a:pPr lvl="0" eaLnBrk="1" fontAlgn="auto" hangingPunct="1">
              <a:spcBef>
                <a:spcPts val="0"/>
              </a:spcBef>
              <a:spcAft>
                <a:spcPts val="0"/>
              </a:spcAft>
              <a:defRPr/>
            </a:pPr>
            <a:r>
              <a:rPr lang="ja-JP" altLang="en-US" sz="1400" kern="0" dirty="0">
                <a:solidFill>
                  <a:srgbClr val="000000"/>
                </a:solidFill>
                <a:latin typeface="Meiryo UI" pitchFamily="50" charset="-128"/>
                <a:ea typeface="Meiryo UI" pitchFamily="50" charset="-128"/>
                <a:cs typeface="Meiryo UI" pitchFamily="50" charset="-128"/>
              </a:rPr>
              <a:t>平村　亘　</a:t>
            </a:r>
            <a:r>
              <a:rPr kumimoji="1" lang="en-US" altLang="ja-JP" sz="1400" b="0"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LPL</a:t>
            </a:r>
            <a:r>
              <a:rPr kumimoji="1" lang="ja-JP" altLang="en-US" sz="1400" b="0"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a:t>
            </a:r>
            <a:r>
              <a:rPr kumimoji="1" lang="en-US" altLang="ja-JP" sz="1400" b="0"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HRAP</a:t>
            </a:r>
            <a:r>
              <a:rPr kumimoji="1" lang="ja-JP" altLang="en-US" sz="1400" b="0"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a:t>
            </a:r>
            <a:endParaRPr kumimoji="1" lang="en-US" altLang="ja-JP" sz="1400" b="0"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endParaRPr>
          </a:p>
          <a:p>
            <a:pPr lvl="0" eaLnBrk="1" fontAlgn="auto" hangingPunct="1">
              <a:spcBef>
                <a:spcPts val="0"/>
              </a:spcBef>
              <a:spcAft>
                <a:spcPts val="0"/>
              </a:spcAft>
              <a:defRPr/>
            </a:pPr>
            <a:r>
              <a:rPr lang="en-US" altLang="ja-JP" sz="900" kern="0" dirty="0">
                <a:solidFill>
                  <a:srgbClr val="000000"/>
                </a:solidFill>
                <a:latin typeface="Meiryo UI" pitchFamily="50" charset="-128"/>
                <a:ea typeface="Meiryo UI" pitchFamily="50" charset="-128"/>
                <a:cs typeface="Meiryo UI" pitchFamily="50" charset="-128"/>
              </a:rPr>
              <a:t>Hiramura</a:t>
            </a:r>
            <a:r>
              <a:rPr lang="ja-JP" altLang="en-US" sz="900" kern="0" dirty="0">
                <a:solidFill>
                  <a:srgbClr val="000000"/>
                </a:solidFill>
                <a:latin typeface="Meiryo UI" pitchFamily="50" charset="-128"/>
                <a:ea typeface="Meiryo UI" pitchFamily="50" charset="-128"/>
                <a:cs typeface="Meiryo UI" pitchFamily="50" charset="-128"/>
              </a:rPr>
              <a:t>　</a:t>
            </a:r>
            <a:r>
              <a:rPr lang="en-US" altLang="ja-JP" sz="900" kern="0" dirty="0">
                <a:solidFill>
                  <a:srgbClr val="000000"/>
                </a:solidFill>
                <a:latin typeface="Meiryo UI" pitchFamily="50" charset="-128"/>
                <a:ea typeface="Meiryo UI" pitchFamily="50" charset="-128"/>
                <a:cs typeface="Meiryo UI" pitchFamily="50" charset="-128"/>
              </a:rPr>
              <a:t>Wataru</a:t>
            </a:r>
            <a:endParaRPr kumimoji="1" lang="en-US" altLang="ja-JP" sz="900" b="0"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endParaRPr>
          </a:p>
        </p:txBody>
      </p:sp>
      <p:sp>
        <p:nvSpPr>
          <p:cNvPr id="82" name="Text Box 65"/>
          <p:cNvSpPr txBox="1">
            <a:spLocks noChangeArrowheads="1"/>
          </p:cNvSpPr>
          <p:nvPr/>
        </p:nvSpPr>
        <p:spPr bwMode="auto">
          <a:xfrm>
            <a:off x="1076846" y="2613742"/>
            <a:ext cx="962473" cy="1200620"/>
          </a:xfrm>
          <a:prstGeom prst="rect">
            <a:avLst/>
          </a:prstGeom>
          <a:noFill/>
          <a:ln w="9525">
            <a:solidFill>
              <a:sysClr val="windowText" lastClr="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1"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TM</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(HRAP)</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200" b="0"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 PU-DV</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Jirapipat</a:t>
            </a:r>
            <a:endParaRPr lang="en-US" altLang="ja-JP" sz="1200" kern="0" dirty="0">
              <a:solidFill>
                <a:srgbClr val="000000"/>
              </a:solidFill>
              <a:latin typeface="Meiryo UI" pitchFamily="50" charset="-128"/>
              <a:ea typeface="Meiryo UI" pitchFamily="50" charset="-128"/>
              <a:cs typeface="Meiryo UI"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(PL)</a:t>
            </a:r>
          </a:p>
        </p:txBody>
      </p:sp>
      <p:sp>
        <p:nvSpPr>
          <p:cNvPr id="85" name="Text Box 78"/>
          <p:cNvSpPr txBox="1">
            <a:spLocks noChangeArrowheads="1"/>
          </p:cNvSpPr>
          <p:nvPr/>
        </p:nvSpPr>
        <p:spPr bwMode="auto">
          <a:xfrm>
            <a:off x="3291777" y="4608807"/>
            <a:ext cx="535724" cy="600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1200" dirty="0">
                <a:solidFill>
                  <a:srgbClr val="000000"/>
                </a:solidFill>
                <a:latin typeface="Meiryo UI" pitchFamily="50" charset="-128"/>
                <a:ea typeface="Meiryo UI" pitchFamily="50" charset="-128"/>
                <a:cs typeface="Meiryo UI" pitchFamily="50" charset="-128"/>
              </a:rPr>
              <a:t>三浦</a:t>
            </a:r>
            <a:endParaRPr lang="en-US" altLang="ja-JP" sz="1200" dirty="0">
              <a:solidFill>
                <a:srgbClr val="000000"/>
              </a:solidFill>
              <a:latin typeface="Meiryo UI" pitchFamily="50" charset="-128"/>
              <a:ea typeface="Meiryo UI" pitchFamily="50" charset="-128"/>
              <a:cs typeface="Meiryo UI"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a:t>
            </a:r>
            <a:r>
              <a:rPr lang="en-US" altLang="ja-JP" sz="1200" dirty="0">
                <a:solidFill>
                  <a:srgbClr val="000000"/>
                </a:solidFill>
                <a:latin typeface="Meiryo UI" pitchFamily="50" charset="-128"/>
                <a:ea typeface="Meiryo UI" pitchFamily="50" charset="-128"/>
                <a:cs typeface="Meiryo UI" pitchFamily="50" charset="-128"/>
              </a:rPr>
              <a:t>CE</a:t>
            </a:r>
            <a:r>
              <a:rPr kumimoji="1" lang="en-US" altLang="ja-JP" sz="12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900" dirty="0">
                <a:solidFill>
                  <a:srgbClr val="000000"/>
                </a:solidFill>
                <a:latin typeface="Meiryo UI" pitchFamily="50" charset="-128"/>
                <a:ea typeface="Meiryo UI" pitchFamily="50" charset="-128"/>
                <a:cs typeface="Meiryo UI" pitchFamily="50" charset="-128"/>
              </a:rPr>
              <a:t>Miura</a:t>
            </a:r>
            <a:r>
              <a:rPr kumimoji="1" lang="en-US" altLang="ja-JP" sz="9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 </a:t>
            </a:r>
            <a:endParaRPr kumimoji="1" lang="ja-JP" altLang="en-US" sz="9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endParaRPr>
          </a:p>
        </p:txBody>
      </p:sp>
      <p:cxnSp>
        <p:nvCxnSpPr>
          <p:cNvPr id="91" name="直線コネクタ 90"/>
          <p:cNvCxnSpPr>
            <a:stCxn id="85" idx="0"/>
            <a:endCxn id="78" idx="2"/>
          </p:cNvCxnSpPr>
          <p:nvPr/>
        </p:nvCxnSpPr>
        <p:spPr bwMode="auto">
          <a:xfrm flipV="1">
            <a:off x="3559639" y="3814362"/>
            <a:ext cx="1" cy="794445"/>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3" name="Text Box 66"/>
          <p:cNvSpPr txBox="1">
            <a:spLocks noChangeArrowheads="1"/>
          </p:cNvSpPr>
          <p:nvPr/>
        </p:nvSpPr>
        <p:spPr bwMode="auto">
          <a:xfrm>
            <a:off x="5097562" y="2613742"/>
            <a:ext cx="962473" cy="1200620"/>
          </a:xfrm>
          <a:prstGeom prst="rect">
            <a:avLst/>
          </a:prstGeom>
          <a:noFill/>
          <a:ln w="9525">
            <a:solidFill>
              <a:sysClr val="windowText" lastClr="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o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1"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BR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a:t>
            </a:r>
            <a:r>
              <a:rPr lang="en-US" altLang="ja-JP" sz="1000" kern="0" dirty="0">
                <a:solidFill>
                  <a:srgbClr val="000000"/>
                </a:solidFill>
                <a:latin typeface="Meiryo UI" pitchFamily="50" charset="-128"/>
                <a:ea typeface="Meiryo UI" pitchFamily="50" charset="-128"/>
                <a:cs typeface="Meiryo UI" pitchFamily="50" charset="-128"/>
              </a:rPr>
              <a:t>HRAP</a:t>
            </a:r>
            <a:r>
              <a:rPr kumimoji="1" lang="en-US" altLang="ja-JP" sz="1000" b="0"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a:t>
            </a:r>
            <a:endParaRPr kumimoji="1" lang="en-US" altLang="ja-JP" sz="1200" b="0"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200" b="0"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APD1</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Peerakorn</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1200" kern="0" dirty="0">
                <a:solidFill>
                  <a:srgbClr val="000000"/>
                </a:solidFill>
                <a:latin typeface="Meiryo UI" pitchFamily="50" charset="-128"/>
                <a:ea typeface="Meiryo UI" pitchFamily="50" charset="-128"/>
                <a:cs typeface="Meiryo UI" pitchFamily="50" charset="-128"/>
              </a:rPr>
              <a:t>(</a:t>
            </a:r>
            <a:r>
              <a:rPr kumimoji="1" lang="en-US" altLang="ja-JP" sz="1200" b="0"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PL)</a:t>
            </a:r>
          </a:p>
        </p:txBody>
      </p:sp>
      <p:cxnSp>
        <p:nvCxnSpPr>
          <p:cNvPr id="94" name="AutoShape 84"/>
          <p:cNvCxnSpPr>
            <a:cxnSpLocks noChangeShapeType="1"/>
            <a:stCxn id="80" idx="2"/>
            <a:endCxn id="93" idx="0"/>
          </p:cNvCxnSpPr>
          <p:nvPr/>
        </p:nvCxnSpPr>
        <p:spPr bwMode="auto">
          <a:xfrm rot="16200000" flipH="1">
            <a:off x="4773967" y="1808910"/>
            <a:ext cx="600578" cy="1009085"/>
          </a:xfrm>
          <a:prstGeom prst="bentConnector3">
            <a:avLst>
              <a:gd name="adj1" fmla="val 50000"/>
            </a:avLst>
          </a:prstGeom>
          <a:noFill/>
          <a:ln w="9525">
            <a:solidFill>
              <a:sysClr val="windowText" lastClr="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6" name="Text Box 78"/>
          <p:cNvSpPr txBox="1">
            <a:spLocks noChangeArrowheads="1"/>
          </p:cNvSpPr>
          <p:nvPr/>
        </p:nvSpPr>
        <p:spPr bwMode="auto">
          <a:xfrm>
            <a:off x="1163583" y="5619235"/>
            <a:ext cx="788998" cy="2539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5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Waritnun</a:t>
            </a:r>
          </a:p>
        </p:txBody>
      </p:sp>
      <p:sp>
        <p:nvSpPr>
          <p:cNvPr id="97" name="Text Box 78"/>
          <p:cNvSpPr txBox="1">
            <a:spLocks noChangeArrowheads="1"/>
          </p:cNvSpPr>
          <p:nvPr/>
        </p:nvSpPr>
        <p:spPr bwMode="auto">
          <a:xfrm>
            <a:off x="1174804" y="4608807"/>
            <a:ext cx="766557" cy="600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中村</a:t>
            </a:r>
            <a:endParaRPr kumimoji="1" lang="en-US" altLang="ja-JP" sz="12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(CE)</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900" dirty="0">
                <a:solidFill>
                  <a:srgbClr val="000000"/>
                </a:solidFill>
                <a:latin typeface="Meiryo UI" pitchFamily="50" charset="-128"/>
                <a:ea typeface="Meiryo UI" pitchFamily="50" charset="-128"/>
                <a:cs typeface="Meiryo UI" pitchFamily="50" charset="-128"/>
              </a:rPr>
              <a:t>Nakamura</a:t>
            </a:r>
            <a:endParaRPr kumimoji="1" lang="ja-JP" altLang="en-US" sz="9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endParaRPr>
          </a:p>
        </p:txBody>
      </p:sp>
      <p:cxnSp>
        <p:nvCxnSpPr>
          <p:cNvPr id="98" name="直線コネクタ 97"/>
          <p:cNvCxnSpPr/>
          <p:nvPr/>
        </p:nvCxnSpPr>
        <p:spPr bwMode="auto">
          <a:xfrm flipV="1">
            <a:off x="1558082" y="5216666"/>
            <a:ext cx="1" cy="404645"/>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9" name="Text Box 78"/>
          <p:cNvSpPr txBox="1">
            <a:spLocks noChangeArrowheads="1"/>
          </p:cNvSpPr>
          <p:nvPr/>
        </p:nvSpPr>
        <p:spPr bwMode="auto">
          <a:xfrm>
            <a:off x="5113663" y="6262741"/>
            <a:ext cx="947695" cy="5386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1050" dirty="0">
                <a:solidFill>
                  <a:srgbClr val="000000"/>
                </a:solidFill>
                <a:latin typeface="Meiryo UI" pitchFamily="50" charset="-128"/>
                <a:ea typeface="Meiryo UI" pitchFamily="50" charset="-128"/>
                <a:cs typeface="Meiryo UI" pitchFamily="50" charset="-128"/>
              </a:rPr>
              <a:t>鈴木　潤一郎</a:t>
            </a:r>
            <a:endParaRPr kumimoji="1" lang="en-US" altLang="ja-JP" sz="105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5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a:t>
            </a:r>
            <a:r>
              <a:rPr kumimoji="1" lang="ja-JP" altLang="en-US" sz="105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研</a:t>
            </a:r>
            <a:r>
              <a:rPr kumimoji="1" lang="en-US" altLang="ja-JP" sz="105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700" dirty="0">
                <a:solidFill>
                  <a:srgbClr val="000000"/>
                </a:solidFill>
                <a:latin typeface="Meiryo UI" pitchFamily="50" charset="-128"/>
                <a:ea typeface="Meiryo UI" pitchFamily="50" charset="-128"/>
                <a:cs typeface="Meiryo UI" pitchFamily="50" charset="-128"/>
              </a:rPr>
              <a:t>Suzuki</a:t>
            </a:r>
            <a:endParaRPr kumimoji="1" lang="ja-JP" altLang="en-US" sz="7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endParaRPr>
          </a:p>
        </p:txBody>
      </p:sp>
      <p:sp>
        <p:nvSpPr>
          <p:cNvPr id="103" name="Text Box 108"/>
          <p:cNvSpPr txBox="1">
            <a:spLocks noChangeArrowheads="1"/>
          </p:cNvSpPr>
          <p:nvPr/>
        </p:nvSpPr>
        <p:spPr bwMode="auto">
          <a:xfrm>
            <a:off x="2076614" y="2613742"/>
            <a:ext cx="962473" cy="1200620"/>
          </a:xfrm>
          <a:prstGeom prst="rect">
            <a:avLst/>
          </a:prstGeom>
          <a:noFill/>
          <a:ln w="9525">
            <a:solidFill>
              <a:sysClr val="windowText" lastClr="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o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1"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Start</a:t>
            </a:r>
            <a:r>
              <a:rPr lang="en-US" altLang="ja-JP" sz="1200" b="1" kern="0" dirty="0">
                <a:solidFill>
                  <a:srgbClr val="000000"/>
                </a:solidFill>
                <a:latin typeface="Meiryo UI" pitchFamily="50" charset="-128"/>
                <a:ea typeface="Meiryo UI" pitchFamily="50" charset="-128"/>
                <a:cs typeface="Meiryo UI" pitchFamily="50" charset="-128"/>
              </a:rPr>
              <a:t>Stop</a:t>
            </a:r>
            <a:endParaRPr kumimoji="1" lang="en-US" altLang="ja-JP" sz="1200" b="1"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a:t>
            </a:r>
            <a:r>
              <a:rPr lang="en-US" altLang="ja-JP" sz="1000" kern="0" dirty="0">
                <a:solidFill>
                  <a:srgbClr val="000000"/>
                </a:solidFill>
                <a:latin typeface="Meiryo UI" pitchFamily="50" charset="-128"/>
                <a:ea typeface="Meiryo UI" pitchFamily="50" charset="-128"/>
                <a:cs typeface="Meiryo UI" pitchFamily="50" charset="-128"/>
              </a:rPr>
              <a:t>HRAP</a:t>
            </a:r>
            <a:r>
              <a:rPr kumimoji="1" lang="en-US" altLang="ja-JP" sz="1000" b="0"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altLang="ja-JP" sz="1200" kern="0" dirty="0">
              <a:solidFill>
                <a:srgbClr val="000000"/>
              </a:solidFill>
              <a:latin typeface="Meiryo UI" pitchFamily="50" charset="-128"/>
              <a:ea typeface="Meiryo UI" pitchFamily="50" charset="-128"/>
              <a:cs typeface="Meiryo UI"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PU-DV</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Jirapipat</a:t>
            </a:r>
            <a:endParaRPr kumimoji="1" lang="en-US" altLang="ja-JP" sz="1200" b="0"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1200" kern="0" dirty="0">
                <a:solidFill>
                  <a:srgbClr val="000000"/>
                </a:solidFill>
                <a:latin typeface="Meiryo UI" pitchFamily="50" charset="-128"/>
                <a:ea typeface="Meiryo UI" pitchFamily="50" charset="-128"/>
                <a:cs typeface="Meiryo UI" pitchFamily="50" charset="-128"/>
              </a:rPr>
              <a:t>(</a:t>
            </a:r>
            <a:r>
              <a:rPr kumimoji="1" lang="en-US" altLang="ja-JP" sz="1200" b="0"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PL)</a:t>
            </a:r>
          </a:p>
        </p:txBody>
      </p:sp>
      <p:cxnSp>
        <p:nvCxnSpPr>
          <p:cNvPr id="105" name="直線コネクタ 104"/>
          <p:cNvCxnSpPr>
            <a:stCxn id="68" idx="0"/>
            <a:endCxn id="103" idx="2"/>
          </p:cNvCxnSpPr>
          <p:nvPr/>
        </p:nvCxnSpPr>
        <p:spPr bwMode="auto">
          <a:xfrm flipV="1">
            <a:off x="2557851" y="3814362"/>
            <a:ext cx="0" cy="794445"/>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6" name="Text Box 78"/>
          <p:cNvSpPr txBox="1">
            <a:spLocks noChangeArrowheads="1"/>
          </p:cNvSpPr>
          <p:nvPr/>
        </p:nvSpPr>
        <p:spPr bwMode="auto">
          <a:xfrm>
            <a:off x="3129874" y="5476889"/>
            <a:ext cx="859531" cy="5386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lvl="0" eaLnBrk="1" fontAlgn="auto" hangingPunct="1">
              <a:spcBef>
                <a:spcPts val="0"/>
              </a:spcBef>
              <a:spcAft>
                <a:spcPts val="0"/>
              </a:spcAft>
              <a:defRPr/>
            </a:pPr>
            <a:r>
              <a:rPr lang="ja-JP" altLang="en-US" sz="1050" dirty="0">
                <a:solidFill>
                  <a:srgbClr val="000000"/>
                </a:solidFill>
                <a:latin typeface="Meiryo UI" pitchFamily="50" charset="-128"/>
                <a:ea typeface="Meiryo UI" pitchFamily="50" charset="-128"/>
                <a:cs typeface="Meiryo UI" pitchFamily="50" charset="-128"/>
              </a:rPr>
              <a:t>千葉　哲大 </a:t>
            </a:r>
            <a:endParaRPr kumimoji="1" lang="en-US" altLang="ja-JP" sz="105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5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a:t>
            </a:r>
            <a:r>
              <a:rPr kumimoji="1" lang="ja-JP" altLang="en-US" sz="105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研</a:t>
            </a:r>
            <a:r>
              <a:rPr kumimoji="1" lang="en-US" altLang="ja-JP" sz="105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7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Chiba</a:t>
            </a:r>
            <a:endParaRPr kumimoji="1" lang="ja-JP" altLang="en-US" sz="7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endParaRPr>
          </a:p>
        </p:txBody>
      </p:sp>
      <p:sp>
        <p:nvSpPr>
          <p:cNvPr id="108" name="Text Box 78"/>
          <p:cNvSpPr txBox="1">
            <a:spLocks noChangeArrowheads="1"/>
          </p:cNvSpPr>
          <p:nvPr/>
        </p:nvSpPr>
        <p:spPr bwMode="auto">
          <a:xfrm>
            <a:off x="5142044" y="4678057"/>
            <a:ext cx="87350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dirty="0" err="1">
                <a:ln>
                  <a:noFill/>
                </a:ln>
                <a:solidFill>
                  <a:srgbClr val="000000"/>
                </a:solidFill>
                <a:effectLst/>
                <a:uLnTx/>
                <a:uFillTx/>
                <a:latin typeface="Meiryo UI" pitchFamily="50" charset="-128"/>
                <a:ea typeface="Meiryo UI" pitchFamily="50" charset="-128"/>
                <a:cs typeface="Meiryo UI" pitchFamily="50" charset="-128"/>
              </a:rPr>
              <a:t>Pakanant</a:t>
            </a:r>
            <a:endParaRPr kumimoji="1" lang="en-US" altLang="ja-JP" sz="12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(MG)</a:t>
            </a:r>
          </a:p>
        </p:txBody>
      </p:sp>
      <p:sp>
        <p:nvSpPr>
          <p:cNvPr id="123" name="Text Box 65"/>
          <p:cNvSpPr txBox="1">
            <a:spLocks noChangeArrowheads="1"/>
          </p:cNvSpPr>
          <p:nvPr/>
        </p:nvSpPr>
        <p:spPr bwMode="auto">
          <a:xfrm>
            <a:off x="78696" y="2613742"/>
            <a:ext cx="962473" cy="1200620"/>
          </a:xfrm>
          <a:prstGeom prst="rect">
            <a:avLst/>
          </a:prstGeom>
          <a:noFill/>
          <a:ln w="9525">
            <a:solidFill>
              <a:sysClr val="windowText" lastClr="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1"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TCU</a:t>
            </a:r>
            <a:endParaRPr lang="en-US" altLang="ja-JP" sz="1200" b="1" kern="0" dirty="0">
              <a:solidFill>
                <a:srgbClr val="000000"/>
              </a:solidFill>
              <a:latin typeface="Meiryo UI" pitchFamily="50" charset="-128"/>
              <a:ea typeface="Meiryo UI" pitchFamily="50" charset="-128"/>
              <a:cs typeface="Meiryo UI"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a:t>
            </a:r>
            <a:r>
              <a:rPr lang="en-US" altLang="ja-JP" sz="1000" kern="0" dirty="0">
                <a:solidFill>
                  <a:srgbClr val="000000"/>
                </a:solidFill>
                <a:latin typeface="Meiryo UI" pitchFamily="50" charset="-128"/>
                <a:ea typeface="Meiryo UI" pitchFamily="50" charset="-128"/>
                <a:cs typeface="Meiryo UI" pitchFamily="50" charset="-128"/>
              </a:rPr>
              <a:t>GO-ADC</a:t>
            </a:r>
            <a:r>
              <a:rPr kumimoji="1" lang="ja-JP" altLang="en-US" sz="1000" b="0"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a:t>
            </a:r>
            <a:endParaRPr kumimoji="1" lang="en-US" altLang="ja-JP" sz="1000" b="0"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altLang="ja-JP" sz="1200" kern="0" dirty="0">
              <a:solidFill>
                <a:srgbClr val="000000"/>
              </a:solidFill>
              <a:latin typeface="Meiryo UI" pitchFamily="50" charset="-128"/>
              <a:ea typeface="Meiryo UI" pitchFamily="50" charset="-128"/>
              <a:cs typeface="Meiryo UI"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ELS2</a:t>
            </a:r>
          </a:p>
        </p:txBody>
      </p:sp>
      <p:sp>
        <p:nvSpPr>
          <p:cNvPr id="125" name="Text Box 76"/>
          <p:cNvSpPr txBox="1">
            <a:spLocks noChangeArrowheads="1"/>
          </p:cNvSpPr>
          <p:nvPr/>
        </p:nvSpPr>
        <p:spPr bwMode="auto">
          <a:xfrm>
            <a:off x="236767" y="4616502"/>
            <a:ext cx="64633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1200" dirty="0">
                <a:solidFill>
                  <a:srgbClr val="000000"/>
                </a:solidFill>
                <a:latin typeface="Meiryo UI" pitchFamily="50" charset="-128"/>
                <a:ea typeface="Meiryo UI" pitchFamily="50" charset="-128"/>
                <a:cs typeface="Meiryo UI" pitchFamily="50" charset="-128"/>
              </a:rPr>
              <a:t>二飯田</a:t>
            </a:r>
            <a:endParaRPr lang="en-US" altLang="ja-JP" sz="1200" dirty="0">
              <a:solidFill>
                <a:srgbClr val="000000"/>
              </a:solidFill>
              <a:latin typeface="Meiryo UI" pitchFamily="50" charset="-128"/>
              <a:ea typeface="Meiryo UI" pitchFamily="50" charset="-128"/>
              <a:cs typeface="Meiryo UI"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(CE)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8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Nihanda</a:t>
            </a:r>
            <a:endParaRPr kumimoji="1" lang="ja-JP" altLang="en-US" sz="8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endParaRPr>
          </a:p>
        </p:txBody>
      </p:sp>
      <p:cxnSp>
        <p:nvCxnSpPr>
          <p:cNvPr id="126" name="直線コネクタ 125"/>
          <p:cNvCxnSpPr>
            <a:stCxn id="123" idx="2"/>
            <a:endCxn id="125" idx="0"/>
          </p:cNvCxnSpPr>
          <p:nvPr/>
        </p:nvCxnSpPr>
        <p:spPr bwMode="auto">
          <a:xfrm>
            <a:off x="559933" y="3814362"/>
            <a:ext cx="0" cy="802140"/>
          </a:xfrm>
          <a:prstGeom prst="line">
            <a:avLst/>
          </a:prstGeom>
          <a:solidFill>
            <a:srgbClr val="4F81BD"/>
          </a:solidFill>
          <a:ln w="9525" cap="flat" cmpd="sng" algn="ctr">
            <a:solidFill>
              <a:sysClr val="windowText" lastClr="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7" name="直線コネクタ 126"/>
          <p:cNvCxnSpPr>
            <a:stCxn id="125" idx="2"/>
            <a:endCxn id="128" idx="0"/>
          </p:cNvCxnSpPr>
          <p:nvPr/>
        </p:nvCxnSpPr>
        <p:spPr bwMode="auto">
          <a:xfrm>
            <a:off x="559933" y="5201277"/>
            <a:ext cx="0" cy="371792"/>
          </a:xfrm>
          <a:prstGeom prst="line">
            <a:avLst/>
          </a:prstGeom>
          <a:solidFill>
            <a:srgbClr val="4F81BD"/>
          </a:solidFill>
          <a:ln w="9525" cap="flat" cmpd="sng" algn="ctr">
            <a:solidFill>
              <a:sysClr val="windowText" lastClr="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8" name="Text Box 105"/>
          <p:cNvSpPr txBox="1">
            <a:spLocks noChangeArrowheads="1"/>
          </p:cNvSpPr>
          <p:nvPr/>
        </p:nvSpPr>
        <p:spPr bwMode="auto">
          <a:xfrm>
            <a:off x="175051" y="5573069"/>
            <a:ext cx="769763"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5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淡路 創介</a:t>
            </a:r>
            <a:endParaRPr kumimoji="1" lang="en-US" altLang="ja-JP" sz="105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6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Awaji</a:t>
            </a:r>
            <a:endParaRPr kumimoji="1" lang="ja-JP" altLang="en-US" sz="6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endParaRPr>
          </a:p>
        </p:txBody>
      </p:sp>
      <p:cxnSp>
        <p:nvCxnSpPr>
          <p:cNvPr id="130" name="AutoShape 85"/>
          <p:cNvCxnSpPr>
            <a:cxnSpLocks noChangeShapeType="1"/>
            <a:stCxn id="80" idx="2"/>
            <a:endCxn id="123" idx="0"/>
          </p:cNvCxnSpPr>
          <p:nvPr/>
        </p:nvCxnSpPr>
        <p:spPr bwMode="auto">
          <a:xfrm rot="5400000">
            <a:off x="2264535" y="308563"/>
            <a:ext cx="600578" cy="4009781"/>
          </a:xfrm>
          <a:prstGeom prst="bentConnector3">
            <a:avLst>
              <a:gd name="adj1" fmla="val 50000"/>
            </a:avLst>
          </a:prstGeom>
          <a:noFill/>
          <a:ln w="9525">
            <a:solidFill>
              <a:sysClr val="windowText" lastClr="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1" name="Text Box 74"/>
          <p:cNvSpPr txBox="1">
            <a:spLocks noChangeArrowheads="1"/>
          </p:cNvSpPr>
          <p:nvPr/>
        </p:nvSpPr>
        <p:spPr bwMode="auto">
          <a:xfrm>
            <a:off x="8093301" y="2613742"/>
            <a:ext cx="962473" cy="1200620"/>
          </a:xfrm>
          <a:prstGeom prst="rect">
            <a:avLst/>
          </a:prstGeom>
          <a:noFill/>
          <a:ln w="9525">
            <a:solidFill>
              <a:sysClr val="windowText" lastClr="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o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1"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METER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(HRAP)</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200" b="0"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APD2</a:t>
            </a:r>
          </a:p>
          <a:p>
            <a:pPr lvl="0" eaLnBrk="1" fontAlgn="auto" hangingPunct="1">
              <a:spcBef>
                <a:spcPts val="0"/>
              </a:spcBef>
              <a:spcAft>
                <a:spcPts val="0"/>
              </a:spcAft>
              <a:defRPr/>
            </a:pPr>
            <a:r>
              <a:rPr lang="en-US" altLang="ja-JP" sz="1100" kern="0" dirty="0">
                <a:solidFill>
                  <a:srgbClr val="000000"/>
                </a:solidFill>
                <a:latin typeface="Meiryo UI" pitchFamily="50" charset="-128"/>
                <a:ea typeface="Meiryo UI" pitchFamily="50" charset="-128"/>
                <a:cs typeface="Meiryo UI" pitchFamily="50" charset="-128"/>
              </a:rPr>
              <a:t>Phanupong</a:t>
            </a:r>
          </a:p>
          <a:p>
            <a:pPr lvl="0" eaLnBrk="1" fontAlgn="auto" hangingPunct="1">
              <a:spcBef>
                <a:spcPts val="0"/>
              </a:spcBef>
              <a:spcAft>
                <a:spcPts val="0"/>
              </a:spcAft>
              <a:defRPr/>
            </a:pPr>
            <a:r>
              <a:rPr lang="en-US" altLang="ja-JP" sz="1200" kern="0" dirty="0">
                <a:solidFill>
                  <a:srgbClr val="000000"/>
                </a:solidFill>
                <a:latin typeface="Meiryo UI" pitchFamily="50" charset="-128"/>
                <a:ea typeface="Meiryo UI" pitchFamily="50" charset="-128"/>
                <a:cs typeface="Meiryo UI" pitchFamily="50" charset="-128"/>
              </a:rPr>
              <a:t>(PL)</a:t>
            </a:r>
            <a:endParaRPr kumimoji="1" lang="en-US" altLang="ja-JP" sz="1200" b="0"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endParaRPr>
          </a:p>
        </p:txBody>
      </p:sp>
      <p:sp>
        <p:nvSpPr>
          <p:cNvPr id="135" name="Text Box 78"/>
          <p:cNvSpPr txBox="1">
            <a:spLocks noChangeArrowheads="1"/>
          </p:cNvSpPr>
          <p:nvPr/>
        </p:nvSpPr>
        <p:spPr bwMode="auto">
          <a:xfrm>
            <a:off x="8226399" y="4608807"/>
            <a:ext cx="702436" cy="600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1200" dirty="0">
                <a:solidFill>
                  <a:srgbClr val="000000"/>
                </a:solidFill>
                <a:latin typeface="Meiryo UI" pitchFamily="50" charset="-128"/>
                <a:ea typeface="Meiryo UI" pitchFamily="50" charset="-128"/>
                <a:cs typeface="Meiryo UI" pitchFamily="50" charset="-128"/>
              </a:rPr>
              <a:t>山本</a:t>
            </a:r>
            <a:endParaRPr kumimoji="1" lang="en-US" altLang="ja-JP" sz="12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a:t>
            </a:r>
            <a:r>
              <a:rPr lang="en-US" altLang="ja-JP" sz="1200" dirty="0">
                <a:solidFill>
                  <a:srgbClr val="000000"/>
                </a:solidFill>
                <a:latin typeface="Meiryo UI" pitchFamily="50" charset="-128"/>
                <a:ea typeface="Meiryo UI" pitchFamily="50" charset="-128"/>
                <a:cs typeface="Meiryo UI" pitchFamily="50" charset="-128"/>
              </a:rPr>
              <a:t>CE</a:t>
            </a:r>
            <a:r>
              <a:rPr kumimoji="1" lang="en-US" altLang="ja-JP" sz="12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a:t>
            </a:r>
          </a:p>
          <a:p>
            <a:pPr lvl="0" eaLnBrk="1" fontAlgn="auto" hangingPunct="1">
              <a:spcBef>
                <a:spcPts val="0"/>
              </a:spcBef>
              <a:spcAft>
                <a:spcPts val="0"/>
              </a:spcAft>
              <a:defRPr/>
            </a:pPr>
            <a:r>
              <a:rPr lang="en-US" altLang="ja-JP" sz="900" dirty="0">
                <a:solidFill>
                  <a:srgbClr val="000000"/>
                </a:solidFill>
                <a:latin typeface="Meiryo UI" pitchFamily="50" charset="-128"/>
                <a:ea typeface="Meiryo UI" pitchFamily="50" charset="-128"/>
                <a:cs typeface="Meiryo UI" pitchFamily="50" charset="-128"/>
              </a:rPr>
              <a:t>Yamaoka</a:t>
            </a:r>
            <a:endParaRPr kumimoji="1" lang="en-US" altLang="ja-JP" sz="9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endParaRPr>
          </a:p>
        </p:txBody>
      </p:sp>
      <p:sp>
        <p:nvSpPr>
          <p:cNvPr id="136" name="Text Box 78"/>
          <p:cNvSpPr txBox="1">
            <a:spLocks noChangeArrowheads="1"/>
          </p:cNvSpPr>
          <p:nvPr/>
        </p:nvSpPr>
        <p:spPr bwMode="auto">
          <a:xfrm>
            <a:off x="8171096" y="6262741"/>
            <a:ext cx="813043" cy="5386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lvl="0" eaLnBrk="1" fontAlgn="auto" hangingPunct="1">
              <a:spcBef>
                <a:spcPts val="0"/>
              </a:spcBef>
              <a:spcAft>
                <a:spcPts val="0"/>
              </a:spcAft>
              <a:defRPr/>
            </a:pPr>
            <a:r>
              <a:rPr lang="ja-JP" altLang="en-US" sz="1050" dirty="0">
                <a:solidFill>
                  <a:srgbClr val="000000"/>
                </a:solidFill>
                <a:latin typeface="Meiryo UI" pitchFamily="50" charset="-128"/>
                <a:ea typeface="Meiryo UI" pitchFamily="50" charset="-128"/>
                <a:cs typeface="Meiryo UI" pitchFamily="50" charset="-128"/>
              </a:rPr>
              <a:t>中村　祐介</a:t>
            </a:r>
            <a:endParaRPr lang="en-US" altLang="ja-JP" sz="1050" dirty="0">
              <a:solidFill>
                <a:srgbClr val="000000"/>
              </a:solidFill>
              <a:latin typeface="Meiryo UI" pitchFamily="50" charset="-128"/>
              <a:ea typeface="Meiryo UI" pitchFamily="50" charset="-128"/>
              <a:cs typeface="Meiryo UI" pitchFamily="50" charset="-128"/>
            </a:endParaRPr>
          </a:p>
          <a:p>
            <a:pPr lvl="0" eaLnBrk="1" fontAlgn="auto" hangingPunct="1">
              <a:spcBef>
                <a:spcPts val="0"/>
              </a:spcBef>
              <a:spcAft>
                <a:spcPts val="0"/>
              </a:spcAft>
              <a:defRPr/>
            </a:pPr>
            <a:r>
              <a:rPr kumimoji="1" lang="en-US" altLang="ja-JP" sz="105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a:t>
            </a:r>
            <a:r>
              <a:rPr kumimoji="1" lang="ja-JP" altLang="en-US" sz="105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研</a:t>
            </a:r>
            <a:r>
              <a:rPr kumimoji="1" lang="en-US" altLang="ja-JP" sz="105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a:t>
            </a:r>
          </a:p>
          <a:p>
            <a:pPr lvl="0" eaLnBrk="1" fontAlgn="auto" hangingPunct="1">
              <a:spcBef>
                <a:spcPts val="0"/>
              </a:spcBef>
              <a:spcAft>
                <a:spcPts val="0"/>
              </a:spcAft>
              <a:defRPr/>
            </a:pPr>
            <a:r>
              <a:rPr kumimoji="1" lang="en-US" altLang="ja-JP" sz="7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Nakamura</a:t>
            </a:r>
          </a:p>
        </p:txBody>
      </p:sp>
      <p:cxnSp>
        <p:nvCxnSpPr>
          <p:cNvPr id="137" name="直線コネクタ 136"/>
          <p:cNvCxnSpPr>
            <a:stCxn id="158" idx="0"/>
            <a:endCxn id="135" idx="2"/>
          </p:cNvCxnSpPr>
          <p:nvPr/>
        </p:nvCxnSpPr>
        <p:spPr bwMode="auto">
          <a:xfrm flipH="1" flipV="1">
            <a:off x="8577617" y="5208971"/>
            <a:ext cx="1" cy="410264"/>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3" name="直線コネクタ 142"/>
          <p:cNvCxnSpPr>
            <a:stCxn id="135" idx="0"/>
            <a:endCxn id="131" idx="2"/>
          </p:cNvCxnSpPr>
          <p:nvPr/>
        </p:nvCxnSpPr>
        <p:spPr bwMode="auto">
          <a:xfrm flipH="1" flipV="1">
            <a:off x="8574538" y="3814362"/>
            <a:ext cx="3079" cy="794445"/>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8" name="Text Box 78"/>
          <p:cNvSpPr txBox="1">
            <a:spLocks noChangeArrowheads="1"/>
          </p:cNvSpPr>
          <p:nvPr/>
        </p:nvSpPr>
        <p:spPr bwMode="auto">
          <a:xfrm>
            <a:off x="8215980" y="5619235"/>
            <a:ext cx="723275" cy="2539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lvl="0" eaLnBrk="1" fontAlgn="auto" hangingPunct="1">
              <a:spcBef>
                <a:spcPts val="0"/>
              </a:spcBef>
              <a:spcAft>
                <a:spcPts val="0"/>
              </a:spcAft>
              <a:defRPr/>
            </a:pPr>
            <a:r>
              <a:rPr lang="en-US" sz="1050" dirty="0" err="1">
                <a:latin typeface="Meiryo UI" panose="020B0604030504040204" pitchFamily="50" charset="-128"/>
                <a:ea typeface="Meiryo UI" panose="020B0604030504040204" pitchFamily="50" charset="-128"/>
              </a:rPr>
              <a:t>Aekanut</a:t>
            </a:r>
            <a:endParaRPr lang="en-US" altLang="ja-JP" sz="1050" dirty="0">
              <a:solidFill>
                <a:srgbClr val="000000"/>
              </a:solidFill>
              <a:latin typeface="Meiryo UI" pitchFamily="50" charset="-128"/>
              <a:ea typeface="Meiryo UI" pitchFamily="50" charset="-128"/>
              <a:cs typeface="Meiryo UI" pitchFamily="50" charset="-128"/>
            </a:endParaRPr>
          </a:p>
        </p:txBody>
      </p:sp>
      <p:cxnSp>
        <p:nvCxnSpPr>
          <p:cNvPr id="173" name="AutoShape 82"/>
          <p:cNvCxnSpPr>
            <a:cxnSpLocks noChangeShapeType="1"/>
            <a:stCxn id="80" idx="2"/>
            <a:endCxn id="131" idx="0"/>
          </p:cNvCxnSpPr>
          <p:nvPr/>
        </p:nvCxnSpPr>
        <p:spPr bwMode="auto">
          <a:xfrm rot="16200000" flipH="1">
            <a:off x="6271837" y="311041"/>
            <a:ext cx="600578" cy="4004824"/>
          </a:xfrm>
          <a:prstGeom prst="bentConnector3">
            <a:avLst>
              <a:gd name="adj1" fmla="val 50000"/>
            </a:avLst>
          </a:prstGeom>
          <a:noFill/>
          <a:ln w="9525">
            <a:solidFill>
              <a:sysClr val="windowText" lastClr="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8" name="Text Box 78"/>
          <p:cNvSpPr txBox="1">
            <a:spLocks noChangeArrowheads="1"/>
          </p:cNvSpPr>
          <p:nvPr/>
        </p:nvSpPr>
        <p:spPr bwMode="auto">
          <a:xfrm>
            <a:off x="2298805" y="4608807"/>
            <a:ext cx="518091" cy="600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1200" dirty="0">
                <a:solidFill>
                  <a:srgbClr val="000000"/>
                </a:solidFill>
                <a:latin typeface="Meiryo UI" pitchFamily="50" charset="-128"/>
                <a:ea typeface="Meiryo UI" pitchFamily="50" charset="-128"/>
                <a:cs typeface="Meiryo UI" pitchFamily="50" charset="-128"/>
              </a:rPr>
              <a:t>飯生</a:t>
            </a:r>
            <a:endParaRPr kumimoji="1" lang="en-US" altLang="ja-JP" sz="12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(CE)</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900" dirty="0">
                <a:solidFill>
                  <a:srgbClr val="000000"/>
                </a:solidFill>
                <a:latin typeface="Meiryo UI" pitchFamily="50" charset="-128"/>
                <a:ea typeface="Meiryo UI" pitchFamily="50" charset="-128"/>
                <a:cs typeface="Meiryo UI" pitchFamily="50" charset="-128"/>
              </a:rPr>
              <a:t>Iino</a:t>
            </a:r>
            <a:endParaRPr kumimoji="1" lang="ja-JP" altLang="en-US" sz="9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endParaRPr>
          </a:p>
        </p:txBody>
      </p:sp>
      <p:sp>
        <p:nvSpPr>
          <p:cNvPr id="69" name="Text Box 78"/>
          <p:cNvSpPr txBox="1">
            <a:spLocks noChangeArrowheads="1"/>
          </p:cNvSpPr>
          <p:nvPr/>
        </p:nvSpPr>
        <p:spPr bwMode="auto">
          <a:xfrm>
            <a:off x="1596322" y="6262741"/>
            <a:ext cx="947695" cy="5386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1050" noProof="0" dirty="0">
                <a:solidFill>
                  <a:srgbClr val="000000"/>
                </a:solidFill>
                <a:latin typeface="Meiryo UI" pitchFamily="50" charset="-128"/>
                <a:ea typeface="Meiryo UI" pitchFamily="50" charset="-128"/>
                <a:cs typeface="Meiryo UI" pitchFamily="50" charset="-128"/>
              </a:rPr>
              <a:t>大久保　慎一</a:t>
            </a:r>
            <a:endParaRPr kumimoji="1" lang="en-US" altLang="ja-JP" sz="105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5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a:t>
            </a:r>
            <a:r>
              <a:rPr kumimoji="1" lang="ja-JP" altLang="en-US" sz="105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研</a:t>
            </a:r>
            <a:r>
              <a:rPr kumimoji="1" lang="en-US" altLang="ja-JP" sz="105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700" dirty="0">
                <a:solidFill>
                  <a:srgbClr val="000000"/>
                </a:solidFill>
                <a:latin typeface="Meiryo UI" pitchFamily="50" charset="-128"/>
                <a:ea typeface="Meiryo UI" pitchFamily="50" charset="-128"/>
                <a:cs typeface="Meiryo UI" pitchFamily="50" charset="-128"/>
              </a:rPr>
              <a:t>Okubo</a:t>
            </a:r>
            <a:endParaRPr kumimoji="1" lang="ja-JP" altLang="en-US" sz="7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endParaRPr>
          </a:p>
        </p:txBody>
      </p:sp>
      <p:cxnSp>
        <p:nvCxnSpPr>
          <p:cNvPr id="4" name="直線コネクタ 3">
            <a:extLst>
              <a:ext uri="{FF2B5EF4-FFF2-40B4-BE49-F238E27FC236}">
                <a16:creationId xmlns:a16="http://schemas.microsoft.com/office/drawing/2014/main" id="{4CCB21BE-20B8-4AE7-639B-806AAB033F11}"/>
              </a:ext>
            </a:extLst>
          </p:cNvPr>
          <p:cNvCxnSpPr>
            <a:stCxn id="106" idx="0"/>
            <a:endCxn id="85" idx="2"/>
          </p:cNvCxnSpPr>
          <p:nvPr/>
        </p:nvCxnSpPr>
        <p:spPr bwMode="auto">
          <a:xfrm flipH="1" flipV="1">
            <a:off x="3559639" y="5208971"/>
            <a:ext cx="1" cy="26791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 name="直線コネクタ 6">
            <a:extLst>
              <a:ext uri="{FF2B5EF4-FFF2-40B4-BE49-F238E27FC236}">
                <a16:creationId xmlns:a16="http://schemas.microsoft.com/office/drawing/2014/main" id="{F58F4732-191F-2E34-3168-BED130EE0A0F}"/>
              </a:ext>
            </a:extLst>
          </p:cNvPr>
          <p:cNvCxnSpPr>
            <a:stCxn id="32" idx="0"/>
            <a:endCxn id="68" idx="2"/>
          </p:cNvCxnSpPr>
          <p:nvPr/>
        </p:nvCxnSpPr>
        <p:spPr bwMode="auto">
          <a:xfrm flipV="1">
            <a:off x="2557851" y="5208971"/>
            <a:ext cx="0" cy="414112"/>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 name="直線コネクタ 10">
            <a:extLst>
              <a:ext uri="{FF2B5EF4-FFF2-40B4-BE49-F238E27FC236}">
                <a16:creationId xmlns:a16="http://schemas.microsoft.com/office/drawing/2014/main" id="{689552F5-0E7A-DBA1-2B61-6108AD33D29E}"/>
              </a:ext>
            </a:extLst>
          </p:cNvPr>
          <p:cNvCxnSpPr/>
          <p:nvPr/>
        </p:nvCxnSpPr>
        <p:spPr bwMode="auto">
          <a:xfrm flipH="1" flipV="1">
            <a:off x="1558082" y="3814362"/>
            <a:ext cx="1" cy="80214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2" name="Text Box 102">
            <a:extLst>
              <a:ext uri="{FF2B5EF4-FFF2-40B4-BE49-F238E27FC236}">
                <a16:creationId xmlns:a16="http://schemas.microsoft.com/office/drawing/2014/main" id="{F5064C4C-8D56-622C-4C93-83FB7C1424FB}"/>
              </a:ext>
            </a:extLst>
          </p:cNvPr>
          <p:cNvSpPr txBox="1">
            <a:spLocks noChangeArrowheads="1"/>
          </p:cNvSpPr>
          <p:nvPr/>
        </p:nvSpPr>
        <p:spPr bwMode="auto">
          <a:xfrm>
            <a:off x="2217052" y="5623083"/>
            <a:ext cx="681597"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1000" dirty="0" err="1">
                <a:solidFill>
                  <a:srgbClr val="000000"/>
                </a:solidFill>
                <a:latin typeface="Meiryo UI" pitchFamily="50" charset="-128"/>
                <a:ea typeface="Meiryo UI" pitchFamily="50" charset="-128"/>
                <a:cs typeface="Meiryo UI" pitchFamily="50" charset="-128"/>
              </a:rPr>
              <a:t>Junkgrit</a:t>
            </a:r>
            <a:endParaRPr kumimoji="1" lang="en-US" altLang="ja-JP" sz="10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endParaRPr>
          </a:p>
        </p:txBody>
      </p:sp>
      <p:sp>
        <p:nvSpPr>
          <p:cNvPr id="75" name="Text Box 78">
            <a:extLst>
              <a:ext uri="{FF2B5EF4-FFF2-40B4-BE49-F238E27FC236}">
                <a16:creationId xmlns:a16="http://schemas.microsoft.com/office/drawing/2014/main" id="{A9A3F568-E878-80DF-4989-6969C3D862DD}"/>
              </a:ext>
            </a:extLst>
          </p:cNvPr>
          <p:cNvSpPr txBox="1">
            <a:spLocks noChangeArrowheads="1"/>
          </p:cNvSpPr>
          <p:nvPr/>
        </p:nvSpPr>
        <p:spPr bwMode="auto">
          <a:xfrm>
            <a:off x="7254485" y="5484583"/>
            <a:ext cx="63510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5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近藤 拓</a:t>
            </a:r>
            <a:endParaRPr kumimoji="1" lang="en-US" altLang="ja-JP" sz="105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5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a:t>
            </a:r>
            <a:r>
              <a:rPr kumimoji="1" lang="ja-JP" altLang="en-US" sz="105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研</a:t>
            </a:r>
            <a:r>
              <a:rPr kumimoji="1" lang="en-US" altLang="ja-JP" sz="105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700" dirty="0">
                <a:solidFill>
                  <a:srgbClr val="000000"/>
                </a:solidFill>
                <a:latin typeface="Meiryo UI" pitchFamily="50" charset="-128"/>
                <a:ea typeface="Meiryo UI" pitchFamily="50" charset="-128"/>
                <a:cs typeface="Meiryo UI" pitchFamily="50" charset="-128"/>
              </a:rPr>
              <a:t>Kondo</a:t>
            </a:r>
            <a:r>
              <a:rPr kumimoji="1" lang="en-US" altLang="ja-JP" sz="7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 </a:t>
            </a:r>
            <a:endParaRPr kumimoji="1" lang="ja-JP" altLang="en-US" sz="7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endParaRPr>
          </a:p>
        </p:txBody>
      </p:sp>
      <p:sp>
        <p:nvSpPr>
          <p:cNvPr id="88" name="Text Box 78">
            <a:extLst>
              <a:ext uri="{FF2B5EF4-FFF2-40B4-BE49-F238E27FC236}">
                <a16:creationId xmlns:a16="http://schemas.microsoft.com/office/drawing/2014/main" id="{9657CF8E-1175-E3C3-EDCE-E29B9BB9B41C}"/>
              </a:ext>
            </a:extLst>
          </p:cNvPr>
          <p:cNvSpPr txBox="1">
            <a:spLocks noChangeArrowheads="1"/>
          </p:cNvSpPr>
          <p:nvPr/>
        </p:nvSpPr>
        <p:spPr bwMode="auto">
          <a:xfrm>
            <a:off x="7305781" y="4608807"/>
            <a:ext cx="532517" cy="600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fontAlgn="auto" hangingPunct="1">
              <a:spcBef>
                <a:spcPts val="0"/>
              </a:spcBef>
              <a:spcAft>
                <a:spcPts val="0"/>
              </a:spcAft>
              <a:defRPr/>
            </a:pPr>
            <a:r>
              <a:rPr lang="ja-JP" altLang="en-US" sz="1200" dirty="0">
                <a:solidFill>
                  <a:srgbClr val="000000"/>
                </a:solidFill>
                <a:latin typeface="Meiryo UI" pitchFamily="50" charset="-128"/>
                <a:ea typeface="Meiryo UI" pitchFamily="50" charset="-128"/>
                <a:cs typeface="Meiryo UI" pitchFamily="50" charset="-128"/>
              </a:rPr>
              <a:t>安保</a:t>
            </a:r>
            <a:endParaRPr kumimoji="1" lang="en-US" altLang="ja-JP" sz="12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(CE)</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900" dirty="0">
                <a:solidFill>
                  <a:srgbClr val="000000"/>
                </a:solidFill>
                <a:latin typeface="Meiryo UI" pitchFamily="50" charset="-128"/>
                <a:ea typeface="Meiryo UI" pitchFamily="50" charset="-128"/>
                <a:cs typeface="Meiryo UI" pitchFamily="50" charset="-128"/>
              </a:rPr>
              <a:t>Azumi</a:t>
            </a:r>
            <a:endParaRPr kumimoji="1" lang="en-US" altLang="ja-JP" sz="12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endParaRPr>
          </a:p>
        </p:txBody>
      </p:sp>
      <p:cxnSp>
        <p:nvCxnSpPr>
          <p:cNvPr id="112" name="直線コネクタ 111">
            <a:extLst>
              <a:ext uri="{FF2B5EF4-FFF2-40B4-BE49-F238E27FC236}">
                <a16:creationId xmlns:a16="http://schemas.microsoft.com/office/drawing/2014/main" id="{0081B1BF-2BBF-7991-4B9E-9CF454132F5E}"/>
              </a:ext>
            </a:extLst>
          </p:cNvPr>
          <p:cNvCxnSpPr/>
          <p:nvPr/>
        </p:nvCxnSpPr>
        <p:spPr bwMode="auto">
          <a:xfrm flipV="1">
            <a:off x="7571901" y="5216666"/>
            <a:ext cx="276" cy="267917"/>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155" name="Picture 2">
            <a:extLst>
              <a:ext uri="{FF2B5EF4-FFF2-40B4-BE49-F238E27FC236}">
                <a16:creationId xmlns:a16="http://schemas.microsoft.com/office/drawing/2014/main" id="{56257B14-DC60-CED1-1D93-5BCA8BD0BE37}"/>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6976786" y="637024"/>
            <a:ext cx="2134048" cy="29854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161" name="直線コネクタ 160">
            <a:extLst>
              <a:ext uri="{FF2B5EF4-FFF2-40B4-BE49-F238E27FC236}">
                <a16:creationId xmlns:a16="http://schemas.microsoft.com/office/drawing/2014/main" id="{727AE3E7-66EA-3CB2-D3E3-28241DCC728B}"/>
              </a:ext>
            </a:extLst>
          </p:cNvPr>
          <p:cNvCxnSpPr>
            <a:stCxn id="88" idx="0"/>
            <a:endCxn id="63" idx="2"/>
          </p:cNvCxnSpPr>
          <p:nvPr/>
        </p:nvCxnSpPr>
        <p:spPr bwMode="auto">
          <a:xfrm flipV="1">
            <a:off x="7572040" y="3814362"/>
            <a:ext cx="0" cy="794445"/>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2" name="Text Box 66">
            <a:extLst>
              <a:ext uri="{FF2B5EF4-FFF2-40B4-BE49-F238E27FC236}">
                <a16:creationId xmlns:a16="http://schemas.microsoft.com/office/drawing/2014/main" id="{D6285CF9-B16C-1333-B61B-4D98D4297082}"/>
              </a:ext>
            </a:extLst>
          </p:cNvPr>
          <p:cNvSpPr txBox="1">
            <a:spLocks noChangeArrowheads="1"/>
          </p:cNvSpPr>
          <p:nvPr/>
        </p:nvSpPr>
        <p:spPr bwMode="auto">
          <a:xfrm>
            <a:off x="6095032" y="2613742"/>
            <a:ext cx="962473" cy="1200620"/>
          </a:xfrm>
          <a:prstGeom prst="rect">
            <a:avLst/>
          </a:prstGeom>
          <a:noFill/>
          <a:ln w="9525">
            <a:solidFill>
              <a:sysClr val="windowText" lastClr="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o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1"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CC</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(GO-ADC)</a:t>
            </a:r>
            <a:endParaRPr kumimoji="1" lang="en-US" altLang="ja-JP" sz="1200" b="0"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200" b="0"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APD1</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Peerakorn</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1200" kern="0" dirty="0">
                <a:solidFill>
                  <a:srgbClr val="000000"/>
                </a:solidFill>
                <a:latin typeface="Meiryo UI" pitchFamily="50" charset="-128"/>
                <a:ea typeface="Meiryo UI" pitchFamily="50" charset="-128"/>
                <a:cs typeface="Meiryo UI" pitchFamily="50" charset="-128"/>
              </a:rPr>
              <a:t>(</a:t>
            </a:r>
            <a:r>
              <a:rPr kumimoji="1" lang="en-US" altLang="ja-JP" sz="1200" b="0"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PL)</a:t>
            </a:r>
          </a:p>
        </p:txBody>
      </p:sp>
      <p:sp>
        <p:nvSpPr>
          <p:cNvPr id="176" name="Text Box 78">
            <a:extLst>
              <a:ext uri="{FF2B5EF4-FFF2-40B4-BE49-F238E27FC236}">
                <a16:creationId xmlns:a16="http://schemas.microsoft.com/office/drawing/2014/main" id="{D84A56CA-D084-3372-5A4D-6082E3341E1D}"/>
              </a:ext>
            </a:extLst>
          </p:cNvPr>
          <p:cNvSpPr txBox="1">
            <a:spLocks noChangeArrowheads="1"/>
          </p:cNvSpPr>
          <p:nvPr/>
        </p:nvSpPr>
        <p:spPr bwMode="auto">
          <a:xfrm>
            <a:off x="6147159" y="5461500"/>
            <a:ext cx="769763" cy="5386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5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日詰 崇之</a:t>
            </a:r>
            <a:endParaRPr kumimoji="1" lang="en-US" altLang="ja-JP" sz="105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5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a:t>
            </a:r>
            <a:r>
              <a:rPr kumimoji="1" lang="ja-JP" altLang="en-US" sz="105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研</a:t>
            </a:r>
            <a:r>
              <a:rPr kumimoji="1" lang="en-US" altLang="ja-JP" sz="105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7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Hizume </a:t>
            </a:r>
            <a:endParaRPr kumimoji="1" lang="ja-JP" altLang="en-US" sz="7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endParaRPr>
          </a:p>
        </p:txBody>
      </p:sp>
      <p:sp>
        <p:nvSpPr>
          <p:cNvPr id="177" name="Text Box 78">
            <a:extLst>
              <a:ext uri="{FF2B5EF4-FFF2-40B4-BE49-F238E27FC236}">
                <a16:creationId xmlns:a16="http://schemas.microsoft.com/office/drawing/2014/main" id="{B430606B-10DB-97EB-20A8-645ECA0F84C2}"/>
              </a:ext>
            </a:extLst>
          </p:cNvPr>
          <p:cNvSpPr txBox="1">
            <a:spLocks noChangeArrowheads="1"/>
          </p:cNvSpPr>
          <p:nvPr/>
        </p:nvSpPr>
        <p:spPr bwMode="auto">
          <a:xfrm>
            <a:off x="6152770" y="4608807"/>
            <a:ext cx="758541" cy="600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lvl="0" eaLnBrk="1" fontAlgn="auto" hangingPunct="1">
              <a:spcBef>
                <a:spcPts val="0"/>
              </a:spcBef>
              <a:spcAft>
                <a:spcPts val="0"/>
              </a:spcAft>
              <a:defRPr/>
            </a:pPr>
            <a:r>
              <a:rPr lang="ja-JP" altLang="en-US" sz="1200" dirty="0">
                <a:solidFill>
                  <a:srgbClr val="000000"/>
                </a:solidFill>
                <a:latin typeface="Meiryo UI" pitchFamily="50" charset="-128"/>
                <a:ea typeface="Meiryo UI" pitchFamily="50" charset="-128"/>
                <a:cs typeface="Meiryo UI" pitchFamily="50" charset="-128"/>
              </a:rPr>
              <a:t>山脇</a:t>
            </a:r>
            <a:endParaRPr lang="en-US" altLang="ja-JP" sz="1200" dirty="0">
              <a:solidFill>
                <a:srgbClr val="000000"/>
              </a:solidFill>
              <a:latin typeface="Meiryo UI" pitchFamily="50" charset="-128"/>
              <a:ea typeface="Meiryo UI" pitchFamily="50" charset="-128"/>
              <a:cs typeface="Meiryo UI" pitchFamily="50" charset="-128"/>
            </a:endParaRPr>
          </a:p>
          <a:p>
            <a:pPr lvl="0" eaLnBrk="1" fontAlgn="auto" hangingPunct="1">
              <a:spcBef>
                <a:spcPts val="0"/>
              </a:spcBef>
              <a:spcAft>
                <a:spcPts val="0"/>
              </a:spcAft>
              <a:defRPr/>
            </a:pPr>
            <a:r>
              <a:rPr lang="en-US" altLang="ja-JP" sz="1200" dirty="0">
                <a:solidFill>
                  <a:srgbClr val="000000"/>
                </a:solidFill>
                <a:latin typeface="Meiryo UI" pitchFamily="50" charset="-128"/>
                <a:ea typeface="Meiryo UI" pitchFamily="50" charset="-128"/>
                <a:cs typeface="Meiryo UI" pitchFamily="50" charset="-128"/>
              </a:rPr>
              <a:t>(CE)</a:t>
            </a:r>
          </a:p>
          <a:p>
            <a:pPr lvl="0" eaLnBrk="1" fontAlgn="auto" hangingPunct="1">
              <a:spcBef>
                <a:spcPts val="0"/>
              </a:spcBef>
              <a:spcAft>
                <a:spcPts val="0"/>
              </a:spcAft>
              <a:defRPr/>
            </a:pPr>
            <a:r>
              <a:rPr lang="en-US" altLang="ja-JP" sz="900" dirty="0" err="1">
                <a:solidFill>
                  <a:srgbClr val="000000"/>
                </a:solidFill>
                <a:latin typeface="Meiryo UI" pitchFamily="50" charset="-128"/>
                <a:ea typeface="Meiryo UI" pitchFamily="50" charset="-128"/>
                <a:cs typeface="Meiryo UI" pitchFamily="50" charset="-128"/>
              </a:rPr>
              <a:t>Yamawaki</a:t>
            </a:r>
            <a:endParaRPr lang="ja-JP" altLang="en-US" sz="900" dirty="0">
              <a:solidFill>
                <a:srgbClr val="000000"/>
              </a:solidFill>
              <a:latin typeface="Meiryo UI" pitchFamily="50" charset="-128"/>
              <a:ea typeface="Meiryo UI" pitchFamily="50" charset="-128"/>
              <a:cs typeface="Meiryo UI" pitchFamily="50" charset="-128"/>
            </a:endParaRPr>
          </a:p>
        </p:txBody>
      </p:sp>
      <p:cxnSp>
        <p:nvCxnSpPr>
          <p:cNvPr id="178" name="直線コネクタ 177">
            <a:extLst>
              <a:ext uri="{FF2B5EF4-FFF2-40B4-BE49-F238E27FC236}">
                <a16:creationId xmlns:a16="http://schemas.microsoft.com/office/drawing/2014/main" id="{BF659842-0B52-0A0E-D9A1-EFE9EADA2C86}"/>
              </a:ext>
            </a:extLst>
          </p:cNvPr>
          <p:cNvCxnSpPr>
            <a:stCxn id="176" idx="0"/>
            <a:endCxn id="177" idx="2"/>
          </p:cNvCxnSpPr>
          <p:nvPr/>
        </p:nvCxnSpPr>
        <p:spPr bwMode="auto">
          <a:xfrm flipV="1">
            <a:off x="6532041" y="5208971"/>
            <a:ext cx="0" cy="252529"/>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9" name="直線コネクタ 178">
            <a:extLst>
              <a:ext uri="{FF2B5EF4-FFF2-40B4-BE49-F238E27FC236}">
                <a16:creationId xmlns:a16="http://schemas.microsoft.com/office/drawing/2014/main" id="{5F65685C-96EC-5E23-B885-B2A0ADB3CC2C}"/>
              </a:ext>
            </a:extLst>
          </p:cNvPr>
          <p:cNvCxnSpPr/>
          <p:nvPr/>
        </p:nvCxnSpPr>
        <p:spPr bwMode="auto">
          <a:xfrm flipH="1" flipV="1">
            <a:off x="6563552" y="3835791"/>
            <a:ext cx="1" cy="80214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0" name="直線コネクタ 179">
            <a:extLst>
              <a:ext uri="{FF2B5EF4-FFF2-40B4-BE49-F238E27FC236}">
                <a16:creationId xmlns:a16="http://schemas.microsoft.com/office/drawing/2014/main" id="{EE46879C-0BC8-9797-05C5-3F2E365E72B1}"/>
              </a:ext>
            </a:extLst>
          </p:cNvPr>
          <p:cNvCxnSpPr/>
          <p:nvPr/>
        </p:nvCxnSpPr>
        <p:spPr bwMode="auto">
          <a:xfrm flipH="1" flipV="1">
            <a:off x="5578798" y="3871968"/>
            <a:ext cx="1" cy="80214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3" name="AutoShape 84">
            <a:extLst>
              <a:ext uri="{FF2B5EF4-FFF2-40B4-BE49-F238E27FC236}">
                <a16:creationId xmlns:a16="http://schemas.microsoft.com/office/drawing/2014/main" id="{22C6F3B2-460D-6FF9-71B9-E7C467417C71}"/>
              </a:ext>
            </a:extLst>
          </p:cNvPr>
          <p:cNvCxnSpPr>
            <a:cxnSpLocks noChangeShapeType="1"/>
            <a:stCxn id="80" idx="2"/>
            <a:endCxn id="172" idx="0"/>
          </p:cNvCxnSpPr>
          <p:nvPr/>
        </p:nvCxnSpPr>
        <p:spPr bwMode="auto">
          <a:xfrm rot="16200000" flipH="1">
            <a:off x="5272702" y="1310175"/>
            <a:ext cx="600578" cy="2006555"/>
          </a:xfrm>
          <a:prstGeom prst="bentConnector3">
            <a:avLst>
              <a:gd name="adj1" fmla="val 50000"/>
            </a:avLst>
          </a:prstGeom>
          <a:noFill/>
          <a:ln w="9525">
            <a:solidFill>
              <a:sysClr val="windowText" lastClr="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8" name="右中かっこ 187">
            <a:extLst>
              <a:ext uri="{FF2B5EF4-FFF2-40B4-BE49-F238E27FC236}">
                <a16:creationId xmlns:a16="http://schemas.microsoft.com/office/drawing/2014/main" id="{08D08DA2-C728-9A76-5900-0C9B420BE7CE}"/>
              </a:ext>
            </a:extLst>
          </p:cNvPr>
          <p:cNvSpPr/>
          <p:nvPr/>
        </p:nvSpPr>
        <p:spPr bwMode="auto">
          <a:xfrm rot="5400000">
            <a:off x="1966319" y="5244146"/>
            <a:ext cx="198425" cy="1827397"/>
          </a:xfrm>
          <a:prstGeom prst="rightBrace">
            <a:avLst/>
          </a:prstGeom>
          <a:noFill/>
          <a:ln w="9525" cap="flat" cmpd="sng" algn="ctr">
            <a:solidFill>
              <a:schemeClr val="bg1">
                <a:lumMod val="5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Times New Roman" pitchFamily="18" charset="0"/>
              <a:ea typeface="ＭＳ Ｐゴシック" pitchFamily="50" charset="-128"/>
            </a:endParaRPr>
          </a:p>
        </p:txBody>
      </p:sp>
      <p:sp>
        <p:nvSpPr>
          <p:cNvPr id="189" name="テキスト ボックス 188">
            <a:extLst>
              <a:ext uri="{FF2B5EF4-FFF2-40B4-BE49-F238E27FC236}">
                <a16:creationId xmlns:a16="http://schemas.microsoft.com/office/drawing/2014/main" id="{78380AB5-31BD-83E0-0550-3F15A81B0EE3}"/>
              </a:ext>
            </a:extLst>
          </p:cNvPr>
          <p:cNvSpPr txBox="1"/>
          <p:nvPr/>
        </p:nvSpPr>
        <p:spPr>
          <a:xfrm>
            <a:off x="5248335" y="5567700"/>
            <a:ext cx="663964" cy="307777"/>
          </a:xfrm>
          <a:prstGeom prst="rect">
            <a:avLst/>
          </a:prstGeom>
          <a:solidFill>
            <a:srgbClr val="FFFF99"/>
          </a:solidFill>
        </p:spPr>
        <p:txBody>
          <a:bodyPr wrap="none" rtlCol="0">
            <a:spAutoFit/>
          </a:bodyPr>
          <a:lstStyle/>
          <a:p>
            <a:r>
              <a:rPr lang="en-US" altLang="ja-JP" sz="1400" dirty="0"/>
              <a:t>update</a:t>
            </a:r>
            <a:endParaRPr kumimoji="1" lang="ja-JP" altLang="en-US" sz="1400" dirty="0"/>
          </a:p>
        </p:txBody>
      </p:sp>
      <p:cxnSp>
        <p:nvCxnSpPr>
          <p:cNvPr id="190" name="直線コネクタ 189">
            <a:extLst>
              <a:ext uri="{FF2B5EF4-FFF2-40B4-BE49-F238E27FC236}">
                <a16:creationId xmlns:a16="http://schemas.microsoft.com/office/drawing/2014/main" id="{BF40661B-E1A6-6307-1B78-ADCB8888DECA}"/>
              </a:ext>
            </a:extLst>
          </p:cNvPr>
          <p:cNvCxnSpPr>
            <a:stCxn id="189" idx="0"/>
            <a:endCxn id="108" idx="2"/>
          </p:cNvCxnSpPr>
          <p:nvPr/>
        </p:nvCxnSpPr>
        <p:spPr bwMode="auto">
          <a:xfrm flipH="1" flipV="1">
            <a:off x="5578799" y="5139722"/>
            <a:ext cx="1518" cy="42797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3" name="テキスト ボックス 192">
            <a:extLst>
              <a:ext uri="{FF2B5EF4-FFF2-40B4-BE49-F238E27FC236}">
                <a16:creationId xmlns:a16="http://schemas.microsoft.com/office/drawing/2014/main" id="{21865C61-4D06-56CF-C7D0-E3FA4A25BD72}"/>
              </a:ext>
            </a:extLst>
          </p:cNvPr>
          <p:cNvSpPr txBox="1"/>
          <p:nvPr/>
        </p:nvSpPr>
        <p:spPr>
          <a:xfrm>
            <a:off x="3257837" y="3385578"/>
            <a:ext cx="603604" cy="307777"/>
          </a:xfrm>
          <a:prstGeom prst="rect">
            <a:avLst/>
          </a:prstGeom>
          <a:solidFill>
            <a:srgbClr val="FFFF99"/>
          </a:solidFill>
        </p:spPr>
        <p:txBody>
          <a:bodyPr wrap="none" rtlCol="0">
            <a:spAutoFit/>
          </a:bodyPr>
          <a:lstStyle/>
          <a:p>
            <a:r>
              <a:rPr lang="en-US" altLang="ja-JP" sz="1400" dirty="0"/>
              <a:t>update</a:t>
            </a:r>
            <a:endParaRPr kumimoji="1" lang="ja-JP" altLang="en-US" sz="1400" dirty="0"/>
          </a:p>
        </p:txBody>
      </p:sp>
      <p:sp>
        <p:nvSpPr>
          <p:cNvPr id="194" name="テキスト ボックス 193">
            <a:extLst>
              <a:ext uri="{FF2B5EF4-FFF2-40B4-BE49-F238E27FC236}">
                <a16:creationId xmlns:a16="http://schemas.microsoft.com/office/drawing/2014/main" id="{5A71FAC0-F359-100A-1C78-7758BBD57B85}"/>
              </a:ext>
            </a:extLst>
          </p:cNvPr>
          <p:cNvSpPr txBox="1"/>
          <p:nvPr/>
        </p:nvSpPr>
        <p:spPr>
          <a:xfrm>
            <a:off x="266947" y="3385578"/>
            <a:ext cx="603604" cy="307777"/>
          </a:xfrm>
          <a:prstGeom prst="rect">
            <a:avLst/>
          </a:prstGeom>
          <a:solidFill>
            <a:srgbClr val="FFFF99"/>
          </a:solidFill>
        </p:spPr>
        <p:txBody>
          <a:bodyPr wrap="none" rtlCol="0">
            <a:spAutoFit/>
          </a:bodyPr>
          <a:lstStyle/>
          <a:p>
            <a:r>
              <a:rPr lang="en-US" altLang="ja-JP" sz="1400" dirty="0"/>
              <a:t>update</a:t>
            </a:r>
            <a:endParaRPr kumimoji="1" lang="ja-JP" altLang="en-US" sz="1400" dirty="0"/>
          </a:p>
        </p:txBody>
      </p:sp>
      <p:sp>
        <p:nvSpPr>
          <p:cNvPr id="195" name="Text Box 65">
            <a:extLst>
              <a:ext uri="{FF2B5EF4-FFF2-40B4-BE49-F238E27FC236}">
                <a16:creationId xmlns:a16="http://schemas.microsoft.com/office/drawing/2014/main" id="{4CD0BA3A-A7DE-B335-0558-19784EDA9DC5}"/>
              </a:ext>
            </a:extLst>
          </p:cNvPr>
          <p:cNvSpPr txBox="1">
            <a:spLocks noChangeArrowheads="1"/>
          </p:cNvSpPr>
          <p:nvPr/>
        </p:nvSpPr>
        <p:spPr bwMode="auto">
          <a:xfrm>
            <a:off x="4084323" y="2609384"/>
            <a:ext cx="972000" cy="1200620"/>
          </a:xfrm>
          <a:prstGeom prst="rect">
            <a:avLst/>
          </a:prstGeom>
          <a:noFill/>
          <a:ln w="9525">
            <a:solidFill>
              <a:sysClr val="windowText" lastClr="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1200" b="1" kern="0" dirty="0" err="1">
                <a:solidFill>
                  <a:srgbClr val="000000"/>
                </a:solidFill>
                <a:latin typeface="Meiryo UI" pitchFamily="50" charset="-128"/>
                <a:ea typeface="Meiryo UI" pitchFamily="50" charset="-128"/>
                <a:cs typeface="Meiryo UI" pitchFamily="50" charset="-128"/>
              </a:rPr>
              <a:t>ForceMap</a:t>
            </a:r>
            <a:endParaRPr kumimoji="1" lang="en-US" altLang="ja-JP" sz="1200" b="1"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(HRAP)</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200" b="0"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 </a:t>
            </a:r>
            <a:r>
              <a:rPr lang="en-US" altLang="ja-JP" sz="1200" kern="0" dirty="0">
                <a:solidFill>
                  <a:srgbClr val="000000"/>
                </a:solidFill>
                <a:latin typeface="Meiryo UI" pitchFamily="50" charset="-128"/>
                <a:ea typeface="Meiryo UI" pitchFamily="50" charset="-128"/>
                <a:cs typeface="Meiryo UI" pitchFamily="50" charset="-128"/>
              </a:rPr>
              <a:t>APD1</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1100" kern="0" dirty="0">
                <a:solidFill>
                  <a:srgbClr val="000000"/>
                </a:solidFill>
                <a:latin typeface="Meiryo UI" pitchFamily="50" charset="-128"/>
                <a:ea typeface="Meiryo UI" pitchFamily="50" charset="-128"/>
                <a:cs typeface="Meiryo UI" pitchFamily="50" charset="-128"/>
              </a:rPr>
              <a:t>Peerakorn</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1200" kern="0" dirty="0">
                <a:solidFill>
                  <a:srgbClr val="000000"/>
                </a:solidFill>
                <a:latin typeface="Meiryo UI" pitchFamily="50" charset="-128"/>
                <a:ea typeface="Meiryo UI" pitchFamily="50" charset="-128"/>
                <a:cs typeface="Meiryo UI" pitchFamily="50" charset="-128"/>
              </a:rPr>
              <a:t>(PL)</a:t>
            </a:r>
            <a:endParaRPr kumimoji="1" lang="en-US" altLang="ja-JP" sz="1200" b="0" i="0" u="none" strike="noStrike" kern="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endParaRPr>
          </a:p>
        </p:txBody>
      </p:sp>
      <p:cxnSp>
        <p:nvCxnSpPr>
          <p:cNvPr id="198" name="直線コネクタ 197">
            <a:extLst>
              <a:ext uri="{FF2B5EF4-FFF2-40B4-BE49-F238E27FC236}">
                <a16:creationId xmlns:a16="http://schemas.microsoft.com/office/drawing/2014/main" id="{E40FF9FA-B316-7E8C-0F8F-ACED4B21E53D}"/>
              </a:ext>
            </a:extLst>
          </p:cNvPr>
          <p:cNvCxnSpPr/>
          <p:nvPr/>
        </p:nvCxnSpPr>
        <p:spPr bwMode="auto">
          <a:xfrm flipV="1">
            <a:off x="4619154" y="5212308"/>
            <a:ext cx="1" cy="404645"/>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9" name="直線コネクタ 198">
            <a:extLst>
              <a:ext uri="{FF2B5EF4-FFF2-40B4-BE49-F238E27FC236}">
                <a16:creationId xmlns:a16="http://schemas.microsoft.com/office/drawing/2014/main" id="{FFA4033E-60B9-98FB-562B-2540E6D9E8EA}"/>
              </a:ext>
            </a:extLst>
          </p:cNvPr>
          <p:cNvCxnSpPr/>
          <p:nvPr/>
        </p:nvCxnSpPr>
        <p:spPr bwMode="auto">
          <a:xfrm flipH="1" flipV="1">
            <a:off x="4619154" y="3810004"/>
            <a:ext cx="1" cy="80214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0" name="AutoShape 85">
            <a:extLst>
              <a:ext uri="{FF2B5EF4-FFF2-40B4-BE49-F238E27FC236}">
                <a16:creationId xmlns:a16="http://schemas.microsoft.com/office/drawing/2014/main" id="{EF1D4F12-5150-D5FE-FDCD-598D6CDF8F9A}"/>
              </a:ext>
            </a:extLst>
          </p:cNvPr>
          <p:cNvCxnSpPr>
            <a:cxnSpLocks noChangeShapeType="1"/>
            <a:stCxn id="80" idx="2"/>
            <a:endCxn id="195" idx="0"/>
          </p:cNvCxnSpPr>
          <p:nvPr/>
        </p:nvCxnSpPr>
        <p:spPr bwMode="auto">
          <a:xfrm rot="16200000" flipH="1">
            <a:off x="4271908" y="2310969"/>
            <a:ext cx="596220" cy="609"/>
          </a:xfrm>
          <a:prstGeom prst="bentConnector3">
            <a:avLst>
              <a:gd name="adj1" fmla="val 50000"/>
            </a:avLst>
          </a:prstGeom>
          <a:noFill/>
          <a:ln w="9525">
            <a:solidFill>
              <a:sysClr val="windowText" lastClr="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03" name="Text Box 78">
            <a:extLst>
              <a:ext uri="{FF2B5EF4-FFF2-40B4-BE49-F238E27FC236}">
                <a16:creationId xmlns:a16="http://schemas.microsoft.com/office/drawing/2014/main" id="{8488C058-13B6-90E4-6DCE-46DCEA1BF216}"/>
              </a:ext>
            </a:extLst>
          </p:cNvPr>
          <p:cNvSpPr txBox="1">
            <a:spLocks noChangeArrowheads="1"/>
          </p:cNvSpPr>
          <p:nvPr/>
        </p:nvSpPr>
        <p:spPr bwMode="auto">
          <a:xfrm>
            <a:off x="4182399" y="4674108"/>
            <a:ext cx="87350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dirty="0" err="1">
                <a:ln>
                  <a:noFill/>
                </a:ln>
                <a:solidFill>
                  <a:srgbClr val="000000"/>
                </a:solidFill>
                <a:effectLst/>
                <a:uLnTx/>
                <a:uFillTx/>
                <a:latin typeface="Meiryo UI" pitchFamily="50" charset="-128"/>
                <a:ea typeface="Meiryo UI" pitchFamily="50" charset="-128"/>
                <a:cs typeface="Meiryo UI" pitchFamily="50" charset="-128"/>
              </a:rPr>
              <a:t>Pakanant</a:t>
            </a:r>
            <a:endParaRPr kumimoji="1" lang="en-US" altLang="ja-JP" sz="12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(MG)</a:t>
            </a:r>
          </a:p>
        </p:txBody>
      </p:sp>
      <p:sp>
        <p:nvSpPr>
          <p:cNvPr id="204" name="テキスト ボックス 203">
            <a:extLst>
              <a:ext uri="{FF2B5EF4-FFF2-40B4-BE49-F238E27FC236}">
                <a16:creationId xmlns:a16="http://schemas.microsoft.com/office/drawing/2014/main" id="{0058996D-08FA-127E-ED46-49CC4C52B1AE}"/>
              </a:ext>
            </a:extLst>
          </p:cNvPr>
          <p:cNvSpPr txBox="1"/>
          <p:nvPr/>
        </p:nvSpPr>
        <p:spPr>
          <a:xfrm>
            <a:off x="4286603" y="5592304"/>
            <a:ext cx="663964" cy="307777"/>
          </a:xfrm>
          <a:prstGeom prst="rect">
            <a:avLst/>
          </a:prstGeom>
          <a:solidFill>
            <a:srgbClr val="FFFF99"/>
          </a:solidFill>
        </p:spPr>
        <p:txBody>
          <a:bodyPr wrap="none" rtlCol="0">
            <a:spAutoFit/>
          </a:bodyPr>
          <a:lstStyle/>
          <a:p>
            <a:r>
              <a:rPr lang="en-US" altLang="ja-JP" sz="1400" dirty="0"/>
              <a:t>update</a:t>
            </a:r>
            <a:endParaRPr kumimoji="1" lang="ja-JP" altLang="en-US" sz="1400" dirty="0"/>
          </a:p>
        </p:txBody>
      </p:sp>
      <p:sp>
        <p:nvSpPr>
          <p:cNvPr id="205" name="Text Box 78">
            <a:extLst>
              <a:ext uri="{FF2B5EF4-FFF2-40B4-BE49-F238E27FC236}">
                <a16:creationId xmlns:a16="http://schemas.microsoft.com/office/drawing/2014/main" id="{E28FAE72-3E00-5D88-7E2B-69DE9353631C}"/>
              </a:ext>
            </a:extLst>
          </p:cNvPr>
          <p:cNvSpPr txBox="1">
            <a:spLocks noChangeArrowheads="1"/>
          </p:cNvSpPr>
          <p:nvPr/>
        </p:nvSpPr>
        <p:spPr bwMode="auto">
          <a:xfrm>
            <a:off x="4218379" y="6270435"/>
            <a:ext cx="813043"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1050" dirty="0">
                <a:solidFill>
                  <a:srgbClr val="000000"/>
                </a:solidFill>
                <a:latin typeface="Meiryo UI" pitchFamily="50" charset="-128"/>
                <a:ea typeface="Meiryo UI" pitchFamily="50" charset="-128"/>
                <a:cs typeface="Meiryo UI" pitchFamily="50" charset="-128"/>
              </a:rPr>
              <a:t>高橋　雄人</a:t>
            </a:r>
            <a:endParaRPr kumimoji="1" lang="en-US" altLang="ja-JP" sz="105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5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a:t>
            </a:r>
            <a:r>
              <a:rPr kumimoji="1" lang="ja-JP" altLang="en-US" sz="105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研</a:t>
            </a:r>
            <a:r>
              <a:rPr kumimoji="1" lang="en-US" altLang="ja-JP" sz="105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7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rPr>
              <a:t>Takahashi</a:t>
            </a:r>
            <a:endParaRPr kumimoji="1" lang="ja-JP" altLang="en-US" sz="7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endParaRPr>
          </a:p>
        </p:txBody>
      </p:sp>
    </p:spTree>
    <p:extLst>
      <p:ext uri="{BB962C8B-B14F-4D97-AF65-F5344CB8AC3E}">
        <p14:creationId xmlns:p14="http://schemas.microsoft.com/office/powerpoint/2010/main" val="2887522582"/>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7" name="図 246"/>
          <p:cNvPicPr>
            <a:picLocks/>
          </p:cNvPicPr>
          <p:nvPr>
            <p:custDataLst>
              <p:tags r:id="rId1"/>
            </p:custDataLst>
          </p:nvPr>
        </p:nvPicPr>
        <p:blipFill>
          <a:blip r:embed="rId60"/>
          <a:stretch>
            <a:fillRect/>
          </a:stretch>
        </p:blipFill>
        <p:spPr>
          <a:xfrm>
            <a:off x="-11378" y="6295845"/>
            <a:ext cx="9155378" cy="609600"/>
          </a:xfrm>
          <a:prstGeom prst="rect">
            <a:avLst/>
          </a:prstGeom>
          <a:effectLst/>
          <a:extLs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pic>
      <p:pic>
        <p:nvPicPr>
          <p:cNvPr id="248" name="図 247"/>
          <p:cNvPicPr>
            <a:picLocks/>
          </p:cNvPicPr>
          <p:nvPr>
            <p:custDataLst>
              <p:tags r:id="rId2"/>
            </p:custDataLst>
          </p:nvPr>
        </p:nvPicPr>
        <p:blipFill>
          <a:blip r:embed="rId61"/>
          <a:stretch>
            <a:fillRect/>
          </a:stretch>
        </p:blipFill>
        <p:spPr>
          <a:xfrm>
            <a:off x="7017718" y="6384745"/>
            <a:ext cx="1961867" cy="406400"/>
          </a:xfrm>
          <a:prstGeom prst="rect">
            <a:avLst/>
          </a:prstGeom>
          <a:effectLst/>
          <a:extLs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pic>
      <p:sp>
        <p:nvSpPr>
          <p:cNvPr id="4" name="Text Box 2"/>
          <p:cNvSpPr txBox="1">
            <a:spLocks noChangeArrowheads="1"/>
          </p:cNvSpPr>
          <p:nvPr/>
        </p:nvSpPr>
        <p:spPr bwMode="auto">
          <a:xfrm>
            <a:off x="250829" y="44451"/>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2000">
                <a:solidFill>
                  <a:srgbClr val="FFFFFF"/>
                </a:solidFill>
                <a:latin typeface="Meiryo UI" panose="020B0604030504040204" pitchFamily="50" charset="-128"/>
                <a:ea typeface="Meiryo UI" panose="020B0604030504040204" pitchFamily="50" charset="-128"/>
                <a:cs typeface="Arial" pitchFamily="34" charset="0"/>
              </a:rPr>
              <a:t>23. Development</a:t>
            </a:r>
            <a:r>
              <a:rPr lang="ja-JP" altLang="en-US" sz="2000">
                <a:solidFill>
                  <a:srgbClr val="FFFFFF"/>
                </a:solidFill>
                <a:latin typeface="Meiryo UI" panose="020B0604030504040204" pitchFamily="50" charset="-128"/>
                <a:ea typeface="Meiryo UI" panose="020B0604030504040204" pitchFamily="50" charset="-128"/>
                <a:cs typeface="Arial" pitchFamily="34" charset="0"/>
              </a:rPr>
              <a:t> </a:t>
            </a:r>
            <a:r>
              <a:rPr lang="en-US" altLang="ja-JP" sz="2000">
                <a:solidFill>
                  <a:srgbClr val="FFFFFF"/>
                </a:solidFill>
                <a:latin typeface="Meiryo UI" panose="020B0604030504040204" pitchFamily="50" charset="-128"/>
                <a:ea typeface="Meiryo UI" panose="020B0604030504040204" pitchFamily="50" charset="-128"/>
                <a:cs typeface="Arial" pitchFamily="34" charset="0"/>
              </a:rPr>
              <a:t>Organization Chart</a:t>
            </a:r>
            <a:r>
              <a:rPr lang="ja-JP" altLang="en-US" sz="2000">
                <a:solidFill>
                  <a:srgbClr val="FFFFFF"/>
                </a:solidFill>
                <a:latin typeface="Meiryo UI" panose="020B0604030504040204" pitchFamily="50" charset="-128"/>
                <a:ea typeface="Meiryo UI" panose="020B0604030504040204" pitchFamily="50" charset="-128"/>
                <a:cs typeface="Arial" pitchFamily="34" charset="0"/>
              </a:rPr>
              <a:t> </a:t>
            </a:r>
            <a:r>
              <a:rPr lang="en-US" altLang="ja-JP" sz="2000">
                <a:solidFill>
                  <a:srgbClr val="FFFFFF"/>
                </a:solidFill>
                <a:latin typeface="Meiryo UI" panose="020B0604030504040204" pitchFamily="50" charset="-128"/>
                <a:ea typeface="Meiryo UI" panose="020B0604030504040204" pitchFamily="50" charset="-128"/>
                <a:cs typeface="Arial" pitchFamily="34" charset="0"/>
              </a:rPr>
              <a:t>(3/3)</a:t>
            </a:r>
            <a:endParaRPr lang="en-US" altLang="ja-JP" sz="1100">
              <a:solidFill>
                <a:srgbClr val="FFFFFF"/>
              </a:solidFill>
              <a:latin typeface="HGPｺﾞｼｯｸE" pitchFamily="50" charset="-128"/>
              <a:ea typeface="HGPｺﾞｼｯｸE" pitchFamily="50" charset="-128"/>
              <a:cs typeface="Arial" pitchFamily="34" charset="0"/>
            </a:endParaRPr>
          </a:p>
        </p:txBody>
      </p:sp>
      <p:sp>
        <p:nvSpPr>
          <p:cNvPr id="2" name="テキスト ボックス 1"/>
          <p:cNvSpPr txBox="1"/>
          <p:nvPr/>
        </p:nvSpPr>
        <p:spPr>
          <a:xfrm>
            <a:off x="572147" y="620689"/>
            <a:ext cx="8104309" cy="460895"/>
          </a:xfrm>
          <a:prstGeom prst="rect">
            <a:avLst/>
          </a:prstGeom>
          <a:noFill/>
        </p:spPr>
        <p:txBody>
          <a:bodyPr wrap="square" rtlCol="0">
            <a:spAutoFit/>
          </a:bodyPr>
          <a:lstStyle/>
          <a:p>
            <a:pPr algn="l">
              <a:lnSpc>
                <a:spcPct val="111000"/>
              </a:lnSpc>
            </a:pPr>
            <a:r>
              <a:rPr lang="en-US" altLang="ja-JP" b="1" u="sng" dirty="0">
                <a:latin typeface="Meiryo UI" panose="020B0604030504040204" pitchFamily="50" charset="-128"/>
                <a:ea typeface="Meiryo UI" panose="020B0604030504040204" pitchFamily="50" charset="-128"/>
                <a:cs typeface="Arial" panose="020B0604020202020204" pitchFamily="34" charset="0"/>
              </a:rPr>
              <a:t>Bosch</a:t>
            </a:r>
            <a:r>
              <a:rPr lang="it-IT" altLang="ja-JP" b="1" u="sng" dirty="0">
                <a:latin typeface="Meiryo UI" panose="020B0604030504040204" pitchFamily="50" charset="-128"/>
                <a:ea typeface="Meiryo UI" panose="020B0604030504040204" pitchFamily="50" charset="-128"/>
                <a:cs typeface="Arial" panose="020B0604020202020204" pitchFamily="34" charset="0"/>
              </a:rPr>
              <a:t> Organization/Core team : China-5 Project</a:t>
            </a:r>
            <a:endParaRPr lang="en-GB" altLang="ja-JP" b="1" u="sng" dirty="0">
              <a:latin typeface="Meiryo UI" panose="020B0604030504040204" pitchFamily="50" charset="-128"/>
              <a:ea typeface="Meiryo UI" panose="020B0604030504040204" pitchFamily="50" charset="-128"/>
              <a:cs typeface="Arial" panose="020B0604020202020204" pitchFamily="34" charset="0"/>
            </a:endParaRPr>
          </a:p>
        </p:txBody>
      </p:sp>
      <p:sp>
        <p:nvSpPr>
          <p:cNvPr id="183" name="Rectangle 9"/>
          <p:cNvSpPr>
            <a:spLocks/>
          </p:cNvSpPr>
          <p:nvPr>
            <p:custDataLst>
              <p:tags r:id="rId3"/>
            </p:custDataLst>
          </p:nvPr>
        </p:nvSpPr>
        <p:spPr>
          <a:xfrm>
            <a:off x="947472" y="6552008"/>
            <a:ext cx="5537200" cy="19050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lIns="0" tIns="0" rIns="0" bIns="0" anchor="b"/>
          <a:lstStyle>
            <a:lvl1pPr>
              <a:defRPr>
                <a:solidFill>
                  <a:schemeClr val="tx1"/>
                </a:solidFill>
                <a:latin typeface="Bosch Office Sans" panose="020B0604020202020204" pitchFamily="34" charset="0"/>
              </a:defRPr>
            </a:lvl1pPr>
            <a:lvl2pPr marL="742950" indent="-285750">
              <a:defRPr>
                <a:solidFill>
                  <a:schemeClr val="tx1"/>
                </a:solidFill>
                <a:latin typeface="Bosch Office Sans" panose="020B0604020202020204" pitchFamily="34" charset="0"/>
              </a:defRPr>
            </a:lvl2pPr>
            <a:lvl3pPr marL="1143000" indent="-228600">
              <a:defRPr>
                <a:solidFill>
                  <a:schemeClr val="tx1"/>
                </a:solidFill>
                <a:latin typeface="Bosch Office Sans" panose="020B0604020202020204" pitchFamily="34" charset="0"/>
              </a:defRPr>
            </a:lvl3pPr>
            <a:lvl4pPr marL="1600200" indent="-228600">
              <a:defRPr>
                <a:solidFill>
                  <a:schemeClr val="tx1"/>
                </a:solidFill>
                <a:latin typeface="Bosch Office Sans" panose="020B0604020202020204" pitchFamily="34" charset="0"/>
              </a:defRPr>
            </a:lvl4pPr>
            <a:lvl5pPr marL="2057400" indent="-228600">
              <a:defRPr>
                <a:solidFill>
                  <a:schemeClr val="tx1"/>
                </a:solidFill>
                <a:latin typeface="Bosch Office Sans" panose="020B0604020202020204" pitchFamily="34" charset="0"/>
              </a:defRPr>
            </a:lvl5pPr>
            <a:lvl6pPr marL="2514600" indent="-228600" eaLnBrk="0" fontAlgn="base" hangingPunct="0">
              <a:spcBef>
                <a:spcPct val="0"/>
              </a:spcBef>
              <a:spcAft>
                <a:spcPct val="0"/>
              </a:spcAft>
              <a:defRPr>
                <a:solidFill>
                  <a:schemeClr val="tx1"/>
                </a:solidFill>
                <a:latin typeface="Bosch Office Sans" panose="020B0604020202020204" pitchFamily="34" charset="0"/>
              </a:defRPr>
            </a:lvl6pPr>
            <a:lvl7pPr marL="2971800" indent="-228600" eaLnBrk="0" fontAlgn="base" hangingPunct="0">
              <a:spcBef>
                <a:spcPct val="0"/>
              </a:spcBef>
              <a:spcAft>
                <a:spcPct val="0"/>
              </a:spcAft>
              <a:defRPr>
                <a:solidFill>
                  <a:schemeClr val="tx1"/>
                </a:solidFill>
                <a:latin typeface="Bosch Office Sans" panose="020B0604020202020204" pitchFamily="34" charset="0"/>
              </a:defRPr>
            </a:lvl7pPr>
            <a:lvl8pPr marL="3429000" indent="-228600" eaLnBrk="0" fontAlgn="base" hangingPunct="0">
              <a:spcBef>
                <a:spcPct val="0"/>
              </a:spcBef>
              <a:spcAft>
                <a:spcPct val="0"/>
              </a:spcAft>
              <a:defRPr>
                <a:solidFill>
                  <a:schemeClr val="tx1"/>
                </a:solidFill>
                <a:latin typeface="Bosch Office Sans" panose="020B0604020202020204" pitchFamily="34" charset="0"/>
              </a:defRPr>
            </a:lvl8pPr>
            <a:lvl9pPr marL="3886200" indent="-228600" eaLnBrk="0" fontAlgn="base" hangingPunct="0">
              <a:spcBef>
                <a:spcPct val="0"/>
              </a:spcBef>
              <a:spcAft>
                <a:spcPct val="0"/>
              </a:spcAft>
              <a:defRPr>
                <a:solidFill>
                  <a:schemeClr val="tx1"/>
                </a:solidFill>
                <a:latin typeface="Bosch Office Sans" panose="020B0604020202020204" pitchFamily="34" charset="0"/>
              </a:defRPr>
            </a:lvl9pPr>
          </a:lstStyle>
          <a:p>
            <a:pPr marL="0" marR="0" lvl="0" indent="0" algn="l" defTabSz="914400" eaLnBrk="0" fontAlgn="auto" latinLnBrk="0" hangingPunct="0">
              <a:lnSpc>
                <a:spcPct val="107000"/>
              </a:lnSpc>
              <a:spcBef>
                <a:spcPts val="0"/>
              </a:spcBef>
              <a:spcAft>
                <a:spcPts val="0"/>
              </a:spcAft>
              <a:buClrTx/>
              <a:buSzTx/>
              <a:buFontTx/>
              <a:buNone/>
              <a:tabLst/>
              <a:defRPr/>
            </a:pPr>
            <a:r>
              <a:rPr kumimoji="0" lang="en-US" altLang="ja-JP" sz="700" b="0" i="0" u="none" strike="noStrike" kern="0" cap="none" spc="0" normalizeH="0" baseline="0" noProof="0" dirty="0">
                <a:ln>
                  <a:noFill/>
                </a:ln>
                <a:solidFill>
                  <a:srgbClr val="707070"/>
                </a:solidFill>
                <a:effectLst/>
                <a:uLnTx/>
                <a:uFillTx/>
                <a:latin typeface="Bosch Office Sans" panose="020B0604020202020204" pitchFamily="34" charset="0"/>
                <a:ea typeface="+mn-ea"/>
                <a:cs typeface="+mn-cs"/>
              </a:rPr>
              <a:t>Confidential  | GS/SHO-P | 16/03/2016 | © Bosch Corp. 2012. All rights reserved, also regarding any disposal, exploitation, reproduction, editing, distribution, as well as in the event of applications for industrial property rights.  </a:t>
            </a:r>
            <a:endParaRPr kumimoji="0" lang="en-GB" altLang="ja-JP" sz="700" b="0" i="0" u="none" strike="noStrike" kern="0" cap="none" spc="0" normalizeH="0" baseline="0" noProof="0" dirty="0">
              <a:ln>
                <a:noFill/>
              </a:ln>
              <a:solidFill>
                <a:srgbClr val="707070"/>
              </a:solidFill>
              <a:effectLst/>
              <a:uLnTx/>
              <a:uFillTx/>
              <a:latin typeface="Bosch Office Sans" panose="020B0604020202020204" pitchFamily="34" charset="0"/>
              <a:ea typeface="+mn-ea"/>
              <a:cs typeface="+mn-cs"/>
            </a:endParaRPr>
          </a:p>
        </p:txBody>
      </p:sp>
      <p:sp>
        <p:nvSpPr>
          <p:cNvPr id="187" name="Rectangle 5"/>
          <p:cNvSpPr>
            <a:spLocks/>
          </p:cNvSpPr>
          <p:nvPr>
            <p:custDataLst>
              <p:tags r:id="rId4"/>
            </p:custDataLst>
          </p:nvPr>
        </p:nvSpPr>
        <p:spPr>
          <a:xfrm>
            <a:off x="947472" y="6259908"/>
            <a:ext cx="5715000" cy="19050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wrap="none" lIns="0" tIns="0" rIns="0" bIns="0" anchor="b"/>
          <a:lstStyle>
            <a:lvl1pPr>
              <a:defRPr>
                <a:solidFill>
                  <a:schemeClr val="tx1"/>
                </a:solidFill>
                <a:latin typeface="Bosch Office Sans" panose="020B0604020202020204" pitchFamily="34" charset="0"/>
              </a:defRPr>
            </a:lvl1pPr>
            <a:lvl2pPr marL="742950" indent="-285750">
              <a:defRPr>
                <a:solidFill>
                  <a:schemeClr val="tx1"/>
                </a:solidFill>
                <a:latin typeface="Bosch Office Sans" panose="020B0604020202020204" pitchFamily="34" charset="0"/>
              </a:defRPr>
            </a:lvl2pPr>
            <a:lvl3pPr marL="1143000" indent="-228600">
              <a:defRPr>
                <a:solidFill>
                  <a:schemeClr val="tx1"/>
                </a:solidFill>
                <a:latin typeface="Bosch Office Sans" panose="020B0604020202020204" pitchFamily="34" charset="0"/>
              </a:defRPr>
            </a:lvl3pPr>
            <a:lvl4pPr marL="1600200" indent="-228600">
              <a:defRPr>
                <a:solidFill>
                  <a:schemeClr val="tx1"/>
                </a:solidFill>
                <a:latin typeface="Bosch Office Sans" panose="020B0604020202020204" pitchFamily="34" charset="0"/>
              </a:defRPr>
            </a:lvl4pPr>
            <a:lvl5pPr marL="2057400" indent="-228600">
              <a:defRPr>
                <a:solidFill>
                  <a:schemeClr val="tx1"/>
                </a:solidFill>
                <a:latin typeface="Bosch Office Sans" panose="020B0604020202020204" pitchFamily="34" charset="0"/>
              </a:defRPr>
            </a:lvl5pPr>
            <a:lvl6pPr marL="2514600" indent="-228600" eaLnBrk="0" fontAlgn="base" hangingPunct="0">
              <a:spcBef>
                <a:spcPct val="0"/>
              </a:spcBef>
              <a:spcAft>
                <a:spcPct val="0"/>
              </a:spcAft>
              <a:defRPr>
                <a:solidFill>
                  <a:schemeClr val="tx1"/>
                </a:solidFill>
                <a:latin typeface="Bosch Office Sans" panose="020B0604020202020204" pitchFamily="34" charset="0"/>
              </a:defRPr>
            </a:lvl6pPr>
            <a:lvl7pPr marL="2971800" indent="-228600" eaLnBrk="0" fontAlgn="base" hangingPunct="0">
              <a:spcBef>
                <a:spcPct val="0"/>
              </a:spcBef>
              <a:spcAft>
                <a:spcPct val="0"/>
              </a:spcAft>
              <a:defRPr>
                <a:solidFill>
                  <a:schemeClr val="tx1"/>
                </a:solidFill>
                <a:latin typeface="Bosch Office Sans" panose="020B0604020202020204" pitchFamily="34" charset="0"/>
              </a:defRPr>
            </a:lvl7pPr>
            <a:lvl8pPr marL="3429000" indent="-228600" eaLnBrk="0" fontAlgn="base" hangingPunct="0">
              <a:spcBef>
                <a:spcPct val="0"/>
              </a:spcBef>
              <a:spcAft>
                <a:spcPct val="0"/>
              </a:spcAft>
              <a:defRPr>
                <a:solidFill>
                  <a:schemeClr val="tx1"/>
                </a:solidFill>
                <a:latin typeface="Bosch Office Sans" panose="020B0604020202020204" pitchFamily="34" charset="0"/>
              </a:defRPr>
            </a:lvl8pPr>
            <a:lvl9pPr marL="3886200" indent="-228600" eaLnBrk="0" fontAlgn="base" hangingPunct="0">
              <a:spcBef>
                <a:spcPct val="0"/>
              </a:spcBef>
              <a:spcAft>
                <a:spcPct val="0"/>
              </a:spcAft>
              <a:defRPr>
                <a:solidFill>
                  <a:schemeClr val="tx1"/>
                </a:solidFill>
                <a:latin typeface="Bosch Office Sans" panose="020B0604020202020204" pitchFamily="34" charset="0"/>
              </a:defRPr>
            </a:lvl9pPr>
          </a:lstStyle>
          <a:p>
            <a:pPr marL="0" marR="0" lvl="0" indent="0" algn="l" defTabSz="914400" eaLnBrk="0" fontAlgn="auto" latinLnBrk="0" hangingPunct="0">
              <a:lnSpc>
                <a:spcPct val="100000"/>
              </a:lnSpc>
              <a:spcBef>
                <a:spcPts val="0"/>
              </a:spcBef>
              <a:spcAft>
                <a:spcPts val="0"/>
              </a:spcAft>
              <a:buClrTx/>
              <a:buSzTx/>
              <a:buFontTx/>
              <a:buNone/>
              <a:tabLst/>
              <a:defRPr/>
            </a:pPr>
            <a:endParaRPr kumimoji="0" lang="en-GB" altLang="ja-JP" sz="1200" b="0" i="0" u="none" strike="noStrike" kern="0" cap="none" spc="0" normalizeH="0" baseline="0" noProof="0">
              <a:ln>
                <a:noFill/>
              </a:ln>
              <a:solidFill>
                <a:srgbClr val="000000"/>
              </a:solidFill>
              <a:effectLst/>
              <a:uLnTx/>
              <a:uFillTx/>
              <a:latin typeface="Bosch Office Sans" panose="020B0604020202020204" pitchFamily="34" charset="0"/>
              <a:ea typeface="+mn-ea"/>
              <a:cs typeface="+mn-cs"/>
            </a:endParaRPr>
          </a:p>
        </p:txBody>
      </p:sp>
      <p:sp>
        <p:nvSpPr>
          <p:cNvPr id="188" name="Rectangle 4"/>
          <p:cNvSpPr>
            <a:spLocks/>
          </p:cNvSpPr>
          <p:nvPr>
            <p:custDataLst>
              <p:tags r:id="rId5"/>
            </p:custDataLst>
          </p:nvPr>
        </p:nvSpPr>
        <p:spPr>
          <a:xfrm>
            <a:off x="8923073" y="6640909"/>
            <a:ext cx="25400" cy="115288"/>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lIns="0" tIns="0" rIns="0" bIns="0">
            <a:spAutoFit/>
          </a:bodyPr>
          <a:lstStyle>
            <a:lvl1pPr>
              <a:defRPr>
                <a:solidFill>
                  <a:schemeClr val="tx1"/>
                </a:solidFill>
                <a:latin typeface="Bosch Office Sans" panose="020B0604020202020204" pitchFamily="34" charset="0"/>
              </a:defRPr>
            </a:lvl1pPr>
            <a:lvl2pPr marL="742950" indent="-285750">
              <a:defRPr>
                <a:solidFill>
                  <a:schemeClr val="tx1"/>
                </a:solidFill>
                <a:latin typeface="Bosch Office Sans" panose="020B0604020202020204" pitchFamily="34" charset="0"/>
              </a:defRPr>
            </a:lvl2pPr>
            <a:lvl3pPr marL="1143000" indent="-228600">
              <a:defRPr>
                <a:solidFill>
                  <a:schemeClr val="tx1"/>
                </a:solidFill>
                <a:latin typeface="Bosch Office Sans" panose="020B0604020202020204" pitchFamily="34" charset="0"/>
              </a:defRPr>
            </a:lvl3pPr>
            <a:lvl4pPr marL="1600200" indent="-228600">
              <a:defRPr>
                <a:solidFill>
                  <a:schemeClr val="tx1"/>
                </a:solidFill>
                <a:latin typeface="Bosch Office Sans" panose="020B0604020202020204" pitchFamily="34" charset="0"/>
              </a:defRPr>
            </a:lvl4pPr>
            <a:lvl5pPr marL="2057400" indent="-228600">
              <a:defRPr>
                <a:solidFill>
                  <a:schemeClr val="tx1"/>
                </a:solidFill>
                <a:latin typeface="Bosch Office Sans" panose="020B0604020202020204" pitchFamily="34" charset="0"/>
              </a:defRPr>
            </a:lvl5pPr>
            <a:lvl6pPr marL="2514600" indent="-228600" eaLnBrk="0" fontAlgn="base" hangingPunct="0">
              <a:spcBef>
                <a:spcPct val="0"/>
              </a:spcBef>
              <a:spcAft>
                <a:spcPct val="0"/>
              </a:spcAft>
              <a:defRPr>
                <a:solidFill>
                  <a:schemeClr val="tx1"/>
                </a:solidFill>
                <a:latin typeface="Bosch Office Sans" panose="020B0604020202020204" pitchFamily="34" charset="0"/>
              </a:defRPr>
            </a:lvl6pPr>
            <a:lvl7pPr marL="2971800" indent="-228600" eaLnBrk="0" fontAlgn="base" hangingPunct="0">
              <a:spcBef>
                <a:spcPct val="0"/>
              </a:spcBef>
              <a:spcAft>
                <a:spcPct val="0"/>
              </a:spcAft>
              <a:defRPr>
                <a:solidFill>
                  <a:schemeClr val="tx1"/>
                </a:solidFill>
                <a:latin typeface="Bosch Office Sans" panose="020B0604020202020204" pitchFamily="34" charset="0"/>
              </a:defRPr>
            </a:lvl7pPr>
            <a:lvl8pPr marL="3429000" indent="-228600" eaLnBrk="0" fontAlgn="base" hangingPunct="0">
              <a:spcBef>
                <a:spcPct val="0"/>
              </a:spcBef>
              <a:spcAft>
                <a:spcPct val="0"/>
              </a:spcAft>
              <a:defRPr>
                <a:solidFill>
                  <a:schemeClr val="tx1"/>
                </a:solidFill>
                <a:latin typeface="Bosch Office Sans" panose="020B0604020202020204" pitchFamily="34" charset="0"/>
              </a:defRPr>
            </a:lvl8pPr>
            <a:lvl9pPr marL="3886200" indent="-228600" eaLnBrk="0" fontAlgn="base" hangingPunct="0">
              <a:spcBef>
                <a:spcPct val="0"/>
              </a:spcBef>
              <a:spcAft>
                <a:spcPct val="0"/>
              </a:spcAft>
              <a:defRPr>
                <a:solidFill>
                  <a:schemeClr val="tx1"/>
                </a:solidFill>
                <a:latin typeface="Bosch Office Sans" panose="020B0604020202020204" pitchFamily="34" charset="0"/>
              </a:defRPr>
            </a:lvl9pPr>
          </a:lstStyle>
          <a:p>
            <a:pPr marL="0" marR="0" lvl="0" indent="0" algn="r" defTabSz="914400" eaLnBrk="0" fontAlgn="auto" latinLnBrk="0" hangingPunct="0">
              <a:lnSpc>
                <a:spcPct val="107000"/>
              </a:lnSpc>
              <a:spcBef>
                <a:spcPts val="0"/>
              </a:spcBef>
              <a:spcAft>
                <a:spcPts val="0"/>
              </a:spcAft>
              <a:buClrTx/>
              <a:buSzTx/>
              <a:buFontTx/>
              <a:buNone/>
              <a:tabLst/>
              <a:defRPr/>
            </a:pPr>
            <a:endParaRPr kumimoji="0" lang="en-GB" altLang="ja-JP" sz="700" b="0" i="0" u="none" strike="noStrike" kern="0" cap="none" spc="0" normalizeH="0" baseline="0" noProof="0">
              <a:ln>
                <a:noFill/>
              </a:ln>
              <a:solidFill>
                <a:srgbClr val="000000"/>
              </a:solidFill>
              <a:effectLst/>
              <a:uLnTx/>
              <a:uFillTx/>
              <a:latin typeface="Bosch Office Sans" panose="020B0604020202020204" pitchFamily="34" charset="0"/>
              <a:ea typeface="+mn-ea"/>
              <a:cs typeface="+mn-cs"/>
            </a:endParaRPr>
          </a:p>
        </p:txBody>
      </p:sp>
      <p:sp>
        <p:nvSpPr>
          <p:cNvPr id="235" name="スライド番号プレースホルダー 26"/>
          <p:cNvSpPr txBox="1">
            <a:spLocks/>
          </p:cNvSpPr>
          <p:nvPr/>
        </p:nvSpPr>
        <p:spPr bwMode="auto">
          <a:xfrm>
            <a:off x="490272" y="6472633"/>
            <a:ext cx="381000" cy="190500"/>
          </a:xfrm>
          <a:prstGeom prst="rect">
            <a:avLst/>
          </a:prstGeom>
          <a:noFill/>
          <a:ln w="0">
            <a:noFill/>
            <a:miter lim="800000"/>
            <a:headEnd/>
            <a:tailEnd/>
          </a:ln>
          <a:effectLst/>
          <a:extLs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vert="horz" wrap="none" lIns="0" tIns="0" rIns="0" bIns="0" numCol="1" anchor="t" anchorCtr="0" compatLnSpc="1">
            <a:prstTxWarp prst="textNoShape">
              <a:avLst/>
            </a:prstTxWarp>
            <a:noAutofit/>
          </a:bodyPr>
          <a:lstStyle>
            <a:defPPr>
              <a:defRPr lang="de-DE"/>
            </a:defPPr>
            <a:lvl1pPr algn="l" rtl="0" eaLnBrk="1" fontAlgn="base" hangingPunct="1">
              <a:lnSpc>
                <a:spcPct val="111000"/>
              </a:lnSpc>
              <a:spcBef>
                <a:spcPct val="0"/>
              </a:spcBef>
              <a:spcAft>
                <a:spcPct val="0"/>
              </a:spcAft>
              <a:defRPr sz="1500" kern="1200">
                <a:solidFill>
                  <a:schemeClr val="tx1"/>
                </a:solidFill>
                <a:latin typeface="Bosch Office Sans" pitchFamily="34" charset="0"/>
                <a:ea typeface="ＭＳ Ｐゴシック" pitchFamily="50" charset="-128"/>
                <a:cs typeface="+mn-cs"/>
              </a:defRPr>
            </a:lvl1pPr>
            <a:lvl2pPr marL="742950" indent="-285750" algn="l" rtl="0" eaLnBrk="0" fontAlgn="base" hangingPunct="0">
              <a:spcBef>
                <a:spcPct val="0"/>
              </a:spcBef>
              <a:spcAft>
                <a:spcPct val="0"/>
              </a:spcAft>
              <a:defRPr kern="1200">
                <a:solidFill>
                  <a:schemeClr val="tx1"/>
                </a:solidFill>
                <a:latin typeface="Bosch Office Sans" pitchFamily="34" charset="0"/>
                <a:ea typeface="+mn-ea"/>
                <a:cs typeface="+mn-cs"/>
              </a:defRPr>
            </a:lvl2pPr>
            <a:lvl3pPr marL="1143000" indent="-228600" algn="l" rtl="0" eaLnBrk="0" fontAlgn="base" hangingPunct="0">
              <a:spcBef>
                <a:spcPct val="0"/>
              </a:spcBef>
              <a:spcAft>
                <a:spcPct val="0"/>
              </a:spcAft>
              <a:defRPr kern="1200">
                <a:solidFill>
                  <a:schemeClr val="tx1"/>
                </a:solidFill>
                <a:latin typeface="Bosch Office Sans" pitchFamily="34" charset="0"/>
                <a:ea typeface="+mn-ea"/>
                <a:cs typeface="+mn-cs"/>
              </a:defRPr>
            </a:lvl3pPr>
            <a:lvl4pPr marL="1600200" indent="-228600" algn="l" rtl="0" eaLnBrk="0" fontAlgn="base" hangingPunct="0">
              <a:spcBef>
                <a:spcPct val="0"/>
              </a:spcBef>
              <a:spcAft>
                <a:spcPct val="0"/>
              </a:spcAft>
              <a:defRPr kern="1200">
                <a:solidFill>
                  <a:schemeClr val="tx1"/>
                </a:solidFill>
                <a:latin typeface="Bosch Office Sans" pitchFamily="34" charset="0"/>
                <a:ea typeface="+mn-ea"/>
                <a:cs typeface="+mn-cs"/>
              </a:defRPr>
            </a:lvl4pPr>
            <a:lvl5pPr marL="2057400" indent="-228600" algn="l" rtl="0" eaLnBrk="0" fontAlgn="base" hangingPunct="0">
              <a:spcBef>
                <a:spcPct val="0"/>
              </a:spcBef>
              <a:spcAft>
                <a:spcPct val="0"/>
              </a:spcAft>
              <a:defRPr kern="1200">
                <a:solidFill>
                  <a:schemeClr val="tx1"/>
                </a:solidFill>
                <a:latin typeface="Bosch Office Sans" pitchFamily="34" charset="0"/>
                <a:ea typeface="+mn-ea"/>
                <a:cs typeface="+mn-cs"/>
              </a:defRPr>
            </a:lvl5pPr>
            <a:lvl6pPr marL="2514600" indent="-228600" algn="l" defTabSz="914400" rtl="0" eaLnBrk="0" fontAlgn="base" latinLnBrk="0" hangingPunct="0">
              <a:spcBef>
                <a:spcPct val="0"/>
              </a:spcBef>
              <a:spcAft>
                <a:spcPct val="0"/>
              </a:spcAft>
              <a:defRPr kern="1200">
                <a:solidFill>
                  <a:schemeClr val="tx1"/>
                </a:solidFill>
                <a:latin typeface="Bosch Office Sans" pitchFamily="34" charset="0"/>
                <a:ea typeface="+mn-ea"/>
                <a:cs typeface="+mn-cs"/>
              </a:defRPr>
            </a:lvl6pPr>
            <a:lvl7pPr marL="2971800" indent="-228600" algn="l" defTabSz="914400" rtl="0" eaLnBrk="0" fontAlgn="base" latinLnBrk="0" hangingPunct="0">
              <a:spcBef>
                <a:spcPct val="0"/>
              </a:spcBef>
              <a:spcAft>
                <a:spcPct val="0"/>
              </a:spcAft>
              <a:defRPr kern="1200">
                <a:solidFill>
                  <a:schemeClr val="tx1"/>
                </a:solidFill>
                <a:latin typeface="Bosch Office Sans" pitchFamily="34" charset="0"/>
                <a:ea typeface="+mn-ea"/>
                <a:cs typeface="+mn-cs"/>
              </a:defRPr>
            </a:lvl7pPr>
            <a:lvl8pPr marL="3429000" indent="-228600" algn="l" defTabSz="914400" rtl="0" eaLnBrk="0" fontAlgn="base" latinLnBrk="0" hangingPunct="0">
              <a:spcBef>
                <a:spcPct val="0"/>
              </a:spcBef>
              <a:spcAft>
                <a:spcPct val="0"/>
              </a:spcAft>
              <a:defRPr kern="1200">
                <a:solidFill>
                  <a:schemeClr val="tx1"/>
                </a:solidFill>
                <a:latin typeface="Bosch Office Sans" pitchFamily="34" charset="0"/>
                <a:ea typeface="+mn-ea"/>
                <a:cs typeface="+mn-cs"/>
              </a:defRPr>
            </a:lvl8pPr>
            <a:lvl9pPr marL="3886200" indent="-228600" algn="l" defTabSz="914400" rtl="0" eaLnBrk="0" fontAlgn="base" latinLnBrk="0" hangingPunct="0">
              <a:spcBef>
                <a:spcPct val="0"/>
              </a:spcBef>
              <a:spcAft>
                <a:spcPct val="0"/>
              </a:spcAft>
              <a:defRPr kern="1200">
                <a:solidFill>
                  <a:schemeClr val="tx1"/>
                </a:solidFill>
                <a:latin typeface="Bosch Office Sans" pitchFamily="34" charset="0"/>
                <a:ea typeface="+mn-ea"/>
                <a:cs typeface="+mn-cs"/>
              </a:defRPr>
            </a:lvl9pPr>
          </a:lstStyle>
          <a:p>
            <a:pPr marL="0" marR="0" lvl="0" indent="0" algn="l" defTabSz="914400" rtl="0" eaLnBrk="1" fontAlgn="base" latinLnBrk="0" hangingPunct="1">
              <a:lnSpc>
                <a:spcPct val="111000"/>
              </a:lnSpc>
              <a:spcBef>
                <a:spcPct val="0"/>
              </a:spcBef>
              <a:spcAft>
                <a:spcPct val="0"/>
              </a:spcAft>
              <a:buClrTx/>
              <a:buSzTx/>
              <a:buFontTx/>
              <a:buNone/>
              <a:tabLst/>
              <a:defRPr/>
            </a:pPr>
            <a:fld id="{9D73306F-DD04-4079-AC51-887553403FD4}" type="slidenum">
              <a:rPr kumimoji="0" lang="en-US" altLang="ja-JP" sz="1500" b="0" i="0" u="none" strike="noStrike" kern="1200" cap="none" spc="0" normalizeH="0" baseline="0" noProof="0" smtClean="0">
                <a:ln>
                  <a:noFill/>
                </a:ln>
                <a:solidFill>
                  <a:srgbClr val="707070"/>
                </a:solidFill>
                <a:effectLst/>
                <a:uLnTx/>
                <a:uFillTx/>
                <a:latin typeface="Bosch Office Sans" pitchFamily="34" charset="0"/>
                <a:ea typeface="Meiryo UI" panose="020B0604030504040204" pitchFamily="50" charset="-128"/>
                <a:cs typeface="+mn-cs"/>
              </a:rPr>
              <a:pPr marL="0" marR="0" lvl="0" indent="0" algn="l" defTabSz="914400" rtl="0" eaLnBrk="1" fontAlgn="base" latinLnBrk="0" hangingPunct="1">
                <a:lnSpc>
                  <a:spcPct val="111000"/>
                </a:lnSpc>
                <a:spcBef>
                  <a:spcPct val="0"/>
                </a:spcBef>
                <a:spcAft>
                  <a:spcPct val="0"/>
                </a:spcAft>
                <a:buClrTx/>
                <a:buSzTx/>
                <a:buFontTx/>
                <a:buNone/>
                <a:tabLst/>
                <a:defRPr/>
              </a:pPr>
              <a:t>164</a:t>
            </a:fld>
            <a:endParaRPr kumimoji="0" lang="ja-JP" altLang="ja-JP" sz="1500" b="0" i="0" u="none" strike="noStrike" kern="1200" cap="none" spc="0" normalizeH="0" baseline="0" noProof="0">
              <a:ln>
                <a:noFill/>
              </a:ln>
              <a:solidFill>
                <a:srgbClr val="707070"/>
              </a:solidFill>
              <a:effectLst/>
              <a:uLnTx/>
              <a:uFillTx/>
              <a:latin typeface="Bosch Office Sans" pitchFamily="34" charset="0"/>
              <a:ea typeface="Meiryo UI" panose="020B0604030504040204" pitchFamily="50" charset="-128"/>
              <a:cs typeface="+mn-cs"/>
            </a:endParaRPr>
          </a:p>
        </p:txBody>
      </p:sp>
      <p:sp>
        <p:nvSpPr>
          <p:cNvPr id="246" name="テキスト ボックス 82"/>
          <p:cNvSpPr txBox="1">
            <a:spLocks noChangeArrowheads="1"/>
          </p:cNvSpPr>
          <p:nvPr>
            <p:custDataLst>
              <p:tags r:id="rId6"/>
            </p:custDataLst>
          </p:nvPr>
        </p:nvSpPr>
        <p:spPr bwMode="auto">
          <a:xfrm>
            <a:off x="844286" y="6218633"/>
            <a:ext cx="3736975"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Bosch Office Sans" pitchFamily="34" charset="0"/>
              </a:defRPr>
            </a:lvl1pPr>
            <a:lvl2pPr marL="742950" indent="-285750">
              <a:defRPr>
                <a:solidFill>
                  <a:schemeClr val="tx1"/>
                </a:solidFill>
                <a:latin typeface="Bosch Office Sans" pitchFamily="34" charset="0"/>
              </a:defRPr>
            </a:lvl2pPr>
            <a:lvl3pPr marL="1143000" indent="-228600">
              <a:defRPr>
                <a:solidFill>
                  <a:schemeClr val="tx1"/>
                </a:solidFill>
                <a:latin typeface="Bosch Office Sans" pitchFamily="34" charset="0"/>
              </a:defRPr>
            </a:lvl3pPr>
            <a:lvl4pPr marL="1600200" indent="-228600">
              <a:defRPr>
                <a:solidFill>
                  <a:schemeClr val="tx1"/>
                </a:solidFill>
                <a:latin typeface="Bosch Office Sans" pitchFamily="34" charset="0"/>
              </a:defRPr>
            </a:lvl4pPr>
            <a:lvl5pPr marL="2057400" indent="-228600">
              <a:defRPr>
                <a:solidFill>
                  <a:schemeClr val="tx1"/>
                </a:solidFill>
                <a:latin typeface="Bosch Office Sans" pitchFamily="34" charset="0"/>
              </a:defRPr>
            </a:lvl5pPr>
            <a:lvl6pPr marL="2514600" indent="-228600" eaLnBrk="0" fontAlgn="base" hangingPunct="0">
              <a:spcBef>
                <a:spcPct val="0"/>
              </a:spcBef>
              <a:spcAft>
                <a:spcPct val="0"/>
              </a:spcAft>
              <a:defRPr>
                <a:solidFill>
                  <a:schemeClr val="tx1"/>
                </a:solidFill>
                <a:latin typeface="Bosch Office Sans" pitchFamily="34" charset="0"/>
              </a:defRPr>
            </a:lvl6pPr>
            <a:lvl7pPr marL="2971800" indent="-228600" eaLnBrk="0" fontAlgn="base" hangingPunct="0">
              <a:spcBef>
                <a:spcPct val="0"/>
              </a:spcBef>
              <a:spcAft>
                <a:spcPct val="0"/>
              </a:spcAft>
              <a:defRPr>
                <a:solidFill>
                  <a:schemeClr val="tx1"/>
                </a:solidFill>
                <a:latin typeface="Bosch Office Sans" pitchFamily="34" charset="0"/>
              </a:defRPr>
            </a:lvl7pPr>
            <a:lvl8pPr marL="3429000" indent="-228600" eaLnBrk="0" fontAlgn="base" hangingPunct="0">
              <a:spcBef>
                <a:spcPct val="0"/>
              </a:spcBef>
              <a:spcAft>
                <a:spcPct val="0"/>
              </a:spcAft>
              <a:defRPr>
                <a:solidFill>
                  <a:schemeClr val="tx1"/>
                </a:solidFill>
                <a:latin typeface="Bosch Office Sans" pitchFamily="34" charset="0"/>
              </a:defRPr>
            </a:lvl8pPr>
            <a:lvl9pPr marL="3886200" indent="-228600" eaLnBrk="0" fontAlgn="base" hangingPunct="0">
              <a:spcBef>
                <a:spcPct val="0"/>
              </a:spcBef>
              <a:spcAft>
                <a:spcPct val="0"/>
              </a:spcAft>
              <a:defRPr>
                <a:solidFill>
                  <a:schemeClr val="tx1"/>
                </a:solidFill>
                <a:latin typeface="Bosch Office Sans" pitchFamily="34" charset="0"/>
              </a:defRPr>
            </a:lvl9pPr>
          </a:lstStyle>
          <a:p>
            <a:pPr marL="0" marR="0" lvl="0" indent="0" algn="l" defTabSz="914400" eaLnBrk="0" fontAlgn="auto" latinLnBrk="0" hangingPunct="0">
              <a:lnSpc>
                <a:spcPct val="100000"/>
              </a:lnSpc>
              <a:spcBef>
                <a:spcPts val="0"/>
              </a:spcBef>
              <a:spcAft>
                <a:spcPts val="0"/>
              </a:spcAft>
              <a:buClrTx/>
              <a:buSzTx/>
              <a:buFontTx/>
              <a:buNone/>
              <a:tabLst/>
              <a:defRPr/>
            </a:pPr>
            <a:r>
              <a:rPr kumimoji="0" lang="en-GB" altLang="ja-JP" sz="1100" b="0" i="0" u="none" strike="noStrike" kern="0" cap="none" spc="0" normalizeH="0" baseline="0" noProof="0">
                <a:ln>
                  <a:noFill/>
                </a:ln>
                <a:solidFill>
                  <a:srgbClr val="000000"/>
                </a:solidFill>
                <a:effectLst/>
                <a:uLnTx/>
                <a:uFillTx/>
                <a:latin typeface="Bosch Office Sans" pitchFamily="34" charset="0"/>
                <a:ea typeface="Meiryo UI" panose="020B0604030504040204" pitchFamily="50" charset="-128"/>
              </a:rPr>
              <a:t>Mgr..: Manager who approves the Deliverables</a:t>
            </a:r>
          </a:p>
        </p:txBody>
      </p:sp>
      <p:cxnSp>
        <p:nvCxnSpPr>
          <p:cNvPr id="131" name="直線コネクタ 29___"/>
          <p:cNvCxnSpPr/>
          <p:nvPr>
            <p:custDataLst>
              <p:tags r:id="rId7"/>
            </p:custDataLst>
          </p:nvPr>
        </p:nvCxnSpPr>
        <p:spPr>
          <a:xfrm>
            <a:off x="1976052" y="1828986"/>
            <a:ext cx="1654175" cy="0"/>
          </a:xfrm>
          <a:prstGeom prst="line">
            <a:avLst/>
          </a:prstGeom>
          <a:noFill/>
          <a:ln w="12700" cap="flat" cmpd="sng" algn="ctr">
            <a:solidFill>
              <a:srgbClr val="000000">
                <a:lumMod val="50000"/>
                <a:lumOff val="50000"/>
              </a:srgbClr>
            </a:solidFill>
            <a:prstDash val="solid"/>
          </a:ln>
          <a:effectLst/>
        </p:spPr>
      </p:cxnSp>
      <p:cxnSp>
        <p:nvCxnSpPr>
          <p:cNvPr id="132" name="直線コネクタ 29__"/>
          <p:cNvCxnSpPr/>
          <p:nvPr>
            <p:custDataLst>
              <p:tags r:id="rId8"/>
            </p:custDataLst>
          </p:nvPr>
        </p:nvCxnSpPr>
        <p:spPr>
          <a:xfrm>
            <a:off x="4804977" y="1828986"/>
            <a:ext cx="811213" cy="0"/>
          </a:xfrm>
          <a:prstGeom prst="line">
            <a:avLst/>
          </a:prstGeom>
          <a:noFill/>
          <a:ln w="31750" cap="flat" cmpd="sng" algn="ctr">
            <a:solidFill>
              <a:srgbClr val="000000">
                <a:lumMod val="50000"/>
                <a:lumOff val="50000"/>
              </a:srgbClr>
            </a:solidFill>
            <a:prstDash val="solid"/>
          </a:ln>
          <a:effectLst/>
        </p:spPr>
      </p:cxnSp>
      <p:cxnSp>
        <p:nvCxnSpPr>
          <p:cNvPr id="133" name="直線コネクタ 38"/>
          <p:cNvCxnSpPr>
            <a:endCxn id="159" idx="0"/>
          </p:cNvCxnSpPr>
          <p:nvPr>
            <p:custDataLst>
              <p:tags r:id="rId9"/>
            </p:custDataLst>
          </p:nvPr>
        </p:nvCxnSpPr>
        <p:spPr>
          <a:xfrm>
            <a:off x="6184514" y="2584638"/>
            <a:ext cx="0" cy="449263"/>
          </a:xfrm>
          <a:prstGeom prst="line">
            <a:avLst/>
          </a:prstGeom>
          <a:noFill/>
          <a:ln w="31750" cap="flat" cmpd="sng" algn="ctr">
            <a:solidFill>
              <a:srgbClr val="000000">
                <a:lumMod val="50000"/>
                <a:lumOff val="50000"/>
              </a:srgbClr>
            </a:solidFill>
            <a:prstDash val="solid"/>
          </a:ln>
          <a:effectLst/>
        </p:spPr>
      </p:cxnSp>
      <p:cxnSp>
        <p:nvCxnSpPr>
          <p:cNvPr id="134" name="直線コネクタ 31"/>
          <p:cNvCxnSpPr/>
          <p:nvPr>
            <p:custDataLst>
              <p:tags r:id="rId10"/>
            </p:custDataLst>
          </p:nvPr>
        </p:nvCxnSpPr>
        <p:spPr>
          <a:xfrm flipH="1">
            <a:off x="7202101" y="2573526"/>
            <a:ext cx="6350" cy="3095625"/>
          </a:xfrm>
          <a:prstGeom prst="line">
            <a:avLst/>
          </a:prstGeom>
          <a:noFill/>
          <a:ln w="31750" cap="flat" cmpd="sng" algn="ctr">
            <a:solidFill>
              <a:srgbClr val="000000">
                <a:lumMod val="50000"/>
                <a:lumOff val="50000"/>
              </a:srgbClr>
            </a:solidFill>
            <a:prstDash val="solid"/>
          </a:ln>
          <a:effectLst/>
        </p:spPr>
      </p:cxnSp>
      <p:cxnSp>
        <p:nvCxnSpPr>
          <p:cNvPr id="135" name="直線コネクタ 290"/>
          <p:cNvCxnSpPr/>
          <p:nvPr>
            <p:custDataLst>
              <p:tags r:id="rId11"/>
            </p:custDataLst>
          </p:nvPr>
        </p:nvCxnSpPr>
        <p:spPr>
          <a:xfrm flipH="1">
            <a:off x="3069840" y="2584636"/>
            <a:ext cx="3175" cy="514350"/>
          </a:xfrm>
          <a:prstGeom prst="line">
            <a:avLst/>
          </a:prstGeom>
          <a:noFill/>
          <a:ln w="31750" cap="flat" cmpd="sng" algn="ctr">
            <a:solidFill>
              <a:srgbClr val="000000">
                <a:lumMod val="50000"/>
                <a:lumOff val="50000"/>
              </a:srgbClr>
            </a:solidFill>
            <a:prstDash val="solid"/>
          </a:ln>
          <a:effectLst/>
        </p:spPr>
      </p:cxnSp>
      <p:cxnSp>
        <p:nvCxnSpPr>
          <p:cNvPr id="136" name="直線コネクタ 29_"/>
          <p:cNvCxnSpPr/>
          <p:nvPr>
            <p:custDataLst>
              <p:tags r:id="rId12"/>
            </p:custDataLst>
          </p:nvPr>
        </p:nvCxnSpPr>
        <p:spPr>
          <a:xfrm>
            <a:off x="1255326" y="2578288"/>
            <a:ext cx="1588" cy="544513"/>
          </a:xfrm>
          <a:prstGeom prst="line">
            <a:avLst/>
          </a:prstGeom>
          <a:noFill/>
          <a:ln w="31750" cap="flat" cmpd="sng" algn="ctr">
            <a:solidFill>
              <a:srgbClr val="000000">
                <a:lumMod val="50000"/>
                <a:lumOff val="50000"/>
              </a:srgbClr>
            </a:solidFill>
            <a:prstDash val="solid"/>
          </a:ln>
          <a:effectLst/>
        </p:spPr>
      </p:cxnSp>
      <p:cxnSp>
        <p:nvCxnSpPr>
          <p:cNvPr id="137" name="直線コネクタ 23"/>
          <p:cNvCxnSpPr/>
          <p:nvPr>
            <p:custDataLst>
              <p:tags r:id="rId13"/>
            </p:custDataLst>
          </p:nvPr>
        </p:nvCxnSpPr>
        <p:spPr>
          <a:xfrm>
            <a:off x="4344601" y="1828986"/>
            <a:ext cx="0" cy="733425"/>
          </a:xfrm>
          <a:prstGeom prst="line">
            <a:avLst/>
          </a:prstGeom>
          <a:noFill/>
          <a:ln w="31750" cap="flat" cmpd="sng" algn="ctr">
            <a:solidFill>
              <a:srgbClr val="000000">
                <a:lumMod val="50000"/>
                <a:lumOff val="50000"/>
              </a:srgbClr>
            </a:solidFill>
            <a:prstDash val="solid"/>
          </a:ln>
          <a:effectLst/>
        </p:spPr>
      </p:cxnSp>
      <p:cxnSp>
        <p:nvCxnSpPr>
          <p:cNvPr id="138" name="直線コネクタ 24"/>
          <p:cNvCxnSpPr/>
          <p:nvPr>
            <p:custDataLst>
              <p:tags r:id="rId14"/>
            </p:custDataLst>
          </p:nvPr>
        </p:nvCxnSpPr>
        <p:spPr>
          <a:xfrm flipV="1">
            <a:off x="1255326" y="2562413"/>
            <a:ext cx="5967413" cy="22225"/>
          </a:xfrm>
          <a:prstGeom prst="line">
            <a:avLst/>
          </a:prstGeom>
          <a:noFill/>
          <a:ln w="31750" cap="flat" cmpd="sng" algn="ctr">
            <a:solidFill>
              <a:srgbClr val="000000">
                <a:lumMod val="50000"/>
                <a:lumOff val="50000"/>
              </a:srgbClr>
            </a:solidFill>
            <a:prstDash val="solid"/>
          </a:ln>
          <a:effectLst/>
        </p:spPr>
      </p:cxnSp>
      <p:cxnSp>
        <p:nvCxnSpPr>
          <p:cNvPr id="139" name="直線コネクタ 38__"/>
          <p:cNvCxnSpPr/>
          <p:nvPr>
            <p:custDataLst>
              <p:tags r:id="rId15"/>
            </p:custDataLst>
          </p:nvPr>
        </p:nvCxnSpPr>
        <p:spPr>
          <a:xfrm flipH="1">
            <a:off x="4679564" y="2584636"/>
            <a:ext cx="1587" cy="520700"/>
          </a:xfrm>
          <a:prstGeom prst="line">
            <a:avLst/>
          </a:prstGeom>
          <a:noFill/>
          <a:ln w="31750" cap="flat" cmpd="sng" algn="ctr">
            <a:solidFill>
              <a:srgbClr val="000000">
                <a:lumMod val="50000"/>
                <a:lumOff val="50000"/>
              </a:srgbClr>
            </a:solidFill>
            <a:prstDash val="solid"/>
          </a:ln>
          <a:effectLst/>
        </p:spPr>
      </p:cxnSp>
      <p:cxnSp>
        <p:nvCxnSpPr>
          <p:cNvPr id="140" name="直線コネクタ 35_"/>
          <p:cNvCxnSpPr/>
          <p:nvPr>
            <p:custDataLst>
              <p:tags r:id="rId16"/>
            </p:custDataLst>
          </p:nvPr>
        </p:nvCxnSpPr>
        <p:spPr>
          <a:xfrm>
            <a:off x="988626" y="5278624"/>
            <a:ext cx="439738" cy="0"/>
          </a:xfrm>
          <a:prstGeom prst="line">
            <a:avLst/>
          </a:prstGeom>
          <a:noFill/>
          <a:ln w="31750" cap="flat" cmpd="sng" algn="ctr">
            <a:solidFill>
              <a:srgbClr val="000000">
                <a:lumMod val="50000"/>
                <a:lumOff val="50000"/>
              </a:srgbClr>
            </a:solidFill>
            <a:prstDash val="solid"/>
          </a:ln>
          <a:effectLst/>
        </p:spPr>
      </p:cxnSp>
      <p:cxnSp>
        <p:nvCxnSpPr>
          <p:cNvPr id="141" name="直線コネクタ 33_"/>
          <p:cNvCxnSpPr/>
          <p:nvPr>
            <p:custDataLst>
              <p:tags r:id="rId17"/>
            </p:custDataLst>
          </p:nvPr>
        </p:nvCxnSpPr>
        <p:spPr>
          <a:xfrm>
            <a:off x="988626" y="4245161"/>
            <a:ext cx="439738" cy="0"/>
          </a:xfrm>
          <a:prstGeom prst="line">
            <a:avLst/>
          </a:prstGeom>
          <a:noFill/>
          <a:ln w="31750" cap="flat" cmpd="sng" algn="ctr">
            <a:solidFill>
              <a:srgbClr val="000000">
                <a:lumMod val="50000"/>
                <a:lumOff val="50000"/>
              </a:srgbClr>
            </a:solidFill>
            <a:prstDash val="solid"/>
          </a:ln>
          <a:effectLst/>
        </p:spPr>
      </p:cxnSp>
      <p:cxnSp>
        <p:nvCxnSpPr>
          <p:cNvPr id="142" name="直線コネクタ 31_"/>
          <p:cNvCxnSpPr/>
          <p:nvPr>
            <p:custDataLst>
              <p:tags r:id="rId18"/>
            </p:custDataLst>
          </p:nvPr>
        </p:nvCxnSpPr>
        <p:spPr>
          <a:xfrm>
            <a:off x="985451" y="3484749"/>
            <a:ext cx="0" cy="1798637"/>
          </a:xfrm>
          <a:prstGeom prst="line">
            <a:avLst/>
          </a:prstGeom>
          <a:noFill/>
          <a:ln w="31750" cap="flat" cmpd="sng" algn="ctr">
            <a:solidFill>
              <a:srgbClr val="000000">
                <a:lumMod val="50000"/>
                <a:lumOff val="50000"/>
              </a:srgbClr>
            </a:solidFill>
            <a:prstDash val="solid"/>
          </a:ln>
          <a:effectLst/>
        </p:spPr>
      </p:cxnSp>
      <p:grpSp>
        <p:nvGrpSpPr>
          <p:cNvPr id="143" name="Group 82"/>
          <p:cNvGrpSpPr>
            <a:grpSpLocks/>
          </p:cNvGrpSpPr>
          <p:nvPr/>
        </p:nvGrpSpPr>
        <p:grpSpPr bwMode="auto">
          <a:xfrm>
            <a:off x="4049326" y="3033901"/>
            <a:ext cx="1263650" cy="503237"/>
            <a:chOff x="5131296" y="2582044"/>
            <a:chExt cx="1585957" cy="504056"/>
          </a:xfrm>
        </p:grpSpPr>
        <p:sp>
          <p:nvSpPr>
            <p:cNvPr id="144" name="正方形/長方形 16"/>
            <p:cNvSpPr/>
            <p:nvPr>
              <p:custDataLst>
                <p:tags r:id="rId57"/>
              </p:custDataLst>
            </p:nvPr>
          </p:nvSpPr>
          <p:spPr>
            <a:xfrm>
              <a:off x="5131296" y="2582044"/>
              <a:ext cx="1583965" cy="504056"/>
            </a:xfrm>
            <a:prstGeom prst="rect">
              <a:avLst/>
            </a:prstGeom>
            <a:solidFill>
              <a:srgbClr val="153B63"/>
            </a:solidFill>
            <a:ln w="25400" cap="flat" cmpd="sng" algn="ctr">
              <a:noFill/>
              <a:prstDash val="solid"/>
            </a:ln>
            <a:effectLst/>
          </p:spPr>
          <p:txBody>
            <a:bodyPr anchor="ctr"/>
            <a:lstStyle/>
            <a:p>
              <a:pPr marL="0" marR="0" lvl="0" indent="0" defTabSz="914400" eaLnBrk="0" fontAlgn="auto" latinLnBrk="0" hangingPunct="0">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anose="020B0604020202020204" pitchFamily="34" charset="0"/>
                </a:rPr>
                <a:t>System</a:t>
              </a:r>
            </a:p>
            <a:p>
              <a:pPr marL="0" marR="0" lvl="0" indent="0" defTabSz="914400" eaLnBrk="0" fontAlgn="auto" latinLnBrk="0" hangingPunct="0">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anose="020B0604020202020204" pitchFamily="34" charset="0"/>
                </a:rPr>
                <a:t>GS/ENS1-JP </a:t>
              </a:r>
            </a:p>
            <a:p>
              <a:pPr marL="0" marR="0" lvl="0" indent="0" defTabSz="914400" eaLnBrk="0" fontAlgn="auto" latinLnBrk="0" hangingPunct="0">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anose="020B0604020202020204" pitchFamily="34" charset="0"/>
                </a:rPr>
                <a:t>Ogino Ryuusuke</a:t>
              </a:r>
            </a:p>
          </p:txBody>
        </p:sp>
        <p:pic>
          <p:nvPicPr>
            <p:cNvPr id="145" name="Picture 196__" descr="ML26"/>
            <p:cNvPicPr>
              <a:picLocks noChangeAspect="1" noChangeArrowheads="1"/>
            </p:cNvPicPr>
            <p:nvPr>
              <p:custDataLst>
                <p:tags r:id="rId58"/>
              </p:custDataLst>
            </p:nvPr>
          </p:nvPicPr>
          <p:blipFill>
            <a:blip r:embed="rId62">
              <a:extLst>
                <a:ext uri="{28A0092B-C50C-407E-A947-70E740481C1C}">
                  <a14:useLocalDpi xmlns:a14="http://schemas.microsoft.com/office/drawing/2010/main" val="0"/>
                </a:ext>
              </a:extLst>
            </a:blip>
            <a:srcRect/>
            <a:stretch>
              <a:fillRect/>
            </a:stretch>
          </p:blipFill>
          <p:spPr bwMode="auto">
            <a:xfrm>
              <a:off x="6479128" y="2598207"/>
              <a:ext cx="238125" cy="12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46" name="Group 106"/>
          <p:cNvGrpSpPr>
            <a:grpSpLocks/>
          </p:cNvGrpSpPr>
          <p:nvPr/>
        </p:nvGrpSpPr>
        <p:grpSpPr bwMode="auto">
          <a:xfrm>
            <a:off x="598101" y="3043426"/>
            <a:ext cx="1377950" cy="504825"/>
            <a:chOff x="1098848" y="3230116"/>
            <a:chExt cx="1584176" cy="504056"/>
          </a:xfrm>
        </p:grpSpPr>
        <p:sp>
          <p:nvSpPr>
            <p:cNvPr id="147" name="正方形/長方形 13"/>
            <p:cNvSpPr/>
            <p:nvPr>
              <p:custDataLst>
                <p:tags r:id="rId55"/>
              </p:custDataLst>
            </p:nvPr>
          </p:nvSpPr>
          <p:spPr>
            <a:xfrm>
              <a:off x="1098848" y="3230116"/>
              <a:ext cx="1584176" cy="504056"/>
            </a:xfrm>
            <a:prstGeom prst="rect">
              <a:avLst/>
            </a:prstGeom>
            <a:solidFill>
              <a:srgbClr val="153B63"/>
            </a:solidFill>
            <a:ln w="25400" cap="flat" cmpd="sng" algn="ctr">
              <a:noFill/>
              <a:prstDash val="solid"/>
            </a:ln>
            <a:effectLst/>
          </p:spPr>
          <p:txBody>
            <a:bodyPr anchor="ctr"/>
            <a:lstStyle/>
            <a:p>
              <a:pPr marL="0" marR="0" lvl="0" indent="0" defTabSz="914400" eaLnBrk="0" fontAlgn="auto" latinLnBrk="0" hangingPunct="0">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anose="020B0604020202020204" pitchFamily="34" charset="0"/>
                </a:rPr>
                <a:t>ECU SW &amp; HW</a:t>
              </a:r>
            </a:p>
            <a:p>
              <a:pPr marL="0" marR="0" lvl="0" indent="0" defTabSz="914400" eaLnBrk="0" fontAlgn="auto" latinLnBrk="0" hangingPunct="0">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anose="020B0604020202020204" pitchFamily="34" charset="0"/>
                </a:rPr>
                <a:t>DGS-EC/ECA2</a:t>
              </a:r>
            </a:p>
            <a:p>
              <a:pPr marL="0" marR="0" lvl="0" indent="0" defTabSz="914400" eaLnBrk="0" fontAlgn="auto" latinLnBrk="0" hangingPunct="0">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anose="020B0604020202020204" pitchFamily="34" charset="0"/>
                </a:rPr>
                <a:t>Cheng Yan</a:t>
              </a:r>
            </a:p>
          </p:txBody>
        </p:sp>
        <p:pic>
          <p:nvPicPr>
            <p:cNvPr id="148" name="Picture 10" descr="Bild in Originalgröße anzeigen"/>
            <p:cNvPicPr>
              <a:picLocks noChangeAspect="1" noChangeArrowheads="1"/>
            </p:cNvPicPr>
            <p:nvPr>
              <p:custDataLst>
                <p:tags r:id="rId56"/>
              </p:custDataLst>
            </p:nvPr>
          </p:nvPicPr>
          <p:blipFill>
            <a:blip r:embed="rId63" cstate="print">
              <a:extLst>
                <a:ext uri="{28A0092B-C50C-407E-A947-70E740481C1C}">
                  <a14:useLocalDpi xmlns:a14="http://schemas.microsoft.com/office/drawing/2010/main" val="0"/>
                </a:ext>
              </a:extLst>
            </a:blip>
            <a:srcRect/>
            <a:stretch>
              <a:fillRect/>
            </a:stretch>
          </p:blipFill>
          <p:spPr bwMode="auto">
            <a:xfrm>
              <a:off x="2445424" y="3240405"/>
              <a:ext cx="237600" cy="1378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49" name="グループ化 17"/>
          <p:cNvGrpSpPr>
            <a:grpSpLocks/>
          </p:cNvGrpSpPr>
          <p:nvPr/>
        </p:nvGrpSpPr>
        <p:grpSpPr bwMode="auto">
          <a:xfrm>
            <a:off x="1236276" y="3997511"/>
            <a:ext cx="1365250" cy="503238"/>
            <a:chOff x="596954" y="3275216"/>
            <a:chExt cx="1366128" cy="504056"/>
          </a:xfrm>
        </p:grpSpPr>
        <p:sp>
          <p:nvSpPr>
            <p:cNvPr id="150" name="正方形/長方形 19"/>
            <p:cNvSpPr/>
            <p:nvPr>
              <p:custDataLst>
                <p:tags r:id="rId53"/>
              </p:custDataLst>
            </p:nvPr>
          </p:nvSpPr>
          <p:spPr>
            <a:xfrm>
              <a:off x="596954" y="3275216"/>
              <a:ext cx="1366128" cy="504056"/>
            </a:xfrm>
            <a:prstGeom prst="rect">
              <a:avLst/>
            </a:prstGeom>
            <a:solidFill>
              <a:srgbClr val="153B63"/>
            </a:solidFill>
            <a:ln w="25400" cap="flat" cmpd="sng" algn="ctr">
              <a:noFill/>
              <a:prstDash val="solid"/>
            </a:ln>
            <a:effectLst/>
          </p:spPr>
          <p:txBody>
            <a:bodyPr anchor="ctr"/>
            <a:lstStyle/>
            <a:p>
              <a:pPr marL="0" marR="0" lvl="0" indent="0" defTabSz="914400" eaLnBrk="0" fontAlgn="auto" latinLnBrk="0" hangingPunct="0">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anose="020B0604020202020204" pitchFamily="34" charset="0"/>
                </a:rPr>
                <a:t>ECU SW</a:t>
              </a:r>
            </a:p>
            <a:p>
              <a:pPr marL="0" marR="0" lvl="0" indent="0" defTabSz="914400" eaLnBrk="0" fontAlgn="auto" latinLnBrk="0" hangingPunct="0">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anose="020B0604020202020204" pitchFamily="34" charset="0"/>
                </a:rPr>
                <a:t>DGS-EC/ECA2</a:t>
              </a:r>
            </a:p>
            <a:p>
              <a:pPr marL="0" marR="0" lvl="0" indent="0" defTabSz="914400" eaLnBrk="0" fontAlgn="auto" latinLnBrk="0" hangingPunct="0">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anose="020B0604020202020204" pitchFamily="34" charset="0"/>
                </a:rPr>
                <a:t>Spahr Daniel</a:t>
              </a:r>
            </a:p>
          </p:txBody>
        </p:sp>
        <p:pic>
          <p:nvPicPr>
            <p:cNvPr id="151" name="Picture 10_" descr="Bild in Originalgröße anzeigen"/>
            <p:cNvPicPr>
              <a:picLocks noChangeAspect="1" noChangeArrowheads="1"/>
            </p:cNvPicPr>
            <p:nvPr>
              <p:custDataLst>
                <p:tags r:id="rId54"/>
              </p:custDataLst>
            </p:nvPr>
          </p:nvPicPr>
          <p:blipFill>
            <a:blip r:embed="rId63" cstate="print">
              <a:extLst>
                <a:ext uri="{28A0092B-C50C-407E-A947-70E740481C1C}">
                  <a14:useLocalDpi xmlns:a14="http://schemas.microsoft.com/office/drawing/2010/main" val="0"/>
                </a:ext>
              </a:extLst>
            </a:blip>
            <a:srcRect/>
            <a:stretch>
              <a:fillRect/>
            </a:stretch>
          </p:blipFill>
          <p:spPr bwMode="auto">
            <a:xfrm>
              <a:off x="1740872" y="3309269"/>
              <a:ext cx="204896" cy="136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52" name="グループ化 46"/>
          <p:cNvGrpSpPr>
            <a:grpSpLocks/>
          </p:cNvGrpSpPr>
          <p:nvPr/>
        </p:nvGrpSpPr>
        <p:grpSpPr bwMode="auto">
          <a:xfrm>
            <a:off x="3630227" y="1574987"/>
            <a:ext cx="1450975" cy="504825"/>
            <a:chOff x="2881238" y="1515328"/>
            <a:chExt cx="1584176" cy="504056"/>
          </a:xfrm>
        </p:grpSpPr>
        <p:sp>
          <p:nvSpPr>
            <p:cNvPr id="153" name="正方形/長方形 12"/>
            <p:cNvSpPr/>
            <p:nvPr>
              <p:custDataLst>
                <p:tags r:id="rId51"/>
              </p:custDataLst>
            </p:nvPr>
          </p:nvSpPr>
          <p:spPr>
            <a:xfrm>
              <a:off x="2881238" y="1515328"/>
              <a:ext cx="1584176" cy="504056"/>
            </a:xfrm>
            <a:prstGeom prst="rect">
              <a:avLst/>
            </a:prstGeom>
            <a:solidFill>
              <a:srgbClr val="153B63"/>
            </a:solidFill>
            <a:ln w="25400" cap="flat" cmpd="sng" algn="ctr">
              <a:noFill/>
              <a:prstDash val="solid"/>
            </a:ln>
            <a:effectLst/>
          </p:spPr>
          <p:txBody>
            <a:bodyPr anchor="ctr"/>
            <a:lstStyle/>
            <a:p>
              <a:pPr marL="0" marR="0" lvl="0" indent="0" defTabSz="914400" eaLnBrk="0" fontAlgn="auto" latinLnBrk="0" hangingPunct="0">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anose="020B0604020202020204" pitchFamily="34" charset="0"/>
                </a:rPr>
                <a:t>Project leader PjM</a:t>
              </a:r>
            </a:p>
            <a:p>
              <a:pPr marL="0" marR="0" lvl="0" indent="0" defTabSz="914400" eaLnBrk="0" fontAlgn="auto" latinLnBrk="0" hangingPunct="0">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anose="020B0604020202020204" pitchFamily="34" charset="0"/>
                </a:rPr>
                <a:t>GS/SHO-P </a:t>
              </a:r>
            </a:p>
            <a:p>
              <a:pPr marL="0" marR="0" lvl="0" indent="0" defTabSz="914400" eaLnBrk="0" fontAlgn="auto" latinLnBrk="0" hangingPunct="0">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anose="020B0604020202020204" pitchFamily="34" charset="0"/>
                </a:rPr>
                <a:t>Aida Eiji</a:t>
              </a:r>
            </a:p>
          </p:txBody>
        </p:sp>
        <p:pic>
          <p:nvPicPr>
            <p:cNvPr id="154" name="Picture 196______" descr="ML26"/>
            <p:cNvPicPr>
              <a:picLocks noChangeAspect="1" noChangeArrowheads="1"/>
            </p:cNvPicPr>
            <p:nvPr>
              <p:custDataLst>
                <p:tags r:id="rId52"/>
              </p:custDataLst>
            </p:nvPr>
          </p:nvPicPr>
          <p:blipFill>
            <a:blip r:embed="rId64">
              <a:extLst>
                <a:ext uri="{28A0092B-C50C-407E-A947-70E740481C1C}">
                  <a14:useLocalDpi xmlns:a14="http://schemas.microsoft.com/office/drawing/2010/main" val="0"/>
                </a:ext>
              </a:extLst>
            </a:blip>
            <a:srcRect/>
            <a:stretch>
              <a:fillRect/>
            </a:stretch>
          </p:blipFill>
          <p:spPr bwMode="auto">
            <a:xfrm>
              <a:off x="4227289" y="1515328"/>
              <a:ext cx="238125" cy="15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55" name="グループ化 25"/>
          <p:cNvGrpSpPr>
            <a:grpSpLocks/>
          </p:cNvGrpSpPr>
          <p:nvPr/>
        </p:nvGrpSpPr>
        <p:grpSpPr bwMode="auto">
          <a:xfrm>
            <a:off x="2404676" y="3046601"/>
            <a:ext cx="1343025" cy="504825"/>
            <a:chOff x="2750114" y="3387317"/>
            <a:chExt cx="1584176" cy="504056"/>
          </a:xfrm>
        </p:grpSpPr>
        <p:sp>
          <p:nvSpPr>
            <p:cNvPr id="156" name="正方形/長方形 140"/>
            <p:cNvSpPr/>
            <p:nvPr>
              <p:custDataLst>
                <p:tags r:id="rId49"/>
              </p:custDataLst>
            </p:nvPr>
          </p:nvSpPr>
          <p:spPr>
            <a:xfrm>
              <a:off x="2750114" y="3387317"/>
              <a:ext cx="1584176" cy="504056"/>
            </a:xfrm>
            <a:prstGeom prst="rect">
              <a:avLst/>
            </a:prstGeom>
            <a:solidFill>
              <a:srgbClr val="003264"/>
            </a:solidFill>
            <a:ln w="25400" cap="flat" cmpd="sng" algn="ctr">
              <a:noFill/>
              <a:prstDash val="solid"/>
            </a:ln>
            <a:effectLst/>
          </p:spPr>
          <p:txBody>
            <a:bodyPr anchor="ctr"/>
            <a:lstStyle/>
            <a:p>
              <a:pPr marL="0" marR="0" lvl="0" indent="0" defTabSz="914400" eaLnBrk="0" fontAlgn="auto" latinLnBrk="0" hangingPunct="0">
                <a:lnSpc>
                  <a:spcPct val="100000"/>
                </a:lnSpc>
                <a:spcBef>
                  <a:spcPts val="0"/>
                </a:spcBef>
                <a:spcAft>
                  <a:spcPts val="0"/>
                </a:spcAft>
                <a:buClrTx/>
                <a:buSzTx/>
                <a:buFontTx/>
                <a:buNone/>
                <a:tabLst/>
                <a:defRPr/>
              </a:pPr>
              <a:r>
                <a:rPr kumimoji="0" lang="en-US" altLang="ja-JP" sz="1000" b="0" i="0" u="none" strike="noStrike" kern="0" cap="none" spc="0" normalizeH="0" baseline="0" noProof="0">
                  <a:ln>
                    <a:noFill/>
                  </a:ln>
                  <a:solidFill>
                    <a:srgbClr val="FFFFFF"/>
                  </a:solidFill>
                  <a:effectLst/>
                  <a:uLnTx/>
                  <a:uFillTx/>
                  <a:latin typeface="Meiryo UI" panose="020B0604030504040204" pitchFamily="50" charset="-128"/>
                  <a:ea typeface="+mn-ea"/>
                  <a:cs typeface="Arial" charset="0"/>
                </a:rPr>
                <a:t>Cal. SPJM </a:t>
              </a:r>
            </a:p>
            <a:p>
              <a:pPr marL="0" marR="0" lvl="0" indent="0" defTabSz="914400" eaLnBrk="0" fontAlgn="auto" latinLnBrk="0" hangingPunct="0">
                <a:lnSpc>
                  <a:spcPct val="100000"/>
                </a:lnSpc>
                <a:spcBef>
                  <a:spcPts val="0"/>
                </a:spcBef>
                <a:spcAft>
                  <a:spcPts val="0"/>
                </a:spcAft>
                <a:buClrTx/>
                <a:buSzTx/>
                <a:buFontTx/>
                <a:buNone/>
                <a:tabLst/>
                <a:defRPr/>
              </a:pPr>
              <a:r>
                <a:rPr kumimoji="0" lang="en-US" altLang="ja-JP" sz="1000" b="0" i="0" u="none" strike="noStrike" kern="0" cap="none" spc="0" normalizeH="0" baseline="0" noProof="0">
                  <a:ln>
                    <a:noFill/>
                  </a:ln>
                  <a:solidFill>
                    <a:srgbClr val="FFFFFF"/>
                  </a:solidFill>
                  <a:effectLst/>
                  <a:uLnTx/>
                  <a:uFillTx/>
                  <a:latin typeface="Meiryo UI" panose="020B0604030504040204" pitchFamily="50" charset="-128"/>
                  <a:ea typeface="+mn-ea"/>
                  <a:cs typeface="Arial" charset="0"/>
                </a:rPr>
                <a:t>DGS-EC/EAU1</a:t>
              </a:r>
            </a:p>
            <a:p>
              <a:pPr marL="0" marR="0" lvl="0" indent="0" defTabSz="914400" eaLnBrk="0" fontAlgn="auto" latinLnBrk="0" hangingPunct="0">
                <a:lnSpc>
                  <a:spcPct val="100000"/>
                </a:lnSpc>
                <a:spcBef>
                  <a:spcPts val="0"/>
                </a:spcBef>
                <a:spcAft>
                  <a:spcPts val="0"/>
                </a:spcAft>
                <a:buClrTx/>
                <a:buSzTx/>
                <a:buFontTx/>
                <a:buNone/>
                <a:tabLst/>
                <a:defRPr/>
              </a:pPr>
              <a:r>
                <a:rPr kumimoji="0" lang="en-US" altLang="ja-JP" sz="1000" b="0" i="0" u="none" strike="noStrike" kern="0" cap="none" spc="0" normalizeH="0" baseline="0" noProof="0">
                  <a:ln>
                    <a:noFill/>
                  </a:ln>
                  <a:solidFill>
                    <a:srgbClr val="FFFFFF"/>
                  </a:solidFill>
                  <a:effectLst/>
                  <a:uLnTx/>
                  <a:uFillTx/>
                  <a:latin typeface="Bosch Office Sans"/>
                  <a:ea typeface="+mn-ea"/>
                  <a:cs typeface="+mn-cs"/>
                </a:rPr>
                <a:t>Walker Stephan</a:t>
              </a:r>
              <a:endParaRPr kumimoji="0" lang="en-US" altLang="ja-JP" sz="1000" b="0" i="0" u="none" strike="noStrike" kern="0" cap="none" spc="0" normalizeH="0" baseline="0" noProof="0">
                <a:ln>
                  <a:noFill/>
                </a:ln>
                <a:solidFill>
                  <a:srgbClr val="FFFFFF"/>
                </a:solidFill>
                <a:effectLst/>
                <a:uLnTx/>
                <a:uFillTx/>
                <a:latin typeface="Meiryo UI" panose="020B0604030504040204" pitchFamily="50" charset="-128"/>
                <a:ea typeface="+mn-ea"/>
                <a:cs typeface="Arial" charset="0"/>
              </a:endParaRPr>
            </a:p>
          </p:txBody>
        </p:sp>
        <p:pic>
          <p:nvPicPr>
            <p:cNvPr id="157" name="Picture 10____" descr="Bild in Originalgröße anzeigen"/>
            <p:cNvPicPr>
              <a:picLocks noChangeAspect="1" noChangeArrowheads="1"/>
            </p:cNvPicPr>
            <p:nvPr>
              <p:custDataLst>
                <p:tags r:id="rId50"/>
              </p:custDataLst>
            </p:nvPr>
          </p:nvPicPr>
          <p:blipFill>
            <a:blip r:embed="rId63" cstate="print">
              <a:extLst>
                <a:ext uri="{28A0092B-C50C-407E-A947-70E740481C1C}">
                  <a14:useLocalDpi xmlns:a14="http://schemas.microsoft.com/office/drawing/2010/main" val="0"/>
                </a:ext>
              </a:extLst>
            </a:blip>
            <a:srcRect/>
            <a:stretch>
              <a:fillRect/>
            </a:stretch>
          </p:blipFill>
          <p:spPr bwMode="auto">
            <a:xfrm>
              <a:off x="4091417" y="3402876"/>
              <a:ext cx="237599" cy="134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58" name="グループ化 27"/>
          <p:cNvGrpSpPr>
            <a:grpSpLocks/>
          </p:cNvGrpSpPr>
          <p:nvPr/>
        </p:nvGrpSpPr>
        <p:grpSpPr bwMode="auto">
          <a:xfrm>
            <a:off x="5571739" y="3033901"/>
            <a:ext cx="1223962" cy="504825"/>
            <a:chOff x="4797516" y="3727597"/>
            <a:chExt cx="1601110" cy="504056"/>
          </a:xfrm>
        </p:grpSpPr>
        <p:sp>
          <p:nvSpPr>
            <p:cNvPr id="159" name="正方形/長方形 12_00"/>
            <p:cNvSpPr/>
            <p:nvPr>
              <p:custDataLst>
                <p:tags r:id="rId47"/>
              </p:custDataLst>
            </p:nvPr>
          </p:nvSpPr>
          <p:spPr>
            <a:xfrm>
              <a:off x="4797516" y="3727597"/>
              <a:ext cx="1601110" cy="504056"/>
            </a:xfrm>
            <a:prstGeom prst="rect">
              <a:avLst/>
            </a:prstGeom>
            <a:solidFill>
              <a:srgbClr val="153B63"/>
            </a:solidFill>
            <a:ln w="25400" cap="flat" cmpd="sng" algn="ctr">
              <a:noFill/>
              <a:prstDash val="solid"/>
            </a:ln>
            <a:effectLst/>
          </p:spPr>
          <p:txBody>
            <a:bodyPr anchor="ctr"/>
            <a:lstStyle/>
            <a:p>
              <a:pPr marL="0" marR="0" lvl="0" indent="0" defTabSz="914400" eaLnBrk="0" fontAlgn="auto" latinLnBrk="0" hangingPunct="0">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anose="020B0604020202020204" pitchFamily="34" charset="0"/>
                </a:rPr>
                <a:t>Sales </a:t>
              </a:r>
            </a:p>
            <a:p>
              <a:pPr marL="0" marR="0" lvl="0" indent="0" defTabSz="914400" eaLnBrk="0" fontAlgn="auto" latinLnBrk="0" hangingPunct="0">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anose="020B0604020202020204" pitchFamily="34" charset="0"/>
                </a:rPr>
                <a:t>GS/SHO2</a:t>
              </a:r>
            </a:p>
            <a:p>
              <a:pPr marL="0" marR="0" lvl="0" indent="0" defTabSz="914400" eaLnBrk="0" fontAlgn="auto" latinLnBrk="0" hangingPunct="0">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anose="020B0604020202020204" pitchFamily="34" charset="0"/>
                </a:rPr>
                <a:t>Kochiwa Rin</a:t>
              </a:r>
            </a:p>
          </p:txBody>
        </p:sp>
        <p:pic>
          <p:nvPicPr>
            <p:cNvPr id="160" name="Picture 196000" descr="ML26"/>
            <p:cNvPicPr>
              <a:picLocks noChangeAspect="1" noChangeArrowheads="1"/>
            </p:cNvPicPr>
            <p:nvPr>
              <p:custDataLst>
                <p:tags r:id="rId48"/>
              </p:custDataLst>
            </p:nvPr>
          </p:nvPicPr>
          <p:blipFill>
            <a:blip r:embed="rId65">
              <a:extLst>
                <a:ext uri="{28A0092B-C50C-407E-A947-70E740481C1C}">
                  <a14:useLocalDpi xmlns:a14="http://schemas.microsoft.com/office/drawing/2010/main" val="0"/>
                </a:ext>
              </a:extLst>
            </a:blip>
            <a:srcRect/>
            <a:stretch>
              <a:fillRect/>
            </a:stretch>
          </p:blipFill>
          <p:spPr bwMode="auto">
            <a:xfrm>
              <a:off x="6160501" y="3739758"/>
              <a:ext cx="238125" cy="1213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cxnSp>
        <p:nvCxnSpPr>
          <p:cNvPr id="161" name="直線コネクタ 35____"/>
          <p:cNvCxnSpPr/>
          <p:nvPr>
            <p:custDataLst>
              <p:tags r:id="rId19"/>
            </p:custDataLst>
          </p:nvPr>
        </p:nvCxnSpPr>
        <p:spPr>
          <a:xfrm>
            <a:off x="7202101" y="5661211"/>
            <a:ext cx="439738" cy="0"/>
          </a:xfrm>
          <a:prstGeom prst="line">
            <a:avLst/>
          </a:prstGeom>
          <a:noFill/>
          <a:ln w="31750" cap="flat" cmpd="sng" algn="ctr">
            <a:solidFill>
              <a:srgbClr val="000000">
                <a:lumMod val="50000"/>
                <a:lumOff val="50000"/>
              </a:srgbClr>
            </a:solidFill>
            <a:prstDash val="solid"/>
          </a:ln>
          <a:effectLst/>
        </p:spPr>
      </p:cxnSp>
      <p:cxnSp>
        <p:nvCxnSpPr>
          <p:cNvPr id="162" name="直線コネクタ 35_____"/>
          <p:cNvCxnSpPr/>
          <p:nvPr>
            <p:custDataLst>
              <p:tags r:id="rId20"/>
            </p:custDataLst>
          </p:nvPr>
        </p:nvCxnSpPr>
        <p:spPr>
          <a:xfrm>
            <a:off x="7208451" y="4130861"/>
            <a:ext cx="439738" cy="0"/>
          </a:xfrm>
          <a:prstGeom prst="line">
            <a:avLst/>
          </a:prstGeom>
          <a:noFill/>
          <a:ln w="31750" cap="flat" cmpd="sng" algn="ctr">
            <a:solidFill>
              <a:srgbClr val="000000">
                <a:lumMod val="50000"/>
                <a:lumOff val="50000"/>
              </a:srgbClr>
            </a:solidFill>
            <a:prstDash val="solid"/>
          </a:ln>
          <a:effectLst/>
        </p:spPr>
      </p:cxnSp>
      <p:cxnSp>
        <p:nvCxnSpPr>
          <p:cNvPr id="163" name="直線コネクタ 33__"/>
          <p:cNvCxnSpPr/>
          <p:nvPr>
            <p:custDataLst>
              <p:tags r:id="rId21"/>
            </p:custDataLst>
          </p:nvPr>
        </p:nvCxnSpPr>
        <p:spPr>
          <a:xfrm>
            <a:off x="7202101" y="4808724"/>
            <a:ext cx="438150" cy="0"/>
          </a:xfrm>
          <a:prstGeom prst="line">
            <a:avLst/>
          </a:prstGeom>
          <a:noFill/>
          <a:ln w="31750" cap="flat" cmpd="sng" algn="ctr">
            <a:solidFill>
              <a:srgbClr val="000000">
                <a:lumMod val="50000"/>
                <a:lumOff val="50000"/>
              </a:srgbClr>
            </a:solidFill>
            <a:prstDash val="solid"/>
          </a:ln>
          <a:effectLst/>
        </p:spPr>
      </p:cxnSp>
      <p:sp>
        <p:nvSpPr>
          <p:cNvPr id="164" name="正方形/長方形 1500"/>
          <p:cNvSpPr/>
          <p:nvPr>
            <p:custDataLst>
              <p:tags r:id="rId22"/>
            </p:custDataLst>
          </p:nvPr>
        </p:nvSpPr>
        <p:spPr>
          <a:xfrm>
            <a:off x="7311639" y="4589651"/>
            <a:ext cx="1274762" cy="503237"/>
          </a:xfrm>
          <a:prstGeom prst="rect">
            <a:avLst/>
          </a:prstGeom>
          <a:solidFill>
            <a:srgbClr val="003264"/>
          </a:solidFill>
          <a:ln w="25400" cap="flat" cmpd="sng" algn="ctr">
            <a:noFill/>
            <a:prstDash val="solid"/>
          </a:ln>
          <a:effectLst/>
        </p:spPr>
        <p:txBody>
          <a:bodyPr anchor="ctr"/>
          <a:lstStyle>
            <a:lvl1pPr>
              <a:defRPr>
                <a:solidFill>
                  <a:schemeClr val="tx1"/>
                </a:solidFill>
                <a:latin typeface="Bosch Office Sans" panose="020B0604020202020204" pitchFamily="34" charset="0"/>
              </a:defRPr>
            </a:lvl1pPr>
            <a:lvl2pPr marL="742950" indent="-285750">
              <a:defRPr>
                <a:solidFill>
                  <a:schemeClr val="tx1"/>
                </a:solidFill>
                <a:latin typeface="Bosch Office Sans" panose="020B0604020202020204" pitchFamily="34" charset="0"/>
              </a:defRPr>
            </a:lvl2pPr>
            <a:lvl3pPr marL="1143000" indent="-228600">
              <a:defRPr>
                <a:solidFill>
                  <a:schemeClr val="tx1"/>
                </a:solidFill>
                <a:latin typeface="Bosch Office Sans" panose="020B0604020202020204" pitchFamily="34" charset="0"/>
              </a:defRPr>
            </a:lvl3pPr>
            <a:lvl4pPr marL="1600200" indent="-228600">
              <a:defRPr>
                <a:solidFill>
                  <a:schemeClr val="tx1"/>
                </a:solidFill>
                <a:latin typeface="Bosch Office Sans" panose="020B0604020202020204" pitchFamily="34" charset="0"/>
              </a:defRPr>
            </a:lvl4pPr>
            <a:lvl5pPr marL="2057400" indent="-228600">
              <a:defRPr>
                <a:solidFill>
                  <a:schemeClr val="tx1"/>
                </a:solidFill>
                <a:latin typeface="Bosch Office Sans" panose="020B0604020202020204" pitchFamily="34" charset="0"/>
              </a:defRPr>
            </a:lvl5pPr>
            <a:lvl6pPr marL="2514600" indent="-228600" eaLnBrk="0" fontAlgn="base" hangingPunct="0">
              <a:spcBef>
                <a:spcPct val="0"/>
              </a:spcBef>
              <a:spcAft>
                <a:spcPct val="0"/>
              </a:spcAft>
              <a:defRPr>
                <a:solidFill>
                  <a:schemeClr val="tx1"/>
                </a:solidFill>
                <a:latin typeface="Bosch Office Sans" panose="020B0604020202020204" pitchFamily="34" charset="0"/>
              </a:defRPr>
            </a:lvl6pPr>
            <a:lvl7pPr marL="2971800" indent="-228600" eaLnBrk="0" fontAlgn="base" hangingPunct="0">
              <a:spcBef>
                <a:spcPct val="0"/>
              </a:spcBef>
              <a:spcAft>
                <a:spcPct val="0"/>
              </a:spcAft>
              <a:defRPr>
                <a:solidFill>
                  <a:schemeClr val="tx1"/>
                </a:solidFill>
                <a:latin typeface="Bosch Office Sans" panose="020B0604020202020204" pitchFamily="34" charset="0"/>
              </a:defRPr>
            </a:lvl7pPr>
            <a:lvl8pPr marL="3429000" indent="-228600" eaLnBrk="0" fontAlgn="base" hangingPunct="0">
              <a:spcBef>
                <a:spcPct val="0"/>
              </a:spcBef>
              <a:spcAft>
                <a:spcPct val="0"/>
              </a:spcAft>
              <a:defRPr>
                <a:solidFill>
                  <a:schemeClr val="tx1"/>
                </a:solidFill>
                <a:latin typeface="Bosch Office Sans" panose="020B0604020202020204" pitchFamily="34" charset="0"/>
              </a:defRPr>
            </a:lvl8pPr>
            <a:lvl9pPr marL="3886200" indent="-228600" eaLnBrk="0" fontAlgn="base" hangingPunct="0">
              <a:spcBef>
                <a:spcPct val="0"/>
              </a:spcBef>
              <a:spcAft>
                <a:spcPct val="0"/>
              </a:spcAft>
              <a:defRPr>
                <a:solidFill>
                  <a:schemeClr val="tx1"/>
                </a:solidFill>
                <a:latin typeface="Bosch Office Sans" panose="020B0604020202020204" pitchFamily="34"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r>
              <a:rPr kumimoji="0" lang="en-US" altLang="ja-JP" sz="1000" b="0" i="0" u="none" strike="noStrike" kern="0" cap="none" spc="0" normalizeH="0" baseline="0" noProof="0">
                <a:ln>
                  <a:noFill/>
                </a:ln>
                <a:solidFill>
                  <a:srgbClr val="FFFFFF"/>
                </a:solidFill>
                <a:effectLst/>
                <a:uLnTx/>
                <a:uFillTx/>
                <a:latin typeface="Meiryo UI" panose="020B0604030504040204" pitchFamily="50" charset="-128"/>
                <a:ea typeface="+mn-ea"/>
                <a:cs typeface="Arial" panose="020B0604020202020204" pitchFamily="34" charset="0"/>
              </a:rPr>
              <a:t>LS-sensor</a:t>
            </a:r>
          </a:p>
          <a:p>
            <a:pPr marL="0" marR="0" lvl="0" indent="0" defTabSz="914400" eaLnBrk="0" fontAlgn="auto" latinLnBrk="0" hangingPunct="0">
              <a:lnSpc>
                <a:spcPct val="100000"/>
              </a:lnSpc>
              <a:spcBef>
                <a:spcPts val="0"/>
              </a:spcBef>
              <a:spcAft>
                <a:spcPts val="0"/>
              </a:spcAft>
              <a:buClrTx/>
              <a:buSzTx/>
              <a:buFontTx/>
              <a:buNone/>
              <a:tabLst/>
              <a:defRPr/>
            </a:pPr>
            <a:r>
              <a:rPr kumimoji="0" lang="en-US" altLang="ja-JP" sz="1000" b="0" i="0" u="none" strike="noStrike" kern="0" cap="none" spc="0" normalizeH="0" baseline="0" noProof="0">
                <a:ln>
                  <a:noFill/>
                </a:ln>
                <a:solidFill>
                  <a:srgbClr val="FFFFFF"/>
                </a:solidFill>
                <a:effectLst/>
                <a:uLnTx/>
                <a:uFillTx/>
                <a:latin typeface="Meiryo UI" panose="020B0604030504040204" pitchFamily="50" charset="-128"/>
                <a:ea typeface="+mn-ea"/>
                <a:cs typeface="Arial" panose="020B0604020202020204" pitchFamily="34" charset="0"/>
              </a:rPr>
              <a:t>DGS-ES/EEP1-JP</a:t>
            </a:r>
          </a:p>
          <a:p>
            <a:pPr marL="0" marR="0" lvl="0" indent="0" defTabSz="914400" eaLnBrk="0" fontAlgn="auto" latinLnBrk="0" hangingPunct="0">
              <a:lnSpc>
                <a:spcPct val="100000"/>
              </a:lnSpc>
              <a:spcBef>
                <a:spcPts val="0"/>
              </a:spcBef>
              <a:spcAft>
                <a:spcPts val="0"/>
              </a:spcAft>
              <a:buClrTx/>
              <a:buSzTx/>
              <a:buFontTx/>
              <a:buNone/>
              <a:tabLst/>
              <a:defRPr/>
            </a:pPr>
            <a:r>
              <a:rPr kumimoji="0" lang="en-US" altLang="ja-JP" sz="1000" b="0" i="0" u="none" strike="noStrike" kern="0" cap="none" spc="0" normalizeH="0" baseline="0" noProof="0">
                <a:ln>
                  <a:noFill/>
                </a:ln>
                <a:solidFill>
                  <a:srgbClr val="FFFFFF"/>
                </a:solidFill>
                <a:effectLst/>
                <a:uLnTx/>
                <a:uFillTx/>
                <a:latin typeface="Meiryo UI" panose="020B0604030504040204" pitchFamily="50" charset="-128"/>
                <a:ea typeface="+mn-ea"/>
                <a:cs typeface="Arial" panose="020B0604020202020204" pitchFamily="34" charset="0"/>
              </a:rPr>
              <a:t>Oketch Onyango</a:t>
            </a:r>
          </a:p>
        </p:txBody>
      </p:sp>
      <p:sp>
        <p:nvSpPr>
          <p:cNvPr id="165" name="正方形/長方形 1400"/>
          <p:cNvSpPr/>
          <p:nvPr>
            <p:custDataLst>
              <p:tags r:id="rId23"/>
            </p:custDataLst>
          </p:nvPr>
        </p:nvSpPr>
        <p:spPr>
          <a:xfrm>
            <a:off x="7311639" y="3867338"/>
            <a:ext cx="1274762" cy="504825"/>
          </a:xfrm>
          <a:prstGeom prst="rect">
            <a:avLst/>
          </a:prstGeom>
          <a:solidFill>
            <a:srgbClr val="003264"/>
          </a:solidFill>
          <a:ln w="25400" cap="flat" cmpd="sng" algn="ctr">
            <a:noFill/>
            <a:prstDash val="solid"/>
          </a:ln>
          <a:effectLst/>
        </p:spPr>
        <p:txBody>
          <a:bodyPr anchor="ctr"/>
          <a:lstStyle>
            <a:lvl1pPr>
              <a:defRPr>
                <a:solidFill>
                  <a:schemeClr val="tx1"/>
                </a:solidFill>
                <a:latin typeface="Bosch Office Sans" panose="020B0604020202020204" pitchFamily="34" charset="0"/>
              </a:defRPr>
            </a:lvl1pPr>
            <a:lvl2pPr marL="742950" indent="-285750">
              <a:defRPr>
                <a:solidFill>
                  <a:schemeClr val="tx1"/>
                </a:solidFill>
                <a:latin typeface="Bosch Office Sans" panose="020B0604020202020204" pitchFamily="34" charset="0"/>
              </a:defRPr>
            </a:lvl2pPr>
            <a:lvl3pPr marL="1143000" indent="-228600">
              <a:defRPr>
                <a:solidFill>
                  <a:schemeClr val="tx1"/>
                </a:solidFill>
                <a:latin typeface="Bosch Office Sans" panose="020B0604020202020204" pitchFamily="34" charset="0"/>
              </a:defRPr>
            </a:lvl3pPr>
            <a:lvl4pPr marL="1600200" indent="-228600">
              <a:defRPr>
                <a:solidFill>
                  <a:schemeClr val="tx1"/>
                </a:solidFill>
                <a:latin typeface="Bosch Office Sans" panose="020B0604020202020204" pitchFamily="34" charset="0"/>
              </a:defRPr>
            </a:lvl4pPr>
            <a:lvl5pPr marL="2057400" indent="-228600">
              <a:defRPr>
                <a:solidFill>
                  <a:schemeClr val="tx1"/>
                </a:solidFill>
                <a:latin typeface="Bosch Office Sans" panose="020B0604020202020204" pitchFamily="34" charset="0"/>
              </a:defRPr>
            </a:lvl5pPr>
            <a:lvl6pPr marL="2514600" indent="-228600" eaLnBrk="0" fontAlgn="base" hangingPunct="0">
              <a:spcBef>
                <a:spcPct val="0"/>
              </a:spcBef>
              <a:spcAft>
                <a:spcPct val="0"/>
              </a:spcAft>
              <a:defRPr>
                <a:solidFill>
                  <a:schemeClr val="tx1"/>
                </a:solidFill>
                <a:latin typeface="Bosch Office Sans" panose="020B0604020202020204" pitchFamily="34" charset="0"/>
              </a:defRPr>
            </a:lvl6pPr>
            <a:lvl7pPr marL="2971800" indent="-228600" eaLnBrk="0" fontAlgn="base" hangingPunct="0">
              <a:spcBef>
                <a:spcPct val="0"/>
              </a:spcBef>
              <a:spcAft>
                <a:spcPct val="0"/>
              </a:spcAft>
              <a:defRPr>
                <a:solidFill>
                  <a:schemeClr val="tx1"/>
                </a:solidFill>
                <a:latin typeface="Bosch Office Sans" panose="020B0604020202020204" pitchFamily="34" charset="0"/>
              </a:defRPr>
            </a:lvl7pPr>
            <a:lvl8pPr marL="3429000" indent="-228600" eaLnBrk="0" fontAlgn="base" hangingPunct="0">
              <a:spcBef>
                <a:spcPct val="0"/>
              </a:spcBef>
              <a:spcAft>
                <a:spcPct val="0"/>
              </a:spcAft>
              <a:defRPr>
                <a:solidFill>
                  <a:schemeClr val="tx1"/>
                </a:solidFill>
                <a:latin typeface="Bosch Office Sans" panose="020B0604020202020204" pitchFamily="34" charset="0"/>
              </a:defRPr>
            </a:lvl8pPr>
            <a:lvl9pPr marL="3886200" indent="-228600" eaLnBrk="0" fontAlgn="base" hangingPunct="0">
              <a:spcBef>
                <a:spcPct val="0"/>
              </a:spcBef>
              <a:spcAft>
                <a:spcPct val="0"/>
              </a:spcAft>
              <a:defRPr>
                <a:solidFill>
                  <a:schemeClr val="tx1"/>
                </a:solidFill>
                <a:latin typeface="Bosch Office Sans" panose="020B0604020202020204" pitchFamily="34"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r>
              <a:rPr kumimoji="0" lang="en-US" altLang="ja-JP" sz="1000" b="0" i="0" u="none" strike="noStrike" kern="0" cap="none" spc="0" normalizeH="0" baseline="0" noProof="0">
                <a:ln>
                  <a:noFill/>
                </a:ln>
                <a:solidFill>
                  <a:srgbClr val="FFFFFF"/>
                </a:solidFill>
                <a:effectLst/>
                <a:uLnTx/>
                <a:uFillTx/>
                <a:latin typeface="Meiryo UI" panose="020B0604030504040204" pitchFamily="50" charset="-128"/>
                <a:ea typeface="+mn-ea"/>
                <a:cs typeface="Arial" panose="020B0604020202020204" pitchFamily="34" charset="0"/>
              </a:rPr>
              <a:t>HDEV</a:t>
            </a:r>
          </a:p>
          <a:p>
            <a:pPr marL="0" marR="0" lvl="0" indent="0" defTabSz="914400" eaLnBrk="0" fontAlgn="auto" latinLnBrk="0" hangingPunct="0">
              <a:lnSpc>
                <a:spcPct val="100000"/>
              </a:lnSpc>
              <a:spcBef>
                <a:spcPts val="0"/>
              </a:spcBef>
              <a:spcAft>
                <a:spcPts val="0"/>
              </a:spcAft>
              <a:buClrTx/>
              <a:buSzTx/>
              <a:buFontTx/>
              <a:buNone/>
              <a:tabLst/>
              <a:defRPr/>
            </a:pPr>
            <a:r>
              <a:rPr kumimoji="0" lang="en-US" altLang="ja-JP" sz="1000" b="0" i="0" u="none" strike="noStrike" kern="0" cap="none" spc="0" normalizeH="0" baseline="0" noProof="0">
                <a:ln>
                  <a:noFill/>
                </a:ln>
                <a:solidFill>
                  <a:srgbClr val="FFFFFF"/>
                </a:solidFill>
                <a:effectLst/>
                <a:uLnTx/>
                <a:uFillTx/>
                <a:latin typeface="Meiryo UI" panose="020B0604030504040204" pitchFamily="50" charset="-128"/>
                <a:ea typeface="+mn-ea"/>
                <a:cs typeface="Arial" panose="020B0604020202020204" pitchFamily="34" charset="0"/>
              </a:rPr>
              <a:t>GS-DI/ENI4</a:t>
            </a:r>
          </a:p>
          <a:p>
            <a:pPr marL="0" marR="0" lvl="0" indent="0" defTabSz="914400" eaLnBrk="0" fontAlgn="auto" latinLnBrk="0" hangingPunct="0">
              <a:lnSpc>
                <a:spcPct val="100000"/>
              </a:lnSpc>
              <a:spcBef>
                <a:spcPts val="0"/>
              </a:spcBef>
              <a:spcAft>
                <a:spcPts val="0"/>
              </a:spcAft>
              <a:buClrTx/>
              <a:buSzTx/>
              <a:buFontTx/>
              <a:buNone/>
              <a:tabLst/>
              <a:defRPr/>
            </a:pPr>
            <a:r>
              <a:rPr kumimoji="0" lang="en-US" altLang="ja-JP" sz="1000" b="0" i="0" u="none" strike="noStrike" kern="0" cap="none" spc="0" normalizeH="0" baseline="0" noProof="0">
                <a:ln>
                  <a:noFill/>
                </a:ln>
                <a:solidFill>
                  <a:srgbClr val="FFFFFF"/>
                </a:solidFill>
                <a:effectLst/>
                <a:uLnTx/>
                <a:uFillTx/>
                <a:latin typeface="Meiryo UI" panose="020B0604030504040204" pitchFamily="50" charset="-128"/>
                <a:ea typeface="+mn-ea"/>
                <a:cs typeface="Arial" panose="020B0604020202020204" pitchFamily="34" charset="0"/>
              </a:rPr>
              <a:t>Ogura Yasuhisa</a:t>
            </a:r>
          </a:p>
        </p:txBody>
      </p:sp>
      <p:sp>
        <p:nvSpPr>
          <p:cNvPr id="166" name="正方形/長方形 15000"/>
          <p:cNvSpPr/>
          <p:nvPr>
            <p:custDataLst>
              <p:tags r:id="rId24"/>
            </p:custDataLst>
          </p:nvPr>
        </p:nvSpPr>
        <p:spPr>
          <a:xfrm>
            <a:off x="7330690" y="5391336"/>
            <a:ext cx="1273175" cy="503238"/>
          </a:xfrm>
          <a:prstGeom prst="rect">
            <a:avLst/>
          </a:prstGeom>
          <a:solidFill>
            <a:srgbClr val="003264"/>
          </a:solidFill>
          <a:ln w="25400" cap="flat" cmpd="sng" algn="ctr">
            <a:noFill/>
            <a:prstDash val="solid"/>
          </a:ln>
          <a:effectLst/>
        </p:spPr>
        <p:txBody>
          <a:bodyPr anchor="ctr"/>
          <a:lstStyle>
            <a:lvl1pPr>
              <a:defRPr>
                <a:solidFill>
                  <a:schemeClr val="tx1"/>
                </a:solidFill>
                <a:latin typeface="Bosch Office Sans" panose="020B0604020202020204" pitchFamily="34" charset="0"/>
              </a:defRPr>
            </a:lvl1pPr>
            <a:lvl2pPr marL="742950" indent="-285750">
              <a:defRPr>
                <a:solidFill>
                  <a:schemeClr val="tx1"/>
                </a:solidFill>
                <a:latin typeface="Bosch Office Sans" panose="020B0604020202020204" pitchFamily="34" charset="0"/>
              </a:defRPr>
            </a:lvl2pPr>
            <a:lvl3pPr marL="1143000" indent="-228600">
              <a:defRPr>
                <a:solidFill>
                  <a:schemeClr val="tx1"/>
                </a:solidFill>
                <a:latin typeface="Bosch Office Sans" panose="020B0604020202020204" pitchFamily="34" charset="0"/>
              </a:defRPr>
            </a:lvl3pPr>
            <a:lvl4pPr marL="1600200" indent="-228600">
              <a:defRPr>
                <a:solidFill>
                  <a:schemeClr val="tx1"/>
                </a:solidFill>
                <a:latin typeface="Bosch Office Sans" panose="020B0604020202020204" pitchFamily="34" charset="0"/>
              </a:defRPr>
            </a:lvl4pPr>
            <a:lvl5pPr marL="2057400" indent="-228600">
              <a:defRPr>
                <a:solidFill>
                  <a:schemeClr val="tx1"/>
                </a:solidFill>
                <a:latin typeface="Bosch Office Sans" panose="020B0604020202020204" pitchFamily="34" charset="0"/>
              </a:defRPr>
            </a:lvl5pPr>
            <a:lvl6pPr marL="2514600" indent="-228600" eaLnBrk="0" fontAlgn="base" hangingPunct="0">
              <a:spcBef>
                <a:spcPct val="0"/>
              </a:spcBef>
              <a:spcAft>
                <a:spcPct val="0"/>
              </a:spcAft>
              <a:defRPr>
                <a:solidFill>
                  <a:schemeClr val="tx1"/>
                </a:solidFill>
                <a:latin typeface="Bosch Office Sans" panose="020B0604020202020204" pitchFamily="34" charset="0"/>
              </a:defRPr>
            </a:lvl6pPr>
            <a:lvl7pPr marL="2971800" indent="-228600" eaLnBrk="0" fontAlgn="base" hangingPunct="0">
              <a:spcBef>
                <a:spcPct val="0"/>
              </a:spcBef>
              <a:spcAft>
                <a:spcPct val="0"/>
              </a:spcAft>
              <a:defRPr>
                <a:solidFill>
                  <a:schemeClr val="tx1"/>
                </a:solidFill>
                <a:latin typeface="Bosch Office Sans" panose="020B0604020202020204" pitchFamily="34" charset="0"/>
              </a:defRPr>
            </a:lvl7pPr>
            <a:lvl8pPr marL="3429000" indent="-228600" eaLnBrk="0" fontAlgn="base" hangingPunct="0">
              <a:spcBef>
                <a:spcPct val="0"/>
              </a:spcBef>
              <a:spcAft>
                <a:spcPct val="0"/>
              </a:spcAft>
              <a:defRPr>
                <a:solidFill>
                  <a:schemeClr val="tx1"/>
                </a:solidFill>
                <a:latin typeface="Bosch Office Sans" panose="020B0604020202020204" pitchFamily="34" charset="0"/>
              </a:defRPr>
            </a:lvl8pPr>
            <a:lvl9pPr marL="3886200" indent="-228600" eaLnBrk="0" fontAlgn="base" hangingPunct="0">
              <a:spcBef>
                <a:spcPct val="0"/>
              </a:spcBef>
              <a:spcAft>
                <a:spcPct val="0"/>
              </a:spcAft>
              <a:defRPr>
                <a:solidFill>
                  <a:schemeClr val="tx1"/>
                </a:solidFill>
                <a:latin typeface="Bosch Office Sans" panose="020B0604020202020204" pitchFamily="34"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r>
              <a:rPr kumimoji="0" lang="en-US" altLang="ja-JP" sz="1000" b="0" i="0" u="none" strike="noStrike" kern="0" cap="none" spc="0" normalizeH="0" baseline="0" noProof="0">
                <a:ln>
                  <a:noFill/>
                </a:ln>
                <a:solidFill>
                  <a:srgbClr val="FFFFFF"/>
                </a:solidFill>
                <a:effectLst/>
                <a:uLnTx/>
                <a:uFillTx/>
                <a:latin typeface="Meiryo UI" panose="020B0604030504040204" pitchFamily="50" charset="-128"/>
                <a:ea typeface="+mn-ea"/>
                <a:cs typeface="Arial" panose="020B0604020202020204" pitchFamily="34" charset="0"/>
              </a:rPr>
              <a:t>Other sensors</a:t>
            </a:r>
          </a:p>
          <a:p>
            <a:pPr marL="0" marR="0" lvl="0" indent="0" defTabSz="914400" eaLnBrk="0" fontAlgn="auto" latinLnBrk="0" hangingPunct="0">
              <a:lnSpc>
                <a:spcPct val="100000"/>
              </a:lnSpc>
              <a:spcBef>
                <a:spcPts val="0"/>
              </a:spcBef>
              <a:spcAft>
                <a:spcPts val="0"/>
              </a:spcAft>
              <a:buClrTx/>
              <a:buSzTx/>
              <a:buFontTx/>
              <a:buNone/>
              <a:tabLst/>
              <a:defRPr/>
            </a:pPr>
            <a:r>
              <a:rPr kumimoji="0" lang="en-US" altLang="ja-JP" sz="1000" b="0" i="0" u="none" strike="noStrike" kern="0" cap="none" spc="0" normalizeH="0" baseline="0" noProof="0">
                <a:ln>
                  <a:noFill/>
                </a:ln>
                <a:solidFill>
                  <a:srgbClr val="FFFFFF"/>
                </a:solidFill>
                <a:effectLst/>
                <a:uLnTx/>
                <a:uFillTx/>
                <a:latin typeface="Meiryo UI" panose="020B0604030504040204" pitchFamily="50" charset="-128"/>
                <a:ea typeface="+mn-ea"/>
                <a:cs typeface="Arial" panose="020B0604020202020204" pitchFamily="34" charset="0"/>
              </a:rPr>
              <a:t>DGS-ES/EEP2-JP Shimanuki Masato.</a:t>
            </a:r>
          </a:p>
        </p:txBody>
      </p:sp>
      <p:cxnSp>
        <p:nvCxnSpPr>
          <p:cNvPr id="167" name="直線コネクタ 35______"/>
          <p:cNvCxnSpPr/>
          <p:nvPr>
            <p:custDataLst>
              <p:tags r:id="rId25"/>
            </p:custDataLst>
          </p:nvPr>
        </p:nvCxnSpPr>
        <p:spPr>
          <a:xfrm>
            <a:off x="7194164" y="3303774"/>
            <a:ext cx="438150" cy="0"/>
          </a:xfrm>
          <a:prstGeom prst="line">
            <a:avLst/>
          </a:prstGeom>
          <a:noFill/>
          <a:ln w="31750" cap="flat" cmpd="sng" algn="ctr">
            <a:solidFill>
              <a:srgbClr val="000000">
                <a:lumMod val="50000"/>
                <a:lumOff val="50000"/>
              </a:srgbClr>
            </a:solidFill>
            <a:prstDash val="solid"/>
          </a:ln>
          <a:effectLst/>
        </p:spPr>
      </p:cxnSp>
      <p:sp>
        <p:nvSpPr>
          <p:cNvPr id="168" name="正方形/長方形 14000"/>
          <p:cNvSpPr/>
          <p:nvPr>
            <p:custDataLst>
              <p:tags r:id="rId26"/>
            </p:custDataLst>
          </p:nvPr>
        </p:nvSpPr>
        <p:spPr>
          <a:xfrm>
            <a:off x="7311639" y="3025963"/>
            <a:ext cx="1281112" cy="504825"/>
          </a:xfrm>
          <a:prstGeom prst="rect">
            <a:avLst/>
          </a:prstGeom>
          <a:solidFill>
            <a:srgbClr val="003264"/>
          </a:solidFill>
          <a:ln w="25400" cap="flat" cmpd="sng" algn="ctr">
            <a:noFill/>
            <a:prstDash val="solid"/>
          </a:ln>
          <a:effectLst/>
        </p:spPr>
        <p:txBody>
          <a:bodyPr anchor="ctr"/>
          <a:lstStyle>
            <a:lvl1pPr>
              <a:defRPr>
                <a:solidFill>
                  <a:schemeClr val="tx1"/>
                </a:solidFill>
                <a:latin typeface="Bosch Office Sans" panose="020B0604020202020204" pitchFamily="34" charset="0"/>
              </a:defRPr>
            </a:lvl1pPr>
            <a:lvl2pPr marL="742950" indent="-285750">
              <a:defRPr>
                <a:solidFill>
                  <a:schemeClr val="tx1"/>
                </a:solidFill>
                <a:latin typeface="Bosch Office Sans" panose="020B0604020202020204" pitchFamily="34" charset="0"/>
              </a:defRPr>
            </a:lvl2pPr>
            <a:lvl3pPr marL="1143000" indent="-228600">
              <a:defRPr>
                <a:solidFill>
                  <a:schemeClr val="tx1"/>
                </a:solidFill>
                <a:latin typeface="Bosch Office Sans" panose="020B0604020202020204" pitchFamily="34" charset="0"/>
              </a:defRPr>
            </a:lvl3pPr>
            <a:lvl4pPr marL="1600200" indent="-228600">
              <a:defRPr>
                <a:solidFill>
                  <a:schemeClr val="tx1"/>
                </a:solidFill>
                <a:latin typeface="Bosch Office Sans" panose="020B0604020202020204" pitchFamily="34" charset="0"/>
              </a:defRPr>
            </a:lvl4pPr>
            <a:lvl5pPr marL="2057400" indent="-228600">
              <a:defRPr>
                <a:solidFill>
                  <a:schemeClr val="tx1"/>
                </a:solidFill>
                <a:latin typeface="Bosch Office Sans" panose="020B0604020202020204" pitchFamily="34" charset="0"/>
              </a:defRPr>
            </a:lvl5pPr>
            <a:lvl6pPr marL="2514600" indent="-228600" eaLnBrk="0" fontAlgn="base" hangingPunct="0">
              <a:spcBef>
                <a:spcPct val="0"/>
              </a:spcBef>
              <a:spcAft>
                <a:spcPct val="0"/>
              </a:spcAft>
              <a:defRPr>
                <a:solidFill>
                  <a:schemeClr val="tx1"/>
                </a:solidFill>
                <a:latin typeface="Bosch Office Sans" panose="020B0604020202020204" pitchFamily="34" charset="0"/>
              </a:defRPr>
            </a:lvl6pPr>
            <a:lvl7pPr marL="2971800" indent="-228600" eaLnBrk="0" fontAlgn="base" hangingPunct="0">
              <a:spcBef>
                <a:spcPct val="0"/>
              </a:spcBef>
              <a:spcAft>
                <a:spcPct val="0"/>
              </a:spcAft>
              <a:defRPr>
                <a:solidFill>
                  <a:schemeClr val="tx1"/>
                </a:solidFill>
                <a:latin typeface="Bosch Office Sans" panose="020B0604020202020204" pitchFamily="34" charset="0"/>
              </a:defRPr>
            </a:lvl7pPr>
            <a:lvl8pPr marL="3429000" indent="-228600" eaLnBrk="0" fontAlgn="base" hangingPunct="0">
              <a:spcBef>
                <a:spcPct val="0"/>
              </a:spcBef>
              <a:spcAft>
                <a:spcPct val="0"/>
              </a:spcAft>
              <a:defRPr>
                <a:solidFill>
                  <a:schemeClr val="tx1"/>
                </a:solidFill>
                <a:latin typeface="Bosch Office Sans" panose="020B0604020202020204" pitchFamily="34" charset="0"/>
              </a:defRPr>
            </a:lvl8pPr>
            <a:lvl9pPr marL="3886200" indent="-228600" eaLnBrk="0" fontAlgn="base" hangingPunct="0">
              <a:spcBef>
                <a:spcPct val="0"/>
              </a:spcBef>
              <a:spcAft>
                <a:spcPct val="0"/>
              </a:spcAft>
              <a:defRPr>
                <a:solidFill>
                  <a:schemeClr val="tx1"/>
                </a:solidFill>
                <a:latin typeface="Bosch Office Sans" panose="020B0604020202020204" pitchFamily="34"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r>
              <a:rPr kumimoji="0" lang="en-US" altLang="ja-JP" sz="1000" b="0" i="0" u="none" strike="noStrike" kern="0" cap="none" spc="0" normalizeH="0" baseline="0" noProof="0">
                <a:ln>
                  <a:noFill/>
                </a:ln>
                <a:solidFill>
                  <a:srgbClr val="FFFFFF"/>
                </a:solidFill>
                <a:effectLst/>
                <a:uLnTx/>
                <a:uFillTx/>
                <a:latin typeface="Meiryo UI" panose="020B0604030504040204" pitchFamily="50" charset="-128"/>
                <a:ea typeface="+mn-ea"/>
                <a:cs typeface="Arial" panose="020B0604020202020204" pitchFamily="34" charset="0"/>
              </a:rPr>
              <a:t>HDP</a:t>
            </a:r>
          </a:p>
          <a:p>
            <a:pPr marL="0" marR="0" lvl="0" indent="0" defTabSz="914400" eaLnBrk="0" fontAlgn="auto" latinLnBrk="0" hangingPunct="0">
              <a:lnSpc>
                <a:spcPct val="100000"/>
              </a:lnSpc>
              <a:spcBef>
                <a:spcPts val="0"/>
              </a:spcBef>
              <a:spcAft>
                <a:spcPts val="0"/>
              </a:spcAft>
              <a:buClrTx/>
              <a:buSzTx/>
              <a:buFontTx/>
              <a:buNone/>
              <a:tabLst/>
              <a:defRPr/>
            </a:pPr>
            <a:r>
              <a:rPr kumimoji="0" lang="en-US" altLang="ja-JP" sz="1000" b="0" i="0" u="none" strike="noStrike" kern="0" cap="none" spc="0" normalizeH="0" baseline="0" noProof="0">
                <a:ln>
                  <a:noFill/>
                </a:ln>
                <a:solidFill>
                  <a:srgbClr val="FFFFFF"/>
                </a:solidFill>
                <a:effectLst/>
                <a:uLnTx/>
                <a:uFillTx/>
                <a:latin typeface="Meiryo UI" panose="020B0604030504040204" pitchFamily="50" charset="-128"/>
                <a:ea typeface="+mn-ea"/>
                <a:cs typeface="Arial" panose="020B0604020202020204" pitchFamily="34" charset="0"/>
              </a:rPr>
              <a:t>GS-DI/EFC1-JP</a:t>
            </a:r>
          </a:p>
          <a:p>
            <a:pPr marL="0" marR="0" lvl="0" indent="0" defTabSz="914400" eaLnBrk="0" fontAlgn="auto" latinLnBrk="0" hangingPunct="0">
              <a:lnSpc>
                <a:spcPct val="100000"/>
              </a:lnSpc>
              <a:spcBef>
                <a:spcPts val="0"/>
              </a:spcBef>
              <a:spcAft>
                <a:spcPts val="0"/>
              </a:spcAft>
              <a:buClrTx/>
              <a:buSzTx/>
              <a:buFontTx/>
              <a:buNone/>
              <a:tabLst/>
              <a:defRPr/>
            </a:pPr>
            <a:r>
              <a:rPr kumimoji="0" lang="en-US" altLang="ja-JP" sz="1000" b="0" i="0" u="none" strike="noStrike" kern="0" cap="none" spc="0" normalizeH="0" baseline="0" noProof="0">
                <a:ln>
                  <a:noFill/>
                </a:ln>
                <a:solidFill>
                  <a:srgbClr val="FFFFFF"/>
                </a:solidFill>
                <a:effectLst/>
                <a:uLnTx/>
                <a:uFillTx/>
                <a:latin typeface="Meiryo UI" panose="020B0604030504040204" pitchFamily="50" charset="-128"/>
                <a:ea typeface="+mn-ea"/>
                <a:cs typeface="Arial" panose="020B0604020202020204" pitchFamily="34" charset="0"/>
              </a:rPr>
              <a:t>Matsumura Naoki</a:t>
            </a:r>
          </a:p>
        </p:txBody>
      </p:sp>
      <p:pic>
        <p:nvPicPr>
          <p:cNvPr id="169" name="Picture 10____00" descr="Bild in Originalgröße anzeigen"/>
          <p:cNvPicPr>
            <a:picLocks noChangeAspect="1" noChangeArrowheads="1"/>
          </p:cNvPicPr>
          <p:nvPr>
            <p:custDataLst>
              <p:tags r:id="rId27"/>
            </p:custDataLst>
          </p:nvPr>
        </p:nvPicPr>
        <p:blipFill>
          <a:blip r:embed="rId63" cstate="print">
            <a:extLst>
              <a:ext uri="{28A0092B-C50C-407E-A947-70E740481C1C}">
                <a14:useLocalDpi xmlns:a14="http://schemas.microsoft.com/office/drawing/2010/main" val="0"/>
              </a:ext>
            </a:extLst>
          </a:blip>
          <a:srcRect/>
          <a:stretch>
            <a:fillRect/>
          </a:stretch>
        </p:blipFill>
        <p:spPr bwMode="auto">
          <a:xfrm>
            <a:off x="8365740" y="3884801"/>
            <a:ext cx="192087" cy="128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0" name="正方形/長方形 127_"/>
          <p:cNvSpPr/>
          <p:nvPr>
            <p:custDataLst>
              <p:tags r:id="rId28"/>
            </p:custDataLst>
          </p:nvPr>
        </p:nvSpPr>
        <p:spPr>
          <a:xfrm>
            <a:off x="7354502" y="2779901"/>
            <a:ext cx="1160463" cy="179387"/>
          </a:xfrm>
          <a:prstGeom prst="rect">
            <a:avLst/>
          </a:prstGeom>
          <a:solidFill>
            <a:srgbClr val="000000">
              <a:lumMod val="75000"/>
            </a:srgbClr>
          </a:solidFill>
          <a:ln w="25400" cap="flat" cmpd="sng" algn="ctr">
            <a:noFill/>
            <a:prstDash val="solid"/>
          </a:ln>
          <a:effectLst/>
        </p:spPr>
        <p:txBody>
          <a:bodyPr anchor="ctr"/>
          <a:lstStyle/>
          <a:p>
            <a:pPr marL="0" marR="0" lvl="0" indent="0" defTabSz="914400" eaLnBrk="0" fontAlgn="auto" latinLnBrk="0" hangingPunct="0">
              <a:lnSpc>
                <a:spcPct val="100000"/>
              </a:lnSpc>
              <a:spcBef>
                <a:spcPts val="0"/>
              </a:spcBef>
              <a:spcAft>
                <a:spcPts val="0"/>
              </a:spcAft>
              <a:buClrTx/>
              <a:buSzTx/>
              <a:buFontTx/>
              <a:buNone/>
              <a:tabLst/>
              <a:defRPr/>
            </a:pPr>
            <a:r>
              <a:rPr kumimoji="0" lang="en-GB" altLang="ja-JP" sz="1100" b="0" i="0" u="none" strike="noStrike" kern="0" cap="none" spc="0" normalizeH="0" baseline="0" noProof="0">
                <a:ln>
                  <a:noFill/>
                </a:ln>
                <a:solidFill>
                  <a:srgbClr val="FFFFFF"/>
                </a:solidFill>
                <a:effectLst/>
                <a:uLnTx/>
                <a:uFillTx/>
                <a:latin typeface="Meiryo UI" panose="020B0604030504040204" pitchFamily="50" charset="-128"/>
                <a:ea typeface="+mn-ea"/>
                <a:cs typeface="Arial" pitchFamily="34" charset="0"/>
              </a:rPr>
              <a:t>Component </a:t>
            </a:r>
          </a:p>
        </p:txBody>
      </p:sp>
      <p:pic>
        <p:nvPicPr>
          <p:cNvPr id="171" name="Picture 196_________0" descr="ML26"/>
          <p:cNvPicPr>
            <a:picLocks noChangeAspect="1" noChangeArrowheads="1"/>
          </p:cNvPicPr>
          <p:nvPr>
            <p:custDataLst>
              <p:tags r:id="rId29"/>
            </p:custDataLst>
          </p:nvPr>
        </p:nvPicPr>
        <p:blipFill>
          <a:blip r:embed="rId66">
            <a:extLst>
              <a:ext uri="{28A0092B-C50C-407E-A947-70E740481C1C}">
                <a14:useLocalDpi xmlns:a14="http://schemas.microsoft.com/office/drawing/2010/main" val="0"/>
              </a:ext>
            </a:extLst>
          </a:blip>
          <a:srcRect/>
          <a:stretch>
            <a:fillRect/>
          </a:stretch>
        </p:blipFill>
        <p:spPr bwMode="auto">
          <a:xfrm>
            <a:off x="8378440" y="3032311"/>
            <a:ext cx="192087" cy="128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2" name="Picture 196_________0_" descr="ML26"/>
          <p:cNvPicPr>
            <a:picLocks noChangeAspect="1" noChangeArrowheads="1"/>
          </p:cNvPicPr>
          <p:nvPr>
            <p:custDataLst>
              <p:tags r:id="rId30"/>
            </p:custDataLst>
          </p:nvPr>
        </p:nvPicPr>
        <p:blipFill>
          <a:blip r:embed="rId66">
            <a:extLst>
              <a:ext uri="{28A0092B-C50C-407E-A947-70E740481C1C}">
                <a14:useLocalDpi xmlns:a14="http://schemas.microsoft.com/office/drawing/2010/main" val="0"/>
              </a:ext>
            </a:extLst>
          </a:blip>
          <a:srcRect/>
          <a:stretch>
            <a:fillRect/>
          </a:stretch>
        </p:blipFill>
        <p:spPr bwMode="auto">
          <a:xfrm>
            <a:off x="8364152" y="4607111"/>
            <a:ext cx="192088" cy="128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3" name="Picture 196_________0__" descr="ML26"/>
          <p:cNvPicPr>
            <a:picLocks noChangeAspect="1" noChangeArrowheads="1"/>
          </p:cNvPicPr>
          <p:nvPr>
            <p:custDataLst>
              <p:tags r:id="rId31"/>
            </p:custDataLst>
          </p:nvPr>
        </p:nvPicPr>
        <p:blipFill>
          <a:blip r:embed="rId66">
            <a:extLst>
              <a:ext uri="{28A0092B-C50C-407E-A947-70E740481C1C}">
                <a14:useLocalDpi xmlns:a14="http://schemas.microsoft.com/office/drawing/2010/main" val="0"/>
              </a:ext>
            </a:extLst>
          </a:blip>
          <a:srcRect/>
          <a:stretch>
            <a:fillRect/>
          </a:stretch>
        </p:blipFill>
        <p:spPr bwMode="auto">
          <a:xfrm>
            <a:off x="8402251" y="5399274"/>
            <a:ext cx="192088"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74" name="グループ化 16"/>
          <p:cNvGrpSpPr>
            <a:grpSpLocks/>
          </p:cNvGrpSpPr>
          <p:nvPr/>
        </p:nvGrpSpPr>
        <p:grpSpPr bwMode="auto">
          <a:xfrm>
            <a:off x="1228340" y="5019863"/>
            <a:ext cx="1343025" cy="504825"/>
            <a:chOff x="449055" y="3719633"/>
            <a:chExt cx="1343451" cy="504056"/>
          </a:xfrm>
        </p:grpSpPr>
        <p:sp>
          <p:nvSpPr>
            <p:cNvPr id="175" name="正方形/長方形 15_"/>
            <p:cNvSpPr/>
            <p:nvPr>
              <p:custDataLst>
                <p:tags r:id="rId45"/>
              </p:custDataLst>
            </p:nvPr>
          </p:nvSpPr>
          <p:spPr>
            <a:xfrm>
              <a:off x="449055" y="3719633"/>
              <a:ext cx="1343451" cy="504056"/>
            </a:xfrm>
            <a:prstGeom prst="rect">
              <a:avLst/>
            </a:prstGeom>
            <a:solidFill>
              <a:srgbClr val="153B63"/>
            </a:solidFill>
            <a:ln w="25400" cap="flat" cmpd="sng" algn="ctr">
              <a:noFill/>
              <a:prstDash val="solid"/>
            </a:ln>
            <a:effectLst/>
          </p:spPr>
          <p:txBody>
            <a:bodyPr anchor="ctr"/>
            <a:lstStyle>
              <a:lvl1pPr>
                <a:defRPr>
                  <a:solidFill>
                    <a:schemeClr val="tx1"/>
                  </a:solidFill>
                  <a:latin typeface="Bosch Office Sans" panose="020B0604020202020204" pitchFamily="34" charset="0"/>
                </a:defRPr>
              </a:lvl1pPr>
              <a:lvl2pPr marL="742950" indent="-285750">
                <a:defRPr>
                  <a:solidFill>
                    <a:schemeClr val="tx1"/>
                  </a:solidFill>
                  <a:latin typeface="Bosch Office Sans" panose="020B0604020202020204" pitchFamily="34" charset="0"/>
                </a:defRPr>
              </a:lvl2pPr>
              <a:lvl3pPr marL="1143000" indent="-228600">
                <a:defRPr>
                  <a:solidFill>
                    <a:schemeClr val="tx1"/>
                  </a:solidFill>
                  <a:latin typeface="Bosch Office Sans" panose="020B0604020202020204" pitchFamily="34" charset="0"/>
                </a:defRPr>
              </a:lvl3pPr>
              <a:lvl4pPr marL="1600200" indent="-228600">
                <a:defRPr>
                  <a:solidFill>
                    <a:schemeClr val="tx1"/>
                  </a:solidFill>
                  <a:latin typeface="Bosch Office Sans" panose="020B0604020202020204" pitchFamily="34" charset="0"/>
                </a:defRPr>
              </a:lvl4pPr>
              <a:lvl5pPr marL="2057400" indent="-228600">
                <a:defRPr>
                  <a:solidFill>
                    <a:schemeClr val="tx1"/>
                  </a:solidFill>
                  <a:latin typeface="Bosch Office Sans" panose="020B0604020202020204" pitchFamily="34" charset="0"/>
                </a:defRPr>
              </a:lvl5pPr>
              <a:lvl6pPr marL="2514600" indent="-228600" eaLnBrk="0" fontAlgn="base" hangingPunct="0">
                <a:spcBef>
                  <a:spcPct val="0"/>
                </a:spcBef>
                <a:spcAft>
                  <a:spcPct val="0"/>
                </a:spcAft>
                <a:defRPr>
                  <a:solidFill>
                    <a:schemeClr val="tx1"/>
                  </a:solidFill>
                  <a:latin typeface="Bosch Office Sans" panose="020B0604020202020204" pitchFamily="34" charset="0"/>
                </a:defRPr>
              </a:lvl6pPr>
              <a:lvl7pPr marL="2971800" indent="-228600" eaLnBrk="0" fontAlgn="base" hangingPunct="0">
                <a:spcBef>
                  <a:spcPct val="0"/>
                </a:spcBef>
                <a:spcAft>
                  <a:spcPct val="0"/>
                </a:spcAft>
                <a:defRPr>
                  <a:solidFill>
                    <a:schemeClr val="tx1"/>
                  </a:solidFill>
                  <a:latin typeface="Bosch Office Sans" panose="020B0604020202020204" pitchFamily="34" charset="0"/>
                </a:defRPr>
              </a:lvl7pPr>
              <a:lvl8pPr marL="3429000" indent="-228600" eaLnBrk="0" fontAlgn="base" hangingPunct="0">
                <a:spcBef>
                  <a:spcPct val="0"/>
                </a:spcBef>
                <a:spcAft>
                  <a:spcPct val="0"/>
                </a:spcAft>
                <a:defRPr>
                  <a:solidFill>
                    <a:schemeClr val="tx1"/>
                  </a:solidFill>
                  <a:latin typeface="Bosch Office Sans" panose="020B0604020202020204" pitchFamily="34" charset="0"/>
                </a:defRPr>
              </a:lvl8pPr>
              <a:lvl9pPr marL="3886200" indent="-228600" eaLnBrk="0" fontAlgn="base" hangingPunct="0">
                <a:spcBef>
                  <a:spcPct val="0"/>
                </a:spcBef>
                <a:spcAft>
                  <a:spcPct val="0"/>
                </a:spcAft>
                <a:defRPr>
                  <a:solidFill>
                    <a:schemeClr val="tx1"/>
                  </a:solidFill>
                  <a:latin typeface="Bosch Office Sans" panose="020B0604020202020204" pitchFamily="34"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r>
                <a:rPr kumimoji="0" lang="en-US" altLang="ja-JP" sz="1000" b="0" i="0" u="none" strike="noStrike" kern="0" cap="none" spc="0" normalizeH="0" baseline="0" noProof="0">
                  <a:ln>
                    <a:noFill/>
                  </a:ln>
                  <a:solidFill>
                    <a:srgbClr val="FFFFFF"/>
                  </a:solidFill>
                  <a:effectLst/>
                  <a:uLnTx/>
                  <a:uFillTx/>
                  <a:latin typeface="Meiryo UI" panose="020B0604030504040204" pitchFamily="50" charset="-128"/>
                  <a:ea typeface="+mn-ea"/>
                  <a:cs typeface="Arial" panose="020B0604020202020204" pitchFamily="34" charset="0"/>
                </a:rPr>
                <a:t>ECU HW</a:t>
              </a:r>
            </a:p>
            <a:p>
              <a:pPr marL="0" marR="0" lvl="0" indent="0" defTabSz="914400" eaLnBrk="0" fontAlgn="auto" latinLnBrk="0" hangingPunct="0">
                <a:lnSpc>
                  <a:spcPct val="100000"/>
                </a:lnSpc>
                <a:spcBef>
                  <a:spcPts val="0"/>
                </a:spcBef>
                <a:spcAft>
                  <a:spcPts val="0"/>
                </a:spcAft>
                <a:buClrTx/>
                <a:buSzTx/>
                <a:buFontTx/>
                <a:buNone/>
                <a:tabLst/>
                <a:defRPr/>
              </a:pPr>
              <a:r>
                <a:rPr kumimoji="0" lang="en-US" altLang="ja-JP" sz="1000" b="0" i="0" u="none" strike="noStrike" kern="0" cap="none" spc="0" normalizeH="0" baseline="0" noProof="0">
                  <a:ln>
                    <a:noFill/>
                  </a:ln>
                  <a:solidFill>
                    <a:srgbClr val="FFFFFF"/>
                  </a:solidFill>
                  <a:effectLst/>
                  <a:uLnTx/>
                  <a:uFillTx/>
                  <a:latin typeface="Bosch Office Sans" panose="020B0604020202020204" pitchFamily="34" charset="0"/>
                  <a:ea typeface="+mn-ea"/>
                  <a:cs typeface="+mn-cs"/>
                </a:rPr>
                <a:t>(DGS-EC/EHB3)</a:t>
              </a:r>
            </a:p>
            <a:p>
              <a:pPr marL="0" marR="0" lvl="0" indent="0" defTabSz="914400" eaLnBrk="0" fontAlgn="auto" latinLnBrk="0" hangingPunct="0">
                <a:lnSpc>
                  <a:spcPct val="100000"/>
                </a:lnSpc>
                <a:spcBef>
                  <a:spcPts val="0"/>
                </a:spcBef>
                <a:spcAft>
                  <a:spcPts val="0"/>
                </a:spcAft>
                <a:buClrTx/>
                <a:buSzTx/>
                <a:buFontTx/>
                <a:buNone/>
                <a:tabLst/>
                <a:defRPr/>
              </a:pPr>
              <a:r>
                <a:rPr kumimoji="0" lang="en-US" altLang="ja-JP" sz="1000" b="0" i="0" u="none" strike="noStrike" kern="0" cap="none" spc="0" normalizeH="0" baseline="0" noProof="0">
                  <a:ln>
                    <a:noFill/>
                  </a:ln>
                  <a:solidFill>
                    <a:srgbClr val="FFFFFF"/>
                  </a:solidFill>
                  <a:effectLst/>
                  <a:uLnTx/>
                  <a:uFillTx/>
                  <a:latin typeface="Bosch Office Sans" panose="020B0604020202020204" pitchFamily="34" charset="0"/>
                  <a:ea typeface="+mn-ea"/>
                  <a:cs typeface="+mn-cs"/>
                </a:rPr>
                <a:t>Schnorr Peter</a:t>
              </a:r>
              <a:endParaRPr kumimoji="0" lang="ja-JP" altLang="ja-JP" sz="1000" b="0" i="0" u="none" strike="noStrike" kern="0" cap="none" spc="0" normalizeH="0" baseline="0" noProof="0">
                <a:ln>
                  <a:noFill/>
                </a:ln>
                <a:solidFill>
                  <a:srgbClr val="FFFFFF"/>
                </a:solidFill>
                <a:effectLst/>
                <a:uLnTx/>
                <a:uFillTx/>
                <a:latin typeface="Bosch Office Sans" panose="020B0604020202020204" pitchFamily="34" charset="0"/>
                <a:ea typeface="+mn-ea"/>
                <a:cs typeface="+mn-cs"/>
              </a:endParaRPr>
            </a:p>
          </p:txBody>
        </p:sp>
        <p:pic>
          <p:nvPicPr>
            <p:cNvPr id="176" name="Picture 10__" descr="Bild in Originalgröße anzeigen"/>
            <p:cNvPicPr>
              <a:picLocks noChangeAspect="1" noChangeArrowheads="1"/>
            </p:cNvPicPr>
            <p:nvPr>
              <p:custDataLst>
                <p:tags r:id="rId46"/>
              </p:custDataLst>
            </p:nvPr>
          </p:nvPicPr>
          <p:blipFill>
            <a:blip r:embed="rId63" cstate="print">
              <a:extLst>
                <a:ext uri="{28A0092B-C50C-407E-A947-70E740481C1C}">
                  <a14:useLocalDpi xmlns:a14="http://schemas.microsoft.com/office/drawing/2010/main" val="0"/>
                </a:ext>
              </a:extLst>
            </a:blip>
            <a:srcRect/>
            <a:stretch>
              <a:fillRect/>
            </a:stretch>
          </p:blipFill>
          <p:spPr bwMode="auto">
            <a:xfrm>
              <a:off x="1583024" y="3732013"/>
              <a:ext cx="204896" cy="136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77" name="グループ化 76"/>
          <p:cNvGrpSpPr>
            <a:grpSpLocks/>
          </p:cNvGrpSpPr>
          <p:nvPr/>
        </p:nvGrpSpPr>
        <p:grpSpPr bwMode="auto">
          <a:xfrm>
            <a:off x="5522526" y="1563876"/>
            <a:ext cx="1341438" cy="504825"/>
            <a:chOff x="2750114" y="3387317"/>
            <a:chExt cx="1584176" cy="504056"/>
          </a:xfrm>
        </p:grpSpPr>
        <p:sp>
          <p:nvSpPr>
            <p:cNvPr id="178" name="正方形/長方形 140000"/>
            <p:cNvSpPr/>
            <p:nvPr>
              <p:custDataLst>
                <p:tags r:id="rId43"/>
              </p:custDataLst>
            </p:nvPr>
          </p:nvSpPr>
          <p:spPr>
            <a:xfrm>
              <a:off x="2750114" y="3387317"/>
              <a:ext cx="1584176" cy="504056"/>
            </a:xfrm>
            <a:prstGeom prst="rect">
              <a:avLst/>
            </a:prstGeom>
            <a:solidFill>
              <a:srgbClr val="003264"/>
            </a:solidFill>
            <a:ln w="25400" cap="flat" cmpd="sng" algn="ctr">
              <a:noFill/>
              <a:prstDash val="solid"/>
            </a:ln>
            <a:effectLst/>
          </p:spPr>
          <p:txBody>
            <a:bodyPr anchor="ctr"/>
            <a:lstStyle/>
            <a:p>
              <a:pPr marL="0" marR="0" lvl="0" indent="0" defTabSz="914400" eaLnBrk="0" fontAlgn="auto" latinLnBrk="0" hangingPunct="0">
                <a:lnSpc>
                  <a:spcPct val="100000"/>
                </a:lnSpc>
                <a:spcBef>
                  <a:spcPts val="0"/>
                </a:spcBef>
                <a:spcAft>
                  <a:spcPts val="0"/>
                </a:spcAft>
                <a:buClrTx/>
                <a:buSzTx/>
                <a:buFontTx/>
                <a:buNone/>
                <a:tabLst/>
                <a:defRPr/>
              </a:pPr>
              <a:r>
                <a:rPr kumimoji="0" lang="en-US" altLang="ja-JP" sz="1000" b="0" i="0" u="none" strike="noStrike" kern="0" cap="none" spc="0" normalizeH="0" baseline="0" noProof="0">
                  <a:ln>
                    <a:noFill/>
                  </a:ln>
                  <a:solidFill>
                    <a:srgbClr val="FFFFFF"/>
                  </a:solidFill>
                  <a:effectLst/>
                  <a:uLnTx/>
                  <a:uFillTx/>
                  <a:latin typeface="Meiryo UI" panose="020B0604030504040204" pitchFamily="50" charset="-128"/>
                  <a:ea typeface="+mn-ea"/>
                  <a:cs typeface="Arial" panose="020B0604020202020204" pitchFamily="34" charset="0"/>
                </a:rPr>
                <a:t>Project leader</a:t>
              </a:r>
            </a:p>
            <a:p>
              <a:pPr marL="0" marR="0" lvl="0" indent="0" defTabSz="914400" eaLnBrk="0" fontAlgn="auto" latinLnBrk="0" hangingPunct="0">
                <a:lnSpc>
                  <a:spcPct val="100000"/>
                </a:lnSpc>
                <a:spcBef>
                  <a:spcPts val="0"/>
                </a:spcBef>
                <a:spcAft>
                  <a:spcPts val="0"/>
                </a:spcAft>
                <a:buClrTx/>
                <a:buSzTx/>
                <a:buFontTx/>
                <a:buNone/>
                <a:tabLst/>
                <a:defRPr/>
              </a:pPr>
              <a:r>
                <a:rPr kumimoji="0" lang="en-US" altLang="ja-JP" sz="1000" b="0" i="0" u="none" strike="noStrike" kern="0" cap="none" spc="0" normalizeH="0" baseline="0" noProof="0">
                  <a:ln>
                    <a:noFill/>
                  </a:ln>
                  <a:solidFill>
                    <a:srgbClr val="FFFFFF"/>
                  </a:solidFill>
                  <a:effectLst/>
                  <a:uLnTx/>
                  <a:uFillTx/>
                  <a:latin typeface="Meiryo UI" panose="020B0604030504040204" pitchFamily="50" charset="-128"/>
                  <a:ea typeface="+mn-ea"/>
                  <a:cs typeface="Arial" panose="020B0604020202020204" pitchFamily="34" charset="0"/>
                </a:rPr>
                <a:t>GS/SHO-P </a:t>
              </a:r>
            </a:p>
            <a:p>
              <a:pPr marL="0" marR="0" lvl="0" indent="0" defTabSz="914400" eaLnBrk="0" fontAlgn="auto" latinLnBrk="0" hangingPunct="0">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anose="020B0604020202020204" pitchFamily="34" charset="0"/>
                </a:rPr>
                <a:t>Basner Fabian</a:t>
              </a:r>
            </a:p>
          </p:txBody>
        </p:sp>
        <p:pic>
          <p:nvPicPr>
            <p:cNvPr id="179" name="Picture 10____0" descr="Bild in Originalgröße anzeigen"/>
            <p:cNvPicPr>
              <a:picLocks noChangeAspect="1" noChangeArrowheads="1"/>
            </p:cNvPicPr>
            <p:nvPr>
              <p:custDataLst>
                <p:tags r:id="rId44"/>
              </p:custDataLst>
            </p:nvPr>
          </p:nvPicPr>
          <p:blipFill>
            <a:blip r:embed="rId63" cstate="print">
              <a:extLst>
                <a:ext uri="{28A0092B-C50C-407E-A947-70E740481C1C}">
                  <a14:useLocalDpi xmlns:a14="http://schemas.microsoft.com/office/drawing/2010/main" val="0"/>
                </a:ext>
              </a:extLst>
            </a:blip>
            <a:srcRect/>
            <a:stretch>
              <a:fillRect/>
            </a:stretch>
          </p:blipFill>
          <p:spPr bwMode="auto">
            <a:xfrm>
              <a:off x="4091417" y="3402876"/>
              <a:ext cx="237599" cy="134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80" name="正方形/長方形 140000"/>
          <p:cNvSpPr/>
          <p:nvPr>
            <p:custDataLst>
              <p:tags r:id="rId32"/>
            </p:custDataLst>
          </p:nvPr>
        </p:nvSpPr>
        <p:spPr>
          <a:xfrm>
            <a:off x="594927" y="1324162"/>
            <a:ext cx="2381250" cy="912813"/>
          </a:xfrm>
          <a:prstGeom prst="rect">
            <a:avLst/>
          </a:prstGeom>
          <a:solidFill>
            <a:srgbClr val="92D050"/>
          </a:solidFill>
          <a:ln w="25400" cap="flat" cmpd="sng" algn="ctr">
            <a:noFill/>
            <a:prstDash val="solid"/>
          </a:ln>
          <a:effectLst/>
        </p:spPr>
        <p:txBody>
          <a:bodyPr/>
          <a:lstStyle/>
          <a:p>
            <a:pPr marL="0" marR="0" lvl="0" indent="0" algn="l" defTabSz="914400" eaLnBrk="0" fontAlgn="auto" latinLnBrk="0" hangingPunct="0">
              <a:lnSpc>
                <a:spcPct val="100000"/>
              </a:lnSpc>
              <a:spcBef>
                <a:spcPts val="0"/>
              </a:spcBef>
              <a:spcAft>
                <a:spcPts val="0"/>
              </a:spcAft>
              <a:buClrTx/>
              <a:buSzTx/>
              <a:buFontTx/>
              <a:buNone/>
              <a:tabLst/>
              <a:defRPr/>
            </a:pPr>
            <a:r>
              <a:rPr kumimoji="0" lang="en-US" altLang="ja-JP" sz="1200" b="0" i="0" u="none" strike="noStrike" kern="0" cap="none" spc="0" normalizeH="0" baseline="0" noProof="0">
                <a:ln>
                  <a:noFill/>
                </a:ln>
                <a:solidFill>
                  <a:srgbClr val="0070C0"/>
                </a:solidFill>
                <a:effectLst/>
                <a:uLnTx/>
                <a:uFillTx/>
                <a:latin typeface="Meiryo UI" panose="020B0604030504040204" pitchFamily="50" charset="-128"/>
                <a:ea typeface="+mn-ea"/>
                <a:cs typeface="Arial" panose="020B0604020202020204" pitchFamily="34" charset="0"/>
              </a:rPr>
              <a:t>&lt;Management committee&gt;</a:t>
            </a:r>
          </a:p>
          <a:p>
            <a:pPr marL="0" marR="0" lvl="0" indent="0" algn="l" defTabSz="914400" eaLnBrk="0" fontAlgn="auto" latinLnBrk="0" hangingPunct="0">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70C0"/>
                </a:solidFill>
                <a:effectLst/>
                <a:uLnTx/>
                <a:uFillTx/>
                <a:latin typeface="Meiryo UI" panose="020B0604030504040204" pitchFamily="50" charset="-128"/>
                <a:ea typeface="Meiryo UI" panose="020B0604030504040204" pitchFamily="50" charset="-128"/>
                <a:cs typeface="Arial" panose="020B0604020202020204" pitchFamily="34" charset="0"/>
              </a:rPr>
              <a:t>Plackmann John  (DGS-EC/ECH-JP)</a:t>
            </a:r>
          </a:p>
          <a:p>
            <a:pPr marL="0" marR="0" lvl="0" indent="0" algn="l" defTabSz="914400" eaLnBrk="0" fontAlgn="auto" latinLnBrk="0" hangingPunct="0">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70C0"/>
                </a:solidFill>
                <a:effectLst/>
                <a:uLnTx/>
                <a:uFillTx/>
                <a:latin typeface="Meiryo UI" panose="020B0604030504040204" pitchFamily="50" charset="-128"/>
                <a:ea typeface="Meiryo UI" panose="020B0604030504040204" pitchFamily="50" charset="-128"/>
                <a:cs typeface="Arial" panose="020B0604020202020204" pitchFamily="34" charset="0"/>
              </a:rPr>
              <a:t>Canbulat Patrick  (GS/SHO-P) </a:t>
            </a:r>
            <a:r>
              <a:rPr kumimoji="0" lang="en-US" altLang="ja-JP" sz="1000" b="0" i="0" u="none" strike="noStrike" kern="0" cap="none" spc="0" normalizeH="0" baseline="0" noProof="0">
                <a:ln>
                  <a:noFill/>
                </a:ln>
                <a:solidFill>
                  <a:srgbClr val="0070C0"/>
                </a:solidFill>
                <a:effectLst/>
                <a:uLnTx/>
                <a:uFillTx/>
                <a:latin typeface="Bosch Office Sans"/>
                <a:ea typeface="+mn-ea"/>
                <a:cs typeface="+mn-cs"/>
              </a:rPr>
              <a:t>Matsuura Isao      (GS/SHO2-S) </a:t>
            </a:r>
            <a:r>
              <a:rPr kumimoji="0" lang="en-US" sz="1000" b="0" i="0" u="none" strike="noStrike" kern="0" cap="none" spc="0" normalizeH="0" baseline="0" noProof="0">
                <a:ln>
                  <a:noFill/>
                </a:ln>
                <a:solidFill>
                  <a:srgbClr val="0070C0"/>
                </a:solidFill>
                <a:effectLst/>
                <a:uLnTx/>
                <a:uFillTx/>
                <a:latin typeface="Meiryo UI" panose="020B0604030504040204" pitchFamily="50" charset="-128"/>
                <a:ea typeface="Meiryo UI" panose="020B0604030504040204" pitchFamily="50" charset="-128"/>
                <a:cs typeface="Arial" panose="020B0604020202020204" pitchFamily="34" charset="0"/>
              </a:rPr>
              <a:t>Schaefer Oliver    (DGS-EC/PA-CA) </a:t>
            </a:r>
          </a:p>
        </p:txBody>
      </p:sp>
      <p:sp>
        <p:nvSpPr>
          <p:cNvPr id="181" name="テキスト ボックス 180"/>
          <p:cNvSpPr txBox="1"/>
          <p:nvPr>
            <p:custDataLst>
              <p:tags r:id="rId33"/>
            </p:custDataLst>
          </p:nvPr>
        </p:nvSpPr>
        <p:spPr>
          <a:xfrm>
            <a:off x="933064" y="3491099"/>
            <a:ext cx="1344612" cy="415498"/>
          </a:xfrm>
          <a:prstGeom prst="rect">
            <a:avLst/>
          </a:prstGeom>
          <a:noFill/>
        </p:spPr>
        <p:txBody>
          <a:bodyPr>
            <a:spAutoFit/>
          </a:bodyPr>
          <a:lstStyle/>
          <a:p>
            <a:pPr algn="l" eaLnBrk="0" hangingPunct="0">
              <a:defRPr/>
            </a:pPr>
            <a:r>
              <a:rPr lang="en-GB" sz="1050">
                <a:solidFill>
                  <a:srgbClr val="000000"/>
                </a:solidFill>
                <a:latin typeface="Bosch Office Sans" pitchFamily="34" charset="0"/>
                <a:ea typeface="Meiryo UI" panose="020B0604030504040204" pitchFamily="50" charset="-128"/>
              </a:rPr>
              <a:t>Mgr..: Bangha Sven</a:t>
            </a:r>
          </a:p>
        </p:txBody>
      </p:sp>
      <p:sp>
        <p:nvSpPr>
          <p:cNvPr id="249" name="テキスト ボックス 248"/>
          <p:cNvSpPr txBox="1"/>
          <p:nvPr>
            <p:custDataLst>
              <p:tags r:id="rId34"/>
            </p:custDataLst>
          </p:nvPr>
        </p:nvSpPr>
        <p:spPr>
          <a:xfrm>
            <a:off x="2339590" y="3510149"/>
            <a:ext cx="1508125" cy="254000"/>
          </a:xfrm>
          <a:prstGeom prst="rect">
            <a:avLst/>
          </a:prstGeom>
          <a:noFill/>
        </p:spPr>
        <p:txBody>
          <a:bodyPr>
            <a:spAutoFit/>
          </a:bodyPr>
          <a:lstStyle/>
          <a:p>
            <a:pPr algn="l" eaLnBrk="0" hangingPunct="0">
              <a:defRPr/>
            </a:pPr>
            <a:r>
              <a:rPr lang="en-GB" sz="1050">
                <a:solidFill>
                  <a:srgbClr val="000000"/>
                </a:solidFill>
                <a:latin typeface="Bosch Office Sans" pitchFamily="34" charset="0"/>
                <a:ea typeface="Meiryo UI" panose="020B0604030504040204" pitchFamily="50" charset="-128"/>
              </a:rPr>
              <a:t>Mgr.: Krimmer Klaus</a:t>
            </a:r>
          </a:p>
        </p:txBody>
      </p:sp>
      <p:sp>
        <p:nvSpPr>
          <p:cNvPr id="250" name="テキスト ボックス 249"/>
          <p:cNvSpPr txBox="1"/>
          <p:nvPr>
            <p:custDataLst>
              <p:tags r:id="rId35"/>
            </p:custDataLst>
          </p:nvPr>
        </p:nvSpPr>
        <p:spPr>
          <a:xfrm>
            <a:off x="3973127" y="3513324"/>
            <a:ext cx="1508125" cy="415498"/>
          </a:xfrm>
          <a:prstGeom prst="rect">
            <a:avLst/>
          </a:prstGeom>
          <a:noFill/>
        </p:spPr>
        <p:txBody>
          <a:bodyPr>
            <a:spAutoFit/>
          </a:bodyPr>
          <a:lstStyle/>
          <a:p>
            <a:pPr algn="l" eaLnBrk="0" hangingPunct="0">
              <a:defRPr/>
            </a:pPr>
            <a:r>
              <a:rPr lang="en-GB" sz="1050">
                <a:solidFill>
                  <a:srgbClr val="000000"/>
                </a:solidFill>
                <a:latin typeface="Bosch Office Sans" pitchFamily="34" charset="0"/>
                <a:ea typeface="Meiryo UI" panose="020B0604030504040204" pitchFamily="50" charset="-128"/>
              </a:rPr>
              <a:t>Mgr.: Yukawa Masashi</a:t>
            </a:r>
          </a:p>
        </p:txBody>
      </p:sp>
      <p:sp>
        <p:nvSpPr>
          <p:cNvPr id="251" name="テキスト ボックス 250"/>
          <p:cNvSpPr txBox="1"/>
          <p:nvPr>
            <p:custDataLst>
              <p:tags r:id="rId36"/>
            </p:custDataLst>
          </p:nvPr>
        </p:nvSpPr>
        <p:spPr>
          <a:xfrm>
            <a:off x="5492365" y="3497449"/>
            <a:ext cx="1508125" cy="254000"/>
          </a:xfrm>
          <a:prstGeom prst="rect">
            <a:avLst/>
          </a:prstGeom>
          <a:noFill/>
        </p:spPr>
        <p:txBody>
          <a:bodyPr>
            <a:spAutoFit/>
          </a:bodyPr>
          <a:lstStyle/>
          <a:p>
            <a:pPr algn="l" eaLnBrk="0" hangingPunct="0">
              <a:defRPr/>
            </a:pPr>
            <a:r>
              <a:rPr lang="en-GB" sz="1050">
                <a:solidFill>
                  <a:srgbClr val="000000"/>
                </a:solidFill>
                <a:latin typeface="Bosch Office Sans" pitchFamily="34" charset="0"/>
                <a:ea typeface="Meiryo UI" panose="020B0604030504040204" pitchFamily="50" charset="-128"/>
              </a:rPr>
              <a:t>Mgr.: Matsuura Isao</a:t>
            </a:r>
          </a:p>
        </p:txBody>
      </p:sp>
      <p:sp>
        <p:nvSpPr>
          <p:cNvPr id="252" name="テキスト ボックス 251"/>
          <p:cNvSpPr txBox="1"/>
          <p:nvPr>
            <p:custDataLst>
              <p:tags r:id="rId37"/>
            </p:custDataLst>
          </p:nvPr>
        </p:nvSpPr>
        <p:spPr>
          <a:xfrm>
            <a:off x="1164840" y="5483411"/>
            <a:ext cx="1666875" cy="254000"/>
          </a:xfrm>
          <a:prstGeom prst="rect">
            <a:avLst/>
          </a:prstGeom>
          <a:noFill/>
        </p:spPr>
        <p:txBody>
          <a:bodyPr>
            <a:spAutoFit/>
          </a:bodyPr>
          <a:lstStyle/>
          <a:p>
            <a:pPr algn="l" eaLnBrk="0" hangingPunct="0">
              <a:defRPr/>
            </a:pPr>
            <a:r>
              <a:rPr lang="en-GB" sz="1050">
                <a:solidFill>
                  <a:srgbClr val="000000"/>
                </a:solidFill>
                <a:latin typeface="Bosch Office Sans" pitchFamily="34" charset="0"/>
                <a:ea typeface="Meiryo UI" panose="020B0604030504040204" pitchFamily="50" charset="-128"/>
              </a:rPr>
              <a:t>Mgr.: Feuerhake Anton</a:t>
            </a:r>
          </a:p>
        </p:txBody>
      </p:sp>
      <p:sp>
        <p:nvSpPr>
          <p:cNvPr id="253" name="テキスト ボックス 252"/>
          <p:cNvSpPr txBox="1"/>
          <p:nvPr>
            <p:custDataLst>
              <p:tags r:id="rId38"/>
            </p:custDataLst>
          </p:nvPr>
        </p:nvSpPr>
        <p:spPr>
          <a:xfrm>
            <a:off x="1164840" y="4475349"/>
            <a:ext cx="1508125" cy="254000"/>
          </a:xfrm>
          <a:prstGeom prst="rect">
            <a:avLst/>
          </a:prstGeom>
          <a:noFill/>
        </p:spPr>
        <p:txBody>
          <a:bodyPr>
            <a:spAutoFit/>
          </a:bodyPr>
          <a:lstStyle/>
          <a:p>
            <a:pPr algn="l" eaLnBrk="0" hangingPunct="0">
              <a:defRPr/>
            </a:pPr>
            <a:r>
              <a:rPr lang="en-GB" sz="1050">
                <a:solidFill>
                  <a:srgbClr val="000000"/>
                </a:solidFill>
                <a:latin typeface="Bosch Office Sans" pitchFamily="34" charset="0"/>
                <a:ea typeface="Meiryo UI" panose="020B0604030504040204" pitchFamily="50" charset="-128"/>
              </a:rPr>
              <a:t>Mgr.: Bangha Sven</a:t>
            </a:r>
          </a:p>
        </p:txBody>
      </p:sp>
      <p:sp>
        <p:nvSpPr>
          <p:cNvPr id="254" name="テキスト ボックス 253"/>
          <p:cNvSpPr txBox="1"/>
          <p:nvPr>
            <p:custDataLst>
              <p:tags r:id="rId39"/>
            </p:custDataLst>
          </p:nvPr>
        </p:nvSpPr>
        <p:spPr>
          <a:xfrm>
            <a:off x="7240201" y="5823136"/>
            <a:ext cx="1354138" cy="254000"/>
          </a:xfrm>
          <a:prstGeom prst="rect">
            <a:avLst/>
          </a:prstGeom>
          <a:noFill/>
        </p:spPr>
        <p:txBody>
          <a:bodyPr>
            <a:spAutoFit/>
          </a:bodyPr>
          <a:lstStyle/>
          <a:p>
            <a:pPr algn="l" eaLnBrk="0" hangingPunct="0">
              <a:defRPr/>
            </a:pPr>
            <a:r>
              <a:rPr lang="en-GB" sz="1050">
                <a:solidFill>
                  <a:srgbClr val="000000"/>
                </a:solidFill>
                <a:latin typeface="Bosch Office Sans" pitchFamily="34" charset="0"/>
                <a:ea typeface="Meiryo UI" panose="020B0604030504040204" pitchFamily="50" charset="-128"/>
              </a:rPr>
              <a:t>Mgr.: Tajiri Daichi </a:t>
            </a:r>
          </a:p>
        </p:txBody>
      </p:sp>
      <p:sp>
        <p:nvSpPr>
          <p:cNvPr id="255" name="テキスト ボックス 254"/>
          <p:cNvSpPr txBox="1"/>
          <p:nvPr>
            <p:custDataLst>
              <p:tags r:id="rId40"/>
            </p:custDataLst>
          </p:nvPr>
        </p:nvSpPr>
        <p:spPr>
          <a:xfrm>
            <a:off x="7240201" y="5045261"/>
            <a:ext cx="1352550" cy="254000"/>
          </a:xfrm>
          <a:prstGeom prst="rect">
            <a:avLst/>
          </a:prstGeom>
          <a:noFill/>
        </p:spPr>
        <p:txBody>
          <a:bodyPr>
            <a:spAutoFit/>
          </a:bodyPr>
          <a:lstStyle/>
          <a:p>
            <a:pPr algn="l" eaLnBrk="0" hangingPunct="0">
              <a:defRPr/>
            </a:pPr>
            <a:r>
              <a:rPr lang="en-GB" sz="1050">
                <a:solidFill>
                  <a:srgbClr val="000000"/>
                </a:solidFill>
                <a:latin typeface="Bosch Office Sans" pitchFamily="34" charset="0"/>
                <a:ea typeface="Meiryo UI" panose="020B0604030504040204" pitchFamily="50" charset="-128"/>
              </a:rPr>
              <a:t>Mgr.: Ii Masaya</a:t>
            </a:r>
          </a:p>
        </p:txBody>
      </p:sp>
      <p:sp>
        <p:nvSpPr>
          <p:cNvPr id="256" name="テキスト ボックス 255"/>
          <p:cNvSpPr txBox="1"/>
          <p:nvPr>
            <p:custDataLst>
              <p:tags r:id="rId41"/>
            </p:custDataLst>
          </p:nvPr>
        </p:nvSpPr>
        <p:spPr>
          <a:xfrm>
            <a:off x="7224326" y="4311836"/>
            <a:ext cx="1352550" cy="415498"/>
          </a:xfrm>
          <a:prstGeom prst="rect">
            <a:avLst/>
          </a:prstGeom>
          <a:noFill/>
        </p:spPr>
        <p:txBody>
          <a:bodyPr>
            <a:spAutoFit/>
          </a:bodyPr>
          <a:lstStyle/>
          <a:p>
            <a:pPr algn="l" eaLnBrk="0" hangingPunct="0">
              <a:defRPr/>
            </a:pPr>
            <a:r>
              <a:rPr lang="en-GB" sz="1050">
                <a:solidFill>
                  <a:srgbClr val="000000"/>
                </a:solidFill>
                <a:latin typeface="Bosch Office Sans" pitchFamily="34" charset="0"/>
                <a:ea typeface="Meiryo UI" panose="020B0604030504040204" pitchFamily="50" charset="-128"/>
              </a:rPr>
              <a:t>Mgr.: Rogler Philipp</a:t>
            </a:r>
          </a:p>
        </p:txBody>
      </p:sp>
      <p:sp>
        <p:nvSpPr>
          <p:cNvPr id="257" name="テキスト ボックス 256"/>
          <p:cNvSpPr txBox="1"/>
          <p:nvPr>
            <p:custDataLst>
              <p:tags r:id="rId42"/>
            </p:custDataLst>
          </p:nvPr>
        </p:nvSpPr>
        <p:spPr>
          <a:xfrm>
            <a:off x="7222739" y="3499038"/>
            <a:ext cx="1352550" cy="415925"/>
          </a:xfrm>
          <a:prstGeom prst="rect">
            <a:avLst/>
          </a:prstGeom>
          <a:noFill/>
        </p:spPr>
        <p:txBody>
          <a:bodyPr>
            <a:spAutoFit/>
          </a:bodyPr>
          <a:lstStyle/>
          <a:p>
            <a:pPr algn="l" eaLnBrk="0" hangingPunct="0">
              <a:defRPr/>
            </a:pPr>
            <a:r>
              <a:rPr lang="en-GB" sz="1050">
                <a:solidFill>
                  <a:srgbClr val="000000"/>
                </a:solidFill>
                <a:latin typeface="Bosch Office Sans" pitchFamily="34" charset="0"/>
                <a:ea typeface="Meiryo UI" panose="020B0604030504040204" pitchFamily="50" charset="-128"/>
              </a:rPr>
              <a:t>Mgr.: Suganuma Masaki</a:t>
            </a:r>
          </a:p>
        </p:txBody>
      </p:sp>
      <p:sp>
        <p:nvSpPr>
          <p:cNvPr id="3" name="正方形/長方形 2"/>
          <p:cNvSpPr/>
          <p:nvPr/>
        </p:nvSpPr>
        <p:spPr bwMode="auto">
          <a:xfrm>
            <a:off x="250829" y="620689"/>
            <a:ext cx="8684944" cy="5597944"/>
          </a:xfrm>
          <a:prstGeom prst="rect">
            <a:avLst/>
          </a:prstGeom>
          <a:solidFill>
            <a:srgbClr val="7F7F7F">
              <a:alpha val="51765"/>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altLang="ja-JP" sz="2400" b="0" i="0" u="none" strike="noStrike" cap="none" normalizeH="0" baseline="0">
              <a:ln>
                <a:noFill/>
              </a:ln>
              <a:solidFill>
                <a:srgbClr val="FF0000"/>
              </a:solidFill>
              <a:effectLst/>
              <a:latin typeface="Meiryo UI" panose="020B0604030504040204" pitchFamily="50" charset="-128"/>
              <a:ea typeface="Meiryo UI" panose="020B0604030504040204" pitchFamily="50" charset="-128"/>
            </a:endParaRPr>
          </a:p>
          <a:p>
            <a:pPr marL="0" marR="0" indent="0" algn="ctr" defTabSz="914400" rtl="0" eaLnBrk="1" fontAlgn="base" latinLnBrk="0" hangingPunct="1">
              <a:lnSpc>
                <a:spcPct val="100000"/>
              </a:lnSpc>
              <a:spcBef>
                <a:spcPct val="0"/>
              </a:spcBef>
              <a:spcAft>
                <a:spcPct val="0"/>
              </a:spcAft>
              <a:buClrTx/>
              <a:buSzTx/>
              <a:buFontTx/>
              <a:buNone/>
              <a:tabLst/>
            </a:pPr>
            <a:endParaRPr lang="en-US" altLang="ja-JP">
              <a:solidFill>
                <a:srgbClr val="FF0000"/>
              </a:solidFill>
              <a:latin typeface="Meiryo UI" panose="020B0604030504040204" pitchFamily="50" charset="-128"/>
              <a:ea typeface="Meiryo UI" panose="020B0604030504040204" pitchFamily="50" charset="-128"/>
            </a:endParaRPr>
          </a:p>
          <a:p>
            <a:pPr marL="0" marR="0" indent="0" algn="ctr" defTabSz="914400" rtl="0" eaLnBrk="1" fontAlgn="base" latinLnBrk="0" hangingPunct="1">
              <a:lnSpc>
                <a:spcPct val="100000"/>
              </a:lnSpc>
              <a:spcBef>
                <a:spcPct val="0"/>
              </a:spcBef>
              <a:spcAft>
                <a:spcPct val="0"/>
              </a:spcAft>
              <a:buClrTx/>
              <a:buSzTx/>
              <a:buFontTx/>
              <a:buNone/>
              <a:tabLst/>
            </a:pPr>
            <a:endParaRPr kumimoji="1" lang="en-US" altLang="ja-JP" sz="2400" b="0" i="0" u="none" strike="noStrike" cap="none" normalizeH="0" baseline="0">
              <a:ln>
                <a:noFill/>
              </a:ln>
              <a:solidFill>
                <a:srgbClr val="FF0000"/>
              </a:solidFill>
              <a:effectLst/>
              <a:latin typeface="Meiryo UI" panose="020B0604030504040204" pitchFamily="50" charset="-128"/>
              <a:ea typeface="Meiryo UI" panose="020B0604030504040204" pitchFamily="50" charset="-128"/>
            </a:endParaRPr>
          </a:p>
          <a:p>
            <a:pPr marL="0" marR="0" indent="0" algn="ctr" defTabSz="914400" rtl="0" eaLnBrk="1" fontAlgn="base" latinLnBrk="0" hangingPunct="1">
              <a:lnSpc>
                <a:spcPct val="100000"/>
              </a:lnSpc>
              <a:spcBef>
                <a:spcPct val="0"/>
              </a:spcBef>
              <a:spcAft>
                <a:spcPct val="0"/>
              </a:spcAft>
              <a:buClrTx/>
              <a:buSzTx/>
              <a:buFontTx/>
              <a:buNone/>
              <a:tabLst/>
            </a:pPr>
            <a:endParaRPr lang="en-US" altLang="ja-JP">
              <a:solidFill>
                <a:srgbClr val="FF0000"/>
              </a:solidFill>
              <a:latin typeface="Meiryo UI" panose="020B0604030504040204" pitchFamily="50" charset="-128"/>
              <a:ea typeface="Meiryo UI" panose="020B0604030504040204" pitchFamily="50" charset="-128"/>
            </a:endParaRPr>
          </a:p>
          <a:p>
            <a:pPr marL="0" marR="0" indent="0" algn="ctr" defTabSz="914400" rtl="0" eaLnBrk="1" fontAlgn="base" latinLnBrk="0" hangingPunct="1">
              <a:lnSpc>
                <a:spcPct val="100000"/>
              </a:lnSpc>
              <a:spcBef>
                <a:spcPct val="0"/>
              </a:spcBef>
              <a:spcAft>
                <a:spcPct val="0"/>
              </a:spcAft>
              <a:buClrTx/>
              <a:buSzTx/>
              <a:buFontTx/>
              <a:buNone/>
              <a:tabLst/>
            </a:pPr>
            <a:endParaRPr kumimoji="1" lang="en-US" altLang="ja-JP" sz="2400" b="0" i="0" u="none" strike="noStrike" cap="none" normalizeH="0" baseline="0">
              <a:ln>
                <a:noFill/>
              </a:ln>
              <a:solidFill>
                <a:srgbClr val="FF0000"/>
              </a:solidFill>
              <a:effectLst/>
              <a:latin typeface="Meiryo UI" panose="020B0604030504040204" pitchFamily="50" charset="-128"/>
              <a:ea typeface="Meiryo UI" panose="020B0604030504040204" pitchFamily="50" charset="-128"/>
            </a:endParaRPr>
          </a:p>
          <a:p>
            <a:pPr marL="0" marR="0" indent="0" algn="ctr" defTabSz="914400" rtl="0" eaLnBrk="1" fontAlgn="base" latinLnBrk="0" hangingPunct="1">
              <a:lnSpc>
                <a:spcPct val="100000"/>
              </a:lnSpc>
              <a:spcBef>
                <a:spcPct val="0"/>
              </a:spcBef>
              <a:spcAft>
                <a:spcPct val="0"/>
              </a:spcAft>
              <a:buClrTx/>
              <a:buSzTx/>
              <a:buFontTx/>
              <a:buNone/>
              <a:tabLst/>
            </a:pPr>
            <a:endParaRPr lang="en-US" altLang="ja-JP">
              <a:solidFill>
                <a:srgbClr val="FF0000"/>
              </a:solidFill>
              <a:latin typeface="Meiryo UI" panose="020B0604030504040204" pitchFamily="50" charset="-128"/>
              <a:ea typeface="Meiryo UI" panose="020B0604030504040204" pitchFamily="50" charset="-128"/>
            </a:endParaRPr>
          </a:p>
        </p:txBody>
      </p:sp>
      <p:sp>
        <p:nvSpPr>
          <p:cNvPr id="72" name="正方形/長方形 71"/>
          <p:cNvSpPr/>
          <p:nvPr/>
        </p:nvSpPr>
        <p:spPr>
          <a:xfrm rot="20118914">
            <a:off x="2279927" y="2948086"/>
            <a:ext cx="4376519" cy="1200329"/>
          </a:xfrm>
          <a:prstGeom prst="rect">
            <a:avLst/>
          </a:prstGeom>
          <a:noFill/>
        </p:spPr>
        <p:txBody>
          <a:bodyPr wrap="none" lIns="91440" tIns="45720" rIns="91440" bIns="45720">
            <a:spAutoFit/>
          </a:bodyPr>
          <a:lstStyle/>
          <a:p>
            <a:pPr algn="ctr"/>
            <a:r>
              <a:rPr lang="en-US" altLang="ja-JP" sz="7200" b="1" cap="none" spc="0">
                <a:ln w="31550" cmpd="sng">
                  <a:gradFill>
                    <a:gsLst>
                      <a:gs pos="70000">
                        <a:schemeClr val="accent6">
                          <a:shade val="50000"/>
                          <a:satMod val="190000"/>
                        </a:schemeClr>
                      </a:gs>
                      <a:gs pos="0">
                        <a:schemeClr val="accent6">
                          <a:tint val="77000"/>
                          <a:satMod val="180000"/>
                        </a:schemeClr>
                      </a:gs>
                    </a:gsLst>
                    <a:lin ang="5400000"/>
                  </a:gradFill>
                  <a:prstDash val="solid"/>
                </a:ln>
                <a:solidFill>
                  <a:schemeClr val="accent6">
                    <a:tint val="15000"/>
                    <a:satMod val="200000"/>
                  </a:schemeClr>
                </a:solidFill>
                <a:effectLst>
                  <a:outerShdw blurRad="50800" dist="40000" dir="5400000" algn="tl" rotWithShape="0">
                    <a:srgbClr val="000000">
                      <a:shade val="5000"/>
                      <a:satMod val="120000"/>
                      <a:alpha val="33000"/>
                    </a:srgbClr>
                  </a:outerShdw>
                </a:effectLst>
                <a:latin typeface="Meiryo UI" panose="020B0604030504040204" pitchFamily="50" charset="-128"/>
                <a:ea typeface="Meiryo UI" panose="020B0604030504040204" pitchFamily="50" charset="-128"/>
              </a:rPr>
              <a:t>Example</a:t>
            </a:r>
          </a:p>
        </p:txBody>
      </p:sp>
      <p:sp>
        <p:nvSpPr>
          <p:cNvPr id="74" name="テキスト ボックス 73"/>
          <p:cNvSpPr txBox="1"/>
          <p:nvPr/>
        </p:nvSpPr>
        <p:spPr>
          <a:xfrm rot="21087493">
            <a:off x="6434391" y="3319460"/>
            <a:ext cx="4185761" cy="461665"/>
          </a:xfrm>
          <a:prstGeom prst="rect">
            <a:avLst/>
          </a:prstGeom>
          <a:solidFill>
            <a:srgbClr val="00FF00"/>
          </a:solidFill>
        </p:spPr>
        <p:txBody>
          <a:bodyPr wrap="none" rtlCol="0">
            <a:spAutoFit/>
          </a:bodyPr>
          <a:lstStyle/>
          <a:p>
            <a:r>
              <a:rPr kumimoji="1" lang="ja-JP" altLang="en-US">
                <a:latin typeface="+mn-ea"/>
                <a:ea typeface="+mn-ea"/>
              </a:rPr>
              <a:t>機種ごとにアップデート必要</a:t>
            </a:r>
          </a:p>
        </p:txBody>
      </p:sp>
    </p:spTree>
    <p:extLst>
      <p:ext uri="{BB962C8B-B14F-4D97-AF65-F5344CB8AC3E}">
        <p14:creationId xmlns:p14="http://schemas.microsoft.com/office/powerpoint/2010/main" val="1708635906"/>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ext Box 2"/>
          <p:cNvSpPr txBox="1">
            <a:spLocks noChangeArrowheads="1"/>
          </p:cNvSpPr>
          <p:nvPr/>
        </p:nvSpPr>
        <p:spPr bwMode="auto">
          <a:xfrm>
            <a:off x="0" y="2355250"/>
            <a:ext cx="914400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r>
              <a:rPr kumimoji="0" lang="en-US" altLang="ja-JP" sz="4800">
                <a:latin typeface="Meiryo UI" panose="020B0604030504040204" pitchFamily="50" charset="-128"/>
                <a:ea typeface="Meiryo UI" panose="020B0604030504040204" pitchFamily="50" charset="-128"/>
                <a:cs typeface="Arial" pitchFamily="34" charset="0"/>
              </a:rPr>
              <a:t>END</a:t>
            </a:r>
          </a:p>
          <a:p>
            <a:endParaRPr kumimoji="0" lang="en-US" altLang="ja-JP" sz="4800">
              <a:latin typeface="Meiryo UI" panose="020B0604030504040204" pitchFamily="50" charset="-128"/>
              <a:ea typeface="Meiryo UI" panose="020B0604030504040204" pitchFamily="50" charset="-128"/>
              <a:cs typeface="Arial" pitchFamily="34" charset="0"/>
            </a:endParaRPr>
          </a:p>
          <a:p>
            <a:r>
              <a:rPr kumimoji="0" lang="en-US" altLang="ja-JP" sz="4800">
                <a:latin typeface="Meiryo UI" panose="020B0604030504040204" pitchFamily="50" charset="-128"/>
                <a:ea typeface="Meiryo UI" panose="020B0604030504040204" pitchFamily="50" charset="-128"/>
                <a:cs typeface="Arial" pitchFamily="34" charset="0"/>
              </a:rPr>
              <a:t>Thank you</a:t>
            </a:r>
          </a:p>
        </p:txBody>
      </p:sp>
    </p:spTree>
    <p:extLst>
      <p:ext uri="{BB962C8B-B14F-4D97-AF65-F5344CB8AC3E}">
        <p14:creationId xmlns:p14="http://schemas.microsoft.com/office/powerpoint/2010/main" val="106002600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FONT" val="Reg28"/>
  <p:tag name="FONTSETCLASSNAME" val="FontSet1"/>
  <p:tag name="FONTCOLOR" val="Black"/>
  <p:tag name="FONTCOLOR2" val="Primary"/>
  <p:tag name="RUNS.FONT" val="2"/>
  <p:tag name="COLORSETCLASSNAME" val="ColorSet2"/>
  <p:tag name="MLI" val="1"/>
  <p:tag name="SHAPESETGROUPCLASSNAME" val="ShapeSetGroup1"/>
  <p:tag name="SHAPESETCLASSNAME" val="Object"/>
  <p:tag name="COLORSETGROUPCLASSNAME" val="ColorSetGroup1"/>
  <p:tag name="FONTSETGROUPCLASSNAME" val="FontSetGroup1"/>
  <p:tag name="SHAPECLASSNAME" val="TitleOnSlidesPredefined"/>
  <p:tag name="SHAPECLASSPROTECTIONTYPE" val="0"/>
  <p:tag name="COLORS" val="-2;-2;-2;-2;-3;-2"/>
</p:tagLst>
</file>

<file path=ppt/tags/tag2.xml><?xml version="1.0" encoding="utf-8"?>
<p:tagLst xmlns:a="http://schemas.openxmlformats.org/drawingml/2006/main" xmlns:r="http://schemas.openxmlformats.org/officeDocument/2006/relationships" xmlns:p="http://schemas.openxmlformats.org/presentationml/2006/main">
  <p:tag name="FONTSETCLASSNAME" val="FontSet1"/>
  <p:tag name="COLORSETCLASSNAME" val="ColorSet1"/>
  <p:tag name="STYLENAME" val="Bodystyle"/>
  <p:tag name="MLI" val="1"/>
  <p:tag name="SHAPESETGROUPCLASSNAME" val="ShapeSetGroup1"/>
  <p:tag name="SHAPESETCLASSNAME" val="Object"/>
  <p:tag name="COLORSETGROUPCLASSNAME" val="ColorSetGroup1"/>
  <p:tag name="FONTSETGROUPCLASSNAME" val="FontSetGroup1"/>
  <p:tag name="SHAPECLASSNAME" val="ObjectFull"/>
  <p:tag name="SHAPECLASSPROTECTIONTYPE" val="0"/>
  <p:tag name="COLORS" val="-2;-2;-2;-2;-1;-2"/>
</p:tagLst>
</file>

<file path=ppt/tags/tag3.xml><?xml version="1.0" encoding="utf-8"?>
<p:tagLst xmlns:a="http://schemas.openxmlformats.org/drawingml/2006/main" xmlns:r="http://schemas.openxmlformats.org/officeDocument/2006/relationships" xmlns:p="http://schemas.openxmlformats.org/presentationml/2006/main">
  <p:tag name="FONT" val="Reg28"/>
  <p:tag name="FONTSETCLASSNAME" val="FontSet1"/>
  <p:tag name="FONTCOLOR" val="Black"/>
  <p:tag name="FONTCOLOR2" val="Primary"/>
  <p:tag name="RUNS.FONT" val="2"/>
  <p:tag name="COLORSETCLASSNAME" val="ColorSet2"/>
  <p:tag name="MLI" val="1"/>
  <p:tag name="SHAPESETGROUPCLASSNAME" val="ShapeSetGroup1"/>
  <p:tag name="SHAPESETCLASSNAME" val="Object"/>
  <p:tag name="COLORSETGROUPCLASSNAME" val="ColorSetGroup1"/>
  <p:tag name="FONTSETGROUPCLASSNAME" val="FontSetGroup1"/>
  <p:tag name="SHAPECLASSNAME" val="TitleOnSlidesPredefined"/>
  <p:tag name="SHAPECLASSPROTECTIONTYPE" val="0"/>
  <p:tag name="COLORS" val="-2;-2;-2;-2;-3;-2"/>
</p:tagLst>
</file>

<file path=ppt/tags/tag4.xml><?xml version="1.0" encoding="utf-8"?>
<p:tagLst xmlns:a="http://schemas.openxmlformats.org/drawingml/2006/main" xmlns:r="http://schemas.openxmlformats.org/officeDocument/2006/relationships" xmlns:p="http://schemas.openxmlformats.org/presentationml/2006/main">
  <p:tag name="FONTSETCLASSNAME" val="FontSet1"/>
  <p:tag name="COLORSETCLASSNAME" val="ColorSet1"/>
  <p:tag name="STYLENAME" val="Bodystyle"/>
  <p:tag name="MLI" val="1"/>
  <p:tag name="SHAPESETGROUPCLASSNAME" val="ShapeSetGroup1"/>
  <p:tag name="SHAPESETCLASSNAME" val="Object"/>
  <p:tag name="COLORSETGROUPCLASSNAME" val="ColorSetGroup1"/>
  <p:tag name="FONTSETGROUPCLASSNAME" val="FontSetGroup1"/>
  <p:tag name="SHAPECLASSNAME" val="ObjectFull"/>
  <p:tag name="SHAPECLASSPROTECTIONTYPE" val="0"/>
  <p:tag name="COLORS" val="-2;-2;-2;-2;-1;-2"/>
</p:tagLst>
</file>

<file path=ppt/tags/tag5.xml><?xml version="1.0" encoding="utf-8"?>
<p:tagLst xmlns:a="http://schemas.openxmlformats.org/drawingml/2006/main" xmlns:r="http://schemas.openxmlformats.org/officeDocument/2006/relationships" xmlns:p="http://schemas.openxmlformats.org/presentationml/2006/main">
  <p:tag name="FONT" val="Reg28"/>
  <p:tag name="FONTSETCLASSNAME" val="FontSet1"/>
  <p:tag name="FONTCOLOR" val="Black"/>
  <p:tag name="FONTCOLOR2" val="Primary"/>
  <p:tag name="RUNS.FONT" val="2"/>
  <p:tag name="COLORSETCLASSNAME" val="ColorSet2"/>
  <p:tag name="MLI" val="1"/>
  <p:tag name="SHAPESETGROUPCLASSNAME" val="ShapeSetGroup1"/>
  <p:tag name="SHAPESETCLASSNAME" val="HiddenType2"/>
  <p:tag name="COLORSETGROUPCLASSNAME" val="ColorSetGroup1"/>
  <p:tag name="FONTSETGROUPCLASSNAME" val="FontSetGroup1"/>
  <p:tag name="SHAPECLASSNAME" val="TitleOnSlidesPredefined"/>
  <p:tag name="SHAPECLASSPROTECTIONTYPE" val="0"/>
  <p:tag name="COLORS" val="-2;-2;-2;-2;-3;-2"/>
</p:tagLst>
</file>

<file path=ppt/tags/tag6.xml><?xml version="1.0" encoding="utf-8"?>
<p:tagLst xmlns:a="http://schemas.openxmlformats.org/drawingml/2006/main" xmlns:r="http://schemas.openxmlformats.org/officeDocument/2006/relationships" xmlns:p="http://schemas.openxmlformats.org/presentationml/2006/main">
  <p:tag name="FONTSETCLASSNAME" val="FontSet1"/>
  <p:tag name="COLORSETCLASSNAME" val="ColorSet1"/>
  <p:tag name="STYLENAME" val="Bodystyle"/>
  <p:tag name="MLI" val="1"/>
  <p:tag name="SHAPESETGROUPCLASSNAME" val="ShapeSetGroup1"/>
  <p:tag name="SHAPESETCLASSNAME" val="HiddenType2"/>
  <p:tag name="COLORSETGROUPCLASSNAME" val="ColorSetGroup1"/>
  <p:tag name="FONTSETGROUPCLASSNAME" val="FontSetGroup1"/>
  <p:tag name="SHAPECLASSNAME" val="FullTextPlaceholder"/>
  <p:tag name="SHAPECLASSPROTECTIONTYPE" val="0"/>
  <p:tag name="COLORS" val="-2;-2;-2;-2;-1;-2"/>
</p:tagLst>
</file>

<file path=ppt/tags/tag7.xml><?xml version="1.0" encoding="utf-8"?>
<p:tagLst xmlns:a="http://schemas.openxmlformats.org/drawingml/2006/main" xmlns:r="http://schemas.openxmlformats.org/officeDocument/2006/relationships" xmlns:p="http://schemas.openxmlformats.org/presentationml/2006/main">
  <p:tag name="FONT" val="Reg28"/>
  <p:tag name="FONTSETCLASSNAME" val="FontSet1"/>
  <p:tag name="FONTCOLOR" val="Black"/>
  <p:tag name="FONTCOLOR2" val="Primary"/>
  <p:tag name="RUNS.FONT" val="2"/>
  <p:tag name="COLORSETCLASSNAME" val="ColorSet2"/>
  <p:tag name="MLI" val="1"/>
  <p:tag name="SHAPESETGROUPCLASSNAME" val="ShapeSetGroup1"/>
  <p:tag name="SHAPESETCLASSNAME" val="HiddenType2"/>
  <p:tag name="COLORSETGROUPCLASSNAME" val="ColorSetGroup1"/>
  <p:tag name="FONTSETGROUPCLASSNAME" val="FontSetGroup1"/>
  <p:tag name="SHAPECLASSNAME" val="TitleOnSlidesPredefined"/>
  <p:tag name="SHAPECLASSPROTECTIONTYPE" val="0"/>
  <p:tag name="COLORS" val="-2;-2;-2;-2;-3;-2"/>
</p:tagLst>
</file>

<file path=ppt/tags/tag8.xml><?xml version="1.0" encoding="utf-8"?>
<p:tagLst xmlns:a="http://schemas.openxmlformats.org/drawingml/2006/main" xmlns:r="http://schemas.openxmlformats.org/officeDocument/2006/relationships" xmlns:p="http://schemas.openxmlformats.org/presentationml/2006/main">
  <p:tag name="FONTSETCLASSNAME" val="FontSet1"/>
  <p:tag name="COLORSETCLASSNAME" val="ColorSet1"/>
  <p:tag name="STYLENAME" val="Bodystyle"/>
  <p:tag name="MLI" val="1"/>
  <p:tag name="SHAPESETGROUPCLASSNAME" val="ShapeSetGroup1"/>
  <p:tag name="SHAPESETCLASSNAME" val="Object"/>
  <p:tag name="COLORSETGROUPCLASSNAME" val="ColorSetGroup1"/>
  <p:tag name="FONTSETGROUPCLASSNAME" val="FontSetGroup1"/>
  <p:tag name="SHAPECLASSNAME" val="ObjectFull"/>
  <p:tag name="SHAPECLASSPROTECTIONTYPE" val="0"/>
  <p:tag name="COLORS" val="-2;-2;-2;-2;-1;-2"/>
</p:tagLst>
</file>

<file path=ppt/tags/tag9.xml><?xml version="1.0" encoding="utf-8"?>
<p:tagLst xmlns:a="http://schemas.openxmlformats.org/drawingml/2006/main" xmlns:r="http://schemas.openxmlformats.org/officeDocument/2006/relationships" xmlns:p="http://schemas.openxmlformats.org/presentationml/2006/main">
  <p:tag name="FONTSETCLASSNAME" val="FontSet1"/>
  <p:tag name="COLORSETCLASSNAME" val="ColorSet1"/>
  <p:tag name="STYLENAME" val="Bodystyle"/>
  <p:tag name="MLI" val="1"/>
  <p:tag name="SHAPESETGROUPCLASSNAME" val="ShapeSetGroup1"/>
  <p:tag name="SHAPESETCLASSNAME" val="Object"/>
  <p:tag name="COLORSETGROUPCLASSNAME" val="ColorSetGroup1"/>
  <p:tag name="FONTSETGROUPCLASSNAME" val="FontSetGroup1"/>
  <p:tag name="SHAPECLASSNAME" val="ObjectFull"/>
  <p:tag name="SHAPECLASSPROTECTIONTYPE" val="0"/>
  <p:tag name="COLORS" val="-2;-2;-2;-2;-1;-2"/>
</p:tagLst>
</file>

<file path=ppt/tags/tag10.xml><?xml version="1.0" encoding="utf-8"?>
<p:tagLst xmlns:a="http://schemas.openxmlformats.org/drawingml/2006/main" xmlns:r="http://schemas.openxmlformats.org/officeDocument/2006/relationships" xmlns:p="http://schemas.openxmlformats.org/presentationml/2006/main">
  <p:tag name="FONTSETCLASSNAME" val="FontSet1"/>
  <p:tag name="COLORSETCLASSNAME" val="ColorSet1"/>
  <p:tag name="STYLENAME" val="Bodystyle"/>
  <p:tag name="MLI" val="1"/>
  <p:tag name="SHAPESETGROUPCLASSNAME" val="ShapeSetGroup1"/>
  <p:tag name="SHAPESETCLASSNAME" val="Object"/>
  <p:tag name="COLORSETGROUPCLASSNAME" val="ColorSetGroup1"/>
  <p:tag name="FONTSETGROUPCLASSNAME" val="FontSetGroup1"/>
  <p:tag name="SHAPECLASSNAME" val="ObjectFull"/>
  <p:tag name="SHAPECLASSPROTECTIONTYPE" val="0"/>
  <p:tag name="COLORS" val="-2;-2;-2;-2;-1;-2"/>
</p:tagLst>
</file>

<file path=ppt/tags/tag11.xml><?xml version="1.0" encoding="utf-8"?>
<p:tagLst xmlns:a="http://schemas.openxmlformats.org/drawingml/2006/main" xmlns:r="http://schemas.openxmlformats.org/officeDocument/2006/relationships" xmlns:p="http://schemas.openxmlformats.org/presentationml/2006/main">
  <p:tag name="FONTSETCLASSNAME" val="FontSet1"/>
  <p:tag name="COLORSETCLASSNAME" val="ColorSet1"/>
  <p:tag name="STYLENAME" val="Bodystyle"/>
  <p:tag name="MLI" val="1"/>
  <p:tag name="SHAPESETGROUPCLASSNAME" val="ShapeSetGroup1"/>
  <p:tag name="SHAPESETCLASSNAME" val="Object"/>
  <p:tag name="COLORSETGROUPCLASSNAME" val="ColorSetGroup1"/>
  <p:tag name="FONTSETGROUPCLASSNAME" val="FontSetGroup1"/>
  <p:tag name="SHAPECLASSNAME" val="ObjectFull"/>
  <p:tag name="SHAPECLASSPROTECTIONTYPE" val="0"/>
  <p:tag name="COLORS" val="-2;-2;-2;-2;-1;-2"/>
</p:tagLst>
</file>

<file path=ppt/tags/tag12.xml><?xml version="1.0" encoding="utf-8"?>
<p:tagLst xmlns:a="http://schemas.openxmlformats.org/drawingml/2006/main" xmlns:r="http://schemas.openxmlformats.org/officeDocument/2006/relationships" xmlns:p="http://schemas.openxmlformats.org/presentationml/2006/main">
  <p:tag name="FONTSETCLASSNAME" val="FontSet1"/>
  <p:tag name="COLORSETCLASSNAME" val="ColorSet1"/>
  <p:tag name="STYLENAME" val="Bodystyle"/>
  <p:tag name="MLI" val="1"/>
  <p:tag name="SHAPESETGROUPCLASSNAME" val="ShapeSetGroup1"/>
  <p:tag name="SHAPESETCLASSNAME" val="Object"/>
  <p:tag name="COLORSETGROUPCLASSNAME" val="ColorSetGroup1"/>
  <p:tag name="FONTSETGROUPCLASSNAME" val="FontSetGroup1"/>
  <p:tag name="SHAPECLASSNAME" val="ObjectFull"/>
  <p:tag name="SHAPECLASSPROTECTIONTYPE" val="0"/>
  <p:tag name="COLORS" val="-2;-2;-2;-2;-1;-2"/>
</p:tagLst>
</file>

<file path=ppt/tags/tag13.xml><?xml version="1.0" encoding="utf-8"?>
<p:tagLst xmlns:a="http://schemas.openxmlformats.org/drawingml/2006/main" xmlns:r="http://schemas.openxmlformats.org/officeDocument/2006/relationships" xmlns:p="http://schemas.openxmlformats.org/presentationml/2006/main">
  <p:tag name="FONTSETCLASSNAME" val="FontSet1"/>
  <p:tag name="COLORSETCLASSNAME" val="ColorSet1"/>
  <p:tag name="STYLENAME" val="Bodystyle"/>
  <p:tag name="MLI" val="1"/>
  <p:tag name="SHAPESETGROUPCLASSNAME" val="ShapeSetGroup1"/>
  <p:tag name="SHAPESETCLASSNAME" val="Object"/>
  <p:tag name="COLORSETGROUPCLASSNAME" val="ColorSetGroup1"/>
  <p:tag name="FONTSETGROUPCLASSNAME" val="FontSetGroup1"/>
  <p:tag name="SHAPECLASSNAME" val="ObjectFull"/>
  <p:tag name="SHAPECLASSPROTECTIONTYPE" val="0"/>
  <p:tag name="COLORS" val="-2;-2;-2;-2;-1;-2"/>
</p:tagLst>
</file>

<file path=ppt/tags/tag14.xml><?xml version="1.0" encoding="utf-8"?>
<p:tagLst xmlns:a="http://schemas.openxmlformats.org/drawingml/2006/main" xmlns:r="http://schemas.openxmlformats.org/officeDocument/2006/relationships" xmlns:p="http://schemas.openxmlformats.org/presentationml/2006/main">
  <p:tag name="FONTSETCLASSNAME" val="FontSet1"/>
  <p:tag name="COLORSETCLASSNAME" val="ColorSet1"/>
  <p:tag name="STYLENAME" val="Bodystyle"/>
  <p:tag name="MLI" val="1"/>
  <p:tag name="SHAPESETGROUPCLASSNAME" val="ShapeSetGroup1"/>
  <p:tag name="SHAPESETCLASSNAME" val="Object"/>
  <p:tag name="COLORSETGROUPCLASSNAME" val="ColorSetGroup1"/>
  <p:tag name="FONTSETGROUPCLASSNAME" val="FontSetGroup1"/>
  <p:tag name="SHAPECLASSNAME" val="ObjectFull"/>
  <p:tag name="SHAPECLASSPROTECTIONTYPE" val="0"/>
  <p:tag name="COLORS" val="-2;-2;-2;-2;-1;-2"/>
</p:tagLst>
</file>

<file path=ppt/tags/tag15.xml><?xml version="1.0" encoding="utf-8"?>
<p:tagLst xmlns:a="http://schemas.openxmlformats.org/drawingml/2006/main" xmlns:r="http://schemas.openxmlformats.org/officeDocument/2006/relationships" xmlns:p="http://schemas.openxmlformats.org/presentationml/2006/main">
  <p:tag name="COLORSETCLASSNAME" val="ColorSet1"/>
  <p:tag name="COLORS" val="-2;-2;Black426;White;-1;-2"/>
  <p:tag name="K_DONE" val="1"/>
</p:tagLst>
</file>

<file path=ppt/tags/tag16.xml><?xml version="1.0" encoding="utf-8"?>
<p:tagLst xmlns:a="http://schemas.openxmlformats.org/drawingml/2006/main" xmlns:r="http://schemas.openxmlformats.org/officeDocument/2006/relationships" xmlns:p="http://schemas.openxmlformats.org/presentationml/2006/main">
  <p:tag name="COLORSETCLASSNAME" val="ColorSet1"/>
  <p:tag name="COLORS" val="-2;-2;Black426;White;-1;-2"/>
  <p:tag name="K_DONE" val="1"/>
</p:tagLst>
</file>

<file path=ppt/tags/tag17.xml><?xml version="1.0" encoding="utf-8"?>
<p:tagLst xmlns:a="http://schemas.openxmlformats.org/drawingml/2006/main" xmlns:r="http://schemas.openxmlformats.org/officeDocument/2006/relationships" xmlns:p="http://schemas.openxmlformats.org/presentationml/2006/main">
  <p:tag name="COLORSETCLASSNAME" val="ColorSet1"/>
  <p:tag name="COLORS" val="-2;-2;Black426;White;-1;-2"/>
  <p:tag name="K_DONE" val="1"/>
</p:tagLst>
</file>

<file path=ppt/tags/tag18.xml><?xml version="1.0" encoding="utf-8"?>
<p:tagLst xmlns:a="http://schemas.openxmlformats.org/drawingml/2006/main" xmlns:r="http://schemas.openxmlformats.org/officeDocument/2006/relationships" xmlns:p="http://schemas.openxmlformats.org/presentationml/2006/main">
  <p:tag name="FONTSETCLASSNAME" val="FontSet1"/>
  <p:tag name="COLORSETCLASSNAME" val="ColorSet1"/>
  <p:tag name="STYLENAME" val="Bodystyle"/>
  <p:tag name="MLI" val="1"/>
  <p:tag name="SHAPESETGROUPCLASSNAME" val="ShapeSetGroup1"/>
  <p:tag name="SHAPESETCLASSNAME" val="Object"/>
  <p:tag name="COLORSETGROUPCLASSNAME" val="ColorSetGroup1"/>
  <p:tag name="FONTSETGROUPCLASSNAME" val="FontSetGroup1"/>
  <p:tag name="SHAPECLASSNAME" val="ObjectFull"/>
  <p:tag name="SHAPECLASSPROTECTIONTYPE" val="0"/>
  <p:tag name="COLORS" val="-2;-2;-2;-2;-1;-2"/>
</p:tagLst>
</file>

<file path=ppt/tags/tag19.xml><?xml version="1.0" encoding="utf-8"?>
<p:tagLst xmlns:a="http://schemas.openxmlformats.org/drawingml/2006/main" xmlns:r="http://schemas.openxmlformats.org/officeDocument/2006/relationships" xmlns:p="http://schemas.openxmlformats.org/presentationml/2006/main">
  <p:tag name="FONTSETCLASSNAME" val="FontSet1"/>
  <p:tag name="COLORSETCLASSNAME" val="ColorSet1"/>
  <p:tag name="STYLENAME" val="Bodystyle"/>
  <p:tag name="MLI" val="1"/>
  <p:tag name="SHAPESETGROUPCLASSNAME" val="ShapeSetGroup1"/>
  <p:tag name="SHAPESETCLASSNAME" val="Object"/>
  <p:tag name="COLORSETGROUPCLASSNAME" val="ColorSetGroup1"/>
  <p:tag name="FONTSETGROUPCLASSNAME" val="FontSetGroup1"/>
  <p:tag name="SHAPECLASSNAME" val="ObjectFull"/>
  <p:tag name="SHAPECLASSPROTECTIONTYPE" val="0"/>
  <p:tag name="COLORS" val="-2;-2;-2;-2;-1;-2"/>
</p:tagLst>
</file>

<file path=ppt/tags/tag20.xml><?xml version="1.0" encoding="utf-8"?>
<p:tagLst xmlns:a="http://schemas.openxmlformats.org/drawingml/2006/main" xmlns:r="http://schemas.openxmlformats.org/officeDocument/2006/relationships" xmlns:p="http://schemas.openxmlformats.org/presentationml/2006/main">
  <p:tag name="FONTSETCLASSNAME" val="FontSet1"/>
  <p:tag name="COLORSETCLASSNAME" val="ColorSet1"/>
  <p:tag name="STYLENAME" val="Bodystyle"/>
  <p:tag name="MLI" val="1"/>
  <p:tag name="SHAPESETGROUPCLASSNAME" val="ShapeSetGroup1"/>
  <p:tag name="SHAPESETCLASSNAME" val="Object"/>
  <p:tag name="COLORSETGROUPCLASSNAME" val="ColorSetGroup1"/>
  <p:tag name="FONTSETGROUPCLASSNAME" val="FontSetGroup1"/>
  <p:tag name="SHAPECLASSNAME" val="ObjectFull"/>
  <p:tag name="SHAPECLASSPROTECTIONTYPE" val="0"/>
  <p:tag name="COLORS" val="-2;-2;-2;-2;-1;-2"/>
</p:tagLst>
</file>

<file path=ppt/tags/tag21.xml><?xml version="1.0" encoding="utf-8"?>
<p:tagLst xmlns:a="http://schemas.openxmlformats.org/drawingml/2006/main" xmlns:r="http://schemas.openxmlformats.org/officeDocument/2006/relationships" xmlns:p="http://schemas.openxmlformats.org/presentationml/2006/main">
  <p:tag name="FONTSETCLASSNAME" val="FontSet1"/>
  <p:tag name="COLORSETCLASSNAME" val="ColorSet1"/>
  <p:tag name="STYLENAME" val="Bodystyle"/>
  <p:tag name="MLI" val="1"/>
  <p:tag name="SHAPESETGROUPCLASSNAME" val="ShapeSetGroup1"/>
  <p:tag name="SHAPESETCLASSNAME" val="Object"/>
  <p:tag name="COLORSETGROUPCLASSNAME" val="ColorSetGroup1"/>
  <p:tag name="FONTSETGROUPCLASSNAME" val="FontSetGroup1"/>
  <p:tag name="SHAPECLASSNAME" val="ObjectFull"/>
  <p:tag name="SHAPECLASSPROTECTIONTYPE" val="0"/>
  <p:tag name="COLORS" val="-2;-2;-2;-2;-1;-2"/>
</p:tagLst>
</file>

<file path=ppt/tags/tag22.xml><?xml version="1.0" encoding="utf-8"?>
<p:tagLst xmlns:a="http://schemas.openxmlformats.org/drawingml/2006/main" xmlns:r="http://schemas.openxmlformats.org/officeDocument/2006/relationships" xmlns:p="http://schemas.openxmlformats.org/presentationml/2006/main">
  <p:tag name="FONTSETCLASSNAME" val="FontSet1"/>
  <p:tag name="COLORSETCLASSNAME" val="ColorSet1"/>
  <p:tag name="STYLENAME" val="Bodystyle"/>
  <p:tag name="MLI" val="1"/>
  <p:tag name="SHAPESETGROUPCLASSNAME" val="ShapeSetGroup1"/>
  <p:tag name="SHAPESETCLASSNAME" val="Object"/>
  <p:tag name="COLORSETGROUPCLASSNAME" val="ColorSetGroup1"/>
  <p:tag name="FONTSETGROUPCLASSNAME" val="FontSetGroup1"/>
  <p:tag name="SHAPECLASSNAME" val="ObjectFull"/>
  <p:tag name="SHAPECLASSPROTECTIONTYPE" val="0"/>
  <p:tag name="COLORS" val="-2;-2;-2;-2;-1;-2"/>
</p:tagLst>
</file>

<file path=ppt/tags/tag23.xml><?xml version="1.0" encoding="utf-8"?>
<p:tagLst xmlns:a="http://schemas.openxmlformats.org/drawingml/2006/main" xmlns:r="http://schemas.openxmlformats.org/officeDocument/2006/relationships" xmlns:p="http://schemas.openxmlformats.org/presentationml/2006/main">
  <p:tag name="FONTSETCLASSNAME" val="FontSet1"/>
  <p:tag name="COLORSETCLASSNAME" val="ColorSet1"/>
  <p:tag name="STYLENAME" val="Bodystyle"/>
  <p:tag name="MLI" val="1"/>
  <p:tag name="SHAPESETGROUPCLASSNAME" val="ShapeSetGroup1"/>
  <p:tag name="SHAPESETCLASSNAME" val="Object"/>
  <p:tag name="COLORSETGROUPCLASSNAME" val="ColorSetGroup1"/>
  <p:tag name="FONTSETGROUPCLASSNAME" val="FontSetGroup1"/>
  <p:tag name="SHAPECLASSNAME" val="ObjectFull"/>
  <p:tag name="SHAPECLASSPROTECTIONTYPE" val="0"/>
  <p:tag name="COLORS" val="-2;-2;-2;-2;-1;-2"/>
</p:tagLst>
</file>

<file path=ppt/tags/tag24.xml><?xml version="1.0" encoding="utf-8"?>
<p:tagLst xmlns:a="http://schemas.openxmlformats.org/drawingml/2006/main" xmlns:r="http://schemas.openxmlformats.org/officeDocument/2006/relationships" xmlns:p="http://schemas.openxmlformats.org/presentationml/2006/main">
  <p:tag name="FONTSETCLASSNAME" val="FontSet1"/>
  <p:tag name="COLORSETCLASSNAME" val="ColorSet1"/>
  <p:tag name="STYLENAME" val="Bodystyle"/>
  <p:tag name="MLI" val="1"/>
  <p:tag name="SHAPESETGROUPCLASSNAME" val="ShapeSetGroup1"/>
  <p:tag name="SHAPESETCLASSNAME" val="Object"/>
  <p:tag name="COLORSETGROUPCLASSNAME" val="ColorSetGroup1"/>
  <p:tag name="FONTSETGROUPCLASSNAME" val="FontSetGroup1"/>
  <p:tag name="SHAPECLASSNAME" val="ObjectFull"/>
  <p:tag name="SHAPECLASSPROTECTIONTYPE" val="0"/>
  <p:tag name="COLORS" val="-2;-2;-2;-2;-1;-2"/>
</p:tagLst>
</file>

<file path=ppt/tags/tag25.xml><?xml version="1.0" encoding="utf-8"?>
<p:tagLst xmlns:a="http://schemas.openxmlformats.org/drawingml/2006/main" xmlns:r="http://schemas.openxmlformats.org/officeDocument/2006/relationships" xmlns:p="http://schemas.openxmlformats.org/presentationml/2006/main">
  <p:tag name="FONTSETCLASSNAME" val="FontSet1"/>
  <p:tag name="COLORSETCLASSNAME" val="ColorSet1"/>
  <p:tag name="STYLENAME" val="Bodystyle"/>
  <p:tag name="MLI" val="1"/>
  <p:tag name="SHAPESETGROUPCLASSNAME" val="ShapeSetGroup1"/>
  <p:tag name="SHAPESETCLASSNAME" val="Object"/>
  <p:tag name="COLORSETGROUPCLASSNAME" val="ColorSetGroup1"/>
  <p:tag name="FONTSETGROUPCLASSNAME" val="FontSetGroup1"/>
  <p:tag name="SHAPECLASSNAME" val="ObjectFull"/>
  <p:tag name="SHAPECLASSPROTECTIONTYPE" val="0"/>
  <p:tag name="COLORS" val="-2;-2;-2;-2;-1;-2"/>
</p:tagLst>
</file>

<file path=ppt/tags/tag26.xml><?xml version="1.0" encoding="utf-8"?>
<p:tagLst xmlns:a="http://schemas.openxmlformats.org/drawingml/2006/main" xmlns:r="http://schemas.openxmlformats.org/officeDocument/2006/relationships" xmlns:p="http://schemas.openxmlformats.org/presentationml/2006/main">
  <p:tag name="FONTSETCLASSNAME" val="FontSet1"/>
  <p:tag name="COLORSETCLASSNAME" val="ColorSet1"/>
  <p:tag name="STYLENAME" val="Bodystyle"/>
  <p:tag name="MLI" val="1"/>
  <p:tag name="SHAPESETGROUPCLASSNAME" val="ShapeSetGroup1"/>
  <p:tag name="SHAPESETCLASSNAME" val="Object"/>
  <p:tag name="COLORSETGROUPCLASSNAME" val="ColorSetGroup1"/>
  <p:tag name="FONTSETGROUPCLASSNAME" val="FontSetGroup1"/>
  <p:tag name="SHAPECLASSNAME" val="ObjectFull"/>
  <p:tag name="SHAPECLASSPROTECTIONTYPE" val="0"/>
  <p:tag name="COLORS" val="-2;-2;-2;-2;-1;-2"/>
</p:tagLst>
</file>

<file path=ppt/tags/tag27.xml><?xml version="1.0" encoding="utf-8"?>
<p:tagLst xmlns:a="http://schemas.openxmlformats.org/drawingml/2006/main" xmlns:r="http://schemas.openxmlformats.org/officeDocument/2006/relationships" xmlns:p="http://schemas.openxmlformats.org/presentationml/2006/main">
  <p:tag name="FONTSETCLASSNAME" val="FontSet1"/>
  <p:tag name="COLORSETCLASSNAME" val="ColorSet1"/>
  <p:tag name="STYLENAME" val="Bodystyle"/>
  <p:tag name="MLI" val="1"/>
  <p:tag name="SHAPESETGROUPCLASSNAME" val="ShapeSetGroup1"/>
  <p:tag name="SHAPESETCLASSNAME" val="Object"/>
  <p:tag name="COLORSETGROUPCLASSNAME" val="ColorSetGroup1"/>
  <p:tag name="FONTSETGROUPCLASSNAME" val="FontSetGroup1"/>
  <p:tag name="SHAPECLASSNAME" val="ObjectFull"/>
  <p:tag name="SHAPECLASSPROTECTIONTYPE" val="0"/>
  <p:tag name="COLORS" val="-2;-2;-2;-2;-1;-2"/>
</p:tagLst>
</file>

<file path=ppt/tags/tag28.xml><?xml version="1.0" encoding="utf-8"?>
<p:tagLst xmlns:a="http://schemas.openxmlformats.org/drawingml/2006/main" xmlns:r="http://schemas.openxmlformats.org/officeDocument/2006/relationships" xmlns:p="http://schemas.openxmlformats.org/presentationml/2006/main">
  <p:tag name="FONTSETCLASSNAME" val="FontSet1"/>
  <p:tag name="COLORSETCLASSNAME" val="ColorSet1"/>
  <p:tag name="STYLENAME" val="Bodystyle"/>
  <p:tag name="MLI" val="1"/>
  <p:tag name="SHAPESETGROUPCLASSNAME" val="ShapeSetGroup1"/>
  <p:tag name="SHAPESETCLASSNAME" val="Object"/>
  <p:tag name="COLORSETGROUPCLASSNAME" val="ColorSetGroup1"/>
  <p:tag name="FONTSETGROUPCLASSNAME" val="FontSetGroup1"/>
  <p:tag name="SHAPECLASSNAME" val="ObjectFull"/>
  <p:tag name="SHAPECLASSPROTECTIONTYPE" val="0"/>
  <p:tag name="COLORS" val="-2;-2;-2;-2;-1;-2"/>
</p:tagLst>
</file>

<file path=ppt/tags/tag29.xml><?xml version="1.0" encoding="utf-8"?>
<p:tagLst xmlns:a="http://schemas.openxmlformats.org/drawingml/2006/main" xmlns:r="http://schemas.openxmlformats.org/officeDocument/2006/relationships" xmlns:p="http://schemas.openxmlformats.org/presentationml/2006/main">
  <p:tag name="FONTSETCLASSNAME" val="FontSet1"/>
  <p:tag name="COLORSETCLASSNAME" val="ColorSet1"/>
  <p:tag name="STYLENAME" val="Bodystyle"/>
  <p:tag name="MLI" val="1"/>
  <p:tag name="SHAPESETGROUPCLASSNAME" val="ShapeSetGroup1"/>
  <p:tag name="SHAPESETCLASSNAME" val="Object"/>
  <p:tag name="COLORSETGROUPCLASSNAME" val="ColorSetGroup1"/>
  <p:tag name="FONTSETGROUPCLASSNAME" val="FontSetGroup1"/>
  <p:tag name="SHAPECLASSNAME" val="ObjectFull"/>
  <p:tag name="SHAPECLASSPROTECTIONTYPE" val="0"/>
  <p:tag name="COLORS" val="-2;-2;-2;-2;-1;-2"/>
</p:tagLst>
</file>

<file path=ppt/tags/tag30.xml><?xml version="1.0" encoding="utf-8"?>
<p:tagLst xmlns:a="http://schemas.openxmlformats.org/drawingml/2006/main" xmlns:r="http://schemas.openxmlformats.org/officeDocument/2006/relationships" xmlns:p="http://schemas.openxmlformats.org/presentationml/2006/main">
  <p:tag name="FONTSETCLASSNAME" val="FontSet1"/>
  <p:tag name="COLORSETCLASSNAME" val="ColorSet1"/>
  <p:tag name="STYLENAME" val="Bodystyle"/>
  <p:tag name="MLI" val="1"/>
  <p:tag name="SHAPESETGROUPCLASSNAME" val="ShapeSetGroup1"/>
  <p:tag name="SHAPESETCLASSNAME" val="Object"/>
  <p:tag name="COLORSETGROUPCLASSNAME" val="ColorSetGroup1"/>
  <p:tag name="FONTSETGROUPCLASSNAME" val="FontSetGroup1"/>
  <p:tag name="SHAPECLASSNAME" val="ObjectFull"/>
  <p:tag name="SHAPECLASSPROTECTIONTYPE" val="0"/>
  <p:tag name="COLORS" val="-2;-2;-2;-2;-1;-2"/>
</p:tagLst>
</file>

<file path=ppt/tags/tag31.xml><?xml version="1.0" encoding="utf-8"?>
<p:tagLst xmlns:a="http://schemas.openxmlformats.org/drawingml/2006/main" xmlns:r="http://schemas.openxmlformats.org/officeDocument/2006/relationships" xmlns:p="http://schemas.openxmlformats.org/presentationml/2006/main">
  <p:tag name="FONTSETCLASSNAME" val="FontSet1"/>
  <p:tag name="COLORSETCLASSNAME" val="ColorSet1"/>
  <p:tag name="STYLENAME" val="Bodystyle"/>
  <p:tag name="MLI" val="1"/>
  <p:tag name="SHAPESETGROUPCLASSNAME" val="ShapeSetGroup1"/>
  <p:tag name="SHAPESETCLASSNAME" val="Object"/>
  <p:tag name="COLORSETGROUPCLASSNAME" val="ColorSetGroup1"/>
  <p:tag name="FONTSETGROUPCLASSNAME" val="FontSetGroup1"/>
  <p:tag name="SHAPECLASSNAME" val="ObjectFull"/>
  <p:tag name="SHAPECLASSPROTECTIONTYPE" val="0"/>
  <p:tag name="COLORS" val="-2;-2;-2;-2;-1;-2"/>
</p:tagLst>
</file>

<file path=ppt/tags/tag32.xml><?xml version="1.0" encoding="utf-8"?>
<p:tagLst xmlns:a="http://schemas.openxmlformats.org/drawingml/2006/main" xmlns:r="http://schemas.openxmlformats.org/officeDocument/2006/relationships" xmlns:p="http://schemas.openxmlformats.org/presentationml/2006/main">
  <p:tag name="FONTSETCLASSNAME" val="FontSet1"/>
  <p:tag name="COLORSETCLASSNAME" val="ColorSet1"/>
  <p:tag name="STYLENAME" val="Bodystyle"/>
  <p:tag name="MLI" val="1"/>
  <p:tag name="SHAPESETGROUPCLASSNAME" val="ShapeSetGroup1"/>
  <p:tag name="SHAPESETCLASSNAME" val="Object"/>
  <p:tag name="COLORSETGROUPCLASSNAME" val="ColorSetGroup1"/>
  <p:tag name="FONTSETGROUPCLASSNAME" val="FontSetGroup1"/>
  <p:tag name="SHAPECLASSNAME" val="ObjectFull"/>
  <p:tag name="SHAPECLASSPROTECTIONTYPE" val="0"/>
  <p:tag name="COLORS" val="-2;-2;-2;-2;-1;-2"/>
</p:tagLst>
</file>

<file path=ppt/tags/tag33.xml><?xml version="1.0" encoding="utf-8"?>
<p:tagLst xmlns:a="http://schemas.openxmlformats.org/drawingml/2006/main" xmlns:r="http://schemas.openxmlformats.org/officeDocument/2006/relationships" xmlns:p="http://schemas.openxmlformats.org/presentationml/2006/main">
  <p:tag name="FONTSETCLASSNAME" val="FontSet1"/>
  <p:tag name="COLORSETCLASSNAME" val="ColorSet1"/>
  <p:tag name="STYLENAME" val="Bodystyle"/>
  <p:tag name="MLI" val="1"/>
  <p:tag name="SHAPESETGROUPCLASSNAME" val="ShapeSetGroup1"/>
  <p:tag name="SHAPESETCLASSNAME" val="Object"/>
  <p:tag name="COLORSETGROUPCLASSNAME" val="ColorSetGroup1"/>
  <p:tag name="FONTSETGROUPCLASSNAME" val="FontSetGroup1"/>
  <p:tag name="SHAPECLASSNAME" val="ObjectFull"/>
  <p:tag name="SHAPECLASSPROTECTIONTYPE" val="0"/>
  <p:tag name="COLORS" val="-2;-2;-2;-2;-1;-2"/>
</p:tagLst>
</file>

<file path=ppt/tags/tag34.xml><?xml version="1.0" encoding="utf-8"?>
<p:tagLst xmlns:a="http://schemas.openxmlformats.org/drawingml/2006/main" xmlns:r="http://schemas.openxmlformats.org/officeDocument/2006/relationships" xmlns:p="http://schemas.openxmlformats.org/presentationml/2006/main">
  <p:tag name="FONTSETCLASSNAME" val="FontSet1"/>
  <p:tag name="COLORSETCLASSNAME" val="ColorSet1"/>
  <p:tag name="STYLENAME" val="Bodystyle"/>
  <p:tag name="MLI" val="1"/>
  <p:tag name="SHAPESETGROUPCLASSNAME" val="ShapeSetGroup1"/>
  <p:tag name="SHAPESETCLASSNAME" val="Object"/>
  <p:tag name="COLORSETGROUPCLASSNAME" val="ColorSetGroup1"/>
  <p:tag name="FONTSETGROUPCLASSNAME" val="FontSetGroup1"/>
  <p:tag name="SHAPECLASSNAME" val="ObjectFull"/>
  <p:tag name="SHAPECLASSPROTECTIONTYPE" val="0"/>
  <p:tag name="COLORS" val="-2;-2;-2;-2;-1;-2"/>
</p:tagLst>
</file>

<file path=ppt/tags/tag35.xml><?xml version="1.0" encoding="utf-8"?>
<p:tagLst xmlns:a="http://schemas.openxmlformats.org/drawingml/2006/main" xmlns:r="http://schemas.openxmlformats.org/officeDocument/2006/relationships" xmlns:p="http://schemas.openxmlformats.org/presentationml/2006/main">
  <p:tag name="FONTSETCLASSNAME" val="FontSet1"/>
  <p:tag name="COLORSETCLASSNAME" val="ColorSet1"/>
  <p:tag name="STYLENAME" val="Bodystyle"/>
  <p:tag name="MLI" val="1"/>
  <p:tag name="SHAPESETGROUPCLASSNAME" val="ShapeSetGroup1"/>
  <p:tag name="SHAPESETCLASSNAME" val="Object"/>
  <p:tag name="COLORSETGROUPCLASSNAME" val="ColorSetGroup1"/>
  <p:tag name="FONTSETGROUPCLASSNAME" val="FontSetGroup1"/>
  <p:tag name="SHAPECLASSNAME" val="ObjectFull"/>
  <p:tag name="SHAPECLASSPROTECTIONTYPE" val="0"/>
  <p:tag name="COLORS" val="-2;-2;-2;-2;-1;-2"/>
</p:tagLst>
</file>

<file path=ppt/tags/tag36.xml><?xml version="1.0" encoding="utf-8"?>
<p:tagLst xmlns:a="http://schemas.openxmlformats.org/drawingml/2006/main" xmlns:r="http://schemas.openxmlformats.org/officeDocument/2006/relationships" xmlns:p="http://schemas.openxmlformats.org/presentationml/2006/main">
  <p:tag name="FONTSETCLASSNAME" val="FontSet1"/>
  <p:tag name="COLORSETCLASSNAME" val="ColorSet1"/>
  <p:tag name="STYLENAME" val="Bodystyle"/>
  <p:tag name="MLI" val="1"/>
  <p:tag name="SHAPESETGROUPCLASSNAME" val="ShapeSetGroup1"/>
  <p:tag name="SHAPESETCLASSNAME" val="Object"/>
  <p:tag name="COLORSETGROUPCLASSNAME" val="ColorSetGroup1"/>
  <p:tag name="FONTSETGROUPCLASSNAME" val="FontSetGroup1"/>
  <p:tag name="SHAPECLASSNAME" val="ObjectFull"/>
  <p:tag name="SHAPECLASSPROTECTIONTYPE" val="0"/>
  <p:tag name="COLORS" val="-2;-2;-2;-2;-1;-2"/>
</p:tagLst>
</file>

<file path=ppt/tags/tag37.xml><?xml version="1.0" encoding="utf-8"?>
<p:tagLst xmlns:a="http://schemas.openxmlformats.org/drawingml/2006/main" xmlns:r="http://schemas.openxmlformats.org/officeDocument/2006/relationships" xmlns:p="http://schemas.openxmlformats.org/presentationml/2006/main">
  <p:tag name="COLORS" val="-2;-2;-2;-2;-2;-2"/>
  <p:tag name="COLORSETCLASSNAME" val="ColorSet1"/>
  <p:tag name="MLI" val="1"/>
  <p:tag name="SHAPESETGROUPCLASSNAME" val="ShapeSetGroup1"/>
  <p:tag name="SHAPESETCLASSNAME" val="Slide"/>
  <p:tag name="COLORSETGROUPCLASSNAME" val="ColorSetGroup1"/>
  <p:tag name="FONTSETGROUPCLASSNAME" val="FontSetGroup1"/>
  <p:tag name="SHAPECLASSNAME" val="BoschBitmapHolder"/>
  <p:tag name="SHAPECLASSFILE" val="PPTFootCol.png"/>
  <p:tag name="SHAPECLASSPROTECTIONTYPE" val="15"/>
</p:tagLst>
</file>

<file path=ppt/tags/tag38.xml><?xml version="1.0" encoding="utf-8"?>
<p:tagLst xmlns:a="http://schemas.openxmlformats.org/drawingml/2006/main" xmlns:r="http://schemas.openxmlformats.org/officeDocument/2006/relationships" xmlns:p="http://schemas.openxmlformats.org/presentationml/2006/main">
  <p:tag name="COLORS" val="-2;-2;-2;-2;-2;-2"/>
  <p:tag name="COLORSETCLASSNAME" val="ColorSet1"/>
  <p:tag name="MLI" val="1"/>
  <p:tag name="SHAPESETGROUPCLASSNAME" val="ShapeSetGroup1"/>
  <p:tag name="SHAPESETCLASSNAME" val="Slide"/>
  <p:tag name="COLORSETGROUPCLASSNAME" val="ColorSetGroup1"/>
  <p:tag name="FONTSETGROUPCLASSNAME" val="FontSetGroup1"/>
  <p:tag name="SHAPECLASSNAME" val="BoschBitmap"/>
  <p:tag name="SHAPECLASSFILE" val="BOCOL.png"/>
  <p:tag name="SHAPECLASSPROTECTIONTYPE" val="15"/>
</p:tagLst>
</file>

<file path=ppt/tags/tag39.xml><?xml version="1.0" encoding="utf-8"?>
<p:tagLst xmlns:a="http://schemas.openxmlformats.org/drawingml/2006/main" xmlns:r="http://schemas.openxmlformats.org/officeDocument/2006/relationships" xmlns:p="http://schemas.openxmlformats.org/presentationml/2006/main">
  <p:tag name="FONT" val="Copyrightfont"/>
  <p:tag name="FONTSETCLASSNAME" val="FontSet1"/>
  <p:tag name="COLORS" val="-2;-2;-2;-2;CopyRightFontColor2;-2"/>
  <p:tag name="COLORSETCLASSNAME" val="ColorSet1"/>
  <p:tag name="SCRIPT" val="1"/>
  <p:tag name="FIELDS" val="CONF;DPT;DATE;REM_ABL;COPY;"/>
  <p:tag name="MLI" val="1"/>
  <p:tag name="SHAPESETGROUPCLASSNAME" val="ShapeSetGroup1"/>
  <p:tag name="SHAPESETCLASSNAME" val="Title"/>
  <p:tag name="COLORSETGROUPCLASSNAME" val="ColorSetGroup1"/>
  <p:tag name="FONTSETGROUPCLASSNAME" val="FontSetGroup1"/>
  <p:tag name="SHAPECLASSNAME" val="Copyrightline"/>
  <p:tag name="SHAPECLASSPROTECTIONTYPE" val="63"/>
</p:tagLst>
</file>

<file path=ppt/tags/tag40.xml><?xml version="1.0" encoding="utf-8"?>
<p:tagLst xmlns:a="http://schemas.openxmlformats.org/drawingml/2006/main" xmlns:r="http://schemas.openxmlformats.org/officeDocument/2006/relationships" xmlns:p="http://schemas.openxmlformats.org/presentationml/2006/main">
  <p:tag name="FONT" val="BGroupFont"/>
  <p:tag name="FONTSETCLASSNAME" val="FontSet1"/>
  <p:tag name="COLORS" val="-2;-2;-2;-2;BGroupColor;-2"/>
  <p:tag name="COLORSETCLASSNAME" val="ColorSet1"/>
  <p:tag name="SCRIPT" val="1"/>
  <p:tag name="MLI" val="1"/>
  <p:tag name="SHAPESETGROUPCLASSNAME" val="ShapeSetGroup1"/>
  <p:tag name="SHAPESETCLASSNAME" val="Title"/>
  <p:tag name="COLORSETGROUPCLASSNAME" val="ColorSetGroup1"/>
  <p:tag name="FONTSETGROUPCLASSNAME" val="FontSetGroup1"/>
  <p:tag name="SHAPECLASSNAME" val="BGroupBox"/>
  <p:tag name="SHAPECLASSPROTECTIONTYPE" val="15"/>
</p:tagLst>
</file>

<file path=ppt/tags/tag41.xml><?xml version="1.0" encoding="utf-8"?>
<p:tagLst xmlns:a="http://schemas.openxmlformats.org/drawingml/2006/main" xmlns:r="http://schemas.openxmlformats.org/officeDocument/2006/relationships" xmlns:p="http://schemas.openxmlformats.org/presentationml/2006/main">
  <p:tag name="FONT" val="CopyrightfontRight"/>
  <p:tag name="FONTSETCLASSNAME" val="FontSet1"/>
  <p:tag name="COLORS" val="-2;-2;-2;-2;-2;-2"/>
  <p:tag name="COLORSETCLASSNAME" val="ColorSet1"/>
  <p:tag name="MLI" val="1"/>
  <p:tag name="SHAPESETGROUPCLASSNAME" val="ShapeSetGroup1"/>
  <p:tag name="SHAPESETCLASSNAME" val="Title"/>
  <p:tag name="COLORSETGROUPCLASSNAME" val="ColorSetGroup1"/>
  <p:tag name="FONTSETGROUPCLASSNAME" val="FontSetGroup1"/>
  <p:tag name="SHAPECLASSNAME" val="AuthorBox"/>
  <p:tag name="SHAPECLASSPROTECTIONTYPE" val="27"/>
</p:tagLst>
</file>

<file path=ppt/tags/tag42.xml><?xml version="1.0" encoding="utf-8"?>
<p:tagLst xmlns:a="http://schemas.openxmlformats.org/drawingml/2006/main" xmlns:r="http://schemas.openxmlformats.org/officeDocument/2006/relationships" xmlns:p="http://schemas.openxmlformats.org/presentationml/2006/main">
  <p:tag name="COLORSETCLASSNAME" val="ColorSet1"/>
  <p:tag name="COLORS" val="-2;-2;-2;-2;-1;-2"/>
</p:tagLst>
</file>

<file path=ppt/tags/tag43.xml><?xml version="1.0" encoding="utf-8"?>
<p:tagLst xmlns:a="http://schemas.openxmlformats.org/drawingml/2006/main" xmlns:r="http://schemas.openxmlformats.org/officeDocument/2006/relationships" xmlns:p="http://schemas.openxmlformats.org/presentationml/2006/main">
  <p:tag name="COLORSETCLASSNAME" val="ColorSet1"/>
  <p:tag name="COLORS" val="-2;-2;-1;White;-1;-2"/>
</p:tagLst>
</file>

<file path=ppt/tags/tag44.xml><?xml version="1.0" encoding="utf-8"?>
<p:tagLst xmlns:a="http://schemas.openxmlformats.org/drawingml/2006/main" xmlns:r="http://schemas.openxmlformats.org/officeDocument/2006/relationships" xmlns:p="http://schemas.openxmlformats.org/presentationml/2006/main">
  <p:tag name="COLORSETCLASSNAME" val="ColorSet1"/>
  <p:tag name="COLORS" val="-2;-2;-1;White;-1;-2"/>
</p:tagLst>
</file>

<file path=ppt/tags/tag45.xml><?xml version="1.0" encoding="utf-8"?>
<p:tagLst xmlns:a="http://schemas.openxmlformats.org/drawingml/2006/main" xmlns:r="http://schemas.openxmlformats.org/officeDocument/2006/relationships" xmlns:p="http://schemas.openxmlformats.org/presentationml/2006/main">
  <p:tag name="COLORSETCLASSNAME" val="ColorSet1"/>
  <p:tag name="COLORS" val="-2;-2;-1;White;-1;-2"/>
</p:tagLst>
</file>

<file path=ppt/tags/tag46.xml><?xml version="1.0" encoding="utf-8"?>
<p:tagLst xmlns:a="http://schemas.openxmlformats.org/drawingml/2006/main" xmlns:r="http://schemas.openxmlformats.org/officeDocument/2006/relationships" xmlns:p="http://schemas.openxmlformats.org/presentationml/2006/main">
  <p:tag name="COLORSETCLASSNAME" val="ColorSet1"/>
  <p:tag name="COLORS" val="-2;-2;-1;White;-1;-2"/>
</p:tagLst>
</file>

<file path=ppt/tags/tag47.xml><?xml version="1.0" encoding="utf-8"?>
<p:tagLst xmlns:a="http://schemas.openxmlformats.org/drawingml/2006/main" xmlns:r="http://schemas.openxmlformats.org/officeDocument/2006/relationships" xmlns:p="http://schemas.openxmlformats.org/presentationml/2006/main">
  <p:tag name="COLORSETCLASSNAME" val="ColorSet1"/>
  <p:tag name="COLORS" val="-2;-2;-1;White;-1;-2"/>
</p:tagLst>
</file>

<file path=ppt/tags/tag48.xml><?xml version="1.0" encoding="utf-8"?>
<p:tagLst xmlns:a="http://schemas.openxmlformats.org/drawingml/2006/main" xmlns:r="http://schemas.openxmlformats.org/officeDocument/2006/relationships" xmlns:p="http://schemas.openxmlformats.org/presentationml/2006/main">
  <p:tag name="COLORSETCLASSNAME" val="ColorSet1"/>
  <p:tag name="COLORS" val="-2;-2;-1;White;-1;-2"/>
</p:tagLst>
</file>

<file path=ppt/tags/tag49.xml><?xml version="1.0" encoding="utf-8"?>
<p:tagLst xmlns:a="http://schemas.openxmlformats.org/drawingml/2006/main" xmlns:r="http://schemas.openxmlformats.org/officeDocument/2006/relationships" xmlns:p="http://schemas.openxmlformats.org/presentationml/2006/main">
  <p:tag name="COLORSETCLASSNAME" val="ColorSet1"/>
  <p:tag name="COLORS" val="-2;-2;-1;White;-1;-2"/>
</p:tagLst>
</file>

<file path=ppt/tags/tag50.xml><?xml version="1.0" encoding="utf-8"?>
<p:tagLst xmlns:a="http://schemas.openxmlformats.org/drawingml/2006/main" xmlns:r="http://schemas.openxmlformats.org/officeDocument/2006/relationships" xmlns:p="http://schemas.openxmlformats.org/presentationml/2006/main">
  <p:tag name="COLORSETCLASSNAME" val="ColorSet1"/>
  <p:tag name="COLORS" val="-2;-2;-1;White;-1;-2"/>
</p:tagLst>
</file>

<file path=ppt/tags/tag51.xml><?xml version="1.0" encoding="utf-8"?>
<p:tagLst xmlns:a="http://schemas.openxmlformats.org/drawingml/2006/main" xmlns:r="http://schemas.openxmlformats.org/officeDocument/2006/relationships" xmlns:p="http://schemas.openxmlformats.org/presentationml/2006/main">
  <p:tag name="COLORSETCLASSNAME" val="ColorSet1"/>
  <p:tag name="COLORS" val="-2;-2;-1;White;-1;-2"/>
</p:tagLst>
</file>

<file path=ppt/tags/tag52.xml><?xml version="1.0" encoding="utf-8"?>
<p:tagLst xmlns:a="http://schemas.openxmlformats.org/drawingml/2006/main" xmlns:r="http://schemas.openxmlformats.org/officeDocument/2006/relationships" xmlns:p="http://schemas.openxmlformats.org/presentationml/2006/main">
  <p:tag name="COLORSETCLASSNAME" val="ColorSet1"/>
  <p:tag name="COLORS" val="-2;-2;-1;White;-1;-2"/>
</p:tagLst>
</file>

<file path=ppt/tags/tag53.xml><?xml version="1.0" encoding="utf-8"?>
<p:tagLst xmlns:a="http://schemas.openxmlformats.org/drawingml/2006/main" xmlns:r="http://schemas.openxmlformats.org/officeDocument/2006/relationships" xmlns:p="http://schemas.openxmlformats.org/presentationml/2006/main">
  <p:tag name="COLORSETCLASSNAME" val="ColorSet1"/>
  <p:tag name="COLORS" val="-2;-2;-1;White;-1;-2"/>
</p:tagLst>
</file>

<file path=ppt/tags/tag54.xml><?xml version="1.0" encoding="utf-8"?>
<p:tagLst xmlns:a="http://schemas.openxmlformats.org/drawingml/2006/main" xmlns:r="http://schemas.openxmlformats.org/officeDocument/2006/relationships" xmlns:p="http://schemas.openxmlformats.org/presentationml/2006/main">
  <p:tag name="COLORSETCLASSNAME" val="ColorSet1"/>
  <p:tag name="COLORS" val="-2;-2;-1;White;-1;-2"/>
</p:tagLst>
</file>

<file path=ppt/tags/tag55.xml><?xml version="1.0" encoding="utf-8"?>
<p:tagLst xmlns:a="http://schemas.openxmlformats.org/drawingml/2006/main" xmlns:r="http://schemas.openxmlformats.org/officeDocument/2006/relationships" xmlns:p="http://schemas.openxmlformats.org/presentationml/2006/main">
  <p:tag name="COLORSETCLASSNAME" val="ColorSet1"/>
  <p:tag name="COLORS" val="-2;-2;-1;White;-1;-2"/>
</p:tagLst>
</file>

<file path=ppt/tags/tag56.xml><?xml version="1.0" encoding="utf-8"?>
<p:tagLst xmlns:a="http://schemas.openxmlformats.org/drawingml/2006/main" xmlns:r="http://schemas.openxmlformats.org/officeDocument/2006/relationships" xmlns:p="http://schemas.openxmlformats.org/presentationml/2006/main">
  <p:tag name="COLORSETCLASSNAME" val="ColorSet1"/>
  <p:tag name="COLORS" val="-2;-2;-1;White;-1;-2"/>
</p:tagLst>
</file>

<file path=ppt/tags/tag57.xml><?xml version="1.0" encoding="utf-8"?>
<p:tagLst xmlns:a="http://schemas.openxmlformats.org/drawingml/2006/main" xmlns:r="http://schemas.openxmlformats.org/officeDocument/2006/relationships" xmlns:p="http://schemas.openxmlformats.org/presentationml/2006/main">
  <p:tag name="COLORSETCLASSNAME" val="ColorSet1"/>
  <p:tag name="COLORS" val="-2;-2;-1;White;-1;-2"/>
</p:tagLst>
</file>

<file path=ppt/tags/tag58.xml><?xml version="1.0" encoding="utf-8"?>
<p:tagLst xmlns:a="http://schemas.openxmlformats.org/drawingml/2006/main" xmlns:r="http://schemas.openxmlformats.org/officeDocument/2006/relationships" xmlns:p="http://schemas.openxmlformats.org/presentationml/2006/main">
  <p:tag name="COLORSETCLASSNAME" val="ColorSet1"/>
  <p:tag name="COLORS" val="-1;White;-2;-2;White;-2"/>
</p:tagLst>
</file>

<file path=ppt/tags/tag59.xml><?xml version="1.0" encoding="utf-8"?>
<p:tagLst xmlns:a="http://schemas.openxmlformats.org/drawingml/2006/main" xmlns:r="http://schemas.openxmlformats.org/officeDocument/2006/relationships" xmlns:p="http://schemas.openxmlformats.org/presentationml/2006/main">
  <p:tag name="COLORSETCLASSNAME" val="ColorSet1"/>
  <p:tag name="COLORS" val="-1;White;-2;-2;White;-2"/>
</p:tagLst>
</file>

<file path=ppt/tags/tag60.xml><?xml version="1.0" encoding="utf-8"?>
<p:tagLst xmlns:a="http://schemas.openxmlformats.org/drawingml/2006/main" xmlns:r="http://schemas.openxmlformats.org/officeDocument/2006/relationships" xmlns:p="http://schemas.openxmlformats.org/presentationml/2006/main">
  <p:tag name="COLORSETCLASSNAME" val="ColorSet1"/>
  <p:tag name="COLORS" val="-1;White;-2;-2;White;-2"/>
</p:tagLst>
</file>

<file path=ppt/tags/tag61.xml><?xml version="1.0" encoding="utf-8"?>
<p:tagLst xmlns:a="http://schemas.openxmlformats.org/drawingml/2006/main" xmlns:r="http://schemas.openxmlformats.org/officeDocument/2006/relationships" xmlns:p="http://schemas.openxmlformats.org/presentationml/2006/main">
  <p:tag name="COLORSETCLASSNAME" val="ColorSet1"/>
  <p:tag name="COLORS" val="-2;-2;-1;White;-1;-2"/>
</p:tagLst>
</file>

<file path=ppt/tags/tag62.xml><?xml version="1.0" encoding="utf-8"?>
<p:tagLst xmlns:a="http://schemas.openxmlformats.org/drawingml/2006/main" xmlns:r="http://schemas.openxmlformats.org/officeDocument/2006/relationships" xmlns:p="http://schemas.openxmlformats.org/presentationml/2006/main">
  <p:tag name="COLORSETCLASSNAME" val="ColorSet1"/>
  <p:tag name="COLORS" val="-1;White;-2;-2;White;-2"/>
</p:tagLst>
</file>

<file path=ppt/tags/tag63.xml><?xml version="1.0" encoding="utf-8"?>
<p:tagLst xmlns:a="http://schemas.openxmlformats.org/drawingml/2006/main" xmlns:r="http://schemas.openxmlformats.org/officeDocument/2006/relationships" xmlns:p="http://schemas.openxmlformats.org/presentationml/2006/main">
  <p:tag name="COLORSETCLASSNAME" val="ColorSet1"/>
  <p:tag name="COLORS" val="-2;-2;-2;-2;-1;-2"/>
</p:tagLst>
</file>

<file path=ppt/tags/tag64.xml><?xml version="1.0" encoding="utf-8"?>
<p:tagLst xmlns:a="http://schemas.openxmlformats.org/drawingml/2006/main" xmlns:r="http://schemas.openxmlformats.org/officeDocument/2006/relationships" xmlns:p="http://schemas.openxmlformats.org/presentationml/2006/main">
  <p:tag name="COLORSETCLASSNAME" val="ColorSet1"/>
  <p:tag name="COLORS" val="Black;LogoRightColor;-2;-2;LogoRightColor;-2"/>
</p:tagLst>
</file>

<file path=ppt/tags/tag65.xml><?xml version="1.0" encoding="utf-8"?>
<p:tagLst xmlns:a="http://schemas.openxmlformats.org/drawingml/2006/main" xmlns:r="http://schemas.openxmlformats.org/officeDocument/2006/relationships" xmlns:p="http://schemas.openxmlformats.org/presentationml/2006/main">
  <p:tag name="COLORSETCLASSNAME" val="ColorSet1"/>
  <p:tag name="K_DONE" val="1"/>
  <p:tag name="COLORS" val="-2;-2;-2;-2;-1;-2"/>
</p:tagLst>
</file>

<file path=ppt/tags/tag66.xml><?xml version="1.0" encoding="utf-8"?>
<p:tagLst xmlns:a="http://schemas.openxmlformats.org/drawingml/2006/main" xmlns:r="http://schemas.openxmlformats.org/officeDocument/2006/relationships" xmlns:p="http://schemas.openxmlformats.org/presentationml/2006/main">
  <p:tag name="COLORSETCLASSNAME" val="ColorSet1"/>
  <p:tag name="K_DONE" val="1"/>
  <p:tag name="COLORS" val="-2;-2;-2;-2;-1;-2"/>
</p:tagLst>
</file>

<file path=ppt/tags/tag67.xml><?xml version="1.0" encoding="utf-8"?>
<p:tagLst xmlns:a="http://schemas.openxmlformats.org/drawingml/2006/main" xmlns:r="http://schemas.openxmlformats.org/officeDocument/2006/relationships" xmlns:p="http://schemas.openxmlformats.org/presentationml/2006/main">
  <p:tag name="COLORSETCLASSNAME" val="ColorSet1"/>
  <p:tag name="K_DONE" val="1"/>
  <p:tag name="COLORS" val="-2;-2;-2;-2;-1;-2"/>
</p:tagLst>
</file>

<file path=ppt/tags/tag68.xml><?xml version="1.0" encoding="utf-8"?>
<p:tagLst xmlns:a="http://schemas.openxmlformats.org/drawingml/2006/main" xmlns:r="http://schemas.openxmlformats.org/officeDocument/2006/relationships" xmlns:p="http://schemas.openxmlformats.org/presentationml/2006/main">
  <p:tag name="COLORSETCLASSNAME" val="ColorSet1"/>
  <p:tag name="COLORS" val="-1;White;-2;-2;-1;-2"/>
</p:tagLst>
</file>

<file path=ppt/tags/tag69.xml><?xml version="1.0" encoding="utf-8"?>
<p:tagLst xmlns:a="http://schemas.openxmlformats.org/drawingml/2006/main" xmlns:r="http://schemas.openxmlformats.org/officeDocument/2006/relationships" xmlns:p="http://schemas.openxmlformats.org/presentationml/2006/main">
  <p:tag name="COLORSETCLASSNAME" val="ColorSet1"/>
  <p:tag name="COLORS" val="-2;-2;-2;-2;-1;-2"/>
</p:tagLst>
</file>

<file path=ppt/tags/tag70.xml><?xml version="1.0" encoding="utf-8"?>
<p:tagLst xmlns:a="http://schemas.openxmlformats.org/drawingml/2006/main" xmlns:r="http://schemas.openxmlformats.org/officeDocument/2006/relationships" xmlns:p="http://schemas.openxmlformats.org/presentationml/2006/main">
  <p:tag name="COLORSETCLASSNAME" val="ColorSet1"/>
  <p:tag name="COLORS" val="-2;-2;-2;-2;-1;-2"/>
</p:tagLst>
</file>

<file path=ppt/tags/tag71.xml><?xml version="1.0" encoding="utf-8"?>
<p:tagLst xmlns:a="http://schemas.openxmlformats.org/drawingml/2006/main" xmlns:r="http://schemas.openxmlformats.org/officeDocument/2006/relationships" xmlns:p="http://schemas.openxmlformats.org/presentationml/2006/main">
  <p:tag name="COLORSETCLASSNAME" val="ColorSet1"/>
  <p:tag name="COLORS" val="-2;-2;-2;-2;-1;-2"/>
</p:tagLst>
</file>

<file path=ppt/tags/tag72.xml><?xml version="1.0" encoding="utf-8"?>
<p:tagLst xmlns:a="http://schemas.openxmlformats.org/drawingml/2006/main" xmlns:r="http://schemas.openxmlformats.org/officeDocument/2006/relationships" xmlns:p="http://schemas.openxmlformats.org/presentationml/2006/main">
  <p:tag name="COLORSETCLASSNAME" val="ColorSet1"/>
  <p:tag name="COLORS" val="-2;-2;-2;-2;-1;-2"/>
</p:tagLst>
</file>

<file path=ppt/tags/tag73.xml><?xml version="1.0" encoding="utf-8"?>
<p:tagLst xmlns:a="http://schemas.openxmlformats.org/drawingml/2006/main" xmlns:r="http://schemas.openxmlformats.org/officeDocument/2006/relationships" xmlns:p="http://schemas.openxmlformats.org/presentationml/2006/main">
  <p:tag name="COLORSETCLASSNAME" val="ColorSet1"/>
  <p:tag name="COLORS" val="-2;-2;-2;-2;-1;-2"/>
</p:tagLst>
</file>

<file path=ppt/tags/tag74.xml><?xml version="1.0" encoding="utf-8"?>
<p:tagLst xmlns:a="http://schemas.openxmlformats.org/drawingml/2006/main" xmlns:r="http://schemas.openxmlformats.org/officeDocument/2006/relationships" xmlns:p="http://schemas.openxmlformats.org/presentationml/2006/main">
  <p:tag name="COLORSETCLASSNAME" val="ColorSet1"/>
  <p:tag name="COLORS" val="-2;-2;-2;-2;-1;-2"/>
</p:tagLst>
</file>

<file path=ppt/tags/tag75.xml><?xml version="1.0" encoding="utf-8"?>
<p:tagLst xmlns:a="http://schemas.openxmlformats.org/drawingml/2006/main" xmlns:r="http://schemas.openxmlformats.org/officeDocument/2006/relationships" xmlns:p="http://schemas.openxmlformats.org/presentationml/2006/main">
  <p:tag name="COLORSETCLASSNAME" val="ColorSet1"/>
  <p:tag name="COLORS" val="-2;-2;-2;-2;-1;-2"/>
</p:tagLst>
</file>

<file path=ppt/tags/tag76.xml><?xml version="1.0" encoding="utf-8"?>
<p:tagLst xmlns:a="http://schemas.openxmlformats.org/drawingml/2006/main" xmlns:r="http://schemas.openxmlformats.org/officeDocument/2006/relationships" xmlns:p="http://schemas.openxmlformats.org/presentationml/2006/main">
  <p:tag name="COLORSETCLASSNAME" val="ColorSet1"/>
  <p:tag name="COLORS" val="-2;-2;-2;-2;-1;-2"/>
</p:tagLst>
</file>

<file path=ppt/tags/tag77.xml><?xml version="1.0" encoding="utf-8"?>
<p:tagLst xmlns:a="http://schemas.openxmlformats.org/drawingml/2006/main" xmlns:r="http://schemas.openxmlformats.org/officeDocument/2006/relationships" xmlns:p="http://schemas.openxmlformats.org/presentationml/2006/main">
  <p:tag name="COLORSETCLASSNAME" val="ColorSet1"/>
  <p:tag name="COLORS" val="-2;-2;-2;-2;-1;-2"/>
</p:tagLst>
</file>

<file path=ppt/tags/tag78.xml><?xml version="1.0" encoding="utf-8"?>
<p:tagLst xmlns:a="http://schemas.openxmlformats.org/drawingml/2006/main" xmlns:r="http://schemas.openxmlformats.org/officeDocument/2006/relationships" xmlns:p="http://schemas.openxmlformats.org/presentationml/2006/main">
  <p:tag name="COLORSETCLASSNAME" val="ColorSet1"/>
  <p:tag name="COLORS" val="-2;-2;-2;-2;-1;-2"/>
</p:tagLst>
</file>

<file path=ppt/tags/tag79.xml><?xml version="1.0" encoding="utf-8"?>
<p:tagLst xmlns:a="http://schemas.openxmlformats.org/drawingml/2006/main" xmlns:r="http://schemas.openxmlformats.org/officeDocument/2006/relationships" xmlns:p="http://schemas.openxmlformats.org/presentationml/2006/main">
  <p:tag name="COLORSETCLASSNAME" val="ColorSet1"/>
  <p:tag name="COLORS" val="Blue1;White;-2;-2;White;-2"/>
</p:tagLst>
</file>

<file path=ppt/tags/tag80.xml><?xml version="1.0" encoding="utf-8"?>
<p:tagLst xmlns:a="http://schemas.openxmlformats.org/drawingml/2006/main" xmlns:r="http://schemas.openxmlformats.org/officeDocument/2006/relationships" xmlns:p="http://schemas.openxmlformats.org/presentationml/2006/main">
  <p:tag name="COLORSETCLASSNAME" val="ColorSet1"/>
  <p:tag name="COLORS" val="-2;-2;-2;-2;-1;-2"/>
</p:tagLst>
</file>

<file path=ppt/tags/tag81.xml><?xml version="1.0" encoding="utf-8"?>
<p:tagLst xmlns:a="http://schemas.openxmlformats.org/drawingml/2006/main" xmlns:r="http://schemas.openxmlformats.org/officeDocument/2006/relationships" xmlns:p="http://schemas.openxmlformats.org/presentationml/2006/main">
  <p:tag name="COLORSETCLASSNAME" val="ColorSet1"/>
  <p:tag name="COLORS" val="Blue1;White;-2;-2;White;-2"/>
</p:tagLst>
</file>

<file path=ppt/tags/tag82.xml><?xml version="1.0" encoding="utf-8"?>
<p:tagLst xmlns:a="http://schemas.openxmlformats.org/drawingml/2006/main" xmlns:r="http://schemas.openxmlformats.org/officeDocument/2006/relationships" xmlns:p="http://schemas.openxmlformats.org/presentationml/2006/main">
  <p:tag name="COLORSETCLASSNAME" val="ColorSet1"/>
  <p:tag name="COLORS" val="-2;-2;-2;-2;-1;-2"/>
</p:tagLst>
</file>

<file path=ppt/tags/tag83.xml><?xml version="1.0" encoding="utf-8"?>
<p:tagLst xmlns:a="http://schemas.openxmlformats.org/drawingml/2006/main" xmlns:r="http://schemas.openxmlformats.org/officeDocument/2006/relationships" xmlns:p="http://schemas.openxmlformats.org/presentationml/2006/main">
  <p:tag name="COLORSETCLASSNAME" val="ColorSet1"/>
  <p:tag name="COLORS" val="Blue1;White;-2;-2;White;-2"/>
</p:tagLst>
</file>

<file path=ppt/tags/tag84.xml><?xml version="1.0" encoding="utf-8"?>
<p:tagLst xmlns:a="http://schemas.openxmlformats.org/drawingml/2006/main" xmlns:r="http://schemas.openxmlformats.org/officeDocument/2006/relationships" xmlns:p="http://schemas.openxmlformats.org/presentationml/2006/main">
  <p:tag name="COLORSETCLASSNAME" val="ColorSet1"/>
  <p:tag name="K_DONE" val="1"/>
  <p:tag name="COLORS" val="-2;-2;-2;-2;-1;-2"/>
</p:tagLst>
</file>

<file path=ppt/tags/tag85.xml><?xml version="1.0" encoding="utf-8"?>
<p:tagLst xmlns:a="http://schemas.openxmlformats.org/drawingml/2006/main" xmlns:r="http://schemas.openxmlformats.org/officeDocument/2006/relationships" xmlns:p="http://schemas.openxmlformats.org/presentationml/2006/main">
  <p:tag name="COLORSETCLASSNAME" val="ColorSet1"/>
  <p:tag name="COLORS" val="Blue1;White;-2;-2;White;-2"/>
</p:tagLst>
</file>

<file path=ppt/tags/tag86.xml><?xml version="1.0" encoding="utf-8"?>
<p:tagLst xmlns:a="http://schemas.openxmlformats.org/drawingml/2006/main" xmlns:r="http://schemas.openxmlformats.org/officeDocument/2006/relationships" xmlns:p="http://schemas.openxmlformats.org/presentationml/2006/main">
  <p:tag name="COLORSETCLASSNAME" val="ColorSet1"/>
  <p:tag name="COLORS" val="-2;-2;-2;-2;-1;-2"/>
</p:tagLst>
</file>

<file path=ppt/tags/tag87.xml><?xml version="1.0" encoding="utf-8"?>
<p:tagLst xmlns:a="http://schemas.openxmlformats.org/drawingml/2006/main" xmlns:r="http://schemas.openxmlformats.org/officeDocument/2006/relationships" xmlns:p="http://schemas.openxmlformats.org/presentationml/2006/main">
  <p:tag name="COLORSETCLASSNAME" val="ColorSet1"/>
  <p:tag name="COLORS" val="Blue1;White;-2;-2;White;-2"/>
</p:tagLst>
</file>

<file path=ppt/tags/tag88.xml><?xml version="1.0" encoding="utf-8"?>
<p:tagLst xmlns:a="http://schemas.openxmlformats.org/drawingml/2006/main" xmlns:r="http://schemas.openxmlformats.org/officeDocument/2006/relationships" xmlns:p="http://schemas.openxmlformats.org/presentationml/2006/main">
  <p:tag name="COLORSETCLASSNAME" val="ColorSet1"/>
  <p:tag name="K_DONE" val="1"/>
  <p:tag name="COLORS" val="-2;-2;-2;-2;-1;-2"/>
</p:tagLst>
</file>

<file path=ppt/tags/tag89.xml><?xml version="1.0" encoding="utf-8"?>
<p:tagLst xmlns:a="http://schemas.openxmlformats.org/drawingml/2006/main" xmlns:r="http://schemas.openxmlformats.org/officeDocument/2006/relationships" xmlns:p="http://schemas.openxmlformats.org/presentationml/2006/main">
  <p:tag name="COLORSETCLASSNAME" val="ColorSet1"/>
  <p:tag name="COLORS" val="Blue1;White;-2;-2;White;-2"/>
</p:tagLst>
</file>

<file path=ppt/tags/tag90.xml><?xml version="1.0" encoding="utf-8"?>
<p:tagLst xmlns:a="http://schemas.openxmlformats.org/drawingml/2006/main" xmlns:r="http://schemas.openxmlformats.org/officeDocument/2006/relationships" xmlns:p="http://schemas.openxmlformats.org/presentationml/2006/main">
  <p:tag name="COLORSETCLASSNAME" val="ColorSet1"/>
  <p:tag name="COLORS" val="-2;-2;-2;-2;-1;-2"/>
</p:tagLst>
</file>

<file path=ppt/tags/tag91.xml><?xml version="1.0" encoding="utf-8"?>
<p:tagLst xmlns:a="http://schemas.openxmlformats.org/drawingml/2006/main" xmlns:r="http://schemas.openxmlformats.org/officeDocument/2006/relationships" xmlns:p="http://schemas.openxmlformats.org/presentationml/2006/main">
  <p:tag name="COLORSETCLASSNAME" val="ColorSet1"/>
  <p:tag name="COLORS" val="Blue1;White;-2;-2;White;-2"/>
</p:tagLst>
</file>

<file path=ppt/tags/tag92.xml><?xml version="1.0" encoding="utf-8"?>
<p:tagLst xmlns:a="http://schemas.openxmlformats.org/drawingml/2006/main" xmlns:r="http://schemas.openxmlformats.org/officeDocument/2006/relationships" xmlns:p="http://schemas.openxmlformats.org/presentationml/2006/main">
  <p:tag name="COLORSETCLASSNAME" val="ColorSet1"/>
  <p:tag name="COLORS" val="-2;-2;-2;-2;-1;-2"/>
</p:tagLst>
</file>

<file path=ppt/tags/tag93.xml><?xml version="1.0" encoding="utf-8"?>
<p:tagLst xmlns:a="http://schemas.openxmlformats.org/drawingml/2006/main" xmlns:r="http://schemas.openxmlformats.org/officeDocument/2006/relationships" xmlns:p="http://schemas.openxmlformats.org/presentationml/2006/main">
  <p:tag name="COLORSETCLASSNAME" val="ColorSet1"/>
  <p:tag name="COLORS" val="Blue1;White;-2;-2;White;-2"/>
</p:tagLst>
</file>

<file path=ppt/tags/tag94.xml><?xml version="1.0" encoding="utf-8"?>
<p:tagLst xmlns:a="http://schemas.openxmlformats.org/drawingml/2006/main" xmlns:r="http://schemas.openxmlformats.org/officeDocument/2006/relationships" xmlns:p="http://schemas.openxmlformats.org/presentationml/2006/main">
  <p:tag name="COLORSETCLASSNAME" val="ColorSet1"/>
  <p:tag name="K_DONE" val="1"/>
  <p:tag name="COLORS" val="-2;-2;-2;-2;-1;-2"/>
</p:tagLst>
</file>

<file path=ppt/theme/theme1.xml><?xml version="1.0" encoding="utf-8"?>
<a:theme xmlns:a="http://schemas.openxmlformats.org/drawingml/2006/main" name="標準デザイン">
  <a:themeElements>
    <a:clrScheme name="標準デザイン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en-US" sz="2400" b="0" i="0" u="none" strike="noStrike" cap="none" normalizeH="0" baseline="0" smtClean="0">
            <a:ln>
              <a:noFill/>
            </a:ln>
            <a:solidFill>
              <a:schemeClr val="tx1"/>
            </a:solidFill>
            <a:effectLst/>
            <a:latin typeface="Times New Roman" pitchFamily="18" charset="0"/>
            <a:ea typeface="ＭＳ Ｐゴシック" pitchFamily="50"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en-US" sz="2400" b="0" i="0" u="none" strike="noStrike" cap="none" normalizeH="0" baseline="0" smtClean="0">
            <a:ln>
              <a:noFill/>
            </a:ln>
            <a:solidFill>
              <a:schemeClr val="tx1"/>
            </a:solidFill>
            <a:effectLst/>
            <a:latin typeface="Times New Roman" pitchFamily="18" charset="0"/>
            <a:ea typeface="ＭＳ Ｐゴシック" pitchFamily="50" charset="-128"/>
          </a:defRPr>
        </a:defPPr>
      </a:lstStyle>
    </a:lnDef>
  </a:objectDefaults>
  <a:extraClrSchemeLst>
    <a:extraClrScheme>
      <a:clrScheme name="標準デザイン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標準デザイン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標準デザイン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標準デザイン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標準デザイン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標準デザイン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標準デザイン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テーマ">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テーマ">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Conversation-Topic xmlns="bca0bc44-19d1-4824-98a4-321de56310bf" xsi:nil="true"/>
    <Received xmlns="bca0bc44-19d1-4824-98a4-321de56310bf" xsi:nil="true"/>
    <Importance xmlns="bca0bc44-19d1-4824-98a4-321de56310bf" xsi:nil="true"/>
    <Conversation-Index xmlns="bca0bc44-19d1-4824-98a4-321de56310bf" xsi:nil="true"/>
    <Bcc xmlns="bca0bc44-19d1-4824-98a4-321de56310bf" xsi:nil="true"/>
    <Sensitivity xmlns="bca0bc44-19d1-4824-98a4-321de56310bf" xsi:nil="true"/>
    <Review_x0020_Status_ReviewTool xmlns="28b4c0de-55bf-47f7-be0c-f39587aa47fc" xsi:nil="true"/>
    <IconOverlay xmlns="http://schemas.microsoft.com/sharepoint/v4" xsi:nil="true"/>
    <To xmlns="bca0bc44-19d1-4824-98a4-321de56310bf" xsi:nil="true"/>
    <Historicalrelevance xmlns="8882ccf3-a3b8-4490-b65e-e761fdf8eec6">No</Historicalrelevance>
    <Reply-To xmlns="bca0bc44-19d1-4824-98a4-321de56310bf" xsi:nil="true"/>
    <In-Reply-To xmlns="bca0bc44-19d1-4824-98a4-321de56310bf" xsi:nil="true"/>
    <MailPreviewData xmlns="bca0bc44-19d1-4824-98a4-321de56310bf" xsi:nil="true"/>
    <ASC xmlns="8882ccf3-a3b8-4490-b65e-e761fdf8eec6">1</ASC>
    <CSC xmlns="8882ccf3-a3b8-4490-b65e-e761fdf8eec6">2</CSC>
    <Date1 xmlns="bca0bc44-19d1-4824-98a4-321de56310bf" xsi:nil="true"/>
    <Attachment xmlns="bca0bc44-19d1-4824-98a4-321de56310bf">true</Attachment>
    <References xmlns="bca0bc44-19d1-4824-98a4-321de56310bf" xsi:nil="true"/>
    <MessageClass xmlns="8882ccf3-a3b8-4490-b65e-e761fdf8eec6" xsi:nil="true"/>
    <Review_x0020_Report_ReviewTool xmlns="28b4c0de-55bf-47f7-be0c-f39587aa47fc" xsi:nil="true"/>
    <Cc xmlns="bca0bc44-19d1-4824-98a4-321de56310bf" xsi:nil="true"/>
    <Message-ID xmlns="bca0bc44-19d1-4824-98a4-321de56310bf" xsi:nil="true"/>
    <ISC xmlns="8882ccf3-a3b8-4490-b65e-e761fdf8eec6">0</ISC>
    <OriginalSubject xmlns="bca0bc44-19d1-4824-98a4-321de56310bf" xsi:nil="true"/>
    <ArchivingPeriod xmlns="8882ccf3-a3b8-4490-b65e-e761fdf8eec6">35</ArchivingPeriod>
    <Safeguarding xmlns="8882ccf3-a3b8-4490-b65e-e761fdf8eec6">No</Safeguarding>
    <From1 xmlns="bca0bc44-19d1-4824-98a4-321de56310bf" xsi:nil="true"/>
    <_vti_ItemHoldRecordStatus xmlns="http://schemas.microsoft.com/sharepoint/v3" xsi:nil="true"/>
    <_vti_ItemDeclaredRecord xmlns="http://schemas.microsoft.com/sharepoint/v3" xsi:nil="true"/>
    <Revisions xmlns="8882ccf3-a3b8-4490-b65e-e761fdf8eec6">
      <Url xsi:nil="true"/>
      <Description xsi:nil="true"/>
    </Revisions>
    <LockedStatus xmlns="8882ccf3-a3b8-4490-b65e-e761fdf8eec6">Unlocked</LockedStatus>
    <_dlc_DocId xmlns="8882ccf3-a3b8-4490-b65e-e761fdf8eec6">P15S188335-1952072533-1207</_dlc_DocId>
    <_dlc_DocIdUrl xmlns="8882ccf3-a3b8-4490-b65e-e761fdf8eec6">
      <Url>https://sites.inside-share5.bosch.com/sites/188335/_layouts/15/DocIdRedir.aspx?ID=P15S188335-1952072533-1207</Url>
      <Description>P15S188335-1952072533-1207</Description>
    </_dlc_DocIdUrl>
    <ILMItemType xmlns="8882ccf3-a3b8-4490-b65e-e761fdf8eec6">ConceptualItem</ILMItemType>
    <LockedBy xmlns="8882ccf3-a3b8-4490-b65e-e761fdf8eec6">
      <UserInfo>
        <DisplayName/>
        <AccountId xsi:nil="true"/>
        <AccountType/>
      </UserInfo>
    </LockedBy>
    <ILMCreationRevision xmlns="8882ccf3-a3b8-4490-b65e-e761fdf8eec6">false</ILMCreationRevision>
    <IlmBasedOn xmlns="8882ccf3-a3b8-4490-b65e-e761fdf8eec6" xsi:nil="true"/>
  </documentManagement>
</p:properties>
</file>

<file path=customXml/item4.xml><?xml version="1.0" encoding="utf-8"?>
<ct:contentTypeSchema xmlns:ct="http://schemas.microsoft.com/office/2006/metadata/contentType" xmlns:ma="http://schemas.microsoft.com/office/2006/metadata/properties/metaAttributes" ct:_="" ma:_="" ma:contentTypeName="ILMBoschDocument" ma:contentTypeID="0x010100C5E86C3147845A4795E49F457EC3C4130100C2360B1D161FF341BE963F77072C5C0F" ma:contentTypeVersion="11" ma:contentTypeDescription="Bosch Document Content Type for ILM" ma:contentTypeScope="" ma:versionID="bab25df5c72abac03b01f5ef07235c17">
  <xsd:schema xmlns:xsd="http://www.w3.org/2001/XMLSchema" xmlns:xs="http://www.w3.org/2001/XMLSchema" xmlns:p="http://schemas.microsoft.com/office/2006/metadata/properties" xmlns:ns1="http://schemas.microsoft.com/sharepoint/v3" xmlns:ns2="8882ccf3-a3b8-4490-b65e-e761fdf8eec6" xmlns:ns3="bca0bc44-19d1-4824-98a4-321de56310bf" xmlns:ns4="28b4c0de-55bf-47f7-be0c-f39587aa47fc" xmlns:ns5="http://schemas.microsoft.com/sharepoint/v4" targetNamespace="http://schemas.microsoft.com/office/2006/metadata/properties" ma:root="true" ma:fieldsID="02e781d9703242c916769e3529f39407" ns1:_="" ns2:_="" ns3:_="" ns4:_="" ns5:_="">
    <xsd:import namespace="http://schemas.microsoft.com/sharepoint/v3"/>
    <xsd:import namespace="8882ccf3-a3b8-4490-b65e-e761fdf8eec6"/>
    <xsd:import namespace="bca0bc44-19d1-4824-98a4-321de56310bf"/>
    <xsd:import namespace="28b4c0de-55bf-47f7-be0c-f39587aa47fc"/>
    <xsd:import namespace="http://schemas.microsoft.com/sharepoint/v4"/>
    <xsd:element name="properties">
      <xsd:complexType>
        <xsd:sequence>
          <xsd:element name="documentManagement">
            <xsd:complexType>
              <xsd:all>
                <xsd:element ref="ns2:_dlc_DocId" minOccurs="0"/>
                <xsd:element ref="ns2:_dlc_DocIdUrl" minOccurs="0"/>
                <xsd:element ref="ns2:_dlc_DocIdPersistId" minOccurs="0"/>
                <xsd:element ref="ns2:CSC"/>
                <xsd:element ref="ns2:ASC"/>
                <xsd:element ref="ns2:ISC"/>
                <xsd:element ref="ns2:ArchivingPeriod"/>
                <xsd:element ref="ns2:Safeguarding"/>
                <xsd:element ref="ns2:Historicalrelevance"/>
                <xsd:element ref="ns3:OriginalSubject" minOccurs="0"/>
                <xsd:element ref="ns3:From1" minOccurs="0"/>
                <xsd:element ref="ns3:Cc" minOccurs="0"/>
                <xsd:element ref="ns3:Bcc" minOccurs="0"/>
                <xsd:element ref="ns3:Conversation-Topic" minOccurs="0"/>
                <xsd:element ref="ns3:Date1" minOccurs="0"/>
                <xsd:element ref="ns3:Reply-To" minOccurs="0"/>
                <xsd:element ref="ns3:To" minOccurs="0"/>
                <xsd:element ref="ns3:Received" minOccurs="0"/>
                <xsd:element ref="ns3:Attachment" minOccurs="0"/>
                <xsd:element ref="ns3:Sensitivity" minOccurs="0"/>
                <xsd:element ref="ns3:Importance" minOccurs="0"/>
                <xsd:element ref="ns3:In-Reply-To" minOccurs="0"/>
                <xsd:element ref="ns3:References" minOccurs="0"/>
                <xsd:element ref="ns3:Conversation-Index" minOccurs="0"/>
                <xsd:element ref="ns3:MailPreviewData" minOccurs="0"/>
                <xsd:element ref="ns2:MessageClass" minOccurs="0"/>
                <xsd:element ref="ns3:Message-ID" minOccurs="0"/>
                <xsd:element ref="ns2:IlmBasedOn" minOccurs="0"/>
                <xsd:element ref="ns2:LockedStatus" minOccurs="0"/>
                <xsd:element ref="ns2:LockedBy" minOccurs="0"/>
                <xsd:element ref="ns2:ILMItemType" minOccurs="0"/>
                <xsd:element ref="ns2:ILMCreationRevision" minOccurs="0"/>
                <xsd:element ref="ns2:Revisions" minOccurs="0"/>
                <xsd:element ref="ns4:Review_x0020_Report_ReviewTool" minOccurs="0"/>
                <xsd:element ref="ns4:Review_x0020_Status_ReviewTool" minOccurs="0"/>
                <xsd:element ref="ns5:IconOverlay" minOccurs="0"/>
                <xsd:element ref="ns1:_vti_ItemDeclaredRecord" minOccurs="0"/>
                <xsd:element ref="ns1:_vti_ItemHoldRecord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vti_ItemDeclaredRecord" ma:index="44" nillable="true" ma:displayName="Declared Record" ma:hidden="true" ma:internalName="_vti_ItemDeclaredRecord" ma:readOnly="true">
      <xsd:simpleType>
        <xsd:restriction base="dms:DateTime"/>
      </xsd:simpleType>
    </xsd:element>
    <xsd:element name="_vti_ItemHoldRecordStatus" ma:index="45" nillable="true" ma:displayName="Hold and Record Status" ma:decimals="0" ma:description="" ma:hidden="true" ma:indexed="true" ma:internalName="_vti_ItemHoldRecordStatu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8882ccf3-a3b8-4490-b65e-e761fdf8eec6"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dexed="true"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CSC" ma:index="11" ma:displayName="C-SC" ma:default="1" ma:description="Security Class for Confidentiality." ma:format="Dropdown" ma:indexed="true" ma:internalName="CSC" ma:readOnly="false">
      <xsd:simpleType>
        <xsd:restriction base="dms:Choice">
          <xsd:enumeration value="0"/>
          <xsd:enumeration value="1"/>
          <xsd:enumeration value="2"/>
          <xsd:enumeration value="3"/>
        </xsd:restriction>
      </xsd:simpleType>
    </xsd:element>
    <xsd:element name="ASC" ma:index="12" ma:displayName="A-SC" ma:default="1" ma:description="Security Class for Availability" ma:format="Dropdown" ma:indexed="true" ma:internalName="ASC" ma:readOnly="false">
      <xsd:simpleType>
        <xsd:restriction base="dms:Choice">
          <xsd:enumeration value="0"/>
          <xsd:enumeration value="1"/>
          <xsd:enumeration value="2"/>
          <xsd:enumeration value="3"/>
        </xsd:restriction>
      </xsd:simpleType>
    </xsd:element>
    <xsd:element name="ISC" ma:index="13" ma:displayName="I-SC" ma:default="1" ma:description="Security Class for Integrity" ma:format="Dropdown" ma:internalName="ISC" ma:readOnly="false">
      <xsd:simpleType>
        <xsd:restriction base="dms:Choice">
          <xsd:enumeration value="0"/>
          <xsd:enumeration value="1"/>
          <xsd:enumeration value="2"/>
          <xsd:enumeration value="3"/>
        </xsd:restriction>
      </xsd:simpleType>
    </xsd:element>
    <xsd:element name="ArchivingPeriod" ma:index="14" ma:displayName="Archiving Period (in years)" ma:default="35" ma:description="File will be deleted from the archive after end of the archiving" ma:format="Dropdown" ma:indexed="true" ma:internalName="ArchivingPeriod" ma:readOnly="false">
      <xsd:simpleType>
        <xsd:union memberTypes="dms:Text">
          <xsd:simpleType>
            <xsd:restriction base="dms:Choice">
              <xsd:enumeration value="1"/>
              <xsd:enumeration value="3"/>
              <xsd:enumeration value="6"/>
              <xsd:enumeration value="10"/>
              <xsd:enumeration value="15"/>
              <xsd:enumeration value="35"/>
              <xsd:enumeration value="Delete when archiving"/>
              <xsd:enumeration value="infinite"/>
            </xsd:restriction>
          </xsd:simpleType>
        </xsd:union>
      </xsd:simpleType>
    </xsd:element>
    <xsd:element name="Safeguarding" ma:index="15" ma:displayName="Safeguarding" ma:default="No" ma:description="Special safeguarding requirements" ma:format="Dropdown" ma:internalName="Safeguarding" ma:readOnly="false">
      <xsd:simpleType>
        <xsd:restriction base="dms:Choice">
          <xsd:enumeration value="Yes"/>
          <xsd:enumeration value="No"/>
        </xsd:restriction>
      </xsd:simpleType>
    </xsd:element>
    <xsd:element name="Historicalrelevance" ma:index="16" ma:displayName="Historical relevance" ma:default="No" ma:description="Handover to C/CCH" ma:format="Dropdown" ma:internalName="Historicalrelevance" ma:readOnly="false">
      <xsd:simpleType>
        <xsd:restriction base="dms:Choice">
          <xsd:enumeration value="Yes"/>
          <xsd:enumeration value="No"/>
        </xsd:restriction>
      </xsd:simpleType>
    </xsd:element>
    <xsd:element name="MessageClass" ma:index="33" nillable="true" ma:displayName="MessageClass" ma:hidden="true" ma:internalName="MessageClass">
      <xsd:simpleType>
        <xsd:restriction base="dms:Text">
          <xsd:maxLength value="255"/>
        </xsd:restriction>
      </xsd:simpleType>
    </xsd:element>
    <xsd:element name="IlmBasedOn" ma:index="35" nillable="true" ma:displayName="Based on" ma:internalName="IlmBasedOn" ma:readOnly="true">
      <xsd:simpleType>
        <xsd:restriction base="dms:Text"/>
      </xsd:simpleType>
    </xsd:element>
    <xsd:element name="LockedStatus" ma:index="36" nillable="true" ma:displayName="Locked Status" ma:default="Unlocked" ma:internalName="LockedStatus" ma:readOnly="true">
      <xsd:simpleType>
        <xsd:restriction base="dms:Text"/>
      </xsd:simpleType>
    </xsd:element>
    <xsd:element name="LockedBy" ma:index="37" nillable="true" ma:displayName="Locked By" ma:internalName="LockedBy" ma:readOnly="tru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ILMItemType" ma:index="38" nillable="true" ma:displayName="ILMItemType" ma:default="ConceptualItem" ma:indexed="true" ma:internalName="ILMItemType" ma:readOnly="true">
      <xsd:simpleType>
        <xsd:restriction base="dms:Text"/>
      </xsd:simpleType>
    </xsd:element>
    <xsd:element name="ILMCreationRevision" ma:index="39" nillable="true" ma:displayName="Creating Revision" ma:internalName="ILMCreationRevision" ma:readOnly="true">
      <xsd:simpleType>
        <xsd:restriction base="dms:Boolean"/>
      </xsd:simpleType>
    </xsd:element>
    <xsd:element name="Revisions" ma:index="40" nillable="true" ma:displayName="Revision set" ma:internalName="Revisions" ma:readOnly="true">
      <xsd:complexType>
        <xsd:complexContent>
          <xsd:extension base="dms:URL">
            <xsd:sequence>
              <xsd:element name="Url" type="dms:ValidUrl" minOccurs="0" nillable="true"/>
              <xsd:element name="Description" type="xsd:string"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bca0bc44-19d1-4824-98a4-321de56310bf" elementFormDefault="qualified">
    <xsd:import namespace="http://schemas.microsoft.com/office/2006/documentManagement/types"/>
    <xsd:import namespace="http://schemas.microsoft.com/office/infopath/2007/PartnerControls"/>
    <xsd:element name="OriginalSubject" ma:index="17" nillable="true" ma:displayName="OriginalSubject" ma:internalName="OriginalSubject">
      <xsd:simpleType>
        <xsd:restriction base="dms:Text">
          <xsd:maxLength value="255"/>
        </xsd:restriction>
      </xsd:simpleType>
    </xsd:element>
    <xsd:element name="From1" ma:index="18" nillable="true" ma:displayName="From" ma:internalName="From1">
      <xsd:simpleType>
        <xsd:restriction base="dms:Text">
          <xsd:maxLength value="255"/>
        </xsd:restriction>
      </xsd:simpleType>
    </xsd:element>
    <xsd:element name="Cc" ma:index="19" nillable="true" ma:displayName="Cc" ma:internalName="Cc">
      <xsd:simpleType>
        <xsd:restriction base="dms:Note">
          <xsd:maxLength value="255"/>
        </xsd:restriction>
      </xsd:simpleType>
    </xsd:element>
    <xsd:element name="Bcc" ma:index="20" nillable="true" ma:displayName="Bcc" ma:internalName="Bcc">
      <xsd:simpleType>
        <xsd:restriction base="dms:Note">
          <xsd:maxLength value="255"/>
        </xsd:restriction>
      </xsd:simpleType>
    </xsd:element>
    <xsd:element name="Conversation-Topic" ma:index="21" nillable="true" ma:displayName="Conversation-Topic" ma:internalName="Conversation_x002d_Topic">
      <xsd:simpleType>
        <xsd:restriction base="dms:Text">
          <xsd:maxLength value="255"/>
        </xsd:restriction>
      </xsd:simpleType>
    </xsd:element>
    <xsd:element name="Date1" ma:index="22" nillable="true" ma:displayName="Date" ma:format="DateOnly" ma:internalName="Date1">
      <xsd:simpleType>
        <xsd:restriction base="dms:DateTime"/>
      </xsd:simpleType>
    </xsd:element>
    <xsd:element name="Reply-To" ma:index="23" nillable="true" ma:displayName="Reply-To" ma:internalName="Reply_x002d_To">
      <xsd:simpleType>
        <xsd:restriction base="dms:Text">
          <xsd:maxLength value="255"/>
        </xsd:restriction>
      </xsd:simpleType>
    </xsd:element>
    <xsd:element name="To" ma:index="24" nillable="true" ma:displayName="To" ma:internalName="To">
      <xsd:simpleType>
        <xsd:restriction base="dms:Note">
          <xsd:maxLength value="255"/>
        </xsd:restriction>
      </xsd:simpleType>
    </xsd:element>
    <xsd:element name="Received" ma:index="25" nillable="true" ma:displayName="Received" ma:internalName="Received">
      <xsd:simpleType>
        <xsd:restriction base="dms:Text">
          <xsd:maxLength value="255"/>
        </xsd:restriction>
      </xsd:simpleType>
    </xsd:element>
    <xsd:element name="Attachment" ma:index="26" nillable="true" ma:displayName="Attachment" ma:default="1" ma:internalName="Attachment">
      <xsd:simpleType>
        <xsd:restriction base="dms:Boolean"/>
      </xsd:simpleType>
    </xsd:element>
    <xsd:element name="Sensitivity" ma:index="27" nillable="true" ma:displayName="Sensitivity" ma:internalName="Sensitivity">
      <xsd:simpleType>
        <xsd:restriction base="dms:Text">
          <xsd:maxLength value="255"/>
        </xsd:restriction>
      </xsd:simpleType>
    </xsd:element>
    <xsd:element name="Importance" ma:index="28" nillable="true" ma:displayName="Importance" ma:internalName="Importance">
      <xsd:simpleType>
        <xsd:restriction base="dms:Text">
          <xsd:maxLength value="255"/>
        </xsd:restriction>
      </xsd:simpleType>
    </xsd:element>
    <xsd:element name="In-Reply-To" ma:index="29" nillable="true" ma:displayName="In-Reply-To" ma:internalName="In_x002d_Reply_x002d_To">
      <xsd:simpleType>
        <xsd:restriction base="dms:Text">
          <xsd:maxLength value="255"/>
        </xsd:restriction>
      </xsd:simpleType>
    </xsd:element>
    <xsd:element name="References" ma:index="30" nillable="true" ma:displayName="References" ma:internalName="References">
      <xsd:simpleType>
        <xsd:restriction base="dms:Text">
          <xsd:maxLength value="255"/>
        </xsd:restriction>
      </xsd:simpleType>
    </xsd:element>
    <xsd:element name="Conversation-Index" ma:index="31" nillable="true" ma:displayName="Conversation-Index" ma:hidden="true" ma:internalName="Conversation_x002d_Index">
      <xsd:simpleType>
        <xsd:restriction base="dms:Text">
          <xsd:maxLength value="255"/>
        </xsd:restriction>
      </xsd:simpleType>
    </xsd:element>
    <xsd:element name="MailPreviewData" ma:index="32" nillable="true" ma:displayName="MailPreviewData" ma:hidden="true" ma:internalName="MailPreviewData">
      <xsd:simpleType>
        <xsd:restriction base="dms:Note"/>
      </xsd:simpleType>
    </xsd:element>
    <xsd:element name="Message-ID" ma:index="34" nillable="true" ma:displayName="Message-ID" ma:hidden="true" ma:internalName="Message_x002d_ID">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8b4c0de-55bf-47f7-be0c-f39587aa47fc" elementFormDefault="qualified">
    <xsd:import namespace="http://schemas.microsoft.com/office/2006/documentManagement/types"/>
    <xsd:import namespace="http://schemas.microsoft.com/office/infopath/2007/PartnerControls"/>
    <xsd:element name="Review_x0020_Report_ReviewTool" ma:index="41" nillable="true" ma:displayName="Review Report" ma:internalName="Review_x0020_Report_ReviewTool">
      <xsd:simpleType>
        <xsd:restriction base="dms:Text"/>
      </xsd:simpleType>
    </xsd:element>
    <xsd:element name="Review_x0020_Status_ReviewTool" ma:index="42" nillable="true" ma:displayName="Review Status" ma:internalName="Review_x0020_Status_ReviewTool">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4" elementFormDefault="qualified">
    <xsd:import namespace="http://schemas.microsoft.com/office/2006/documentManagement/types"/>
    <xsd:import namespace="http://schemas.microsoft.com/office/infopath/2007/PartnerControls"/>
    <xsd:element name="IconOverlay" ma:index="43" nillable="true" ma:displayName="IconOverlay" ma:hidden="true" ma:internalName="IconOverlay">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6DADA56-246A-48A9-9DC1-296D76DEFDED}">
  <ds:schemaRefs>
    <ds:schemaRef ds:uri="http://schemas.microsoft.com/sharepoint/events"/>
  </ds:schemaRefs>
</ds:datastoreItem>
</file>

<file path=customXml/itemProps2.xml><?xml version="1.0" encoding="utf-8"?>
<ds:datastoreItem xmlns:ds="http://schemas.openxmlformats.org/officeDocument/2006/customXml" ds:itemID="{43F2B378-FC36-4BD1-A90B-191C1AA68C00}">
  <ds:schemaRefs>
    <ds:schemaRef ds:uri="http://schemas.microsoft.com/sharepoint/v3/contenttype/forms"/>
  </ds:schemaRefs>
</ds:datastoreItem>
</file>

<file path=customXml/itemProps3.xml><?xml version="1.0" encoding="utf-8"?>
<ds:datastoreItem xmlns:ds="http://schemas.openxmlformats.org/officeDocument/2006/customXml" ds:itemID="{D4BDEFDE-3405-48EA-9B4E-8DA2968F0040}">
  <ds:schemaRefs>
    <ds:schemaRef ds:uri="http://schemas.microsoft.com/office/2006/documentManagement/types"/>
    <ds:schemaRef ds:uri="http://purl.org/dc/elements/1.1/"/>
    <ds:schemaRef ds:uri="http://schemas.microsoft.com/office/infopath/2007/PartnerControls"/>
    <ds:schemaRef ds:uri="http://purl.org/dc/terms/"/>
    <ds:schemaRef ds:uri="http://schemas.microsoft.com/office/2006/metadata/properties"/>
    <ds:schemaRef ds:uri="http://schemas.openxmlformats.org/package/2006/metadata/core-properties"/>
    <ds:schemaRef ds:uri="7e53e2f5-309f-4bd9-aaaa-ba6a397c2ffa"/>
    <ds:schemaRef ds:uri="http://www.w3.org/XML/1998/namespace"/>
    <ds:schemaRef ds:uri="http://purl.org/dc/dcmitype/"/>
    <ds:schemaRef ds:uri="bca0bc44-19d1-4824-98a4-321de56310bf"/>
    <ds:schemaRef ds:uri="http://schemas.microsoft.com/sharepoint/v3"/>
    <ds:schemaRef ds:uri="d5b1060f-7254-44df-a114-51af8cb1ec42"/>
    <ds:schemaRef ds:uri="http://schemas.microsoft.com/sharepoint/v4"/>
    <ds:schemaRef ds:uri="ae731d37-a781-4b89-a568-437520b1bf4a"/>
    <ds:schemaRef ds:uri="28b4c0de-55bf-47f7-be0c-f39587aa47fc"/>
    <ds:schemaRef ds:uri="8882ccf3-a3b8-4490-b65e-e761fdf8eec6"/>
  </ds:schemaRefs>
</ds:datastoreItem>
</file>

<file path=customXml/itemProps4.xml><?xml version="1.0" encoding="utf-8"?>
<ds:datastoreItem xmlns:ds="http://schemas.openxmlformats.org/officeDocument/2006/customXml" ds:itemID="{73DFCBA9-2135-469D-BFD4-9B68FD4EBCA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8882ccf3-a3b8-4490-b65e-e761fdf8eec6"/>
    <ds:schemaRef ds:uri="bca0bc44-19d1-4824-98a4-321de56310bf"/>
    <ds:schemaRef ds:uri="28b4c0de-55bf-47f7-be0c-f39587aa47fc"/>
    <ds:schemaRef ds:uri="http://schemas.microsoft.com/sharepoint/v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2976</TotalTime>
  <Words>46262</Words>
  <Application>Microsoft Office PowerPoint</Application>
  <PresentationFormat>On-screen Show (4:3)</PresentationFormat>
  <Paragraphs>5898</Paragraphs>
  <Slides>165</Slides>
  <Notes>44</Notes>
  <HiddenSlides>2</HiddenSlides>
  <MMClips>0</MMClips>
  <ScaleCrop>false</ScaleCrop>
  <HeadingPairs>
    <vt:vector size="8" baseType="variant">
      <vt:variant>
        <vt:lpstr>Fonts Used</vt:lpstr>
      </vt:variant>
      <vt:variant>
        <vt:i4>19</vt:i4>
      </vt:variant>
      <vt:variant>
        <vt:lpstr>Theme</vt:lpstr>
      </vt:variant>
      <vt:variant>
        <vt:i4>1</vt:i4>
      </vt:variant>
      <vt:variant>
        <vt:lpstr>Embedded OLE Servers</vt:lpstr>
      </vt:variant>
      <vt:variant>
        <vt:i4>2</vt:i4>
      </vt:variant>
      <vt:variant>
        <vt:lpstr>Slide Titles</vt:lpstr>
      </vt:variant>
      <vt:variant>
        <vt:i4>165</vt:i4>
      </vt:variant>
    </vt:vector>
  </HeadingPairs>
  <TitlesOfParts>
    <vt:vector size="187" baseType="lpstr">
      <vt:lpstr>HGPｺﾞｼｯｸE</vt:lpstr>
      <vt:lpstr>HGP創英角ｺﾞｼｯｸUB</vt:lpstr>
      <vt:lpstr>HG創英角ｺﾞｼｯｸUB</vt:lpstr>
      <vt:lpstr>メイリオ</vt:lpstr>
      <vt:lpstr>Meiryo UI</vt:lpstr>
      <vt:lpstr>ＭＳ Ｐゴシック</vt:lpstr>
      <vt:lpstr>ＭＳ Ｐ明朝</vt:lpstr>
      <vt:lpstr>Arial</vt:lpstr>
      <vt:lpstr>Arial Narrow</vt:lpstr>
      <vt:lpstr>Arial Unicode MS</vt:lpstr>
      <vt:lpstr>Bosch Office Sans</vt:lpstr>
      <vt:lpstr>Calibri</vt:lpstr>
      <vt:lpstr>Century Gothic</vt:lpstr>
      <vt:lpstr>ＭＳ</vt:lpstr>
      <vt:lpstr>Roboto</vt:lpstr>
      <vt:lpstr>Tahoma</vt:lpstr>
      <vt:lpstr>Times New Roman</vt:lpstr>
      <vt:lpstr>Wingdings</vt:lpstr>
      <vt:lpstr>Wingdings 3</vt:lpstr>
      <vt:lpstr>標準デザイン</vt:lpstr>
      <vt:lpstr>ワークシート</vt:lpstr>
      <vt:lpstr>ｸﾘｯﾌﾟ</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武藤 崇 Takashi Muto</dc:creator>
  <cp:keywords>SecrecyB; A.01.0010; HM</cp:keywords>
  <cp:lastModifiedBy>Ngo Huu Dat (MS/EJV5-PS)</cp:lastModifiedBy>
  <cp:revision>14</cp:revision>
  <cp:lastPrinted>2022-07-26T11:31:12Z</cp:lastPrinted>
  <dcterms:created xsi:type="dcterms:W3CDTF">1601-01-01T00:00:00Z</dcterms:created>
  <dcterms:modified xsi:type="dcterms:W3CDTF">2026-09-24T02:49:36Z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0x010100C5E86C3147845A4795E49F457EC3C4130100C2360B1D161FF341BE963F77072C5C0F</vt:lpwstr>
  </property>
  <property fmtid="{D5CDD505-2E9C-101B-9397-08002B2CF9AE}" pid="3" name="MediaServiceImageTags">
    <vt:lpwstr/>
  </property>
  <property fmtid="{D5CDD505-2E9C-101B-9397-08002B2CF9AE}" pid="4" name="ecm_ItemDeleteBlockHolders">
    <vt:lpwstr/>
  </property>
  <property fmtid="{D5CDD505-2E9C-101B-9397-08002B2CF9AE}" pid="5" name="ecm_RecordRestrictions">
    <vt:lpwstr/>
  </property>
  <property fmtid="{D5CDD505-2E9C-101B-9397-08002B2CF9AE}" pid="6" name="ecm_ItemLockHolders">
    <vt:lpwstr/>
  </property>
  <property fmtid="{D5CDD505-2E9C-101B-9397-08002B2CF9AE}" pid="7" name="_vti_ItemHoldRecordStatus">
    <vt:lpwstr/>
  </property>
  <property fmtid="{D5CDD505-2E9C-101B-9397-08002B2CF9AE}" pid="8" name="_vti_ItemDeclaredRecord">
    <vt:lpwstr/>
  </property>
  <property fmtid="{D5CDD505-2E9C-101B-9397-08002B2CF9AE}" pid="9" name="_dlc_DocIdItemGuid">
    <vt:lpwstr>096f7ca6-ec72-46cf-ad28-82f4d37e8ffa</vt:lpwstr>
  </property>
  <property fmtid="{D5CDD505-2E9C-101B-9397-08002B2CF9AE}" pid="10" name="ConceptualVersion">
    <vt:lpwstr/>
  </property>
  <property fmtid="{D5CDD505-2E9C-101B-9397-08002B2CF9AE}" pid="11" name="ConceptualVersionTreeview">
    <vt:lpwstr/>
  </property>
  <property fmtid="{D5CDD505-2E9C-101B-9397-08002B2CF9AE}" pid="12" name="ILMComments">
    <vt:lpwstr/>
  </property>
  <property fmtid="{D5CDD505-2E9C-101B-9397-08002B2CF9AE}" pid="13" name="ILMExternalReference">
    <vt:lpwstr/>
  </property>
  <property fmtid="{D5CDD505-2E9C-101B-9397-08002B2CF9AE}" pid="14" name="DocIdOfLinkItem">
    <vt:lpwstr/>
  </property>
  <property fmtid="{D5CDD505-2E9C-101B-9397-08002B2CF9AE}" pid="15" name="ILMRevision">
    <vt:lpwstr/>
  </property>
  <property fmtid="{D5CDD505-2E9C-101B-9397-08002B2CF9AE}" pid="16" name="DMSKeywords">
    <vt:lpwstr/>
  </property>
</Properties>
</file>